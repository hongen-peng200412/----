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60AED03A.xml" ContentType="application/vnd.ms-powerpoint.comments+xml"/>
  <Override PartName="/ppt/notesSlides/notesSlide2.xml" ContentType="application/vnd.openxmlformats-officedocument.presentationml.notesSlide+xml"/>
  <Override PartName="/ppt/comments/modernComment_101_5D52690F.xml" ContentType="application/vnd.ms-powerpoint.comments+xml"/>
  <Override PartName="/ppt/notesSlides/notesSlide3.xml" ContentType="application/vnd.openxmlformats-officedocument.presentationml.notesSlide+xml"/>
  <Override PartName="/ppt/comments/modernComment_102_678AE1B4.xml" ContentType="application/vnd.ms-powerpoint.comments+xml"/>
  <Override PartName="/ppt/notesSlides/notesSlide4.xml" ContentType="application/vnd.openxmlformats-officedocument.presentationml.notesSlide+xml"/>
  <Override PartName="/ppt/comments/modernComment_103_55D42BDD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334500" cy="119634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8/10/relationships/authors" Target="authors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omments/modernComment_100_60AED03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8C5D922-2FBA-410A-A915-2315DC2A7C0A}" authorId="{D3F71A66-0C34-DF1A-5236-FECDBC820DCB}" created="2026-10-03T07:13:03.136">
    <pc:sldMkLst xmlns:pc="http://schemas.microsoft.com/office/powerpoint/2013/main/command">
      <pc:docMk/>
      <pc:sldMk cId="1622069306" sldId="256"/>
    </pc:sldMkLst>
    <p188:pos x="0" y="0"/>
    <p188:txBody>
      <a:bodyPr/>
      <a:lstStyle/>
      <a:p>
        <a:r>
          <a:rPr lang="zh-CN" altLang="en-US"/>
          <a:t>@@stage3-cases-main</a:t>
        </a:r>
      </a:p>
    </p188:txBody>
  </p188:cm>
  <p188:cm id="{8DCBB79F-92F9-4252-BE12-BB1F4D09ABD6}" authorId="{D3F71A66-0C34-DF1A-5236-FECDBC820DCB}" created="2026-10-03T07:13:03.148">
    <pc:sldMkLst xmlns:pc="http://schemas.microsoft.com/office/powerpoint/2013/main/command">
      <pc:docMk/>
      <pc:sldMk cId="1622069306" sldId="256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comments/modernComment_101_5D52690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6AD79C5-C17E-45F7-8AB2-6926ED9B8BE7}" authorId="{D3F71A66-0C34-DF1A-5236-FECDBC820DCB}" created="2026-10-03T07:13:03.695">
    <pc:sldMkLst xmlns:pc="http://schemas.microsoft.com/office/powerpoint/2013/main/command">
      <pc:docMk/>
      <pc:sldMk cId="1565681935" sldId="257"/>
    </pc:sldMkLst>
    <p188:pos x="0" y="0"/>
    <p188:txBody>
      <a:bodyPr/>
      <a:lstStyle/>
      <a:p>
        <a:r>
          <a:rPr lang="zh-CN" altLang="en-US"/>
          <a:t>@@stage3-cases-density</a:t>
        </a:r>
      </a:p>
    </p188:txBody>
  </p188:cm>
  <p188:cm id="{5A36124D-3DF1-493C-8AC7-2766080CAD5B}" authorId="{D3F71A66-0C34-DF1A-5236-FECDBC820DCB}" created="2026-10-03T07:13:03.704">
    <pc:sldMkLst xmlns:pc="http://schemas.microsoft.com/office/powerpoint/2013/main/command">
      <pc:docMk/>
      <pc:sldMk cId="1565681935" sldId="257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comments/modernComment_102_678AE1B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1A71DCC-58E4-4E38-83B6-6FB4CF2FCE69}" authorId="{D3F71A66-0C34-DF1A-5236-FECDBC820DCB}" created="2026-10-03T07:13:03.971">
    <pc:sldMkLst xmlns:pc="http://schemas.microsoft.com/office/powerpoint/2013/main/command">
      <pc:docMk/>
      <pc:sldMk cId="1737154996" sldId="258"/>
    </pc:sldMkLst>
    <p188:pos x="0" y="0"/>
    <p188:txBody>
      <a:bodyPr/>
      <a:lstStyle/>
      <a:p>
        <a:r>
          <a:rPr lang="zh-CN" altLang="en-US"/>
          <a:t>@@stage3-cases-clash</a:t>
        </a:r>
      </a:p>
    </p188:txBody>
  </p188:cm>
  <p188:cm id="{6CDC9427-C332-4BD5-8318-B8C21610697C}" authorId="{D3F71A66-0C34-DF1A-5236-FECDBC820DCB}" created="2026-10-03T07:13:03.973">
    <pc:sldMkLst xmlns:pc="http://schemas.microsoft.com/office/powerpoint/2013/main/command">
      <pc:docMk/>
      <pc:sldMk cId="1737154996" sldId="258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comments/modernComment_103_55D42BD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3C0306D-72B5-47D0-900A-10A28618ECFB}" authorId="{D3F71A66-0C34-DF1A-5236-FECDBC820DCB}" created="2026-10-03T07:13:04.234">
    <pc:sldMkLst xmlns:pc="http://schemas.microsoft.com/office/powerpoint/2013/main/command">
      <pc:docMk/>
      <pc:sldMk cId="1439968221" sldId="259"/>
    </pc:sldMkLst>
    <p188:pos x="0" y="0"/>
    <p188:txBody>
      <a:bodyPr/>
      <a:lstStyle/>
      <a:p>
        <a:r>
          <a:rPr lang="zh-CN" altLang="en-US"/>
          <a:t>@@stage3-cases-alternatives</a:t>
        </a:r>
      </a:p>
    </p188:txBody>
  </p188:cm>
  <p188:cm id="{997C52F0-6C36-4E23-A964-CDD9D1A1B37E}" authorId="{D3F71A66-0C34-DF1A-5236-FECDBC820DCB}" created="2026-10-03T07:13:04.236">
    <pc:sldMkLst xmlns:pc="http://schemas.microsoft.com/office/powerpoint/2013/main/command">
      <pc:docMk/>
      <pc:sldMk cId="1439968221" sldId="259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图 9 | 口袋约束与密度约束的互补作用。a–c，官方 PocketXMol 的 top-1 pose 偏离实验密度的三个实例：9Q16–XG4、9UB7–Y01、9R3D–IHP。d–f，Emap2lig-Build top-1 pose 与受体碰撞的三个实例：9U7J–GDU、9WUP–FAD、9WQ3–1SY。每行依次展示 PocketXMol-official（橙色）、PocketXMol-tuned（蓝色）和 Emap2lig-Build（紫色）；沉积配体为青绿色，受体为橄榄绿色，实验密度为灰色网格，红色虚线及受体原子标出碰撞接触。两种 PocketXMol 均使用真实受体并使用结合位点定义口袋。在每个图片下方，D 表示预测重原子处三线性插值密度达到作者推荐等值面阈值的比例，Clash 表示距离严格小于 0.75 倍范德华半径之和的配体–标准受体重原子对数。网格显示该等值面距沉积配体重原子 2 Å 内的部分，三种方法共享同一显示区域、视角和尺度，比例尺为 5 Å，各例子的链与残基编号见行标题。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密度偏离案例 | 口袋约束与密度约束的互补作用。a–c，官方 PocketXMol 首位构象偏离实验密度的三个实例：9Q16–XG4、9UB7–Y01、9R3D–IHP。其余显示与评价定义同主图。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受体碰撞案例 | 展示主图 d–f 的三个实例；显示与评价定义同主图。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备选案例 | 依次为 9LLG–CLR、9LFA–A1EJF、9U7J–GDU 和 9WUP–FAD。三列为官方 PocketXMol、local_cov-C 与 Emap2lig-Build 的原排序 Top-1；显示与评价定义同主图。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60AED03A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5D52690F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678AE1B4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55D42BDD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5" name="stage3-cases-main_0">
            <a:extLst>
              <a:ext uri="{FF2B5EF4-FFF2-40B4-BE49-F238E27FC236}">
                <a16:creationId xmlns:a16="http://schemas.microsoft.com/office/drawing/2014/main" id="{E5ED433B-E856-423D-B804-4CEB7B7B5F58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main_1">
            <a:extLst>
              <a:ext uri="{FF2B5EF4-FFF2-40B4-BE49-F238E27FC236}">
                <a16:creationId xmlns:a16="http://schemas.microsoft.com/office/drawing/2014/main" id="{AE5525FB-9E39-4B50-8D4D-9DEC22B3EEBC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main_2">
            <a:extLst>
              <a:ext uri="{FF2B5EF4-FFF2-40B4-BE49-F238E27FC236}">
                <a16:creationId xmlns:a16="http://schemas.microsoft.com/office/drawing/2014/main" id="{D3AB9F34-C97F-4F7E-A41E-43771FAF1567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main_3">
            <a:extLst>
              <a:ext uri="{FF2B5EF4-FFF2-40B4-BE49-F238E27FC236}">
                <a16:creationId xmlns:a16="http://schemas.microsoft.com/office/drawing/2014/main" id="{57A7C6B2-A59C-4D4D-B169-A66884DA40F2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a  9Q16 · XG4 (A:1201)</a:t>
            </a:r>
          </a:p>
        </p:txBody>
      </p:sp>
      <p:sp>
        <p:nvSpPr>
          <p:cNvPr id="5" name="stage3-cases-main_4">
            <a:extLst>
              <a:ext uri="{FF2B5EF4-FFF2-40B4-BE49-F238E27FC236}">
                <a16:creationId xmlns:a16="http://schemas.microsoft.com/office/drawing/2014/main" id="{2AABC91B-C703-4D6D-88AF-7BFAF4098F1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50005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main_5">
            <a:extLst>
              <a:ext uri="{FF2B5EF4-FFF2-40B4-BE49-F238E27FC236}">
                <a16:creationId xmlns:a16="http://schemas.microsoft.com/office/drawing/2014/main" id="{44DFEC9B-6AA7-449A-88D0-60A059C14409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q16_0_official_Receptor">
            <a:extLst>
              <a:ext uri="{FF2B5EF4-FFF2-40B4-BE49-F238E27FC236}">
                <a16:creationId xmlns:a16="http://schemas.microsoft.com/office/drawing/2014/main" id="{8C2AC63D-5BD1-4C53-BFCA-3B42381A549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q16_0_official_ExperimentalDensity">
            <a:extLst>
              <a:ext uri="{FF2B5EF4-FFF2-40B4-BE49-F238E27FC236}">
                <a16:creationId xmlns:a16="http://schemas.microsoft.com/office/drawing/2014/main" id="{84C6D045-55B1-489A-AEE3-6959EA520B8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q16_0_official_ReferenceLigand_0">
            <a:extLst>
              <a:ext uri="{FF2B5EF4-FFF2-40B4-BE49-F238E27FC236}">
                <a16:creationId xmlns:a16="http://schemas.microsoft.com/office/drawing/2014/main" id="{8C037E69-49C1-4666-AFB5-677A41B8805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q16_0_official_ReferenceLigand_1">
            <a:extLst>
              <a:ext uri="{FF2B5EF4-FFF2-40B4-BE49-F238E27FC236}">
                <a16:creationId xmlns:a16="http://schemas.microsoft.com/office/drawing/2014/main" id="{C56A34ED-A2A6-45F1-8DFB-108C291643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q16_0_official_ReferenceLigand_2">
            <a:extLst>
              <a:ext uri="{FF2B5EF4-FFF2-40B4-BE49-F238E27FC236}">
                <a16:creationId xmlns:a16="http://schemas.microsoft.com/office/drawing/2014/main" id="{D8157E23-4F57-4B95-9C33-832490B789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q16_0_official_ReferenceLigand_3">
            <a:extLst>
              <a:ext uri="{FF2B5EF4-FFF2-40B4-BE49-F238E27FC236}">
                <a16:creationId xmlns:a16="http://schemas.microsoft.com/office/drawing/2014/main" id="{105F3559-088D-4149-AB76-99E2E6D33F0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q16_0_official_ReferenceLigand_4">
            <a:extLst>
              <a:ext uri="{FF2B5EF4-FFF2-40B4-BE49-F238E27FC236}">
                <a16:creationId xmlns:a16="http://schemas.microsoft.com/office/drawing/2014/main" id="{941AB40C-36FE-46CF-A21F-D74C416B463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q16_0_official_ReferenceLigand_5">
            <a:extLst>
              <a:ext uri="{FF2B5EF4-FFF2-40B4-BE49-F238E27FC236}">
                <a16:creationId xmlns:a16="http://schemas.microsoft.com/office/drawing/2014/main" id="{28225198-6C4F-471D-B6CC-0CE066BC02D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q16_0_official_ReferenceLigand_6">
            <a:extLst>
              <a:ext uri="{FF2B5EF4-FFF2-40B4-BE49-F238E27FC236}">
                <a16:creationId xmlns:a16="http://schemas.microsoft.com/office/drawing/2014/main" id="{BB056AB9-EB63-4E98-B1BD-E5438B483D3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q16_0_official_ReferenceLigand_7">
            <a:extLst>
              <a:ext uri="{FF2B5EF4-FFF2-40B4-BE49-F238E27FC236}">
                <a16:creationId xmlns:a16="http://schemas.microsoft.com/office/drawing/2014/main" id="{446DE7B8-4861-407A-AD05-3D308C2FE34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q16_0_official_ReferenceLigand_8">
            <a:extLst>
              <a:ext uri="{FF2B5EF4-FFF2-40B4-BE49-F238E27FC236}">
                <a16:creationId xmlns:a16="http://schemas.microsoft.com/office/drawing/2014/main" id="{496F2F21-4044-4990-916F-6D0A77B62F2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q16_0_official_ReferenceLigand_9">
            <a:extLst>
              <a:ext uri="{FF2B5EF4-FFF2-40B4-BE49-F238E27FC236}">
                <a16:creationId xmlns:a16="http://schemas.microsoft.com/office/drawing/2014/main" id="{34A9014D-DA8F-4B41-822B-C31ADC6B27C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q16_0_official_ReferenceLigand_10">
            <a:extLst>
              <a:ext uri="{FF2B5EF4-FFF2-40B4-BE49-F238E27FC236}">
                <a16:creationId xmlns:a16="http://schemas.microsoft.com/office/drawing/2014/main" id="{49F4707A-DA7D-4E86-ABA1-D7EA4EDC0A1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q16_0_official_ReferenceLigand_11">
            <a:extLst>
              <a:ext uri="{FF2B5EF4-FFF2-40B4-BE49-F238E27FC236}">
                <a16:creationId xmlns:a16="http://schemas.microsoft.com/office/drawing/2014/main" id="{22BC9A8E-4453-4B12-9E59-9E16B17259C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q16_0_official_ReferenceLigand_12">
            <a:extLst>
              <a:ext uri="{FF2B5EF4-FFF2-40B4-BE49-F238E27FC236}">
                <a16:creationId xmlns:a16="http://schemas.microsoft.com/office/drawing/2014/main" id="{BE67826C-903B-4FBE-B3DD-DE3F88E73FC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q16_0_official_ReferenceLigand_13">
            <a:extLst>
              <a:ext uri="{FF2B5EF4-FFF2-40B4-BE49-F238E27FC236}">
                <a16:creationId xmlns:a16="http://schemas.microsoft.com/office/drawing/2014/main" id="{9F53F375-6794-4631-8122-A31C5FA017A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q16_0_official_ReferenceLigand_14">
            <a:extLst>
              <a:ext uri="{FF2B5EF4-FFF2-40B4-BE49-F238E27FC236}">
                <a16:creationId xmlns:a16="http://schemas.microsoft.com/office/drawing/2014/main" id="{9783D6AB-2D28-4CB2-B07E-4E5F380DFFA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q16_0_official_ReferenceLigand_15">
            <a:extLst>
              <a:ext uri="{FF2B5EF4-FFF2-40B4-BE49-F238E27FC236}">
                <a16:creationId xmlns:a16="http://schemas.microsoft.com/office/drawing/2014/main" id="{A746D147-3BC1-4B04-9702-90CE819B3C1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q16_0_official_ReferenceLigand_16">
            <a:extLst>
              <a:ext uri="{FF2B5EF4-FFF2-40B4-BE49-F238E27FC236}">
                <a16:creationId xmlns:a16="http://schemas.microsoft.com/office/drawing/2014/main" id="{B91121CA-BA05-4E4F-9589-66B8499C1D1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q16_0_official_ReferenceLigand_17">
            <a:extLst>
              <a:ext uri="{FF2B5EF4-FFF2-40B4-BE49-F238E27FC236}">
                <a16:creationId xmlns:a16="http://schemas.microsoft.com/office/drawing/2014/main" id="{C6EBEDA7-E65F-4B20-9612-E44CA5F9EDB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q16_0_official_ReferenceLigand_18">
            <a:extLst>
              <a:ext uri="{FF2B5EF4-FFF2-40B4-BE49-F238E27FC236}">
                <a16:creationId xmlns:a16="http://schemas.microsoft.com/office/drawing/2014/main" id="{E9656538-55D2-4E07-9CA2-5E5A89B8E3A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q16_0_official_ReferenceLigand_19">
            <a:extLst>
              <a:ext uri="{FF2B5EF4-FFF2-40B4-BE49-F238E27FC236}">
                <a16:creationId xmlns:a16="http://schemas.microsoft.com/office/drawing/2014/main" id="{8C69D4C5-B72B-4500-98ED-1DBEA3458F1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q16_0_official_ReferenceLigand_20">
            <a:extLst>
              <a:ext uri="{FF2B5EF4-FFF2-40B4-BE49-F238E27FC236}">
                <a16:creationId xmlns:a16="http://schemas.microsoft.com/office/drawing/2014/main" id="{6D2306CE-76EE-458A-BF4E-D7A453955E2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q16_0_official_ReferenceLigand_21">
            <a:extLst>
              <a:ext uri="{FF2B5EF4-FFF2-40B4-BE49-F238E27FC236}">
                <a16:creationId xmlns:a16="http://schemas.microsoft.com/office/drawing/2014/main" id="{036B5E14-740A-4ABF-B024-9CC38B0DB1B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q16_0_official_ReferenceLigand_22">
            <a:extLst>
              <a:ext uri="{FF2B5EF4-FFF2-40B4-BE49-F238E27FC236}">
                <a16:creationId xmlns:a16="http://schemas.microsoft.com/office/drawing/2014/main" id="{742F24A6-179C-476D-A330-2DCE00EDCE9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q16_0_official_ReferenceLigand_23">
            <a:extLst>
              <a:ext uri="{FF2B5EF4-FFF2-40B4-BE49-F238E27FC236}">
                <a16:creationId xmlns:a16="http://schemas.microsoft.com/office/drawing/2014/main" id="{7AEA60EA-439C-404A-84F4-33F255B8D97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q16_0_official_ReferenceLigand_24">
            <a:extLst>
              <a:ext uri="{FF2B5EF4-FFF2-40B4-BE49-F238E27FC236}">
                <a16:creationId xmlns:a16="http://schemas.microsoft.com/office/drawing/2014/main" id="{477468E1-4379-4F2D-8DF4-1B47A06423A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q16_0_official_ReferenceLigand_25">
            <a:extLst>
              <a:ext uri="{FF2B5EF4-FFF2-40B4-BE49-F238E27FC236}">
                <a16:creationId xmlns:a16="http://schemas.microsoft.com/office/drawing/2014/main" id="{5AF55C33-E9E5-44D9-BF77-6B5BF0672E8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q16_0_official_ReferenceLigand_26">
            <a:extLst>
              <a:ext uri="{FF2B5EF4-FFF2-40B4-BE49-F238E27FC236}">
                <a16:creationId xmlns:a16="http://schemas.microsoft.com/office/drawing/2014/main" id="{66F7FD97-CC5F-4105-A852-E21B36D8044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q16_0_official_ReferenceLigand_27">
            <a:extLst>
              <a:ext uri="{FF2B5EF4-FFF2-40B4-BE49-F238E27FC236}">
                <a16:creationId xmlns:a16="http://schemas.microsoft.com/office/drawing/2014/main" id="{7B2E8020-C6CE-4DD5-9954-D197BE6F49A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q16_0_official_ReferenceLigand_28">
            <a:extLst>
              <a:ext uri="{FF2B5EF4-FFF2-40B4-BE49-F238E27FC236}">
                <a16:creationId xmlns:a16="http://schemas.microsoft.com/office/drawing/2014/main" id="{3EF135E4-D7FA-425B-BE78-B18B6CDA99F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q16_0_official_ReferenceLigand_29">
            <a:extLst>
              <a:ext uri="{FF2B5EF4-FFF2-40B4-BE49-F238E27FC236}">
                <a16:creationId xmlns:a16="http://schemas.microsoft.com/office/drawing/2014/main" id="{2855DD8A-38E9-4B68-BB23-45878D2B47E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q16_0_official_ReferenceLigand_30">
            <a:extLst>
              <a:ext uri="{FF2B5EF4-FFF2-40B4-BE49-F238E27FC236}">
                <a16:creationId xmlns:a16="http://schemas.microsoft.com/office/drawing/2014/main" id="{A29EFF81-B2F4-4D1B-ACC6-42A201BE984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q16_0_official_ReferenceLigand_31">
            <a:extLst>
              <a:ext uri="{FF2B5EF4-FFF2-40B4-BE49-F238E27FC236}">
                <a16:creationId xmlns:a16="http://schemas.microsoft.com/office/drawing/2014/main" id="{B65A6240-3148-4187-BC79-466812FE319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" name="9q16_0_official_ReferenceLigand_32">
            <a:extLst>
              <a:ext uri="{FF2B5EF4-FFF2-40B4-BE49-F238E27FC236}">
                <a16:creationId xmlns:a16="http://schemas.microsoft.com/office/drawing/2014/main" id="{911A73C7-D41C-43EC-B835-AC6E3F58DE4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" name="9q16_0_official_PredictedLigand_0">
            <a:extLst>
              <a:ext uri="{FF2B5EF4-FFF2-40B4-BE49-F238E27FC236}">
                <a16:creationId xmlns:a16="http://schemas.microsoft.com/office/drawing/2014/main" id="{5651FC82-CFF5-4F6C-B1EB-0BC9AC8037A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0430" y="11423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q16_0_official_PredictedLigand_1">
            <a:extLst>
              <a:ext uri="{FF2B5EF4-FFF2-40B4-BE49-F238E27FC236}">
                <a16:creationId xmlns:a16="http://schemas.microsoft.com/office/drawing/2014/main" id="{065625C1-CDBE-4168-9D82-EB58223158C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0" y="275912"/>
                </a:moveTo>
                <a:lnTo>
                  <a:pt x="1336382" y="2190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q16_0_official_PredictedLigand_2">
            <a:extLst>
              <a:ext uri="{FF2B5EF4-FFF2-40B4-BE49-F238E27FC236}">
                <a16:creationId xmlns:a16="http://schemas.microsoft.com/office/drawing/2014/main" id="{5E95FA17-7108-41E9-90C7-71F4C5DC910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q16_0_official_PredictedLigand_3">
            <a:extLst>
              <a:ext uri="{FF2B5EF4-FFF2-40B4-BE49-F238E27FC236}">
                <a16:creationId xmlns:a16="http://schemas.microsoft.com/office/drawing/2014/main" id="{00E45F14-68AE-4A9B-91DE-59EDB4FAF8B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069309" y="5505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q16_0_official_PredictedLigand_4">
            <a:extLst>
              <a:ext uri="{FF2B5EF4-FFF2-40B4-BE49-F238E27FC236}">
                <a16:creationId xmlns:a16="http://schemas.microsoft.com/office/drawing/2014/main" id="{1335B6BC-A2E6-473C-ABBC-8B983135A0D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382" y="219004"/>
                </a:moveTo>
                <a:lnTo>
                  <a:pt x="1257412" y="1781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q16_0_official_PredictedLigand_5">
            <a:extLst>
              <a:ext uri="{FF2B5EF4-FFF2-40B4-BE49-F238E27FC236}">
                <a16:creationId xmlns:a16="http://schemas.microsoft.com/office/drawing/2014/main" id="{1DFD4565-ECBD-4E20-8ED4-28485A84CF6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3578" y="5938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q16_0_official_PredictedLigand_6">
            <a:extLst>
              <a:ext uri="{FF2B5EF4-FFF2-40B4-BE49-F238E27FC236}">
                <a16:creationId xmlns:a16="http://schemas.microsoft.com/office/drawing/2014/main" id="{FBD72FBD-3A1D-461C-9E17-337F7D4043B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227" y="230481"/>
                </a:moveTo>
                <a:lnTo>
                  <a:pt x="1033387" y="3450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q16_0_official_PredictedLigand_7">
            <a:extLst>
              <a:ext uri="{FF2B5EF4-FFF2-40B4-BE49-F238E27FC236}">
                <a16:creationId xmlns:a16="http://schemas.microsoft.com/office/drawing/2014/main" id="{4384E3A1-DD8B-4006-8E8F-2888198ACD3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4851" y="9319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q16_0_official_PredictedLigand_8">
            <a:extLst>
              <a:ext uri="{FF2B5EF4-FFF2-40B4-BE49-F238E27FC236}">
                <a16:creationId xmlns:a16="http://schemas.microsoft.com/office/drawing/2014/main" id="{2FEBB667-C8C3-4EC5-9929-67C102F2EAA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9309" y="550549"/>
                </a:moveTo>
                <a:lnTo>
                  <a:pt x="934280" y="6302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q16_0_official_PredictedLigand_9">
            <a:extLst>
              <a:ext uri="{FF2B5EF4-FFF2-40B4-BE49-F238E27FC236}">
                <a16:creationId xmlns:a16="http://schemas.microsoft.com/office/drawing/2014/main" id="{0787038C-6D41-4D7A-89CB-B5FC6795F0B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068227" y="2304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q16_0_official_PredictedLigand_10">
            <a:extLst>
              <a:ext uri="{FF2B5EF4-FFF2-40B4-BE49-F238E27FC236}">
                <a16:creationId xmlns:a16="http://schemas.microsoft.com/office/drawing/2014/main" id="{2E97BAA3-9FAA-40F4-A5B6-23D58AEE257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229" y="715144"/>
                </a:moveTo>
                <a:lnTo>
                  <a:pt x="375748" y="7405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q16_0_official_PredictedLigand_11">
            <a:extLst>
              <a:ext uri="{FF2B5EF4-FFF2-40B4-BE49-F238E27FC236}">
                <a16:creationId xmlns:a16="http://schemas.microsoft.com/office/drawing/2014/main" id="{F1BD5EFC-673D-4F5F-A9EA-21EA879ECA1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214942" y="7135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q16_0_official_PredictedLigand_12">
            <a:extLst>
              <a:ext uri="{FF2B5EF4-FFF2-40B4-BE49-F238E27FC236}">
                <a16:creationId xmlns:a16="http://schemas.microsoft.com/office/drawing/2014/main" id="{CEA35309-1514-430B-9ADF-55C82505EBC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955751" y="4631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q16_0_official_PredictedLigand_13">
            <a:extLst>
              <a:ext uri="{FF2B5EF4-FFF2-40B4-BE49-F238E27FC236}">
                <a16:creationId xmlns:a16="http://schemas.microsoft.com/office/drawing/2014/main" id="{E8993386-ECBE-4DEB-A8C3-2B09A5C97BE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q16_0_official_PredictedLigand_14">
            <a:extLst>
              <a:ext uri="{FF2B5EF4-FFF2-40B4-BE49-F238E27FC236}">
                <a16:creationId xmlns:a16="http://schemas.microsoft.com/office/drawing/2014/main" id="{D009D9F6-2054-44BD-B4CC-4B1DCE75F71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4280" y="630257"/>
                </a:moveTo>
                <a:lnTo>
                  <a:pt x="973464" y="792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q16_0_official_PredictedLigand_15">
            <a:extLst>
              <a:ext uri="{FF2B5EF4-FFF2-40B4-BE49-F238E27FC236}">
                <a16:creationId xmlns:a16="http://schemas.microsoft.com/office/drawing/2014/main" id="{84E734EE-7EB9-4364-9994-5E02DD28A07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652498" y="3487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q16_0_official_PredictedLigand_16">
            <a:extLst>
              <a:ext uri="{FF2B5EF4-FFF2-40B4-BE49-F238E27FC236}">
                <a16:creationId xmlns:a16="http://schemas.microsoft.com/office/drawing/2014/main" id="{6A7BE917-2E84-451C-9F99-8FC5D40EA16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945332" y="983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q16_0_official_PredictedLigand_17">
            <a:extLst>
              <a:ext uri="{FF2B5EF4-FFF2-40B4-BE49-F238E27FC236}">
                <a16:creationId xmlns:a16="http://schemas.microsoft.com/office/drawing/2014/main" id="{17CDB7C2-48AD-483F-9B79-FE9A207393E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498" y="348795"/>
                </a:moveTo>
                <a:lnTo>
                  <a:pt x="1520191" y="2993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q16_0_official_PredictedLigand_18">
            <a:extLst>
              <a:ext uri="{FF2B5EF4-FFF2-40B4-BE49-F238E27FC236}">
                <a16:creationId xmlns:a16="http://schemas.microsoft.com/office/drawing/2014/main" id="{E12EE0E6-204E-4C7E-B27E-0270A9C0AE0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q16_0_official_PredictedLigand_19">
            <a:extLst>
              <a:ext uri="{FF2B5EF4-FFF2-40B4-BE49-F238E27FC236}">
                <a16:creationId xmlns:a16="http://schemas.microsoft.com/office/drawing/2014/main" id="{9DC22767-9202-4DDD-BF4D-93C5896FEAC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65229" y="715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q16_0_official_PredictedLigand_20">
            <a:extLst>
              <a:ext uri="{FF2B5EF4-FFF2-40B4-BE49-F238E27FC236}">
                <a16:creationId xmlns:a16="http://schemas.microsoft.com/office/drawing/2014/main" id="{9E06C72D-C55E-40B4-A625-2FE6ECE2011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1165338" y="775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q16_0_official_PredictedLigand_21">
            <a:extLst>
              <a:ext uri="{FF2B5EF4-FFF2-40B4-BE49-F238E27FC236}">
                <a16:creationId xmlns:a16="http://schemas.microsoft.com/office/drawing/2014/main" id="{1002CD4E-0901-4483-9307-EA3A3950800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142" y="430437"/>
                </a:moveTo>
                <a:lnTo>
                  <a:pt x="1816196" y="4123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q16_0_official_PredictedLigand_22">
            <a:extLst>
              <a:ext uri="{FF2B5EF4-FFF2-40B4-BE49-F238E27FC236}">
                <a16:creationId xmlns:a16="http://schemas.microsoft.com/office/drawing/2014/main" id="{03B9E5A9-DA64-426E-BEE0-D93BFFD540F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822929" y="7855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q16_0_official_PredictedLigand_23">
            <a:extLst>
              <a:ext uri="{FF2B5EF4-FFF2-40B4-BE49-F238E27FC236}">
                <a16:creationId xmlns:a16="http://schemas.microsoft.com/office/drawing/2014/main" id="{3F3EA3B8-F41C-4DCB-A7CE-69D0245B820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309" y="226598"/>
                </a:moveTo>
                <a:lnTo>
                  <a:pt x="1269528" y="2052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q16_0_official_PredictedLigand_24">
            <a:extLst>
              <a:ext uri="{FF2B5EF4-FFF2-40B4-BE49-F238E27FC236}">
                <a16:creationId xmlns:a16="http://schemas.microsoft.com/office/drawing/2014/main" id="{7A8AEE8B-4734-4E59-AB53-998DE8EEC4C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q16_0_official_PredictedLigand_25">
            <a:extLst>
              <a:ext uri="{FF2B5EF4-FFF2-40B4-BE49-F238E27FC236}">
                <a16:creationId xmlns:a16="http://schemas.microsoft.com/office/drawing/2014/main" id="{CF4330D8-A488-4B88-B9F8-E4D0DFEAA3A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33841" y="9903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q16_0_official_PredictedLigand_26">
            <a:extLst>
              <a:ext uri="{FF2B5EF4-FFF2-40B4-BE49-F238E27FC236}">
                <a16:creationId xmlns:a16="http://schemas.microsoft.com/office/drawing/2014/main" id="{4BC38D5C-EECE-40BA-BC20-C9282B2381F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929" y="785548"/>
                </a:moveTo>
                <a:lnTo>
                  <a:pt x="604786" y="793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q16_0_official_PredictedLigand_27">
            <a:extLst>
              <a:ext uri="{FF2B5EF4-FFF2-40B4-BE49-F238E27FC236}">
                <a16:creationId xmlns:a16="http://schemas.microsoft.com/office/drawing/2014/main" id="{3FB82DFE-2C63-409D-A160-EEAC4243E8A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01929" y="6714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q16_0_official_PredictedLigand_28">
            <a:extLst>
              <a:ext uri="{FF2B5EF4-FFF2-40B4-BE49-F238E27FC236}">
                <a16:creationId xmlns:a16="http://schemas.microsoft.com/office/drawing/2014/main" id="{3E7DBF64-0DE1-4C4B-9453-E537109425A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855142" y="43043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q16_0_official_PredictedLigand_29">
            <a:extLst>
              <a:ext uri="{FF2B5EF4-FFF2-40B4-BE49-F238E27FC236}">
                <a16:creationId xmlns:a16="http://schemas.microsoft.com/office/drawing/2014/main" id="{D7097453-478A-4BA5-B0B4-E397F17E2D0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528" y="205264"/>
                </a:moveTo>
                <a:lnTo>
                  <a:pt x="1391345" y="2595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" name="9q16_0_official_PredictedLigand_30">
            <a:extLst>
              <a:ext uri="{FF2B5EF4-FFF2-40B4-BE49-F238E27FC236}">
                <a16:creationId xmlns:a16="http://schemas.microsoft.com/office/drawing/2014/main" id="{A61584A4-9E2A-4B17-854D-2A56A55CE86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15" y="316209"/>
                </a:moveTo>
                <a:lnTo>
                  <a:pt x="1721927" y="3804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" name="9q16_0_official_PredictedLigand_31">
            <a:extLst>
              <a:ext uri="{FF2B5EF4-FFF2-40B4-BE49-F238E27FC236}">
                <a16:creationId xmlns:a16="http://schemas.microsoft.com/office/drawing/2014/main" id="{C8BC65DB-B3CB-498C-B8EA-357DF153375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1345" y="259570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4" name="9q16_0_official_PredictedLigand_32">
            <a:extLst>
              <a:ext uri="{FF2B5EF4-FFF2-40B4-BE49-F238E27FC236}">
                <a16:creationId xmlns:a16="http://schemas.microsoft.com/office/drawing/2014/main" id="{30A80591-7F92-4244-95CD-574D952F180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764122" y="3941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5" name="9q16_0_official_PredictedAtoms_0">
            <a:extLst>
              <a:ext uri="{FF2B5EF4-FFF2-40B4-BE49-F238E27FC236}">
                <a16:creationId xmlns:a16="http://schemas.microsoft.com/office/drawing/2014/main" id="{945A17FE-A352-4B68-B227-230DAA7DD004}"/>
              </a:ext>
            </a:extLst>
          </p:cNvPr>
          <p:cNvSpPr>
            <a:spLocks noGrp="1"/>
          </p:cNvSpPr>
          <p:nvPr/>
        </p:nvSpPr>
        <p:spPr>
          <a:xfrm>
            <a:off x="1312837" y="8886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" name="9q16_0_official_PredictedAtoms_1">
            <a:extLst>
              <a:ext uri="{FF2B5EF4-FFF2-40B4-BE49-F238E27FC236}">
                <a16:creationId xmlns:a16="http://schemas.microsoft.com/office/drawing/2014/main" id="{106886C5-F06E-4024-A5AF-5AF36B8C7196}"/>
              </a:ext>
            </a:extLst>
          </p:cNvPr>
          <p:cNvSpPr>
            <a:spLocks noGrp="1"/>
          </p:cNvSpPr>
          <p:nvPr/>
        </p:nvSpPr>
        <p:spPr>
          <a:xfrm>
            <a:off x="1383277" y="1050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" name="9q16_0_official_PredictedAtoms_2">
            <a:extLst>
              <a:ext uri="{FF2B5EF4-FFF2-40B4-BE49-F238E27FC236}">
                <a16:creationId xmlns:a16="http://schemas.microsoft.com/office/drawing/2014/main" id="{B5E5AD84-7322-4B08-A4B9-AFD998925086}"/>
              </a:ext>
            </a:extLst>
          </p:cNvPr>
          <p:cNvSpPr>
            <a:spLocks noGrp="1"/>
          </p:cNvSpPr>
          <p:nvPr/>
        </p:nvSpPr>
        <p:spPr>
          <a:xfrm>
            <a:off x="1548790" y="9933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8" name="9q16_0_official_PredictedAtoms_3">
            <a:extLst>
              <a:ext uri="{FF2B5EF4-FFF2-40B4-BE49-F238E27FC236}">
                <a16:creationId xmlns:a16="http://schemas.microsoft.com/office/drawing/2014/main" id="{D5FDE798-08F7-4842-A40C-BD9E542DCFCD}"/>
              </a:ext>
            </a:extLst>
          </p:cNvPr>
          <p:cNvSpPr>
            <a:spLocks noGrp="1"/>
          </p:cNvSpPr>
          <p:nvPr/>
        </p:nvSpPr>
        <p:spPr>
          <a:xfrm>
            <a:off x="1469820" y="9524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q16_0_official_PredictedAtoms_4">
            <a:extLst>
              <a:ext uri="{FF2B5EF4-FFF2-40B4-BE49-F238E27FC236}">
                <a16:creationId xmlns:a16="http://schemas.microsoft.com/office/drawing/2014/main" id="{6BF4229E-DBDF-4CD3-8A3F-E065E62B7DE6}"/>
              </a:ext>
            </a:extLst>
          </p:cNvPr>
          <p:cNvSpPr>
            <a:spLocks noGrp="1"/>
          </p:cNvSpPr>
          <p:nvPr/>
        </p:nvSpPr>
        <p:spPr>
          <a:xfrm>
            <a:off x="1555717" y="100098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0" name="9q16_0_official_PredictedAtoms_5">
            <a:extLst>
              <a:ext uri="{FF2B5EF4-FFF2-40B4-BE49-F238E27FC236}">
                <a16:creationId xmlns:a16="http://schemas.microsoft.com/office/drawing/2014/main" id="{0C5B535A-42E6-417A-B0D6-EE829E57DE75}"/>
              </a:ext>
            </a:extLst>
          </p:cNvPr>
          <p:cNvSpPr>
            <a:spLocks noGrp="1"/>
          </p:cNvSpPr>
          <p:nvPr/>
        </p:nvSpPr>
        <p:spPr>
          <a:xfrm>
            <a:off x="1481936" y="9796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q16_0_official_PredictedAtoms_6">
            <a:extLst>
              <a:ext uri="{FF2B5EF4-FFF2-40B4-BE49-F238E27FC236}">
                <a16:creationId xmlns:a16="http://schemas.microsoft.com/office/drawing/2014/main" id="{DD04498A-6311-4DA0-A117-0826BE9B4759}"/>
              </a:ext>
            </a:extLst>
          </p:cNvPr>
          <p:cNvSpPr>
            <a:spLocks noGrp="1"/>
          </p:cNvSpPr>
          <p:nvPr/>
        </p:nvSpPr>
        <p:spPr>
          <a:xfrm>
            <a:off x="1603752" y="10339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2" name="9q16_0_official_PredictedAtoms_7">
            <a:extLst>
              <a:ext uri="{FF2B5EF4-FFF2-40B4-BE49-F238E27FC236}">
                <a16:creationId xmlns:a16="http://schemas.microsoft.com/office/drawing/2014/main" id="{2823B996-9FE3-4B4C-A22E-D4A19A874F4F}"/>
              </a:ext>
            </a:extLst>
          </p:cNvPr>
          <p:cNvSpPr>
            <a:spLocks noGrp="1"/>
          </p:cNvSpPr>
          <p:nvPr/>
        </p:nvSpPr>
        <p:spPr>
          <a:xfrm>
            <a:off x="1763122" y="10905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q16_0_official_PredictedAtoms_8">
            <a:extLst>
              <a:ext uri="{FF2B5EF4-FFF2-40B4-BE49-F238E27FC236}">
                <a16:creationId xmlns:a16="http://schemas.microsoft.com/office/drawing/2014/main" id="{FBEF6E9A-6014-4542-B045-98B734728A9F}"/>
              </a:ext>
            </a:extLst>
          </p:cNvPr>
          <p:cNvSpPr>
            <a:spLocks noGrp="1"/>
          </p:cNvSpPr>
          <p:nvPr/>
        </p:nvSpPr>
        <p:spPr>
          <a:xfrm>
            <a:off x="1934334" y="11548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q16_0_official_PredictedAtoms_9">
            <a:extLst>
              <a:ext uri="{FF2B5EF4-FFF2-40B4-BE49-F238E27FC236}">
                <a16:creationId xmlns:a16="http://schemas.microsoft.com/office/drawing/2014/main" id="{15EA79A4-641B-4704-AF91-425C83998F68}"/>
              </a:ext>
            </a:extLst>
          </p:cNvPr>
          <p:cNvSpPr>
            <a:spLocks noGrp="1"/>
          </p:cNvSpPr>
          <p:nvPr/>
        </p:nvSpPr>
        <p:spPr>
          <a:xfrm>
            <a:off x="1976529" y="11684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5" name="9q16_0_official_PredictedAtoms_10">
            <a:extLst>
              <a:ext uri="{FF2B5EF4-FFF2-40B4-BE49-F238E27FC236}">
                <a16:creationId xmlns:a16="http://schemas.microsoft.com/office/drawing/2014/main" id="{66FC81C7-A50A-47A0-BC04-717E37BB2B41}"/>
              </a:ext>
            </a:extLst>
          </p:cNvPr>
          <p:cNvSpPr>
            <a:spLocks noGrp="1"/>
          </p:cNvSpPr>
          <p:nvPr/>
        </p:nvSpPr>
        <p:spPr>
          <a:xfrm>
            <a:off x="2067549" y="12048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q16_0_official_PredictedAtoms_11">
            <a:extLst>
              <a:ext uri="{FF2B5EF4-FFF2-40B4-BE49-F238E27FC236}">
                <a16:creationId xmlns:a16="http://schemas.microsoft.com/office/drawing/2014/main" id="{5C6434F9-2852-463D-8305-61350F1CE18F}"/>
              </a:ext>
            </a:extLst>
          </p:cNvPr>
          <p:cNvSpPr>
            <a:spLocks noGrp="1"/>
          </p:cNvSpPr>
          <p:nvPr/>
        </p:nvSpPr>
        <p:spPr>
          <a:xfrm>
            <a:off x="2028604" y="118677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q16_0_official_PredictedAtoms_12">
            <a:extLst>
              <a:ext uri="{FF2B5EF4-FFF2-40B4-BE49-F238E27FC236}">
                <a16:creationId xmlns:a16="http://schemas.microsoft.com/office/drawing/2014/main" id="{96D3C03F-9E91-47D9-884B-681E19A594F5}"/>
              </a:ext>
            </a:extLst>
          </p:cNvPr>
          <p:cNvSpPr>
            <a:spLocks noGrp="1"/>
          </p:cNvSpPr>
          <p:nvPr/>
        </p:nvSpPr>
        <p:spPr>
          <a:xfrm>
            <a:off x="2168159" y="12375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q16_0_official_PredictedAtoms_13">
            <a:extLst>
              <a:ext uri="{FF2B5EF4-FFF2-40B4-BE49-F238E27FC236}">
                <a16:creationId xmlns:a16="http://schemas.microsoft.com/office/drawing/2014/main" id="{D1BE2E5A-9AB0-4792-96BD-FDBA9D285AF7}"/>
              </a:ext>
            </a:extLst>
          </p:cNvPr>
          <p:cNvSpPr>
            <a:spLocks noGrp="1"/>
          </p:cNvSpPr>
          <p:nvPr/>
        </p:nvSpPr>
        <p:spPr>
          <a:xfrm>
            <a:off x="1864905" y="11231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q16_0_official_PredictedAtoms_14">
            <a:extLst>
              <a:ext uri="{FF2B5EF4-FFF2-40B4-BE49-F238E27FC236}">
                <a16:creationId xmlns:a16="http://schemas.microsoft.com/office/drawing/2014/main" id="{A1C117DF-C94E-437A-9030-5AEBC3ED508E}"/>
              </a:ext>
            </a:extLst>
          </p:cNvPr>
          <p:cNvSpPr>
            <a:spLocks noGrp="1"/>
          </p:cNvSpPr>
          <p:nvPr/>
        </p:nvSpPr>
        <p:spPr>
          <a:xfrm>
            <a:off x="1732599" y="10737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q16_0_official_PredictedAtoms_15">
            <a:extLst>
              <a:ext uri="{FF2B5EF4-FFF2-40B4-BE49-F238E27FC236}">
                <a16:creationId xmlns:a16="http://schemas.microsoft.com/office/drawing/2014/main" id="{547520B5-39AF-457B-9028-CC7DAB0DED88}"/>
              </a:ext>
            </a:extLst>
          </p:cNvPr>
          <p:cNvSpPr>
            <a:spLocks noGrp="1"/>
          </p:cNvSpPr>
          <p:nvPr/>
        </p:nvSpPr>
        <p:spPr>
          <a:xfrm>
            <a:off x="1280634" y="10048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q16_0_official_PredictedAtoms_16">
            <a:extLst>
              <a:ext uri="{FF2B5EF4-FFF2-40B4-BE49-F238E27FC236}">
                <a16:creationId xmlns:a16="http://schemas.microsoft.com/office/drawing/2014/main" id="{75C0960F-5903-4967-A17B-E23D36CAA963}"/>
              </a:ext>
            </a:extLst>
          </p:cNvPr>
          <p:cNvSpPr>
            <a:spLocks noGrp="1"/>
          </p:cNvSpPr>
          <p:nvPr/>
        </p:nvSpPr>
        <p:spPr>
          <a:xfrm>
            <a:off x="1245794" y="11193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q16_0_official_PredictedAtoms_17">
            <a:extLst>
              <a:ext uri="{FF2B5EF4-FFF2-40B4-BE49-F238E27FC236}">
                <a16:creationId xmlns:a16="http://schemas.microsoft.com/office/drawing/2014/main" id="{8F162C6E-8DD9-4472-8DAA-20866C6087AB}"/>
              </a:ext>
            </a:extLst>
          </p:cNvPr>
          <p:cNvSpPr>
            <a:spLocks noGrp="1"/>
          </p:cNvSpPr>
          <p:nvPr/>
        </p:nvSpPr>
        <p:spPr>
          <a:xfrm>
            <a:off x="1281717" y="1324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q16_0_official_PredictedAtoms_18">
            <a:extLst>
              <a:ext uri="{FF2B5EF4-FFF2-40B4-BE49-F238E27FC236}">
                <a16:creationId xmlns:a16="http://schemas.microsoft.com/office/drawing/2014/main" id="{DE39E132-2BBA-49C2-AD40-556CDCAF98AB}"/>
              </a:ext>
            </a:extLst>
          </p:cNvPr>
          <p:cNvSpPr>
            <a:spLocks noGrp="1"/>
          </p:cNvSpPr>
          <p:nvPr/>
        </p:nvSpPr>
        <p:spPr>
          <a:xfrm>
            <a:off x="1146688" y="14046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q16_0_official_PredictedAtoms_19">
            <a:extLst>
              <a:ext uri="{FF2B5EF4-FFF2-40B4-BE49-F238E27FC236}">
                <a16:creationId xmlns:a16="http://schemas.microsoft.com/office/drawing/2014/main" id="{45789C4F-D831-4277-986D-1FF0A34F102A}"/>
              </a:ext>
            </a:extLst>
          </p:cNvPr>
          <p:cNvSpPr>
            <a:spLocks noGrp="1"/>
          </p:cNvSpPr>
          <p:nvPr/>
        </p:nvSpPr>
        <p:spPr>
          <a:xfrm>
            <a:off x="1185871" y="15668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q16_0_official_PredictedAtoms_20">
            <a:extLst>
              <a:ext uri="{FF2B5EF4-FFF2-40B4-BE49-F238E27FC236}">
                <a16:creationId xmlns:a16="http://schemas.microsoft.com/office/drawing/2014/main" id="{51583A04-2808-448B-AE25-ACD733304009}"/>
              </a:ext>
            </a:extLst>
          </p:cNvPr>
          <p:cNvSpPr>
            <a:spLocks noGrp="1"/>
          </p:cNvSpPr>
          <p:nvPr/>
        </p:nvSpPr>
        <p:spPr>
          <a:xfrm>
            <a:off x="1377746" y="1549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q16_0_official_PredictedAtoms_21">
            <a:extLst>
              <a:ext uri="{FF2B5EF4-FFF2-40B4-BE49-F238E27FC236}">
                <a16:creationId xmlns:a16="http://schemas.microsoft.com/office/drawing/2014/main" id="{CDBA669E-730F-471A-AB21-6934829105BE}"/>
              </a:ext>
            </a:extLst>
          </p:cNvPr>
          <p:cNvSpPr>
            <a:spLocks noGrp="1"/>
          </p:cNvSpPr>
          <p:nvPr/>
        </p:nvSpPr>
        <p:spPr>
          <a:xfrm>
            <a:off x="1157740" y="17574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q16_0_official_PredictedAtoms_22">
            <a:extLst>
              <a:ext uri="{FF2B5EF4-FFF2-40B4-BE49-F238E27FC236}">
                <a16:creationId xmlns:a16="http://schemas.microsoft.com/office/drawing/2014/main" id="{AE1244C9-68F0-4E81-9840-787EB82ECFF7}"/>
              </a:ext>
            </a:extLst>
          </p:cNvPr>
          <p:cNvSpPr>
            <a:spLocks noGrp="1"/>
          </p:cNvSpPr>
          <p:nvPr/>
        </p:nvSpPr>
        <p:spPr>
          <a:xfrm>
            <a:off x="1035337" y="15599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9q16_0_official_PredictedAtoms_23">
            <a:extLst>
              <a:ext uri="{FF2B5EF4-FFF2-40B4-BE49-F238E27FC236}">
                <a16:creationId xmlns:a16="http://schemas.microsoft.com/office/drawing/2014/main" id="{BF5AA591-0918-4DCF-A249-6A998FF45AA9}"/>
              </a:ext>
            </a:extLst>
          </p:cNvPr>
          <p:cNvSpPr>
            <a:spLocks noGrp="1"/>
          </p:cNvSpPr>
          <p:nvPr/>
        </p:nvSpPr>
        <p:spPr>
          <a:xfrm>
            <a:off x="817194" y="15681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9" name="9q16_0_official_PredictedAtoms_24">
            <a:extLst>
              <a:ext uri="{FF2B5EF4-FFF2-40B4-BE49-F238E27FC236}">
                <a16:creationId xmlns:a16="http://schemas.microsoft.com/office/drawing/2014/main" id="{6FB1F092-F302-429A-B6CF-A8C1394E22D1}"/>
              </a:ext>
            </a:extLst>
          </p:cNvPr>
          <p:cNvSpPr>
            <a:spLocks noGrp="1"/>
          </p:cNvSpPr>
          <p:nvPr/>
        </p:nvSpPr>
        <p:spPr>
          <a:xfrm>
            <a:off x="746249" y="1764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0" name="9q16_0_official_PredictedAtoms_25">
            <a:extLst>
              <a:ext uri="{FF2B5EF4-FFF2-40B4-BE49-F238E27FC236}">
                <a16:creationId xmlns:a16="http://schemas.microsoft.com/office/drawing/2014/main" id="{DF55C8E9-3689-4883-8FEE-7932529EB39A}"/>
              </a:ext>
            </a:extLst>
          </p:cNvPr>
          <p:cNvSpPr>
            <a:spLocks noGrp="1"/>
          </p:cNvSpPr>
          <p:nvPr/>
        </p:nvSpPr>
        <p:spPr>
          <a:xfrm>
            <a:off x="714336" y="14458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" name="9q16_0_official_PredictedAtoms_26">
            <a:extLst>
              <a:ext uri="{FF2B5EF4-FFF2-40B4-BE49-F238E27FC236}">
                <a16:creationId xmlns:a16="http://schemas.microsoft.com/office/drawing/2014/main" id="{C7917675-FDF7-480E-BE19-6008344B1FD7}"/>
              </a:ext>
            </a:extLst>
          </p:cNvPr>
          <p:cNvSpPr>
            <a:spLocks noGrp="1"/>
          </p:cNvSpPr>
          <p:nvPr/>
        </p:nvSpPr>
        <p:spPr>
          <a:xfrm>
            <a:off x="777636" y="14895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" name="9q16_0_official_PredictedAtoms_27">
            <a:extLst>
              <a:ext uri="{FF2B5EF4-FFF2-40B4-BE49-F238E27FC236}">
                <a16:creationId xmlns:a16="http://schemas.microsoft.com/office/drawing/2014/main" id="{BE3463D4-61A2-4A02-9D30-F488C9DED65A}"/>
              </a:ext>
            </a:extLst>
          </p:cNvPr>
          <p:cNvSpPr>
            <a:spLocks noGrp="1"/>
          </p:cNvSpPr>
          <p:nvPr/>
        </p:nvSpPr>
        <p:spPr>
          <a:xfrm>
            <a:off x="588156" y="15148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" name="9q16_0_official_PredictedAtoms_28">
            <a:extLst>
              <a:ext uri="{FF2B5EF4-FFF2-40B4-BE49-F238E27FC236}">
                <a16:creationId xmlns:a16="http://schemas.microsoft.com/office/drawing/2014/main" id="{5181B0C0-5C0F-4407-B785-D9DF370A33E5}"/>
              </a:ext>
            </a:extLst>
          </p:cNvPr>
          <p:cNvSpPr>
            <a:spLocks noGrp="1"/>
          </p:cNvSpPr>
          <p:nvPr/>
        </p:nvSpPr>
        <p:spPr>
          <a:xfrm>
            <a:off x="577258" y="17063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" name="9q16_0_official_PredictedAtoms_29">
            <a:extLst>
              <a:ext uri="{FF2B5EF4-FFF2-40B4-BE49-F238E27FC236}">
                <a16:creationId xmlns:a16="http://schemas.microsoft.com/office/drawing/2014/main" id="{D70F78E2-D9FC-42EF-BB74-37A9769B85D8}"/>
              </a:ext>
            </a:extLst>
          </p:cNvPr>
          <p:cNvSpPr>
            <a:spLocks noGrp="1"/>
          </p:cNvSpPr>
          <p:nvPr/>
        </p:nvSpPr>
        <p:spPr>
          <a:xfrm>
            <a:off x="427350" y="1487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" name="9q16_0_official_PredictedAtoms_30">
            <a:extLst>
              <a:ext uri="{FF2B5EF4-FFF2-40B4-BE49-F238E27FC236}">
                <a16:creationId xmlns:a16="http://schemas.microsoft.com/office/drawing/2014/main" id="{00067A2A-0557-4606-8B08-B1DE5847E6C4}"/>
              </a:ext>
            </a:extLst>
          </p:cNvPr>
          <p:cNvSpPr>
            <a:spLocks noGrp="1"/>
          </p:cNvSpPr>
          <p:nvPr/>
        </p:nvSpPr>
        <p:spPr>
          <a:xfrm>
            <a:off x="575986" y="13682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" name="stage3-cases-main_7">
            <a:extLst>
              <a:ext uri="{FF2B5EF4-FFF2-40B4-BE49-F238E27FC236}">
                <a16:creationId xmlns:a16="http://schemas.microsoft.com/office/drawing/2014/main" id="{23B90412-3AAC-4DDB-BA9D-D3FA60B065BA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3.84 Å   D 77%   Clash 0</a:t>
            </a:r>
          </a:p>
        </p:txBody>
      </p:sp>
      <p:sp>
        <p:nvSpPr>
          <p:cNvPr id="107" name="9q16_0_tuned_Receptor">
            <a:extLst>
              <a:ext uri="{FF2B5EF4-FFF2-40B4-BE49-F238E27FC236}">
                <a16:creationId xmlns:a16="http://schemas.microsoft.com/office/drawing/2014/main" id="{84463DCA-E4C4-4DD6-9C11-CF8AFCA3241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8" name="9q16_0_tuned_ExperimentalDensity">
            <a:extLst>
              <a:ext uri="{FF2B5EF4-FFF2-40B4-BE49-F238E27FC236}">
                <a16:creationId xmlns:a16="http://schemas.microsoft.com/office/drawing/2014/main" id="{236473A1-E10C-44DE-977D-E21356D4007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9" name="9q16_0_tuned_ReferenceLigand_0">
            <a:extLst>
              <a:ext uri="{FF2B5EF4-FFF2-40B4-BE49-F238E27FC236}">
                <a16:creationId xmlns:a16="http://schemas.microsoft.com/office/drawing/2014/main" id="{A53E04C6-1BA2-452A-B13E-46D0331EC13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q16_0_tuned_ReferenceLigand_1">
            <a:extLst>
              <a:ext uri="{FF2B5EF4-FFF2-40B4-BE49-F238E27FC236}">
                <a16:creationId xmlns:a16="http://schemas.microsoft.com/office/drawing/2014/main" id="{3158033E-4AA6-4A26-A76E-1A8F7371EFF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q16_0_tuned_ReferenceLigand_2">
            <a:extLst>
              <a:ext uri="{FF2B5EF4-FFF2-40B4-BE49-F238E27FC236}">
                <a16:creationId xmlns:a16="http://schemas.microsoft.com/office/drawing/2014/main" id="{7E5C63A1-75F6-4A3D-AA04-665633A13D7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q16_0_tuned_ReferenceLigand_3">
            <a:extLst>
              <a:ext uri="{FF2B5EF4-FFF2-40B4-BE49-F238E27FC236}">
                <a16:creationId xmlns:a16="http://schemas.microsoft.com/office/drawing/2014/main" id="{CE3041AA-9C93-4D03-84EF-A6CBFF64A40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q16_0_tuned_ReferenceLigand_4">
            <a:extLst>
              <a:ext uri="{FF2B5EF4-FFF2-40B4-BE49-F238E27FC236}">
                <a16:creationId xmlns:a16="http://schemas.microsoft.com/office/drawing/2014/main" id="{ED42D251-70CC-4F61-AB4E-8DCB9BF4C10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q16_0_tuned_ReferenceLigand_5">
            <a:extLst>
              <a:ext uri="{FF2B5EF4-FFF2-40B4-BE49-F238E27FC236}">
                <a16:creationId xmlns:a16="http://schemas.microsoft.com/office/drawing/2014/main" id="{1A995BF3-B2F1-43A1-B144-9992EF21EE8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q16_0_tuned_ReferenceLigand_6">
            <a:extLst>
              <a:ext uri="{FF2B5EF4-FFF2-40B4-BE49-F238E27FC236}">
                <a16:creationId xmlns:a16="http://schemas.microsoft.com/office/drawing/2014/main" id="{B162EB19-0F06-4A14-992F-FDEF55F65EA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q16_0_tuned_ReferenceLigand_7">
            <a:extLst>
              <a:ext uri="{FF2B5EF4-FFF2-40B4-BE49-F238E27FC236}">
                <a16:creationId xmlns:a16="http://schemas.microsoft.com/office/drawing/2014/main" id="{B02054D9-03BC-403B-8CF3-B4554F398CD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q16_0_tuned_ReferenceLigand_8">
            <a:extLst>
              <a:ext uri="{FF2B5EF4-FFF2-40B4-BE49-F238E27FC236}">
                <a16:creationId xmlns:a16="http://schemas.microsoft.com/office/drawing/2014/main" id="{447A2F2A-0860-4AF5-97B3-D49626E794F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q16_0_tuned_ReferenceLigand_9">
            <a:extLst>
              <a:ext uri="{FF2B5EF4-FFF2-40B4-BE49-F238E27FC236}">
                <a16:creationId xmlns:a16="http://schemas.microsoft.com/office/drawing/2014/main" id="{29A0AFB5-D4CD-41A4-9B57-B16D782F1FE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q16_0_tuned_ReferenceLigand_10">
            <a:extLst>
              <a:ext uri="{FF2B5EF4-FFF2-40B4-BE49-F238E27FC236}">
                <a16:creationId xmlns:a16="http://schemas.microsoft.com/office/drawing/2014/main" id="{54EBDD16-A1BC-4EED-84B9-7556AE160C8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q16_0_tuned_ReferenceLigand_11">
            <a:extLst>
              <a:ext uri="{FF2B5EF4-FFF2-40B4-BE49-F238E27FC236}">
                <a16:creationId xmlns:a16="http://schemas.microsoft.com/office/drawing/2014/main" id="{0DC2968F-7364-4D30-B884-1167008480D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q16_0_tuned_ReferenceLigand_12">
            <a:extLst>
              <a:ext uri="{FF2B5EF4-FFF2-40B4-BE49-F238E27FC236}">
                <a16:creationId xmlns:a16="http://schemas.microsoft.com/office/drawing/2014/main" id="{C7C58729-EC04-4A17-8462-4F92AA1382E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q16_0_tuned_ReferenceLigand_13">
            <a:extLst>
              <a:ext uri="{FF2B5EF4-FFF2-40B4-BE49-F238E27FC236}">
                <a16:creationId xmlns:a16="http://schemas.microsoft.com/office/drawing/2014/main" id="{10FE47AB-0E0D-4863-A799-DE8FDF5BBB1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q16_0_tuned_ReferenceLigand_14">
            <a:extLst>
              <a:ext uri="{FF2B5EF4-FFF2-40B4-BE49-F238E27FC236}">
                <a16:creationId xmlns:a16="http://schemas.microsoft.com/office/drawing/2014/main" id="{BCA94535-C11D-4C99-BD47-B46F675D1C5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q16_0_tuned_ReferenceLigand_15">
            <a:extLst>
              <a:ext uri="{FF2B5EF4-FFF2-40B4-BE49-F238E27FC236}">
                <a16:creationId xmlns:a16="http://schemas.microsoft.com/office/drawing/2014/main" id="{27D2458B-AB63-4957-A91C-93A17BF6850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q16_0_tuned_ReferenceLigand_16">
            <a:extLst>
              <a:ext uri="{FF2B5EF4-FFF2-40B4-BE49-F238E27FC236}">
                <a16:creationId xmlns:a16="http://schemas.microsoft.com/office/drawing/2014/main" id="{D42A24DE-F29C-4E82-B396-F32C389543D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q16_0_tuned_ReferenceLigand_17">
            <a:extLst>
              <a:ext uri="{FF2B5EF4-FFF2-40B4-BE49-F238E27FC236}">
                <a16:creationId xmlns:a16="http://schemas.microsoft.com/office/drawing/2014/main" id="{A3FABAD2-99C9-4BCA-80C2-46D9D57F8FB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q16_0_tuned_ReferenceLigand_18">
            <a:extLst>
              <a:ext uri="{FF2B5EF4-FFF2-40B4-BE49-F238E27FC236}">
                <a16:creationId xmlns:a16="http://schemas.microsoft.com/office/drawing/2014/main" id="{FD183625-3880-4DDE-B2D1-73D78510868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q16_0_tuned_ReferenceLigand_19">
            <a:extLst>
              <a:ext uri="{FF2B5EF4-FFF2-40B4-BE49-F238E27FC236}">
                <a16:creationId xmlns:a16="http://schemas.microsoft.com/office/drawing/2014/main" id="{94DBC2CE-7E69-45FE-B7D4-33A6D07416C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q16_0_tuned_ReferenceLigand_20">
            <a:extLst>
              <a:ext uri="{FF2B5EF4-FFF2-40B4-BE49-F238E27FC236}">
                <a16:creationId xmlns:a16="http://schemas.microsoft.com/office/drawing/2014/main" id="{3D3B39CC-88E9-454F-AD88-75CC09C9335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q16_0_tuned_ReferenceLigand_21">
            <a:extLst>
              <a:ext uri="{FF2B5EF4-FFF2-40B4-BE49-F238E27FC236}">
                <a16:creationId xmlns:a16="http://schemas.microsoft.com/office/drawing/2014/main" id="{DA582368-FC0D-4E3C-BAFB-7465B81E446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q16_0_tuned_ReferenceLigand_22">
            <a:extLst>
              <a:ext uri="{FF2B5EF4-FFF2-40B4-BE49-F238E27FC236}">
                <a16:creationId xmlns:a16="http://schemas.microsoft.com/office/drawing/2014/main" id="{2C776DC8-303F-446B-BFBC-91610DA179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q16_0_tuned_ReferenceLigand_23">
            <a:extLst>
              <a:ext uri="{FF2B5EF4-FFF2-40B4-BE49-F238E27FC236}">
                <a16:creationId xmlns:a16="http://schemas.microsoft.com/office/drawing/2014/main" id="{ABD33DE5-963B-414A-8EB8-0199EF8BA3F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" name="9q16_0_tuned_ReferenceLigand_24">
            <a:extLst>
              <a:ext uri="{FF2B5EF4-FFF2-40B4-BE49-F238E27FC236}">
                <a16:creationId xmlns:a16="http://schemas.microsoft.com/office/drawing/2014/main" id="{5DB4B898-926D-4A69-BFB3-9F63B5860AB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" name="9q16_0_tuned_ReferenceLigand_25">
            <a:extLst>
              <a:ext uri="{FF2B5EF4-FFF2-40B4-BE49-F238E27FC236}">
                <a16:creationId xmlns:a16="http://schemas.microsoft.com/office/drawing/2014/main" id="{27710CB4-1947-402E-9BAA-3AD207727E1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" name="9q16_0_tuned_ReferenceLigand_26">
            <a:extLst>
              <a:ext uri="{FF2B5EF4-FFF2-40B4-BE49-F238E27FC236}">
                <a16:creationId xmlns:a16="http://schemas.microsoft.com/office/drawing/2014/main" id="{F488E7D1-A1A3-4206-9FFB-C5245FCC783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" name="9q16_0_tuned_ReferenceLigand_27">
            <a:extLst>
              <a:ext uri="{FF2B5EF4-FFF2-40B4-BE49-F238E27FC236}">
                <a16:creationId xmlns:a16="http://schemas.microsoft.com/office/drawing/2014/main" id="{C90CDCEC-B818-44F8-8D86-5DF09130492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" name="9q16_0_tuned_ReferenceLigand_28">
            <a:extLst>
              <a:ext uri="{FF2B5EF4-FFF2-40B4-BE49-F238E27FC236}">
                <a16:creationId xmlns:a16="http://schemas.microsoft.com/office/drawing/2014/main" id="{E3D5A41E-798A-4AB7-AC65-2A1C5B86B1B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" name="9q16_0_tuned_ReferenceLigand_29">
            <a:extLst>
              <a:ext uri="{FF2B5EF4-FFF2-40B4-BE49-F238E27FC236}">
                <a16:creationId xmlns:a16="http://schemas.microsoft.com/office/drawing/2014/main" id="{91EEF8AE-8DC5-4B53-84E3-FD66D45D700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" name="9q16_0_tuned_ReferenceLigand_30">
            <a:extLst>
              <a:ext uri="{FF2B5EF4-FFF2-40B4-BE49-F238E27FC236}">
                <a16:creationId xmlns:a16="http://schemas.microsoft.com/office/drawing/2014/main" id="{EAA3F74C-B6EB-4E9D-9FCB-F82D1764C08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" name="9q16_0_tuned_ReferenceLigand_31">
            <a:extLst>
              <a:ext uri="{FF2B5EF4-FFF2-40B4-BE49-F238E27FC236}">
                <a16:creationId xmlns:a16="http://schemas.microsoft.com/office/drawing/2014/main" id="{449525FE-F953-4467-9C54-42FE74C49B4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" name="9q16_0_tuned_ReferenceLigand_32">
            <a:extLst>
              <a:ext uri="{FF2B5EF4-FFF2-40B4-BE49-F238E27FC236}">
                <a16:creationId xmlns:a16="http://schemas.microsoft.com/office/drawing/2014/main" id="{654F84BA-F422-4473-80F4-A54F5D8FC29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" name="9q16_0_tuned_PredictedLigand_0">
            <a:extLst>
              <a:ext uri="{FF2B5EF4-FFF2-40B4-BE49-F238E27FC236}">
                <a16:creationId xmlns:a16="http://schemas.microsoft.com/office/drawing/2014/main" id="{5C63A3F7-5B3C-4242-BF67-B9B41FDF621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445241" y="5525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q16_0_tuned_PredictedLigand_1">
            <a:extLst>
              <a:ext uri="{FF2B5EF4-FFF2-40B4-BE49-F238E27FC236}">
                <a16:creationId xmlns:a16="http://schemas.microsoft.com/office/drawing/2014/main" id="{5CAF6B68-C433-49FF-B037-81F01E023F6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367129" y="4674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q16_0_tuned_PredictedLigand_2">
            <a:extLst>
              <a:ext uri="{FF2B5EF4-FFF2-40B4-BE49-F238E27FC236}">
                <a16:creationId xmlns:a16="http://schemas.microsoft.com/office/drawing/2014/main" id="{D2E989C4-454F-41BF-BD50-38F38176AFD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94086" y="8995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q16_0_tuned_PredictedLigand_3">
            <a:extLst>
              <a:ext uri="{FF2B5EF4-FFF2-40B4-BE49-F238E27FC236}">
                <a16:creationId xmlns:a16="http://schemas.microsoft.com/office/drawing/2014/main" id="{37A3B984-EB0E-4000-8AD8-1E47CC849E1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1821" y="776585"/>
                </a:moveTo>
                <a:lnTo>
                  <a:pt x="2238973" y="5866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q16_0_tuned_PredictedLigand_4">
            <a:extLst>
              <a:ext uri="{FF2B5EF4-FFF2-40B4-BE49-F238E27FC236}">
                <a16:creationId xmlns:a16="http://schemas.microsoft.com/office/drawing/2014/main" id="{DEF3D1CD-2700-42BD-BD94-EE730EA1F97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261821" y="7765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q16_0_tuned_PredictedLigand_5">
            <a:extLst>
              <a:ext uri="{FF2B5EF4-FFF2-40B4-BE49-F238E27FC236}">
                <a16:creationId xmlns:a16="http://schemas.microsoft.com/office/drawing/2014/main" id="{20395C57-E4B8-4047-9E11-6AA955D16CA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834125" y="4994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q16_0_tuned_PredictedLigand_6">
            <a:extLst>
              <a:ext uri="{FF2B5EF4-FFF2-40B4-BE49-F238E27FC236}">
                <a16:creationId xmlns:a16="http://schemas.microsoft.com/office/drawing/2014/main" id="{AA862CBD-0CFC-471C-9292-27A31445B7B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172619" y="10874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q16_0_tuned_PredictedLigand_7">
            <a:extLst>
              <a:ext uri="{FF2B5EF4-FFF2-40B4-BE49-F238E27FC236}">
                <a16:creationId xmlns:a16="http://schemas.microsoft.com/office/drawing/2014/main" id="{58CE3FE4-B931-48E6-A2AD-B303AEA7B9E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093459" y="5296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q16_0_tuned_PredictedLigand_8">
            <a:extLst>
              <a:ext uri="{FF2B5EF4-FFF2-40B4-BE49-F238E27FC236}">
                <a16:creationId xmlns:a16="http://schemas.microsoft.com/office/drawing/2014/main" id="{B3C11444-DC6A-497D-AE1B-FE0112FD0E2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67" y="743228"/>
                </a:moveTo>
                <a:lnTo>
                  <a:pt x="442018" y="7200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q16_0_tuned_PredictedLigand_9">
            <a:extLst>
              <a:ext uri="{FF2B5EF4-FFF2-40B4-BE49-F238E27FC236}">
                <a16:creationId xmlns:a16="http://schemas.microsoft.com/office/drawing/2014/main" id="{B8589743-9509-4199-B508-DF55AA432D0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00206" y="6961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q16_0_tuned_PredictedLigand_10">
            <a:extLst>
              <a:ext uri="{FF2B5EF4-FFF2-40B4-BE49-F238E27FC236}">
                <a16:creationId xmlns:a16="http://schemas.microsoft.com/office/drawing/2014/main" id="{4B4EDFC0-D56F-4A86-983F-E3B53BBCF2E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8" y="853104"/>
                </a:moveTo>
                <a:lnTo>
                  <a:pt x="2148157" y="91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q16_0_tuned_PredictedLigand_11">
            <a:extLst>
              <a:ext uri="{FF2B5EF4-FFF2-40B4-BE49-F238E27FC236}">
                <a16:creationId xmlns:a16="http://schemas.microsoft.com/office/drawing/2014/main" id="{59CFD19B-65C9-435F-9CE5-2B08D635B05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649267" y="7432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q16_0_tuned_PredictedLigand_12">
            <a:extLst>
              <a:ext uri="{FF2B5EF4-FFF2-40B4-BE49-F238E27FC236}">
                <a16:creationId xmlns:a16="http://schemas.microsoft.com/office/drawing/2014/main" id="{BE1E6A26-892A-4BFC-82BE-4EF943F6C76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546" y="672717"/>
                </a:moveTo>
                <a:lnTo>
                  <a:pt x="807674" y="5833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q16_0_tuned_PredictedLigand_13">
            <a:extLst>
              <a:ext uri="{FF2B5EF4-FFF2-40B4-BE49-F238E27FC236}">
                <a16:creationId xmlns:a16="http://schemas.microsoft.com/office/drawing/2014/main" id="{465AFCBB-801B-441E-9B03-E7BDB9136D0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3459" y="529671"/>
                </a:moveTo>
                <a:lnTo>
                  <a:pt x="1972808" y="6630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q16_0_tuned_PredictedLigand_14">
            <a:extLst>
              <a:ext uri="{FF2B5EF4-FFF2-40B4-BE49-F238E27FC236}">
                <a16:creationId xmlns:a16="http://schemas.microsoft.com/office/drawing/2014/main" id="{4DC1F966-9621-4F7C-BC09-FB96E3C9262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q16_0_tuned_PredictedLigand_15">
            <a:extLst>
              <a:ext uri="{FF2B5EF4-FFF2-40B4-BE49-F238E27FC236}">
                <a16:creationId xmlns:a16="http://schemas.microsoft.com/office/drawing/2014/main" id="{8314D0D6-FC89-4928-B7E0-DD156428B9C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2591" y="17334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q16_0_tuned_PredictedLigand_16">
            <a:extLst>
              <a:ext uri="{FF2B5EF4-FFF2-40B4-BE49-F238E27FC236}">
                <a16:creationId xmlns:a16="http://schemas.microsoft.com/office/drawing/2014/main" id="{3A13A9C3-A8BC-4EEB-8257-A8991469274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740296" y="436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q16_0_tuned_PredictedLigand_17">
            <a:extLst>
              <a:ext uri="{FF2B5EF4-FFF2-40B4-BE49-F238E27FC236}">
                <a16:creationId xmlns:a16="http://schemas.microsoft.com/office/drawing/2014/main" id="{2B9DFDD8-00C7-429A-9100-8225D6C8FF1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0787" y="347582"/>
                </a:moveTo>
                <a:lnTo>
                  <a:pt x="1627709" y="376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q16_0_tuned_PredictedLigand_18">
            <a:extLst>
              <a:ext uri="{FF2B5EF4-FFF2-40B4-BE49-F238E27FC236}">
                <a16:creationId xmlns:a16="http://schemas.microsoft.com/office/drawing/2014/main" id="{FE763862-0C17-46AD-89E6-7CCE950885E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764" y="945854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q16_0_tuned_PredictedLigand_19">
            <a:extLst>
              <a:ext uri="{FF2B5EF4-FFF2-40B4-BE49-F238E27FC236}">
                <a16:creationId xmlns:a16="http://schemas.microsoft.com/office/drawing/2014/main" id="{85FBE8BF-51D5-48CE-9414-297742E5303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q16_0_tuned_PredictedLigand_20">
            <a:extLst>
              <a:ext uri="{FF2B5EF4-FFF2-40B4-BE49-F238E27FC236}">
                <a16:creationId xmlns:a16="http://schemas.microsoft.com/office/drawing/2014/main" id="{2472F453-8786-49AB-B6DC-D686F6D8207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709" y="376219"/>
                </a:moveTo>
                <a:lnTo>
                  <a:pt x="1706834" y="4683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q16_0_tuned_PredictedLigand_21">
            <a:extLst>
              <a:ext uri="{FF2B5EF4-FFF2-40B4-BE49-F238E27FC236}">
                <a16:creationId xmlns:a16="http://schemas.microsoft.com/office/drawing/2014/main" id="{3595894C-2C16-418B-8B03-97D507C5FCE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001546" y="6727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" name="9q16_0_tuned_PredictedLigand_22">
            <a:extLst>
              <a:ext uri="{FF2B5EF4-FFF2-40B4-BE49-F238E27FC236}">
                <a16:creationId xmlns:a16="http://schemas.microsoft.com/office/drawing/2014/main" id="{CC11AF09-5424-4217-9D71-C6596C47A4E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7439" y="813773"/>
                </a:moveTo>
                <a:lnTo>
                  <a:pt x="1858764" y="9458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5" name="9q16_0_tuned_PredictedLigand_23">
            <a:extLst>
              <a:ext uri="{FF2B5EF4-FFF2-40B4-BE49-F238E27FC236}">
                <a16:creationId xmlns:a16="http://schemas.microsoft.com/office/drawing/2014/main" id="{E91F2FDC-C228-4A8E-A9DC-DE456F23ABE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6" name="9q16_0_tuned_PredictedLigand_24">
            <a:extLst>
              <a:ext uri="{FF2B5EF4-FFF2-40B4-BE49-F238E27FC236}">
                <a16:creationId xmlns:a16="http://schemas.microsoft.com/office/drawing/2014/main" id="{A1B0A363-80E1-4087-BC1A-1CB6D8FC453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7" name="9q16_0_tuned_PredictedLigand_25">
            <a:extLst>
              <a:ext uri="{FF2B5EF4-FFF2-40B4-BE49-F238E27FC236}">
                <a16:creationId xmlns:a16="http://schemas.microsoft.com/office/drawing/2014/main" id="{B5C94385-3088-41BF-86D1-ED8CF2E5C96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4453" y="639554"/>
                </a:moveTo>
                <a:lnTo>
                  <a:pt x="1747439" y="8137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8" name="9q16_0_tuned_PredictedLigand_26">
            <a:extLst>
              <a:ext uri="{FF2B5EF4-FFF2-40B4-BE49-F238E27FC236}">
                <a16:creationId xmlns:a16="http://schemas.microsoft.com/office/drawing/2014/main" id="{EFE88F56-3831-4305-9C69-D0976223067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115755" y="9799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9" name="9q16_0_tuned_PredictedLigand_27">
            <a:extLst>
              <a:ext uri="{FF2B5EF4-FFF2-40B4-BE49-F238E27FC236}">
                <a16:creationId xmlns:a16="http://schemas.microsoft.com/office/drawing/2014/main" id="{122C8523-4BA2-4F1C-AA7A-38AA2B792F8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556878" y="4968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0" name="9q16_0_tuned_PredictedLigand_28">
            <a:extLst>
              <a:ext uri="{FF2B5EF4-FFF2-40B4-BE49-F238E27FC236}">
                <a16:creationId xmlns:a16="http://schemas.microsoft.com/office/drawing/2014/main" id="{B6F6C053-006F-48A1-965E-6EB44E1D333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7951" y="669675"/>
                </a:moveTo>
                <a:lnTo>
                  <a:pt x="1071027" y="7845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1" name="9q16_0_tuned_PredictedLigand_29">
            <a:extLst>
              <a:ext uri="{FF2B5EF4-FFF2-40B4-BE49-F238E27FC236}">
                <a16:creationId xmlns:a16="http://schemas.microsoft.com/office/drawing/2014/main" id="{A01194F3-D1F9-4A25-867B-3420E430505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208682" y="4630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2" name="9q16_0_tuned_PredictedLigand_30">
            <a:extLst>
              <a:ext uri="{FF2B5EF4-FFF2-40B4-BE49-F238E27FC236}">
                <a16:creationId xmlns:a16="http://schemas.microsoft.com/office/drawing/2014/main" id="{69D7044B-1781-4D9E-839E-A2790B32F83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878" y="496857"/>
                </a:moveTo>
                <a:lnTo>
                  <a:pt x="1398711" y="380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3" name="9q16_0_tuned_PredictedLigand_31">
            <a:extLst>
              <a:ext uri="{FF2B5EF4-FFF2-40B4-BE49-F238E27FC236}">
                <a16:creationId xmlns:a16="http://schemas.microsoft.com/office/drawing/2014/main" id="{81E85607-DF35-4034-99E6-B75C5BAFAC1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911630" y="7658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" name="9q16_0_tuned_PredictedLigand_32">
            <a:extLst>
              <a:ext uri="{FF2B5EF4-FFF2-40B4-BE49-F238E27FC236}">
                <a16:creationId xmlns:a16="http://schemas.microsoft.com/office/drawing/2014/main" id="{72F904C8-2DED-49C1-8399-5E912920474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8682" y="463051"/>
                </a:moveTo>
                <a:lnTo>
                  <a:pt x="1237951" y="6696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" name="9q16_0_tuned_PredictedAtoms_0">
            <a:extLst>
              <a:ext uri="{FF2B5EF4-FFF2-40B4-BE49-F238E27FC236}">
                <a16:creationId xmlns:a16="http://schemas.microsoft.com/office/drawing/2014/main" id="{9BF6F7B5-F703-493F-915A-088632B45AEE}"/>
              </a:ext>
            </a:extLst>
          </p:cNvPr>
          <p:cNvSpPr>
            <a:spLocks noGrp="1"/>
          </p:cNvSpPr>
          <p:nvPr/>
        </p:nvSpPr>
        <p:spPr>
          <a:xfrm>
            <a:off x="4526798" y="947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6" name="9q16_0_tuned_PredictedAtoms_1">
            <a:extLst>
              <a:ext uri="{FF2B5EF4-FFF2-40B4-BE49-F238E27FC236}">
                <a16:creationId xmlns:a16="http://schemas.microsoft.com/office/drawing/2014/main" id="{C0AB953E-ACB0-4103-9677-B173769654A3}"/>
              </a:ext>
            </a:extLst>
          </p:cNvPr>
          <p:cNvSpPr>
            <a:spLocks noGrp="1"/>
          </p:cNvSpPr>
          <p:nvPr/>
        </p:nvSpPr>
        <p:spPr>
          <a:xfrm>
            <a:off x="4604994" y="1121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q16_0_tuned_PredictedAtoms_2">
            <a:extLst>
              <a:ext uri="{FF2B5EF4-FFF2-40B4-BE49-F238E27FC236}">
                <a16:creationId xmlns:a16="http://schemas.microsoft.com/office/drawing/2014/main" id="{B05EF947-F134-4D3C-A3A3-BA85EBAF8D9D}"/>
              </a:ext>
            </a:extLst>
          </p:cNvPr>
          <p:cNvSpPr>
            <a:spLocks noGrp="1"/>
          </p:cNvSpPr>
          <p:nvPr/>
        </p:nvSpPr>
        <p:spPr>
          <a:xfrm>
            <a:off x="4811917" y="11506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8" name="9q16_0_tuned_PredictedAtoms_3">
            <a:extLst>
              <a:ext uri="{FF2B5EF4-FFF2-40B4-BE49-F238E27FC236}">
                <a16:creationId xmlns:a16="http://schemas.microsoft.com/office/drawing/2014/main" id="{6A2DDB23-26D1-4927-B661-2B84131DCB57}"/>
              </a:ext>
            </a:extLst>
          </p:cNvPr>
          <p:cNvSpPr>
            <a:spLocks noGrp="1"/>
          </p:cNvSpPr>
          <p:nvPr/>
        </p:nvSpPr>
        <p:spPr>
          <a:xfrm>
            <a:off x="4891042" y="12427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q16_0_tuned_PredictedAtoms_4">
            <a:extLst>
              <a:ext uri="{FF2B5EF4-FFF2-40B4-BE49-F238E27FC236}">
                <a16:creationId xmlns:a16="http://schemas.microsoft.com/office/drawing/2014/main" id="{774B6FE3-C3E0-4E60-BC78-1B0322B97424}"/>
              </a:ext>
            </a:extLst>
          </p:cNvPr>
          <p:cNvSpPr>
            <a:spLocks noGrp="1"/>
          </p:cNvSpPr>
          <p:nvPr/>
        </p:nvSpPr>
        <p:spPr>
          <a:xfrm>
            <a:off x="4998661" y="14139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" name="9q16_0_tuned_PredictedAtoms_5">
            <a:extLst>
              <a:ext uri="{FF2B5EF4-FFF2-40B4-BE49-F238E27FC236}">
                <a16:creationId xmlns:a16="http://schemas.microsoft.com/office/drawing/2014/main" id="{5CEF560E-D0CF-429E-85AC-3BC251729B6C}"/>
              </a:ext>
            </a:extLst>
          </p:cNvPr>
          <p:cNvSpPr>
            <a:spLocks noGrp="1"/>
          </p:cNvSpPr>
          <p:nvPr/>
        </p:nvSpPr>
        <p:spPr>
          <a:xfrm>
            <a:off x="4931647" y="15881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q16_0_tuned_PredictedAtoms_6">
            <a:extLst>
              <a:ext uri="{FF2B5EF4-FFF2-40B4-BE49-F238E27FC236}">
                <a16:creationId xmlns:a16="http://schemas.microsoft.com/office/drawing/2014/main" id="{585A6EBF-C6BB-4974-8B42-90B9E434D154}"/>
              </a:ext>
            </a:extLst>
          </p:cNvPr>
          <p:cNvSpPr>
            <a:spLocks noGrp="1"/>
          </p:cNvSpPr>
          <p:nvPr/>
        </p:nvSpPr>
        <p:spPr>
          <a:xfrm>
            <a:off x="5042972" y="17202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" name="9q16_0_tuned_PredictedAtoms_7">
            <a:extLst>
              <a:ext uri="{FF2B5EF4-FFF2-40B4-BE49-F238E27FC236}">
                <a16:creationId xmlns:a16="http://schemas.microsoft.com/office/drawing/2014/main" id="{F319F09E-0BD3-4DF3-80B9-F80BF30A103F}"/>
              </a:ext>
            </a:extLst>
          </p:cNvPr>
          <p:cNvSpPr>
            <a:spLocks noGrp="1"/>
          </p:cNvSpPr>
          <p:nvPr/>
        </p:nvSpPr>
        <p:spPr>
          <a:xfrm>
            <a:off x="5182535" y="16274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q16_0_tuned_PredictedAtoms_8">
            <a:extLst>
              <a:ext uri="{FF2B5EF4-FFF2-40B4-BE49-F238E27FC236}">
                <a16:creationId xmlns:a16="http://schemas.microsoft.com/office/drawing/2014/main" id="{CA7CB8ED-9D17-43C9-9173-AEDD4AA9333B}"/>
              </a:ext>
            </a:extLst>
          </p:cNvPr>
          <p:cNvSpPr>
            <a:spLocks noGrp="1"/>
          </p:cNvSpPr>
          <p:nvPr/>
        </p:nvSpPr>
        <p:spPr>
          <a:xfrm>
            <a:off x="5332364" y="16918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q16_0_tuned_PredictedAtoms_9">
            <a:extLst>
              <a:ext uri="{FF2B5EF4-FFF2-40B4-BE49-F238E27FC236}">
                <a16:creationId xmlns:a16="http://schemas.microsoft.com/office/drawing/2014/main" id="{6E04E131-2DD3-46E4-BFAA-2C73CB9DC9E6}"/>
              </a:ext>
            </a:extLst>
          </p:cNvPr>
          <p:cNvSpPr>
            <a:spLocks noGrp="1"/>
          </p:cNvSpPr>
          <p:nvPr/>
        </p:nvSpPr>
        <p:spPr>
          <a:xfrm>
            <a:off x="5356826" y="18618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" name="9q16_0_tuned_PredictedAtoms_10">
            <a:extLst>
              <a:ext uri="{FF2B5EF4-FFF2-40B4-BE49-F238E27FC236}">
                <a16:creationId xmlns:a16="http://schemas.microsoft.com/office/drawing/2014/main" id="{00337DFE-9D5D-434D-B520-ECE144F9B06F}"/>
              </a:ext>
            </a:extLst>
          </p:cNvPr>
          <p:cNvSpPr>
            <a:spLocks noGrp="1"/>
          </p:cNvSpPr>
          <p:nvPr/>
        </p:nvSpPr>
        <p:spPr>
          <a:xfrm>
            <a:off x="5446029" y="15509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" name="9q16_0_tuned_PredictedAtoms_11">
            <a:extLst>
              <a:ext uri="{FF2B5EF4-FFF2-40B4-BE49-F238E27FC236}">
                <a16:creationId xmlns:a16="http://schemas.microsoft.com/office/drawing/2014/main" id="{09D6A70A-62A8-4403-B31B-6713B20E154E}"/>
              </a:ext>
            </a:extLst>
          </p:cNvPr>
          <p:cNvSpPr>
            <a:spLocks noGrp="1"/>
          </p:cNvSpPr>
          <p:nvPr/>
        </p:nvSpPr>
        <p:spPr>
          <a:xfrm>
            <a:off x="5423180" y="13610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q16_0_tuned_PredictedAtoms_12">
            <a:extLst>
              <a:ext uri="{FF2B5EF4-FFF2-40B4-BE49-F238E27FC236}">
                <a16:creationId xmlns:a16="http://schemas.microsoft.com/office/drawing/2014/main" id="{AC97DE0C-5C6A-4CE0-892F-3B89610DBFB5}"/>
              </a:ext>
            </a:extLst>
          </p:cNvPr>
          <p:cNvSpPr>
            <a:spLocks noGrp="1"/>
          </p:cNvSpPr>
          <p:nvPr/>
        </p:nvSpPr>
        <p:spPr>
          <a:xfrm>
            <a:off x="5551337" y="124186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" name="9q16_0_tuned_PredictedAtoms_13">
            <a:extLst>
              <a:ext uri="{FF2B5EF4-FFF2-40B4-BE49-F238E27FC236}">
                <a16:creationId xmlns:a16="http://schemas.microsoft.com/office/drawing/2014/main" id="{3A58BCA8-E84E-4F01-A678-99A60C0255F7}"/>
              </a:ext>
            </a:extLst>
          </p:cNvPr>
          <p:cNvSpPr>
            <a:spLocks noGrp="1"/>
          </p:cNvSpPr>
          <p:nvPr/>
        </p:nvSpPr>
        <p:spPr>
          <a:xfrm>
            <a:off x="5277667" y="1304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9" name="9q16_0_tuned_PredictedAtoms_14">
            <a:extLst>
              <a:ext uri="{FF2B5EF4-FFF2-40B4-BE49-F238E27FC236}">
                <a16:creationId xmlns:a16="http://schemas.microsoft.com/office/drawing/2014/main" id="{08F9CA3F-1FBF-43DC-9981-7DF04A06360A}"/>
              </a:ext>
            </a:extLst>
          </p:cNvPr>
          <p:cNvSpPr>
            <a:spLocks noGrp="1"/>
          </p:cNvSpPr>
          <p:nvPr/>
        </p:nvSpPr>
        <p:spPr>
          <a:xfrm>
            <a:off x="5157016" y="14374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q16_0_tuned_PredictedAtoms_15">
            <a:extLst>
              <a:ext uri="{FF2B5EF4-FFF2-40B4-BE49-F238E27FC236}">
                <a16:creationId xmlns:a16="http://schemas.microsoft.com/office/drawing/2014/main" id="{82CEC7E1-8A84-43CE-A20E-05D78973B734}"/>
              </a:ext>
            </a:extLst>
          </p:cNvPr>
          <p:cNvSpPr>
            <a:spLocks noGrp="1"/>
          </p:cNvSpPr>
          <p:nvPr/>
        </p:nvSpPr>
        <p:spPr>
          <a:xfrm>
            <a:off x="4741085" y="12712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1" name="9q16_0_tuned_PredictedAtoms_16">
            <a:extLst>
              <a:ext uri="{FF2B5EF4-FFF2-40B4-BE49-F238E27FC236}">
                <a16:creationId xmlns:a16="http://schemas.microsoft.com/office/drawing/2014/main" id="{DB51AFB2-789C-43B6-8841-12EA54237739}"/>
              </a:ext>
            </a:extLst>
          </p:cNvPr>
          <p:cNvSpPr>
            <a:spLocks noGrp="1"/>
          </p:cNvSpPr>
          <p:nvPr/>
        </p:nvSpPr>
        <p:spPr>
          <a:xfrm>
            <a:off x="4582918" y="11552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2" name="9q16_0_tuned_PredictedAtoms_17">
            <a:extLst>
              <a:ext uri="{FF2B5EF4-FFF2-40B4-BE49-F238E27FC236}">
                <a16:creationId xmlns:a16="http://schemas.microsoft.com/office/drawing/2014/main" id="{BDA7B36F-B94E-4FEA-B2BB-17DCB1F575C9}"/>
              </a:ext>
            </a:extLst>
          </p:cNvPr>
          <p:cNvSpPr>
            <a:spLocks noGrp="1"/>
          </p:cNvSpPr>
          <p:nvPr/>
        </p:nvSpPr>
        <p:spPr>
          <a:xfrm>
            <a:off x="4392890" y="12374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3" name="9q16_0_tuned_PredictedAtoms_18">
            <a:extLst>
              <a:ext uri="{FF2B5EF4-FFF2-40B4-BE49-F238E27FC236}">
                <a16:creationId xmlns:a16="http://schemas.microsoft.com/office/drawing/2014/main" id="{1ADC783B-4479-4046-BA38-6AF2D05C7D90}"/>
              </a:ext>
            </a:extLst>
          </p:cNvPr>
          <p:cNvSpPr>
            <a:spLocks noGrp="1"/>
          </p:cNvSpPr>
          <p:nvPr/>
        </p:nvSpPr>
        <p:spPr>
          <a:xfrm>
            <a:off x="4422158" y="14440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4" name="9q16_0_tuned_PredictedAtoms_19">
            <a:extLst>
              <a:ext uri="{FF2B5EF4-FFF2-40B4-BE49-F238E27FC236}">
                <a16:creationId xmlns:a16="http://schemas.microsoft.com/office/drawing/2014/main" id="{25BC718B-B4BA-4344-B64D-C2B8CBCBF573}"/>
              </a:ext>
            </a:extLst>
          </p:cNvPr>
          <p:cNvSpPr>
            <a:spLocks noGrp="1"/>
          </p:cNvSpPr>
          <p:nvPr/>
        </p:nvSpPr>
        <p:spPr>
          <a:xfrm>
            <a:off x="4255235" y="15589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5" name="9q16_0_tuned_PredictedAtoms_20">
            <a:extLst>
              <a:ext uri="{FF2B5EF4-FFF2-40B4-BE49-F238E27FC236}">
                <a16:creationId xmlns:a16="http://schemas.microsoft.com/office/drawing/2014/main" id="{67B07873-642F-44FA-89B9-CD5D70808E99}"/>
              </a:ext>
            </a:extLst>
          </p:cNvPr>
          <p:cNvSpPr>
            <a:spLocks noGrp="1"/>
          </p:cNvSpPr>
          <p:nvPr/>
        </p:nvSpPr>
        <p:spPr>
          <a:xfrm>
            <a:off x="4299962" y="17542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6" name="9q16_0_tuned_PredictedAtoms_21">
            <a:extLst>
              <a:ext uri="{FF2B5EF4-FFF2-40B4-BE49-F238E27FC236}">
                <a16:creationId xmlns:a16="http://schemas.microsoft.com/office/drawing/2014/main" id="{07D7F033-CDAB-453C-A629-589A3E5BDB76}"/>
              </a:ext>
            </a:extLst>
          </p:cNvPr>
          <p:cNvSpPr>
            <a:spLocks noGrp="1"/>
          </p:cNvSpPr>
          <p:nvPr/>
        </p:nvSpPr>
        <p:spPr>
          <a:xfrm>
            <a:off x="4095838" y="15402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7" name="9q16_0_tuned_PredictedAtoms_22">
            <a:extLst>
              <a:ext uri="{FF2B5EF4-FFF2-40B4-BE49-F238E27FC236}">
                <a16:creationId xmlns:a16="http://schemas.microsoft.com/office/drawing/2014/main" id="{0C8BB991-22D9-4B46-B7DF-086CC0AB1E38}"/>
              </a:ext>
            </a:extLst>
          </p:cNvPr>
          <p:cNvSpPr>
            <a:spLocks noGrp="1"/>
          </p:cNvSpPr>
          <p:nvPr/>
        </p:nvSpPr>
        <p:spPr>
          <a:xfrm>
            <a:off x="4185754" y="14470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8" name="9q16_0_tuned_PredictedAtoms_23">
            <a:extLst>
              <a:ext uri="{FF2B5EF4-FFF2-40B4-BE49-F238E27FC236}">
                <a16:creationId xmlns:a16="http://schemas.microsoft.com/office/drawing/2014/main" id="{5064E8CA-B96B-49B0-A6D4-5A9BA0924CD6}"/>
              </a:ext>
            </a:extLst>
          </p:cNvPr>
          <p:cNvSpPr>
            <a:spLocks noGrp="1"/>
          </p:cNvSpPr>
          <p:nvPr/>
        </p:nvSpPr>
        <p:spPr>
          <a:xfrm>
            <a:off x="3991882" y="13577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9" name="9q16_0_tuned_PredictedAtoms_24">
            <a:extLst>
              <a:ext uri="{FF2B5EF4-FFF2-40B4-BE49-F238E27FC236}">
                <a16:creationId xmlns:a16="http://schemas.microsoft.com/office/drawing/2014/main" id="{41BEA000-9C57-476D-BDED-437E4654E3DF}"/>
              </a:ext>
            </a:extLst>
          </p:cNvPr>
          <p:cNvSpPr>
            <a:spLocks noGrp="1"/>
          </p:cNvSpPr>
          <p:nvPr/>
        </p:nvSpPr>
        <p:spPr>
          <a:xfrm>
            <a:off x="4018333" y="12738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0" name="9q16_0_tuned_PredictedAtoms_25">
            <a:extLst>
              <a:ext uri="{FF2B5EF4-FFF2-40B4-BE49-F238E27FC236}">
                <a16:creationId xmlns:a16="http://schemas.microsoft.com/office/drawing/2014/main" id="{1B2ADE49-B85F-49A3-A539-5EC54C78D8CC}"/>
              </a:ext>
            </a:extLst>
          </p:cNvPr>
          <p:cNvSpPr>
            <a:spLocks noGrp="1"/>
          </p:cNvSpPr>
          <p:nvPr/>
        </p:nvSpPr>
        <p:spPr>
          <a:xfrm>
            <a:off x="3924504" y="1210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1" name="9q16_0_tuned_PredictedAtoms_26">
            <a:extLst>
              <a:ext uri="{FF2B5EF4-FFF2-40B4-BE49-F238E27FC236}">
                <a16:creationId xmlns:a16="http://schemas.microsoft.com/office/drawing/2014/main" id="{B224644F-0D6B-48F7-897B-F0F45C5ED707}"/>
              </a:ext>
            </a:extLst>
          </p:cNvPr>
          <p:cNvSpPr>
            <a:spLocks noGrp="1"/>
          </p:cNvSpPr>
          <p:nvPr/>
        </p:nvSpPr>
        <p:spPr>
          <a:xfrm>
            <a:off x="3833474" y="15176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2" name="9q16_0_tuned_PredictedAtoms_27">
            <a:extLst>
              <a:ext uri="{FF2B5EF4-FFF2-40B4-BE49-F238E27FC236}">
                <a16:creationId xmlns:a16="http://schemas.microsoft.com/office/drawing/2014/main" id="{3FF059B8-3B67-4470-A6D1-06A6212BAE9B}"/>
              </a:ext>
            </a:extLst>
          </p:cNvPr>
          <p:cNvSpPr>
            <a:spLocks noGrp="1"/>
          </p:cNvSpPr>
          <p:nvPr/>
        </p:nvSpPr>
        <p:spPr>
          <a:xfrm>
            <a:off x="3626225" y="14944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3" name="9q16_0_tuned_PredictedAtoms_28">
            <a:extLst>
              <a:ext uri="{FF2B5EF4-FFF2-40B4-BE49-F238E27FC236}">
                <a16:creationId xmlns:a16="http://schemas.microsoft.com/office/drawing/2014/main" id="{64D427C1-AC92-49B4-8A00-CAEB7CFA37D3}"/>
              </a:ext>
            </a:extLst>
          </p:cNvPr>
          <p:cNvSpPr>
            <a:spLocks noGrp="1"/>
          </p:cNvSpPr>
          <p:nvPr/>
        </p:nvSpPr>
        <p:spPr>
          <a:xfrm>
            <a:off x="3629448" y="132688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4" name="9q16_0_tuned_PredictedAtoms_29">
            <a:extLst>
              <a:ext uri="{FF2B5EF4-FFF2-40B4-BE49-F238E27FC236}">
                <a16:creationId xmlns:a16="http://schemas.microsoft.com/office/drawing/2014/main" id="{0403584F-7D1B-45FF-9F35-99A327A49041}"/>
              </a:ext>
            </a:extLst>
          </p:cNvPr>
          <p:cNvSpPr>
            <a:spLocks noGrp="1"/>
          </p:cNvSpPr>
          <p:nvPr/>
        </p:nvSpPr>
        <p:spPr>
          <a:xfrm>
            <a:off x="3484414" y="14705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5" name="9q16_0_tuned_PredictedAtoms_30">
            <a:extLst>
              <a:ext uri="{FF2B5EF4-FFF2-40B4-BE49-F238E27FC236}">
                <a16:creationId xmlns:a16="http://schemas.microsoft.com/office/drawing/2014/main" id="{54DB705C-C425-4124-99C3-4487A0CB66B9}"/>
              </a:ext>
            </a:extLst>
          </p:cNvPr>
          <p:cNvSpPr>
            <a:spLocks noGrp="1"/>
          </p:cNvSpPr>
          <p:nvPr/>
        </p:nvSpPr>
        <p:spPr>
          <a:xfrm>
            <a:off x="3578294" y="16739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6" name="stage3-cases-main_9">
            <a:extLst>
              <a:ext uri="{FF2B5EF4-FFF2-40B4-BE49-F238E27FC236}">
                <a16:creationId xmlns:a16="http://schemas.microsoft.com/office/drawing/2014/main" id="{37958740-1D40-4009-8F11-9594866E5140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0.76 Å   D 100%   Clash 0</a:t>
            </a:r>
          </a:p>
        </p:txBody>
      </p:sp>
      <p:sp>
        <p:nvSpPr>
          <p:cNvPr id="207" name="9q16_0_build_Receptor">
            <a:extLst>
              <a:ext uri="{FF2B5EF4-FFF2-40B4-BE49-F238E27FC236}">
                <a16:creationId xmlns:a16="http://schemas.microsoft.com/office/drawing/2014/main" id="{C378DE6A-6044-4D3C-8D65-A2BC78B0B68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08" name="9q16_0_build_ExperimentalDensity">
            <a:extLst>
              <a:ext uri="{FF2B5EF4-FFF2-40B4-BE49-F238E27FC236}">
                <a16:creationId xmlns:a16="http://schemas.microsoft.com/office/drawing/2014/main" id="{21CFF21F-DB23-4EEF-8120-697779E0455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09" name="9q16_0_build_ReferenceLigand_0">
            <a:extLst>
              <a:ext uri="{FF2B5EF4-FFF2-40B4-BE49-F238E27FC236}">
                <a16:creationId xmlns:a16="http://schemas.microsoft.com/office/drawing/2014/main" id="{4A78DD1F-F6DC-411A-B052-99CC832E8C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q16_0_build_ReferenceLigand_1">
            <a:extLst>
              <a:ext uri="{FF2B5EF4-FFF2-40B4-BE49-F238E27FC236}">
                <a16:creationId xmlns:a16="http://schemas.microsoft.com/office/drawing/2014/main" id="{93409B7A-22A0-4628-A527-122524D1B2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q16_0_build_ReferenceLigand_2">
            <a:extLst>
              <a:ext uri="{FF2B5EF4-FFF2-40B4-BE49-F238E27FC236}">
                <a16:creationId xmlns:a16="http://schemas.microsoft.com/office/drawing/2014/main" id="{7E0914AE-EA25-487F-8138-275D563BC94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q16_0_build_ReferenceLigand_3">
            <a:extLst>
              <a:ext uri="{FF2B5EF4-FFF2-40B4-BE49-F238E27FC236}">
                <a16:creationId xmlns:a16="http://schemas.microsoft.com/office/drawing/2014/main" id="{3ACF4F89-7BB8-4507-8FF1-86CAAFE99FA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q16_0_build_ReferenceLigand_4">
            <a:extLst>
              <a:ext uri="{FF2B5EF4-FFF2-40B4-BE49-F238E27FC236}">
                <a16:creationId xmlns:a16="http://schemas.microsoft.com/office/drawing/2014/main" id="{179E0BAE-55F0-4A54-BDE3-DF9B6C82069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q16_0_build_ReferenceLigand_5">
            <a:extLst>
              <a:ext uri="{FF2B5EF4-FFF2-40B4-BE49-F238E27FC236}">
                <a16:creationId xmlns:a16="http://schemas.microsoft.com/office/drawing/2014/main" id="{E92A6835-8ADB-4FC2-99D8-0134BD0AA32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q16_0_build_ReferenceLigand_6">
            <a:extLst>
              <a:ext uri="{FF2B5EF4-FFF2-40B4-BE49-F238E27FC236}">
                <a16:creationId xmlns:a16="http://schemas.microsoft.com/office/drawing/2014/main" id="{08F2573C-E0E1-449B-94FA-48D5B7802EC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q16_0_build_ReferenceLigand_7">
            <a:extLst>
              <a:ext uri="{FF2B5EF4-FFF2-40B4-BE49-F238E27FC236}">
                <a16:creationId xmlns:a16="http://schemas.microsoft.com/office/drawing/2014/main" id="{AC4F59EB-F53D-41B5-8C81-0681F935CF1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q16_0_build_ReferenceLigand_8">
            <a:extLst>
              <a:ext uri="{FF2B5EF4-FFF2-40B4-BE49-F238E27FC236}">
                <a16:creationId xmlns:a16="http://schemas.microsoft.com/office/drawing/2014/main" id="{C81CD538-7ABD-4E6C-BA1B-1827C62F1A8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q16_0_build_ReferenceLigand_9">
            <a:extLst>
              <a:ext uri="{FF2B5EF4-FFF2-40B4-BE49-F238E27FC236}">
                <a16:creationId xmlns:a16="http://schemas.microsoft.com/office/drawing/2014/main" id="{3DA436D8-7403-4B71-8BA0-A94D14BBAAB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q16_0_build_ReferenceLigand_10">
            <a:extLst>
              <a:ext uri="{FF2B5EF4-FFF2-40B4-BE49-F238E27FC236}">
                <a16:creationId xmlns:a16="http://schemas.microsoft.com/office/drawing/2014/main" id="{E610470C-5A3A-4251-B646-413C25ACC92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q16_0_build_ReferenceLigand_11">
            <a:extLst>
              <a:ext uri="{FF2B5EF4-FFF2-40B4-BE49-F238E27FC236}">
                <a16:creationId xmlns:a16="http://schemas.microsoft.com/office/drawing/2014/main" id="{B35F095F-416E-42DA-9379-A5FC24AACB1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q16_0_build_ReferenceLigand_12">
            <a:extLst>
              <a:ext uri="{FF2B5EF4-FFF2-40B4-BE49-F238E27FC236}">
                <a16:creationId xmlns:a16="http://schemas.microsoft.com/office/drawing/2014/main" id="{580B557F-531E-4492-9162-73B056A98F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q16_0_build_ReferenceLigand_13">
            <a:extLst>
              <a:ext uri="{FF2B5EF4-FFF2-40B4-BE49-F238E27FC236}">
                <a16:creationId xmlns:a16="http://schemas.microsoft.com/office/drawing/2014/main" id="{F8871069-3CC4-41BA-AF7A-4EB76B1BD40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q16_0_build_ReferenceLigand_14">
            <a:extLst>
              <a:ext uri="{FF2B5EF4-FFF2-40B4-BE49-F238E27FC236}">
                <a16:creationId xmlns:a16="http://schemas.microsoft.com/office/drawing/2014/main" id="{0D8E6859-42B5-4236-9D2A-DFDBFE67C87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q16_0_build_ReferenceLigand_15">
            <a:extLst>
              <a:ext uri="{FF2B5EF4-FFF2-40B4-BE49-F238E27FC236}">
                <a16:creationId xmlns:a16="http://schemas.microsoft.com/office/drawing/2014/main" id="{AB14DA02-9913-4337-AA18-0B56C783AE4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q16_0_build_ReferenceLigand_16">
            <a:extLst>
              <a:ext uri="{FF2B5EF4-FFF2-40B4-BE49-F238E27FC236}">
                <a16:creationId xmlns:a16="http://schemas.microsoft.com/office/drawing/2014/main" id="{775C5E37-2ABE-403A-B60E-DED490F5A52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6" name="9q16_0_build_ReferenceLigand_17">
            <a:extLst>
              <a:ext uri="{FF2B5EF4-FFF2-40B4-BE49-F238E27FC236}">
                <a16:creationId xmlns:a16="http://schemas.microsoft.com/office/drawing/2014/main" id="{A5E66993-DA6B-4513-8A0F-8B493B3037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7" name="9q16_0_build_ReferenceLigand_18">
            <a:extLst>
              <a:ext uri="{FF2B5EF4-FFF2-40B4-BE49-F238E27FC236}">
                <a16:creationId xmlns:a16="http://schemas.microsoft.com/office/drawing/2014/main" id="{4F0818A1-64E3-404B-8DC3-1FF5A94FA8C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8" name="9q16_0_build_ReferenceLigand_19">
            <a:extLst>
              <a:ext uri="{FF2B5EF4-FFF2-40B4-BE49-F238E27FC236}">
                <a16:creationId xmlns:a16="http://schemas.microsoft.com/office/drawing/2014/main" id="{17BC73DA-175E-4F89-AF4E-81E22CF2AF0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9" name="9q16_0_build_ReferenceLigand_20">
            <a:extLst>
              <a:ext uri="{FF2B5EF4-FFF2-40B4-BE49-F238E27FC236}">
                <a16:creationId xmlns:a16="http://schemas.microsoft.com/office/drawing/2014/main" id="{CDDA132C-80ED-4F68-98AF-D0AF66EB945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0" name="9q16_0_build_ReferenceLigand_21">
            <a:extLst>
              <a:ext uri="{FF2B5EF4-FFF2-40B4-BE49-F238E27FC236}">
                <a16:creationId xmlns:a16="http://schemas.microsoft.com/office/drawing/2014/main" id="{DF281277-7DB1-4438-86F6-5621E05C3EA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1" name="9q16_0_build_ReferenceLigand_22">
            <a:extLst>
              <a:ext uri="{FF2B5EF4-FFF2-40B4-BE49-F238E27FC236}">
                <a16:creationId xmlns:a16="http://schemas.microsoft.com/office/drawing/2014/main" id="{7802A336-8439-488B-BE42-3F54D82F149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2" name="9q16_0_build_ReferenceLigand_23">
            <a:extLst>
              <a:ext uri="{FF2B5EF4-FFF2-40B4-BE49-F238E27FC236}">
                <a16:creationId xmlns:a16="http://schemas.microsoft.com/office/drawing/2014/main" id="{178E76E1-F9A2-4F3A-A48A-EA0FE6ACFB4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3" name="9q16_0_build_ReferenceLigand_24">
            <a:extLst>
              <a:ext uri="{FF2B5EF4-FFF2-40B4-BE49-F238E27FC236}">
                <a16:creationId xmlns:a16="http://schemas.microsoft.com/office/drawing/2014/main" id="{F03EEDE3-F94A-49F0-B776-61982A74AF1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4" name="9q16_0_build_ReferenceLigand_25">
            <a:extLst>
              <a:ext uri="{FF2B5EF4-FFF2-40B4-BE49-F238E27FC236}">
                <a16:creationId xmlns:a16="http://schemas.microsoft.com/office/drawing/2014/main" id="{99CBBDDB-F64B-42D9-8A82-A683513CECB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5" name="9q16_0_build_ReferenceLigand_26">
            <a:extLst>
              <a:ext uri="{FF2B5EF4-FFF2-40B4-BE49-F238E27FC236}">
                <a16:creationId xmlns:a16="http://schemas.microsoft.com/office/drawing/2014/main" id="{DF54992B-9F0E-4489-B8E0-D355666D79C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6" name="9q16_0_build_ReferenceLigand_27">
            <a:extLst>
              <a:ext uri="{FF2B5EF4-FFF2-40B4-BE49-F238E27FC236}">
                <a16:creationId xmlns:a16="http://schemas.microsoft.com/office/drawing/2014/main" id="{A3A19A48-659B-4B0D-83D1-BD3B4CFF48B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7" name="9q16_0_build_ReferenceLigand_28">
            <a:extLst>
              <a:ext uri="{FF2B5EF4-FFF2-40B4-BE49-F238E27FC236}">
                <a16:creationId xmlns:a16="http://schemas.microsoft.com/office/drawing/2014/main" id="{1B892CC0-CA2A-4775-8F54-75CDC4AE84D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8" name="9q16_0_build_ReferenceLigand_29">
            <a:extLst>
              <a:ext uri="{FF2B5EF4-FFF2-40B4-BE49-F238E27FC236}">
                <a16:creationId xmlns:a16="http://schemas.microsoft.com/office/drawing/2014/main" id="{6CDEE551-65FD-4A60-BD37-1751784E97C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9" name="9q16_0_build_ReferenceLigand_30">
            <a:extLst>
              <a:ext uri="{FF2B5EF4-FFF2-40B4-BE49-F238E27FC236}">
                <a16:creationId xmlns:a16="http://schemas.microsoft.com/office/drawing/2014/main" id="{CD0B23E2-2D14-4851-86CC-79247D7F48B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" name="9q16_0_build_ReferenceLigand_31">
            <a:extLst>
              <a:ext uri="{FF2B5EF4-FFF2-40B4-BE49-F238E27FC236}">
                <a16:creationId xmlns:a16="http://schemas.microsoft.com/office/drawing/2014/main" id="{E96263E4-F899-4B3D-8234-7C8B4AAD48B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1" name="9q16_0_build_ReferenceLigand_32">
            <a:extLst>
              <a:ext uri="{FF2B5EF4-FFF2-40B4-BE49-F238E27FC236}">
                <a16:creationId xmlns:a16="http://schemas.microsoft.com/office/drawing/2014/main" id="{36B16168-6D61-43FC-8831-5B7FEC58F83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2" name="9q16_0_build_PredictedLigand_0">
            <a:extLst>
              <a:ext uri="{FF2B5EF4-FFF2-40B4-BE49-F238E27FC236}">
                <a16:creationId xmlns:a16="http://schemas.microsoft.com/office/drawing/2014/main" id="{43859FC3-3949-4879-A040-E37DA7AA69B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2201936" y="5658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q16_0_build_PredictedLigand_1">
            <a:extLst>
              <a:ext uri="{FF2B5EF4-FFF2-40B4-BE49-F238E27FC236}">
                <a16:creationId xmlns:a16="http://schemas.microsoft.com/office/drawing/2014/main" id="{2C7E01F0-0FA5-4B96-975C-2EE557D2525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4337" y="877255"/>
                </a:moveTo>
                <a:lnTo>
                  <a:pt x="2158754" y="5284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q16_0_build_PredictedLigand_2">
            <a:extLst>
              <a:ext uri="{FF2B5EF4-FFF2-40B4-BE49-F238E27FC236}">
                <a16:creationId xmlns:a16="http://schemas.microsoft.com/office/drawing/2014/main" id="{47B62666-D34E-40F1-B8C3-A9FEA48D85E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144337" y="8772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q16_0_build_PredictedLigand_3">
            <a:extLst>
              <a:ext uri="{FF2B5EF4-FFF2-40B4-BE49-F238E27FC236}">
                <a16:creationId xmlns:a16="http://schemas.microsoft.com/office/drawing/2014/main" id="{E17765D2-7C92-4254-AB49-5FA6FD269E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229586" y="12381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q16_0_build_PredictedLigand_4">
            <a:extLst>
              <a:ext uri="{FF2B5EF4-FFF2-40B4-BE49-F238E27FC236}">
                <a16:creationId xmlns:a16="http://schemas.microsoft.com/office/drawing/2014/main" id="{21C41B70-70F7-4DA4-A745-67D3377C8AA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16001" y="694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q16_0_build_PredictedLigand_5">
            <a:extLst>
              <a:ext uri="{FF2B5EF4-FFF2-40B4-BE49-F238E27FC236}">
                <a16:creationId xmlns:a16="http://schemas.microsoft.com/office/drawing/2014/main" id="{10D54C16-F455-41C4-8C01-521D1E1B6B7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835946" y="6524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q16_0_build_PredictedLigand_6">
            <a:extLst>
              <a:ext uri="{FF2B5EF4-FFF2-40B4-BE49-F238E27FC236}">
                <a16:creationId xmlns:a16="http://schemas.microsoft.com/office/drawing/2014/main" id="{76678A11-580B-45A0-B769-7D541B6FA5B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1849656" y="7311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q16_0_build_PredictedLigand_7">
            <a:extLst>
              <a:ext uri="{FF2B5EF4-FFF2-40B4-BE49-F238E27FC236}">
                <a16:creationId xmlns:a16="http://schemas.microsoft.com/office/drawing/2014/main" id="{0BCBF36E-3A9B-47FA-A058-D6643B73F4E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498146" y="9927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q16_0_build_PredictedLigand_8">
            <a:extLst>
              <a:ext uri="{FF2B5EF4-FFF2-40B4-BE49-F238E27FC236}">
                <a16:creationId xmlns:a16="http://schemas.microsoft.com/office/drawing/2014/main" id="{965109CA-7800-4E10-BB61-3AA00717158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31704" y="3911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q16_0_build_PredictedLigand_9">
            <a:extLst>
              <a:ext uri="{FF2B5EF4-FFF2-40B4-BE49-F238E27FC236}">
                <a16:creationId xmlns:a16="http://schemas.microsoft.com/office/drawing/2014/main" id="{19D620AE-C16F-4BBD-8BE9-D20544075E2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546" y="178106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q16_0_build_PredictedLigand_10">
            <a:extLst>
              <a:ext uri="{FF2B5EF4-FFF2-40B4-BE49-F238E27FC236}">
                <a16:creationId xmlns:a16="http://schemas.microsoft.com/office/drawing/2014/main" id="{11E73167-B618-47E7-8DC6-9646A85848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7133" y="368122"/>
                </a:moveTo>
                <a:lnTo>
                  <a:pt x="1665234" y="377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q16_0_build_PredictedLigand_11">
            <a:extLst>
              <a:ext uri="{FF2B5EF4-FFF2-40B4-BE49-F238E27FC236}">
                <a16:creationId xmlns:a16="http://schemas.microsoft.com/office/drawing/2014/main" id="{73276CC0-668B-4527-AC59-F231E6560D4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680" y="989573"/>
                </a:moveTo>
                <a:lnTo>
                  <a:pt x="2150610" y="12048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q16_0_build_PredictedLigand_12">
            <a:extLst>
              <a:ext uri="{FF2B5EF4-FFF2-40B4-BE49-F238E27FC236}">
                <a16:creationId xmlns:a16="http://schemas.microsoft.com/office/drawing/2014/main" id="{892945B9-29F2-4A5A-A8D7-8F42C6A3471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656" y="731184"/>
                </a:moveTo>
                <a:lnTo>
                  <a:pt x="1885119" y="8004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q16_0_build_PredictedLigand_13">
            <a:extLst>
              <a:ext uri="{FF2B5EF4-FFF2-40B4-BE49-F238E27FC236}">
                <a16:creationId xmlns:a16="http://schemas.microsoft.com/office/drawing/2014/main" id="{C62D6871-75AA-48B6-9185-EED879EF8A1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15012" y="7085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6" name="9q16_0_build_PredictedLigand_14">
            <a:extLst>
              <a:ext uri="{FF2B5EF4-FFF2-40B4-BE49-F238E27FC236}">
                <a16:creationId xmlns:a16="http://schemas.microsoft.com/office/drawing/2014/main" id="{DA4816E7-0A34-4E32-AB15-8F87EAEA496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5012" y="708591"/>
                </a:moveTo>
                <a:lnTo>
                  <a:pt x="428183" y="819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7" name="9q16_0_build_PredictedLigand_15">
            <a:extLst>
              <a:ext uri="{FF2B5EF4-FFF2-40B4-BE49-F238E27FC236}">
                <a16:creationId xmlns:a16="http://schemas.microsoft.com/office/drawing/2014/main" id="{6981F270-D5A3-4BAC-A341-14A6E4FD7FB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8" name="9q16_0_build_PredictedLigand_16">
            <a:extLst>
              <a:ext uri="{FF2B5EF4-FFF2-40B4-BE49-F238E27FC236}">
                <a16:creationId xmlns:a16="http://schemas.microsoft.com/office/drawing/2014/main" id="{A767A6E4-228D-438A-B058-F70F5E3B9BA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5234" y="377957"/>
                </a:moveTo>
                <a:lnTo>
                  <a:pt x="1736332" y="471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9" name="9q16_0_build_PredictedLigand_17">
            <a:extLst>
              <a:ext uri="{FF2B5EF4-FFF2-40B4-BE49-F238E27FC236}">
                <a16:creationId xmlns:a16="http://schemas.microsoft.com/office/drawing/2014/main" id="{568CB787-A544-4F62-BB7F-041AED3564D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39535" y="8299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0" name="9q16_0_build_PredictedLigand_18">
            <a:extLst>
              <a:ext uri="{FF2B5EF4-FFF2-40B4-BE49-F238E27FC236}">
                <a16:creationId xmlns:a16="http://schemas.microsoft.com/office/drawing/2014/main" id="{014014F4-3A13-45C6-A10C-B78C313FCF4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241" y="518748"/>
                </a:moveTo>
                <a:lnTo>
                  <a:pt x="730708" y="5697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1" name="9q16_0_build_PredictedLigand_19">
            <a:extLst>
              <a:ext uri="{FF2B5EF4-FFF2-40B4-BE49-F238E27FC236}">
                <a16:creationId xmlns:a16="http://schemas.microsoft.com/office/drawing/2014/main" id="{55041BCD-2027-492F-9E16-5B58E61C9BC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2" name="9q16_0_build_PredictedLigand_20">
            <a:extLst>
              <a:ext uri="{FF2B5EF4-FFF2-40B4-BE49-F238E27FC236}">
                <a16:creationId xmlns:a16="http://schemas.microsoft.com/office/drawing/2014/main" id="{779B123C-8AB6-497B-A241-0947F857CC1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3" name="9q16_0_build_PredictedLigand_21">
            <a:extLst>
              <a:ext uri="{FF2B5EF4-FFF2-40B4-BE49-F238E27FC236}">
                <a16:creationId xmlns:a16="http://schemas.microsoft.com/office/drawing/2014/main" id="{861532A6-E455-4316-8794-4DF3C6C01A0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4" name="9q16_0_build_PredictedLigand_22">
            <a:extLst>
              <a:ext uri="{FF2B5EF4-FFF2-40B4-BE49-F238E27FC236}">
                <a16:creationId xmlns:a16="http://schemas.microsoft.com/office/drawing/2014/main" id="{DEB0F5E8-8F44-47E0-A44E-A50471B25E5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6087" y="976413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5" name="9q16_0_build_PredictedLigand_23">
            <a:extLst>
              <a:ext uri="{FF2B5EF4-FFF2-40B4-BE49-F238E27FC236}">
                <a16:creationId xmlns:a16="http://schemas.microsoft.com/office/drawing/2014/main" id="{49F23FDF-586C-4C06-BC09-7BF43F39BE8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288734" y="528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6" name="9q16_0_build_PredictedLigand_24">
            <a:extLst>
              <a:ext uri="{FF2B5EF4-FFF2-40B4-BE49-F238E27FC236}">
                <a16:creationId xmlns:a16="http://schemas.microsoft.com/office/drawing/2014/main" id="{6F541F54-BD28-44F5-A727-65C229E5B03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587551" y="478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7" name="9q16_0_build_PredictedLigand_25">
            <a:extLst>
              <a:ext uri="{FF2B5EF4-FFF2-40B4-BE49-F238E27FC236}">
                <a16:creationId xmlns:a16="http://schemas.microsoft.com/office/drawing/2014/main" id="{95A10D7A-8EF8-49A7-9A2E-E059A71299A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1051775" y="831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8" name="9q16_0_build_PredictedLigand_26">
            <a:extLst>
              <a:ext uri="{FF2B5EF4-FFF2-40B4-BE49-F238E27FC236}">
                <a16:creationId xmlns:a16="http://schemas.microsoft.com/office/drawing/2014/main" id="{E9B67378-8E90-4066-8B36-E7CA7C1D532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867241" y="5187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9" name="9q16_0_build_PredictedLigand_27">
            <a:extLst>
              <a:ext uri="{FF2B5EF4-FFF2-40B4-BE49-F238E27FC236}">
                <a16:creationId xmlns:a16="http://schemas.microsoft.com/office/drawing/2014/main" id="{FE43A083-BC6B-45A4-ACE2-6338095531A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551" y="478026"/>
                </a:moveTo>
                <a:lnTo>
                  <a:pt x="1425694" y="399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0" name="9q16_0_build_PredictedLigand_28">
            <a:extLst>
              <a:ext uri="{FF2B5EF4-FFF2-40B4-BE49-F238E27FC236}">
                <a16:creationId xmlns:a16="http://schemas.microsoft.com/office/drawing/2014/main" id="{08406711-B9F9-4CDA-A15E-3AFF682804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5378" y="529711"/>
                </a:moveTo>
                <a:lnTo>
                  <a:pt x="1793168" y="7734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1" name="9q16_0_build_PredictedLigand_29">
            <a:extLst>
              <a:ext uri="{FF2B5EF4-FFF2-40B4-BE49-F238E27FC236}">
                <a16:creationId xmlns:a16="http://schemas.microsoft.com/office/drawing/2014/main" id="{25299BAE-D915-41D4-994C-0EF849218E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734" y="528028"/>
                </a:moveTo>
                <a:lnTo>
                  <a:pt x="1176408" y="550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2" name="9q16_0_build_PredictedLigand_30">
            <a:extLst>
              <a:ext uri="{FF2B5EF4-FFF2-40B4-BE49-F238E27FC236}">
                <a16:creationId xmlns:a16="http://schemas.microsoft.com/office/drawing/2014/main" id="{2832400B-432E-4A12-83BF-E099AA0A7E9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168" y="773420"/>
                </a:moveTo>
                <a:lnTo>
                  <a:pt x="1746087" y="976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3" name="9q16_0_build_PredictedLigand_31">
            <a:extLst>
              <a:ext uri="{FF2B5EF4-FFF2-40B4-BE49-F238E27FC236}">
                <a16:creationId xmlns:a16="http://schemas.microsoft.com/office/drawing/2014/main" id="{26E968D4-6C24-4C37-9A9A-E49CF54C53E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408" y="550459"/>
                </a:moveTo>
                <a:lnTo>
                  <a:pt x="993311" y="6992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4" name="9q16_0_build_PredictedLigand_32">
            <a:extLst>
              <a:ext uri="{FF2B5EF4-FFF2-40B4-BE49-F238E27FC236}">
                <a16:creationId xmlns:a16="http://schemas.microsoft.com/office/drawing/2014/main" id="{D4DD7F3C-48E1-4A0F-8641-04DC1E40426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917181" y="7881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5" name="9q16_0_build_PredictedAtoms_0">
            <a:extLst>
              <a:ext uri="{FF2B5EF4-FFF2-40B4-BE49-F238E27FC236}">
                <a16:creationId xmlns:a16="http://schemas.microsoft.com/office/drawing/2014/main" id="{172E96FA-A2BA-4F54-BD6A-21131D1ECC8D}"/>
              </a:ext>
            </a:extLst>
          </p:cNvPr>
          <p:cNvSpPr>
            <a:spLocks noGrp="1"/>
          </p:cNvSpPr>
          <p:nvPr/>
        </p:nvSpPr>
        <p:spPr>
          <a:xfrm>
            <a:off x="7549554" y="9524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6" name="9q16_0_build_PredictedAtoms_1">
            <a:extLst>
              <a:ext uri="{FF2B5EF4-FFF2-40B4-BE49-F238E27FC236}">
                <a16:creationId xmlns:a16="http://schemas.microsoft.com/office/drawing/2014/main" id="{DA3AE0F2-6CB1-435A-9C49-CECD6081CF9E}"/>
              </a:ext>
            </a:extLst>
          </p:cNvPr>
          <p:cNvSpPr>
            <a:spLocks noGrp="1"/>
          </p:cNvSpPr>
          <p:nvPr/>
        </p:nvSpPr>
        <p:spPr>
          <a:xfrm>
            <a:off x="7603140" y="11425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7" name="9q16_0_build_PredictedAtoms_2">
            <a:extLst>
              <a:ext uri="{FF2B5EF4-FFF2-40B4-BE49-F238E27FC236}">
                <a16:creationId xmlns:a16="http://schemas.microsoft.com/office/drawing/2014/main" id="{098B9A67-3D88-4CA7-8DA9-1B2781A46B3F}"/>
              </a:ext>
            </a:extLst>
          </p:cNvPr>
          <p:cNvSpPr>
            <a:spLocks noGrp="1"/>
          </p:cNvSpPr>
          <p:nvPr/>
        </p:nvSpPr>
        <p:spPr>
          <a:xfrm>
            <a:off x="7821242" y="11523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8" name="9q16_0_build_PredictedAtoms_3">
            <a:extLst>
              <a:ext uri="{FF2B5EF4-FFF2-40B4-BE49-F238E27FC236}">
                <a16:creationId xmlns:a16="http://schemas.microsoft.com/office/drawing/2014/main" id="{F65F6F13-CDDE-44C9-B5E5-EE81E14549A5}"/>
              </a:ext>
            </a:extLst>
          </p:cNvPr>
          <p:cNvSpPr>
            <a:spLocks noGrp="1"/>
          </p:cNvSpPr>
          <p:nvPr/>
        </p:nvSpPr>
        <p:spPr>
          <a:xfrm>
            <a:off x="7892339" y="1245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q16_0_build_PredictedAtoms_4">
            <a:extLst>
              <a:ext uri="{FF2B5EF4-FFF2-40B4-BE49-F238E27FC236}">
                <a16:creationId xmlns:a16="http://schemas.microsoft.com/office/drawing/2014/main" id="{30983A26-C18E-4B01-AEC6-8A5595A2C132}"/>
              </a:ext>
            </a:extLst>
          </p:cNvPr>
          <p:cNvSpPr>
            <a:spLocks noGrp="1"/>
          </p:cNvSpPr>
          <p:nvPr/>
        </p:nvSpPr>
        <p:spPr>
          <a:xfrm>
            <a:off x="8021386" y="13040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0" name="9q16_0_build_PredictedAtoms_5">
            <a:extLst>
              <a:ext uri="{FF2B5EF4-FFF2-40B4-BE49-F238E27FC236}">
                <a16:creationId xmlns:a16="http://schemas.microsoft.com/office/drawing/2014/main" id="{3861A683-CE8F-40D1-9698-43F59A452DB2}"/>
              </a:ext>
            </a:extLst>
          </p:cNvPr>
          <p:cNvSpPr>
            <a:spLocks noGrp="1"/>
          </p:cNvSpPr>
          <p:nvPr/>
        </p:nvSpPr>
        <p:spPr>
          <a:xfrm>
            <a:off x="7949175" y="15478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q16_0_build_PredictedAtoms_6">
            <a:extLst>
              <a:ext uri="{FF2B5EF4-FFF2-40B4-BE49-F238E27FC236}">
                <a16:creationId xmlns:a16="http://schemas.microsoft.com/office/drawing/2014/main" id="{490A974A-52A4-40C4-B7F7-620E6FAC93E1}"/>
              </a:ext>
            </a:extLst>
          </p:cNvPr>
          <p:cNvSpPr>
            <a:spLocks noGrp="1"/>
          </p:cNvSpPr>
          <p:nvPr/>
        </p:nvSpPr>
        <p:spPr>
          <a:xfrm>
            <a:off x="7902095" y="17507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2" name="9q16_0_build_PredictedAtoms_7">
            <a:extLst>
              <a:ext uri="{FF2B5EF4-FFF2-40B4-BE49-F238E27FC236}">
                <a16:creationId xmlns:a16="http://schemas.microsoft.com/office/drawing/2014/main" id="{2E0324DC-0D31-452A-99EE-1B854214FC5A}"/>
              </a:ext>
            </a:extLst>
          </p:cNvPr>
          <p:cNvSpPr>
            <a:spLocks noGrp="1"/>
          </p:cNvSpPr>
          <p:nvPr/>
        </p:nvSpPr>
        <p:spPr>
          <a:xfrm>
            <a:off x="8074687" y="17639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3" name="9q16_0_build_PredictedAtoms_8">
            <a:extLst>
              <a:ext uri="{FF2B5EF4-FFF2-40B4-BE49-F238E27FC236}">
                <a16:creationId xmlns:a16="http://schemas.microsoft.com/office/drawing/2014/main" id="{29A8CC17-10E8-464F-8700-EA4201AAA43F}"/>
              </a:ext>
            </a:extLst>
          </p:cNvPr>
          <p:cNvSpPr>
            <a:spLocks noGrp="1"/>
          </p:cNvSpPr>
          <p:nvPr/>
        </p:nvSpPr>
        <p:spPr>
          <a:xfrm>
            <a:off x="8306618" y="19792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4" name="9q16_0_build_PredictedAtoms_9">
            <a:extLst>
              <a:ext uri="{FF2B5EF4-FFF2-40B4-BE49-F238E27FC236}">
                <a16:creationId xmlns:a16="http://schemas.microsoft.com/office/drawing/2014/main" id="{ED1E09EC-784D-428C-8F73-B4233002A148}"/>
              </a:ext>
            </a:extLst>
          </p:cNvPr>
          <p:cNvSpPr>
            <a:spLocks noGrp="1"/>
          </p:cNvSpPr>
          <p:nvPr/>
        </p:nvSpPr>
        <p:spPr>
          <a:xfrm>
            <a:off x="8385593" y="20125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5" name="9q16_0_build_PredictedAtoms_10">
            <a:extLst>
              <a:ext uri="{FF2B5EF4-FFF2-40B4-BE49-F238E27FC236}">
                <a16:creationId xmlns:a16="http://schemas.microsoft.com/office/drawing/2014/main" id="{0E37BCF6-7DFA-4683-86BC-12E39D9C9719}"/>
              </a:ext>
            </a:extLst>
          </p:cNvPr>
          <p:cNvSpPr>
            <a:spLocks noGrp="1"/>
          </p:cNvSpPr>
          <p:nvPr/>
        </p:nvSpPr>
        <p:spPr>
          <a:xfrm>
            <a:off x="8300345" y="165163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6" name="9q16_0_build_PredictedAtoms_11">
            <a:extLst>
              <a:ext uri="{FF2B5EF4-FFF2-40B4-BE49-F238E27FC236}">
                <a16:creationId xmlns:a16="http://schemas.microsoft.com/office/drawing/2014/main" id="{4D1D0CCA-8750-4B05-83A2-C1B292F4E8FE}"/>
              </a:ext>
            </a:extLst>
          </p:cNvPr>
          <p:cNvSpPr>
            <a:spLocks noGrp="1"/>
          </p:cNvSpPr>
          <p:nvPr/>
        </p:nvSpPr>
        <p:spPr>
          <a:xfrm>
            <a:off x="8314761" y="1302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7" name="9q16_0_build_PredictedAtoms_12">
            <a:extLst>
              <a:ext uri="{FF2B5EF4-FFF2-40B4-BE49-F238E27FC236}">
                <a16:creationId xmlns:a16="http://schemas.microsoft.com/office/drawing/2014/main" id="{77A8ECDE-50A2-4302-8016-A484E962D2D4}"/>
              </a:ext>
            </a:extLst>
          </p:cNvPr>
          <p:cNvSpPr>
            <a:spLocks noGrp="1"/>
          </p:cNvSpPr>
          <p:nvPr/>
        </p:nvSpPr>
        <p:spPr>
          <a:xfrm>
            <a:off x="8357944" y="13402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8" name="9q16_0_build_PredictedAtoms_13">
            <a:extLst>
              <a:ext uri="{FF2B5EF4-FFF2-40B4-BE49-F238E27FC236}">
                <a16:creationId xmlns:a16="http://schemas.microsoft.com/office/drawing/2014/main" id="{F64BDED7-741D-43E2-8D47-AECDD8FFDB83}"/>
              </a:ext>
            </a:extLst>
          </p:cNvPr>
          <p:cNvSpPr>
            <a:spLocks noGrp="1"/>
          </p:cNvSpPr>
          <p:nvPr/>
        </p:nvSpPr>
        <p:spPr>
          <a:xfrm>
            <a:off x="8005664" y="15055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9" name="9q16_0_build_PredictedAtoms_14">
            <a:extLst>
              <a:ext uri="{FF2B5EF4-FFF2-40B4-BE49-F238E27FC236}">
                <a16:creationId xmlns:a16="http://schemas.microsoft.com/office/drawing/2014/main" id="{00E8E681-AE74-4EB9-9222-2001778DB233}"/>
              </a:ext>
            </a:extLst>
          </p:cNvPr>
          <p:cNvSpPr>
            <a:spLocks noGrp="1"/>
          </p:cNvSpPr>
          <p:nvPr/>
        </p:nvSpPr>
        <p:spPr>
          <a:xfrm>
            <a:off x="8041126" y="15748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0" name="9q16_0_build_PredictedAtoms_15">
            <a:extLst>
              <a:ext uri="{FF2B5EF4-FFF2-40B4-BE49-F238E27FC236}">
                <a16:creationId xmlns:a16="http://schemas.microsoft.com/office/drawing/2014/main" id="{74E61082-C3E7-472F-BED0-C78D97098E9A}"/>
              </a:ext>
            </a:extLst>
          </p:cNvPr>
          <p:cNvSpPr>
            <a:spLocks noGrp="1"/>
          </p:cNvSpPr>
          <p:nvPr/>
        </p:nvSpPr>
        <p:spPr>
          <a:xfrm>
            <a:off x="7743559" y="1252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1" name="9q16_0_build_PredictedAtoms_16">
            <a:extLst>
              <a:ext uri="{FF2B5EF4-FFF2-40B4-BE49-F238E27FC236}">
                <a16:creationId xmlns:a16="http://schemas.microsoft.com/office/drawing/2014/main" id="{D3C80084-94C7-4A4A-B868-D5F5A7557A42}"/>
              </a:ext>
            </a:extLst>
          </p:cNvPr>
          <p:cNvSpPr>
            <a:spLocks noGrp="1"/>
          </p:cNvSpPr>
          <p:nvPr/>
        </p:nvSpPr>
        <p:spPr>
          <a:xfrm>
            <a:off x="7581701" y="11742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2" name="9q16_0_build_PredictedAtoms_17">
            <a:extLst>
              <a:ext uri="{FF2B5EF4-FFF2-40B4-BE49-F238E27FC236}">
                <a16:creationId xmlns:a16="http://schemas.microsoft.com/office/drawing/2014/main" id="{624B16EC-572A-4D8E-A261-3D91A4259491}"/>
              </a:ext>
            </a:extLst>
          </p:cNvPr>
          <p:cNvSpPr>
            <a:spLocks noGrp="1"/>
          </p:cNvSpPr>
          <p:nvPr/>
        </p:nvSpPr>
        <p:spPr>
          <a:xfrm>
            <a:off x="7444741" y="13024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3" name="9q16_0_build_PredictedAtoms_18">
            <a:extLst>
              <a:ext uri="{FF2B5EF4-FFF2-40B4-BE49-F238E27FC236}">
                <a16:creationId xmlns:a16="http://schemas.microsoft.com/office/drawing/2014/main" id="{49063310-0E69-44AF-8FD6-173BF0A79BA8}"/>
              </a:ext>
            </a:extLst>
          </p:cNvPr>
          <p:cNvSpPr>
            <a:spLocks noGrp="1"/>
          </p:cNvSpPr>
          <p:nvPr/>
        </p:nvSpPr>
        <p:spPr>
          <a:xfrm>
            <a:off x="7332416" y="13248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4" name="9q16_0_build_PredictedAtoms_19">
            <a:extLst>
              <a:ext uri="{FF2B5EF4-FFF2-40B4-BE49-F238E27FC236}">
                <a16:creationId xmlns:a16="http://schemas.microsoft.com/office/drawing/2014/main" id="{B775501B-9B70-4A79-9F84-EDBB30A8B5F5}"/>
              </a:ext>
            </a:extLst>
          </p:cNvPr>
          <p:cNvSpPr>
            <a:spLocks noGrp="1"/>
          </p:cNvSpPr>
          <p:nvPr/>
        </p:nvSpPr>
        <p:spPr>
          <a:xfrm>
            <a:off x="7149319" y="14736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5" name="9q16_0_build_PredictedAtoms_20">
            <a:extLst>
              <a:ext uri="{FF2B5EF4-FFF2-40B4-BE49-F238E27FC236}">
                <a16:creationId xmlns:a16="http://schemas.microsoft.com/office/drawing/2014/main" id="{66EEF426-225C-4935-A295-39EF8011A212}"/>
              </a:ext>
            </a:extLst>
          </p:cNvPr>
          <p:cNvSpPr>
            <a:spLocks noGrp="1"/>
          </p:cNvSpPr>
          <p:nvPr/>
        </p:nvSpPr>
        <p:spPr>
          <a:xfrm>
            <a:off x="7073189" y="15625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6" name="9q16_0_build_PredictedAtoms_21">
            <a:extLst>
              <a:ext uri="{FF2B5EF4-FFF2-40B4-BE49-F238E27FC236}">
                <a16:creationId xmlns:a16="http://schemas.microsoft.com/office/drawing/2014/main" id="{CAC42409-323A-41D5-835C-49CD1A2486D1}"/>
              </a:ext>
            </a:extLst>
          </p:cNvPr>
          <p:cNvSpPr>
            <a:spLocks noGrp="1"/>
          </p:cNvSpPr>
          <p:nvPr/>
        </p:nvSpPr>
        <p:spPr>
          <a:xfrm>
            <a:off x="7207782" y="16059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7" name="9q16_0_build_PredictedAtoms_22">
            <a:extLst>
              <a:ext uri="{FF2B5EF4-FFF2-40B4-BE49-F238E27FC236}">
                <a16:creationId xmlns:a16="http://schemas.microsoft.com/office/drawing/2014/main" id="{618C4D65-D822-4D93-B784-4CE2C7B50568}"/>
              </a:ext>
            </a:extLst>
          </p:cNvPr>
          <p:cNvSpPr>
            <a:spLocks noGrp="1"/>
          </p:cNvSpPr>
          <p:nvPr/>
        </p:nvSpPr>
        <p:spPr>
          <a:xfrm>
            <a:off x="7023249" y="12931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8" name="9q16_0_build_PredictedAtoms_23">
            <a:extLst>
              <a:ext uri="{FF2B5EF4-FFF2-40B4-BE49-F238E27FC236}">
                <a16:creationId xmlns:a16="http://schemas.microsoft.com/office/drawing/2014/main" id="{119E22F4-1B2B-48C8-A69C-4D63B0C67DBA}"/>
              </a:ext>
            </a:extLst>
          </p:cNvPr>
          <p:cNvSpPr>
            <a:spLocks noGrp="1"/>
          </p:cNvSpPr>
          <p:nvPr/>
        </p:nvSpPr>
        <p:spPr>
          <a:xfrm>
            <a:off x="6886716" y="13440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9" name="9q16_0_build_PredictedAtoms_24">
            <a:extLst>
              <a:ext uri="{FF2B5EF4-FFF2-40B4-BE49-F238E27FC236}">
                <a16:creationId xmlns:a16="http://schemas.microsoft.com/office/drawing/2014/main" id="{37B9126E-B9E2-4DAD-B68F-A8F9B7B7088F}"/>
              </a:ext>
            </a:extLst>
          </p:cNvPr>
          <p:cNvSpPr>
            <a:spLocks noGrp="1"/>
          </p:cNvSpPr>
          <p:nvPr/>
        </p:nvSpPr>
        <p:spPr>
          <a:xfrm>
            <a:off x="6787712" y="11655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0" name="9q16_0_build_PredictedAtoms_25">
            <a:extLst>
              <a:ext uri="{FF2B5EF4-FFF2-40B4-BE49-F238E27FC236}">
                <a16:creationId xmlns:a16="http://schemas.microsoft.com/office/drawing/2014/main" id="{A89E696C-5666-4319-81F6-8C1A39462155}"/>
              </a:ext>
            </a:extLst>
          </p:cNvPr>
          <p:cNvSpPr>
            <a:spLocks noGrp="1"/>
          </p:cNvSpPr>
          <p:nvPr/>
        </p:nvSpPr>
        <p:spPr>
          <a:xfrm>
            <a:off x="6991954" y="14267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1" name="9q16_0_build_PredictedAtoms_26">
            <a:extLst>
              <a:ext uri="{FF2B5EF4-FFF2-40B4-BE49-F238E27FC236}">
                <a16:creationId xmlns:a16="http://schemas.microsoft.com/office/drawing/2014/main" id="{767BEB8A-78D2-4D42-B5BA-CC0DD44EBFB7}"/>
              </a:ext>
            </a:extLst>
          </p:cNvPr>
          <p:cNvSpPr>
            <a:spLocks noGrp="1"/>
          </p:cNvSpPr>
          <p:nvPr/>
        </p:nvSpPr>
        <p:spPr>
          <a:xfrm>
            <a:off x="6771020" y="14829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2" name="9q16_0_build_PredictedAtoms_27">
            <a:extLst>
              <a:ext uri="{FF2B5EF4-FFF2-40B4-BE49-F238E27FC236}">
                <a16:creationId xmlns:a16="http://schemas.microsoft.com/office/drawing/2014/main" id="{03178C09-086D-410D-B614-40CA12E07881}"/>
              </a:ext>
            </a:extLst>
          </p:cNvPr>
          <p:cNvSpPr>
            <a:spLocks noGrp="1"/>
          </p:cNvSpPr>
          <p:nvPr/>
        </p:nvSpPr>
        <p:spPr>
          <a:xfrm>
            <a:off x="6584190" y="15941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3" name="9q16_0_build_PredictedAtoms_28">
            <a:extLst>
              <a:ext uri="{FF2B5EF4-FFF2-40B4-BE49-F238E27FC236}">
                <a16:creationId xmlns:a16="http://schemas.microsoft.com/office/drawing/2014/main" id="{F06AE55E-B504-49B1-92ED-DCC8FD405E80}"/>
              </a:ext>
            </a:extLst>
          </p:cNvPr>
          <p:cNvSpPr>
            <a:spLocks noGrp="1"/>
          </p:cNvSpPr>
          <p:nvPr/>
        </p:nvSpPr>
        <p:spPr>
          <a:xfrm>
            <a:off x="6495543" y="16043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4" name="9q16_0_build_PredictedAtoms_29">
            <a:extLst>
              <a:ext uri="{FF2B5EF4-FFF2-40B4-BE49-F238E27FC236}">
                <a16:creationId xmlns:a16="http://schemas.microsoft.com/office/drawing/2014/main" id="{915F7C33-54C7-49DB-971C-CC20543B1112}"/>
              </a:ext>
            </a:extLst>
          </p:cNvPr>
          <p:cNvSpPr>
            <a:spLocks noGrp="1"/>
          </p:cNvSpPr>
          <p:nvPr/>
        </p:nvSpPr>
        <p:spPr>
          <a:xfrm>
            <a:off x="6654154" y="17671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5" name="9q16_0_build_PredictedAtoms_30">
            <a:extLst>
              <a:ext uri="{FF2B5EF4-FFF2-40B4-BE49-F238E27FC236}">
                <a16:creationId xmlns:a16="http://schemas.microsoft.com/office/drawing/2014/main" id="{B8C17F43-2774-456E-8A97-E8BA9287FF45}"/>
              </a:ext>
            </a:extLst>
          </p:cNvPr>
          <p:cNvSpPr>
            <a:spLocks noGrp="1"/>
          </p:cNvSpPr>
          <p:nvPr/>
        </p:nvSpPr>
        <p:spPr>
          <a:xfrm>
            <a:off x="6472009" y="14684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6" name="9q16_0_build_Clashes_0">
            <a:extLst>
              <a:ext uri="{FF2B5EF4-FFF2-40B4-BE49-F238E27FC236}">
                <a16:creationId xmlns:a16="http://schemas.microsoft.com/office/drawing/2014/main" id="{BD3FF1BC-BC65-4E7D-91AA-EE484DAD386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586" y="1238182"/>
                </a:moveTo>
                <a:lnTo>
                  <a:pt x="2441515" y="127441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7" name="9q16_0_build_Clashes_1">
            <a:extLst>
              <a:ext uri="{FF2B5EF4-FFF2-40B4-BE49-F238E27FC236}">
                <a16:creationId xmlns:a16="http://schemas.microsoft.com/office/drawing/2014/main" id="{5671749D-452E-441F-8446-D69C2AD456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1704" y="391144"/>
                </a:moveTo>
                <a:lnTo>
                  <a:pt x="443348" y="15450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8" name="9q16_0_build_ClashingReceptorAtoms_0">
            <a:extLst>
              <a:ext uri="{FF2B5EF4-FFF2-40B4-BE49-F238E27FC236}">
                <a16:creationId xmlns:a16="http://schemas.microsoft.com/office/drawing/2014/main" id="{829C5034-61F2-46EB-98AD-CF7B493B28EF}"/>
              </a:ext>
            </a:extLst>
          </p:cNvPr>
          <p:cNvSpPr>
            <a:spLocks noGrp="1"/>
          </p:cNvSpPr>
          <p:nvPr/>
        </p:nvSpPr>
        <p:spPr>
          <a:xfrm>
            <a:off x="6591735" y="9212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09" name="9q16_0_build_ClashingReceptorAtoms_1">
            <a:extLst>
              <a:ext uri="{FF2B5EF4-FFF2-40B4-BE49-F238E27FC236}">
                <a16:creationId xmlns:a16="http://schemas.microsoft.com/office/drawing/2014/main" id="{38C2FF4F-0219-43BE-8B3B-D39B0B4B12B1}"/>
              </a:ext>
            </a:extLst>
          </p:cNvPr>
          <p:cNvSpPr>
            <a:spLocks noGrp="1"/>
          </p:cNvSpPr>
          <p:nvPr/>
        </p:nvSpPr>
        <p:spPr>
          <a:xfrm>
            <a:off x="8589902" y="204117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10" name="stage3-cases-main_11">
            <a:extLst>
              <a:ext uri="{FF2B5EF4-FFF2-40B4-BE49-F238E27FC236}">
                <a16:creationId xmlns:a16="http://schemas.microsoft.com/office/drawing/2014/main" id="{A425D194-1919-47B0-86C9-DD7FEF76AE44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0.98 Å   D 97%   Clash 2</a:t>
            </a:r>
          </a:p>
        </p:txBody>
      </p:sp>
      <p:sp>
        <p:nvSpPr>
          <p:cNvPr id="311" name="stage3-cases-main_12">
            <a:extLst>
              <a:ext uri="{FF2B5EF4-FFF2-40B4-BE49-F238E27FC236}">
                <a16:creationId xmlns:a16="http://schemas.microsoft.com/office/drawing/2014/main" id="{064D8766-EB35-495F-91F3-229091841407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b  9UB7 · Y01 (A:701)</a:t>
            </a:r>
          </a:p>
        </p:txBody>
      </p:sp>
      <p:sp>
        <p:nvSpPr>
          <p:cNvPr id="312" name="stage3-cases-main_13">
            <a:extLst>
              <a:ext uri="{FF2B5EF4-FFF2-40B4-BE49-F238E27FC236}">
                <a16:creationId xmlns:a16="http://schemas.microsoft.com/office/drawing/2014/main" id="{0E8940AF-678C-4479-B603-2ACD05500FB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57054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313" name="stage3-cases-main_14">
            <a:extLst>
              <a:ext uri="{FF2B5EF4-FFF2-40B4-BE49-F238E27FC236}">
                <a16:creationId xmlns:a16="http://schemas.microsoft.com/office/drawing/2014/main" id="{4918D12F-3671-46D2-B287-FBDDABEB2950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4" name="9ub7_3_official_Receptor">
            <a:extLst>
              <a:ext uri="{FF2B5EF4-FFF2-40B4-BE49-F238E27FC236}">
                <a16:creationId xmlns:a16="http://schemas.microsoft.com/office/drawing/2014/main" id="{0AB988BA-52FB-4E74-BC6C-6CA9238096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315" name="9ub7_3_official_ExperimentalDensity">
            <a:extLst>
              <a:ext uri="{FF2B5EF4-FFF2-40B4-BE49-F238E27FC236}">
                <a16:creationId xmlns:a16="http://schemas.microsoft.com/office/drawing/2014/main" id="{97F8AC9A-557F-4ADC-93EF-218970E6BA8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16" name="9ub7_3_official_ReferenceLigand_0">
            <a:extLst>
              <a:ext uri="{FF2B5EF4-FFF2-40B4-BE49-F238E27FC236}">
                <a16:creationId xmlns:a16="http://schemas.microsoft.com/office/drawing/2014/main" id="{1F3F561F-50AF-4D6C-BB34-02FE2145F52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9ub7_3_official_ReferenceLigand_1">
            <a:extLst>
              <a:ext uri="{FF2B5EF4-FFF2-40B4-BE49-F238E27FC236}">
                <a16:creationId xmlns:a16="http://schemas.microsoft.com/office/drawing/2014/main" id="{7844239D-A68A-4E02-973B-B2ADF283461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ub7_3_official_ReferenceLigand_2">
            <a:extLst>
              <a:ext uri="{FF2B5EF4-FFF2-40B4-BE49-F238E27FC236}">
                <a16:creationId xmlns:a16="http://schemas.microsoft.com/office/drawing/2014/main" id="{2F88C2D4-4C5C-4CE0-8644-439BE1F9454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ub7_3_official_ReferenceLigand_3">
            <a:extLst>
              <a:ext uri="{FF2B5EF4-FFF2-40B4-BE49-F238E27FC236}">
                <a16:creationId xmlns:a16="http://schemas.microsoft.com/office/drawing/2014/main" id="{86087E67-7C76-427A-860C-56DC96C6A9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ub7_3_official_ReferenceLigand_4">
            <a:extLst>
              <a:ext uri="{FF2B5EF4-FFF2-40B4-BE49-F238E27FC236}">
                <a16:creationId xmlns:a16="http://schemas.microsoft.com/office/drawing/2014/main" id="{46B19E73-BAB3-4C5E-92A4-08FAE06EEB3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ub7_3_official_ReferenceLigand_5">
            <a:extLst>
              <a:ext uri="{FF2B5EF4-FFF2-40B4-BE49-F238E27FC236}">
                <a16:creationId xmlns:a16="http://schemas.microsoft.com/office/drawing/2014/main" id="{1E7C0425-C9C3-411E-BBF7-CD9B109967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ub7_3_official_ReferenceLigand_6">
            <a:extLst>
              <a:ext uri="{FF2B5EF4-FFF2-40B4-BE49-F238E27FC236}">
                <a16:creationId xmlns:a16="http://schemas.microsoft.com/office/drawing/2014/main" id="{690FEE24-E5AA-4910-BF4F-BC27ADDB2BB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ub7_3_official_ReferenceLigand_7">
            <a:extLst>
              <a:ext uri="{FF2B5EF4-FFF2-40B4-BE49-F238E27FC236}">
                <a16:creationId xmlns:a16="http://schemas.microsoft.com/office/drawing/2014/main" id="{F12CFE8C-09A8-4306-82F0-1536C7F0200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ub7_3_official_ReferenceLigand_8">
            <a:extLst>
              <a:ext uri="{FF2B5EF4-FFF2-40B4-BE49-F238E27FC236}">
                <a16:creationId xmlns:a16="http://schemas.microsoft.com/office/drawing/2014/main" id="{F9FFE454-8811-4770-8491-3FE2D4EE8B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ub7_3_official_ReferenceLigand_9">
            <a:extLst>
              <a:ext uri="{FF2B5EF4-FFF2-40B4-BE49-F238E27FC236}">
                <a16:creationId xmlns:a16="http://schemas.microsoft.com/office/drawing/2014/main" id="{C10216F0-48EC-446F-8C5D-672B4FF6608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ub7_3_official_ReferenceLigand_10">
            <a:extLst>
              <a:ext uri="{FF2B5EF4-FFF2-40B4-BE49-F238E27FC236}">
                <a16:creationId xmlns:a16="http://schemas.microsoft.com/office/drawing/2014/main" id="{A0436647-D2D2-4A2A-B30A-5F96B5AF6D5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ub7_3_official_ReferenceLigand_11">
            <a:extLst>
              <a:ext uri="{FF2B5EF4-FFF2-40B4-BE49-F238E27FC236}">
                <a16:creationId xmlns:a16="http://schemas.microsoft.com/office/drawing/2014/main" id="{C0764662-69B6-41A3-9465-CE42F49D2E8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ub7_3_official_ReferenceLigand_12">
            <a:extLst>
              <a:ext uri="{FF2B5EF4-FFF2-40B4-BE49-F238E27FC236}">
                <a16:creationId xmlns:a16="http://schemas.microsoft.com/office/drawing/2014/main" id="{6BA518A6-337A-430B-B2F7-0469855AF4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ub7_3_official_ReferenceLigand_13">
            <a:extLst>
              <a:ext uri="{FF2B5EF4-FFF2-40B4-BE49-F238E27FC236}">
                <a16:creationId xmlns:a16="http://schemas.microsoft.com/office/drawing/2014/main" id="{866069CA-B22B-4529-84FD-D64E2279F37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ub7_3_official_ReferenceLigand_14">
            <a:extLst>
              <a:ext uri="{FF2B5EF4-FFF2-40B4-BE49-F238E27FC236}">
                <a16:creationId xmlns:a16="http://schemas.microsoft.com/office/drawing/2014/main" id="{5D0AD3CC-B67A-4D8C-9DF5-0E01C5CBFCF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ub7_3_official_ReferenceLigand_15">
            <a:extLst>
              <a:ext uri="{FF2B5EF4-FFF2-40B4-BE49-F238E27FC236}">
                <a16:creationId xmlns:a16="http://schemas.microsoft.com/office/drawing/2014/main" id="{E9F32F78-243E-40DA-A1A0-19BA26B656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2" name="9ub7_3_official_ReferenceLigand_16">
            <a:extLst>
              <a:ext uri="{FF2B5EF4-FFF2-40B4-BE49-F238E27FC236}">
                <a16:creationId xmlns:a16="http://schemas.microsoft.com/office/drawing/2014/main" id="{8E3F3B76-F417-4265-AF69-EC5A2643E4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3" name="9ub7_3_official_ReferenceLigand_17">
            <a:extLst>
              <a:ext uri="{FF2B5EF4-FFF2-40B4-BE49-F238E27FC236}">
                <a16:creationId xmlns:a16="http://schemas.microsoft.com/office/drawing/2014/main" id="{9EFB8E2B-D57F-4511-9113-EB94F26F274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4" name="9ub7_3_official_ReferenceLigand_18">
            <a:extLst>
              <a:ext uri="{FF2B5EF4-FFF2-40B4-BE49-F238E27FC236}">
                <a16:creationId xmlns:a16="http://schemas.microsoft.com/office/drawing/2014/main" id="{04FA2C6C-DB01-4DAF-B248-CCE2A2C4BA2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5" name="9ub7_3_official_ReferenceLigand_19">
            <a:extLst>
              <a:ext uri="{FF2B5EF4-FFF2-40B4-BE49-F238E27FC236}">
                <a16:creationId xmlns:a16="http://schemas.microsoft.com/office/drawing/2014/main" id="{2C8039FF-2560-4570-BEF0-69CD04C4DB4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6" name="9ub7_3_official_ReferenceLigand_20">
            <a:extLst>
              <a:ext uri="{FF2B5EF4-FFF2-40B4-BE49-F238E27FC236}">
                <a16:creationId xmlns:a16="http://schemas.microsoft.com/office/drawing/2014/main" id="{96E0E8EF-50F1-46E4-9471-3F3E84C6513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7" name="9ub7_3_official_ReferenceLigand_21">
            <a:extLst>
              <a:ext uri="{FF2B5EF4-FFF2-40B4-BE49-F238E27FC236}">
                <a16:creationId xmlns:a16="http://schemas.microsoft.com/office/drawing/2014/main" id="{D12A414E-993C-4955-AB11-9373E541AC1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8" name="9ub7_3_official_ReferenceLigand_22">
            <a:extLst>
              <a:ext uri="{FF2B5EF4-FFF2-40B4-BE49-F238E27FC236}">
                <a16:creationId xmlns:a16="http://schemas.microsoft.com/office/drawing/2014/main" id="{693E0F61-44DF-4C62-B2D1-B94551DA5D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9" name="9ub7_3_official_ReferenceLigand_23">
            <a:extLst>
              <a:ext uri="{FF2B5EF4-FFF2-40B4-BE49-F238E27FC236}">
                <a16:creationId xmlns:a16="http://schemas.microsoft.com/office/drawing/2014/main" id="{E678FDD7-75E9-4663-9558-8A48B8DBA88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0" name="9ub7_3_official_ReferenceLigand_24">
            <a:extLst>
              <a:ext uri="{FF2B5EF4-FFF2-40B4-BE49-F238E27FC236}">
                <a16:creationId xmlns:a16="http://schemas.microsoft.com/office/drawing/2014/main" id="{6632A5DD-25ED-4DB5-932F-D39F42E088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1" name="9ub7_3_official_ReferenceLigand_25">
            <a:extLst>
              <a:ext uri="{FF2B5EF4-FFF2-40B4-BE49-F238E27FC236}">
                <a16:creationId xmlns:a16="http://schemas.microsoft.com/office/drawing/2014/main" id="{6EAED2A4-4A1D-4BC9-AADD-A88CC40D29C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2" name="9ub7_3_official_ReferenceLigand_26">
            <a:extLst>
              <a:ext uri="{FF2B5EF4-FFF2-40B4-BE49-F238E27FC236}">
                <a16:creationId xmlns:a16="http://schemas.microsoft.com/office/drawing/2014/main" id="{3672BBDE-8B2A-4951-8A5E-A6EC2CA5963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3" name="9ub7_3_official_ReferenceLigand_27">
            <a:extLst>
              <a:ext uri="{FF2B5EF4-FFF2-40B4-BE49-F238E27FC236}">
                <a16:creationId xmlns:a16="http://schemas.microsoft.com/office/drawing/2014/main" id="{81DB8CF4-54D9-4276-BC00-695F935E16E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4" name="9ub7_3_official_ReferenceLigand_28">
            <a:extLst>
              <a:ext uri="{FF2B5EF4-FFF2-40B4-BE49-F238E27FC236}">
                <a16:creationId xmlns:a16="http://schemas.microsoft.com/office/drawing/2014/main" id="{38F45C14-927A-4F72-9FFB-1ED4E28C0DF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5" name="9ub7_3_official_ReferenceLigand_29">
            <a:extLst>
              <a:ext uri="{FF2B5EF4-FFF2-40B4-BE49-F238E27FC236}">
                <a16:creationId xmlns:a16="http://schemas.microsoft.com/office/drawing/2014/main" id="{30F9C12E-4ACF-418A-BA94-743058B6351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6" name="9ub7_3_official_ReferenceLigand_30">
            <a:extLst>
              <a:ext uri="{FF2B5EF4-FFF2-40B4-BE49-F238E27FC236}">
                <a16:creationId xmlns:a16="http://schemas.microsoft.com/office/drawing/2014/main" id="{B871B09B-97E6-4439-ABEF-BE3C05FCA1D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7" name="9ub7_3_official_ReferenceLigand_31">
            <a:extLst>
              <a:ext uri="{FF2B5EF4-FFF2-40B4-BE49-F238E27FC236}">
                <a16:creationId xmlns:a16="http://schemas.microsoft.com/office/drawing/2014/main" id="{6D6049FD-AF2A-42BC-9BB9-BF2F0847F2E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8" name="9ub7_3_official_ReferenceLigand_32">
            <a:extLst>
              <a:ext uri="{FF2B5EF4-FFF2-40B4-BE49-F238E27FC236}">
                <a16:creationId xmlns:a16="http://schemas.microsoft.com/office/drawing/2014/main" id="{DC17BD31-6090-4D39-BD24-BB35111D0C4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9" name="9ub7_3_official_ReferenceLigand_33">
            <a:extLst>
              <a:ext uri="{FF2B5EF4-FFF2-40B4-BE49-F238E27FC236}">
                <a16:creationId xmlns:a16="http://schemas.microsoft.com/office/drawing/2014/main" id="{ABCB41C3-6574-49C0-A73B-B5D0C12A6F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0" name="9ub7_3_official_ReferenceLigand_34">
            <a:extLst>
              <a:ext uri="{FF2B5EF4-FFF2-40B4-BE49-F238E27FC236}">
                <a16:creationId xmlns:a16="http://schemas.microsoft.com/office/drawing/2014/main" id="{B92913E3-662E-480C-A3B6-FC0A39D5182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1" name="9ub7_3_official_ReferenceLigand_35">
            <a:extLst>
              <a:ext uri="{FF2B5EF4-FFF2-40B4-BE49-F238E27FC236}">
                <a16:creationId xmlns:a16="http://schemas.microsoft.com/office/drawing/2014/main" id="{8186DD38-4860-4FD8-87A0-1FA224C07C5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2" name="9ub7_3_official_ReferenceLigand_36">
            <a:extLst>
              <a:ext uri="{FF2B5EF4-FFF2-40B4-BE49-F238E27FC236}">
                <a16:creationId xmlns:a16="http://schemas.microsoft.com/office/drawing/2014/main" id="{24CDA9BD-2765-4374-B9D2-AA2BC3A5B9A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3" name="9ub7_3_official_ReferenceLigand_37">
            <a:extLst>
              <a:ext uri="{FF2B5EF4-FFF2-40B4-BE49-F238E27FC236}">
                <a16:creationId xmlns:a16="http://schemas.microsoft.com/office/drawing/2014/main" id="{1D970801-83F3-45B5-88D0-F934D710493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4" name="9ub7_3_official_PredictedLigand_0">
            <a:extLst>
              <a:ext uri="{FF2B5EF4-FFF2-40B4-BE49-F238E27FC236}">
                <a16:creationId xmlns:a16="http://schemas.microsoft.com/office/drawing/2014/main" id="{1F93E059-BB07-45B8-B4E8-6E7CEC8AAD7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3652" y="789627"/>
                </a:moveTo>
                <a:lnTo>
                  <a:pt x="1359762" y="7472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9ub7_3_official_PredictedLigand_1">
            <a:extLst>
              <a:ext uri="{FF2B5EF4-FFF2-40B4-BE49-F238E27FC236}">
                <a16:creationId xmlns:a16="http://schemas.microsoft.com/office/drawing/2014/main" id="{5AA99BCF-2B3F-4777-BA77-08B1F9A3C6D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5979" y="787902"/>
                </a:moveTo>
                <a:lnTo>
                  <a:pt x="1654734" y="7166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9ub7_3_official_PredictedLigand_2">
            <a:extLst>
              <a:ext uri="{FF2B5EF4-FFF2-40B4-BE49-F238E27FC236}">
                <a16:creationId xmlns:a16="http://schemas.microsoft.com/office/drawing/2014/main" id="{9DC44D96-24D1-478A-9EF4-42C9B7FF0E6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9238" y="793258"/>
                </a:moveTo>
                <a:lnTo>
                  <a:pt x="1223652" y="789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9ub7_3_official_PredictedLigand_3">
            <a:extLst>
              <a:ext uri="{FF2B5EF4-FFF2-40B4-BE49-F238E27FC236}">
                <a16:creationId xmlns:a16="http://schemas.microsoft.com/office/drawing/2014/main" id="{8A4EB1A1-6E9E-4A75-8F4B-F22C0C9EA6C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9762" y="747235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9ub7_3_official_PredictedLigand_4">
            <a:extLst>
              <a:ext uri="{FF2B5EF4-FFF2-40B4-BE49-F238E27FC236}">
                <a16:creationId xmlns:a16="http://schemas.microsoft.com/office/drawing/2014/main" id="{B499124B-FEFC-478C-AD1E-9FAC0F300DD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4734" y="716689"/>
                </a:moveTo>
                <a:lnTo>
                  <a:pt x="1568652" y="7225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9ub7_3_official_PredictedLigand_5">
            <a:extLst>
              <a:ext uri="{FF2B5EF4-FFF2-40B4-BE49-F238E27FC236}">
                <a16:creationId xmlns:a16="http://schemas.microsoft.com/office/drawing/2014/main" id="{D9950974-1C90-4CB8-BB80-269412CAF41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904" y="792390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9ub7_3_official_PredictedLigand_6">
            <a:extLst>
              <a:ext uri="{FF2B5EF4-FFF2-40B4-BE49-F238E27FC236}">
                <a16:creationId xmlns:a16="http://schemas.microsoft.com/office/drawing/2014/main" id="{46EC8EB8-5E85-4AE4-A25E-8761DD2AD11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775979" y="7879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9ub7_3_official_PredictedLigand_7">
            <a:extLst>
              <a:ext uri="{FF2B5EF4-FFF2-40B4-BE49-F238E27FC236}">
                <a16:creationId xmlns:a16="http://schemas.microsoft.com/office/drawing/2014/main" id="{BAC6FE8E-14CA-4764-A96C-A4E477ECA41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9ub7_3_official_PredictedLigand_8">
            <a:extLst>
              <a:ext uri="{FF2B5EF4-FFF2-40B4-BE49-F238E27FC236}">
                <a16:creationId xmlns:a16="http://schemas.microsoft.com/office/drawing/2014/main" id="{724DF7BA-4A23-48EB-8394-1CB0E123E1C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711385" y="702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9ub7_3_official_PredictedLigand_9">
            <a:extLst>
              <a:ext uri="{FF2B5EF4-FFF2-40B4-BE49-F238E27FC236}">
                <a16:creationId xmlns:a16="http://schemas.microsoft.com/office/drawing/2014/main" id="{3A3205F6-48BE-424C-B73E-439F225BA2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3321" y="867132"/>
                </a:moveTo>
                <a:lnTo>
                  <a:pt x="1007904" y="7923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9ub7_3_official_PredictedLigand_10">
            <a:extLst>
              <a:ext uri="{FF2B5EF4-FFF2-40B4-BE49-F238E27FC236}">
                <a16:creationId xmlns:a16="http://schemas.microsoft.com/office/drawing/2014/main" id="{41955E52-A956-4D0A-897B-F92C97ACEC9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367031" y="11506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5" name="9ub7_3_official_PredictedLigand_11">
            <a:extLst>
              <a:ext uri="{FF2B5EF4-FFF2-40B4-BE49-F238E27FC236}">
                <a16:creationId xmlns:a16="http://schemas.microsoft.com/office/drawing/2014/main" id="{DE3535F4-C70E-41FB-BD77-EB1667B8ED7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6" name="9ub7_3_official_PredictedLigand_12">
            <a:extLst>
              <a:ext uri="{FF2B5EF4-FFF2-40B4-BE49-F238E27FC236}">
                <a16:creationId xmlns:a16="http://schemas.microsoft.com/office/drawing/2014/main" id="{E2BE7BB3-5886-438B-B41F-8AEC11409B2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426046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7" name="9ub7_3_official_PredictedLigand_13">
            <a:extLst>
              <a:ext uri="{FF2B5EF4-FFF2-40B4-BE49-F238E27FC236}">
                <a16:creationId xmlns:a16="http://schemas.microsoft.com/office/drawing/2014/main" id="{D18B52A3-A909-40C6-AFFA-EBA0B4A205B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8313" y="749653"/>
                </a:moveTo>
                <a:lnTo>
                  <a:pt x="1352608" y="7834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8" name="9ub7_3_official_PredictedLigand_14">
            <a:extLst>
              <a:ext uri="{FF2B5EF4-FFF2-40B4-BE49-F238E27FC236}">
                <a16:creationId xmlns:a16="http://schemas.microsoft.com/office/drawing/2014/main" id="{D62D0FA2-8DF1-4909-965D-85904F1BBFF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9" name="9ub7_3_official_PredictedLigand_15">
            <a:extLst>
              <a:ext uri="{FF2B5EF4-FFF2-40B4-BE49-F238E27FC236}">
                <a16:creationId xmlns:a16="http://schemas.microsoft.com/office/drawing/2014/main" id="{81253A81-1DFC-4ECA-B274-8AEB881D8FC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039" y="1229889"/>
                </a:moveTo>
                <a:lnTo>
                  <a:pt x="1458911" y="12607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0" name="9ub7_3_official_PredictedLigand_16">
            <a:extLst>
              <a:ext uri="{FF2B5EF4-FFF2-40B4-BE49-F238E27FC236}">
                <a16:creationId xmlns:a16="http://schemas.microsoft.com/office/drawing/2014/main" id="{9063A4D6-7F20-4378-963F-BCB7DD7513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829128" y="9445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1" name="9ub7_3_official_PredictedLigand_17">
            <a:extLst>
              <a:ext uri="{FF2B5EF4-FFF2-40B4-BE49-F238E27FC236}">
                <a16:creationId xmlns:a16="http://schemas.microsoft.com/office/drawing/2014/main" id="{2B05ACB7-E5E2-4CBF-BA29-456D3B059D0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64625" y="8326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2" name="9ub7_3_official_PredictedLigand_18">
            <a:extLst>
              <a:ext uri="{FF2B5EF4-FFF2-40B4-BE49-F238E27FC236}">
                <a16:creationId xmlns:a16="http://schemas.microsoft.com/office/drawing/2014/main" id="{36F8A0EF-DE54-46A4-81A9-12EF6216D88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46" y="800042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3" name="9ub7_3_official_PredictedLigand_19">
            <a:extLst>
              <a:ext uri="{FF2B5EF4-FFF2-40B4-BE49-F238E27FC236}">
                <a16:creationId xmlns:a16="http://schemas.microsoft.com/office/drawing/2014/main" id="{1957FC6C-D422-4F88-B014-3E7DFE91C88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831546" y="8000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4" name="9ub7_3_official_PredictedLigand_20">
            <a:extLst>
              <a:ext uri="{FF2B5EF4-FFF2-40B4-BE49-F238E27FC236}">
                <a16:creationId xmlns:a16="http://schemas.microsoft.com/office/drawing/2014/main" id="{78538758-D94E-4AC0-9C72-F8D1C912975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968817" y="983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5" name="9ub7_3_official_PredictedLigand_21">
            <a:extLst>
              <a:ext uri="{FF2B5EF4-FFF2-40B4-BE49-F238E27FC236}">
                <a16:creationId xmlns:a16="http://schemas.microsoft.com/office/drawing/2014/main" id="{1EDEF30B-884F-42AC-81B0-0FA99DB41F1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207640" y="7909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6" name="9ub7_3_official_PredictedLigand_22">
            <a:extLst>
              <a:ext uri="{FF2B5EF4-FFF2-40B4-BE49-F238E27FC236}">
                <a16:creationId xmlns:a16="http://schemas.microsoft.com/office/drawing/2014/main" id="{EED9C6A6-E252-4541-A65D-A4FA6F17A45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973" y="1092523"/>
                </a:moveTo>
                <a:lnTo>
                  <a:pt x="1578039" y="12298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7" name="9ub7_3_official_PredictedLigand_23">
            <a:extLst>
              <a:ext uri="{FF2B5EF4-FFF2-40B4-BE49-F238E27FC236}">
                <a16:creationId xmlns:a16="http://schemas.microsoft.com/office/drawing/2014/main" id="{CC397DF9-1E86-43FA-BE2D-7E3935FE374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621417" y="496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8" name="9ub7_3_official_PredictedLigand_24">
            <a:extLst>
              <a:ext uri="{FF2B5EF4-FFF2-40B4-BE49-F238E27FC236}">
                <a16:creationId xmlns:a16="http://schemas.microsoft.com/office/drawing/2014/main" id="{80928FB8-59EF-4DFB-95CB-6107D2C14E9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71" y="624880"/>
                </a:moveTo>
                <a:lnTo>
                  <a:pt x="739614" y="7113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9" name="9ub7_3_official_PredictedLigand_25">
            <a:extLst>
              <a:ext uri="{FF2B5EF4-FFF2-40B4-BE49-F238E27FC236}">
                <a16:creationId xmlns:a16="http://schemas.microsoft.com/office/drawing/2014/main" id="{C69B8D9E-587F-48EE-8C0F-52A63A31C69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455" y="932634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0" name="9ub7_3_official_PredictedLigand_26">
            <a:extLst>
              <a:ext uri="{FF2B5EF4-FFF2-40B4-BE49-F238E27FC236}">
                <a16:creationId xmlns:a16="http://schemas.microsoft.com/office/drawing/2014/main" id="{78A481F8-59A9-481C-934D-25C5D68E979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1946" y="271205"/>
                </a:moveTo>
                <a:lnTo>
                  <a:pt x="724025" y="3934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1" name="9ub7_3_official_PredictedLigand_27">
            <a:extLst>
              <a:ext uri="{FF2B5EF4-FFF2-40B4-BE49-F238E27FC236}">
                <a16:creationId xmlns:a16="http://schemas.microsoft.com/office/drawing/2014/main" id="{99AF3A3E-9E1F-4F6E-8F30-219E9F362CC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840449" y="4242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2" name="9ub7_3_official_PredictedLigand_28">
            <a:extLst>
              <a:ext uri="{FF2B5EF4-FFF2-40B4-BE49-F238E27FC236}">
                <a16:creationId xmlns:a16="http://schemas.microsoft.com/office/drawing/2014/main" id="{F2ADEDEB-AD85-4CE0-A010-D959DFA4190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929" y="1055167"/>
                </a:moveTo>
                <a:lnTo>
                  <a:pt x="1627973" y="10925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3" name="9ub7_3_official_PredictedLigand_29">
            <a:extLst>
              <a:ext uri="{FF2B5EF4-FFF2-40B4-BE49-F238E27FC236}">
                <a16:creationId xmlns:a16="http://schemas.microsoft.com/office/drawing/2014/main" id="{E973292E-F7A8-44D6-918A-A39311B1D06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417" y="496770"/>
                </a:moveTo>
                <a:lnTo>
                  <a:pt x="670771" y="6248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4" name="9ub7_3_official_PredictedLigand_30">
            <a:extLst>
              <a:ext uri="{FF2B5EF4-FFF2-40B4-BE49-F238E27FC236}">
                <a16:creationId xmlns:a16="http://schemas.microsoft.com/office/drawing/2014/main" id="{70CE3792-75CA-4F0C-A1E7-8CDC626A3DE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749929" y="10551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5" name="9ub7_3_official_PredictedLigand_31">
            <a:extLst>
              <a:ext uri="{FF2B5EF4-FFF2-40B4-BE49-F238E27FC236}">
                <a16:creationId xmlns:a16="http://schemas.microsoft.com/office/drawing/2014/main" id="{FD3B50DA-C944-4721-ABDB-C0A66417F5B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64513" y="6718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6" name="9ub7_3_official_PredictedLigand_32">
            <a:extLst>
              <a:ext uri="{FF2B5EF4-FFF2-40B4-BE49-F238E27FC236}">
                <a16:creationId xmlns:a16="http://schemas.microsoft.com/office/drawing/2014/main" id="{BB6D0EE0-C7AE-43A9-9EA4-B30EE2FAB1F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59084" y="9016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7" name="9ub7_3_official_PredictedLigand_33">
            <a:extLst>
              <a:ext uri="{FF2B5EF4-FFF2-40B4-BE49-F238E27FC236}">
                <a16:creationId xmlns:a16="http://schemas.microsoft.com/office/drawing/2014/main" id="{3263724D-6ACA-4FCA-9458-48914E1B722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19208" y="6512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8" name="9ub7_3_official_PredictedLigand_34">
            <a:extLst>
              <a:ext uri="{FF2B5EF4-FFF2-40B4-BE49-F238E27FC236}">
                <a16:creationId xmlns:a16="http://schemas.microsoft.com/office/drawing/2014/main" id="{102C98C2-371E-4E87-9685-D6C153A41AD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427787" y="7727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9" name="9ub7_3_official_PredictedLigand_35">
            <a:extLst>
              <a:ext uri="{FF2B5EF4-FFF2-40B4-BE49-F238E27FC236}">
                <a16:creationId xmlns:a16="http://schemas.microsoft.com/office/drawing/2014/main" id="{2C11759C-B42E-475E-BB63-569973B871B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850" y="810009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0" name="9ub7_3_official_PredictedLigand_36">
            <a:extLst>
              <a:ext uri="{FF2B5EF4-FFF2-40B4-BE49-F238E27FC236}">
                <a16:creationId xmlns:a16="http://schemas.microsoft.com/office/drawing/2014/main" id="{0B0D3627-8A15-4D68-AC62-EC73487F9A7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9084" y="901675"/>
                </a:moveTo>
                <a:lnTo>
                  <a:pt x="1020455" y="9326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1" name="9ub7_3_official_PredictedLigand_37">
            <a:extLst>
              <a:ext uri="{FF2B5EF4-FFF2-40B4-BE49-F238E27FC236}">
                <a16:creationId xmlns:a16="http://schemas.microsoft.com/office/drawing/2014/main" id="{9C741F6C-9313-4533-A193-322E89E8848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787" y="772741"/>
                </a:moveTo>
                <a:lnTo>
                  <a:pt x="1562850" y="8100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2" name="9ub7_3_official_PredictedAtoms_0">
            <a:extLst>
              <a:ext uri="{FF2B5EF4-FFF2-40B4-BE49-F238E27FC236}">
                <a16:creationId xmlns:a16="http://schemas.microsoft.com/office/drawing/2014/main" id="{7CD9F64B-0491-4ADF-8F2A-4DF976B2FAB6}"/>
              </a:ext>
            </a:extLst>
          </p:cNvPr>
          <p:cNvSpPr>
            <a:spLocks noGrp="1"/>
          </p:cNvSpPr>
          <p:nvPr/>
        </p:nvSpPr>
        <p:spPr>
          <a:xfrm>
            <a:off x="894354" y="28362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3" name="9ub7_3_official_PredictedAtoms_1">
            <a:extLst>
              <a:ext uri="{FF2B5EF4-FFF2-40B4-BE49-F238E27FC236}">
                <a16:creationId xmlns:a16="http://schemas.microsoft.com/office/drawing/2014/main" id="{DE05C05B-FF39-4B94-9D84-93F6D5845A2C}"/>
              </a:ext>
            </a:extLst>
          </p:cNvPr>
          <p:cNvSpPr>
            <a:spLocks noGrp="1"/>
          </p:cNvSpPr>
          <p:nvPr/>
        </p:nvSpPr>
        <p:spPr>
          <a:xfrm>
            <a:off x="936432" y="29585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4" name="9ub7_3_official_PredictedAtoms_2">
            <a:extLst>
              <a:ext uri="{FF2B5EF4-FFF2-40B4-BE49-F238E27FC236}">
                <a16:creationId xmlns:a16="http://schemas.microsoft.com/office/drawing/2014/main" id="{1A6A4D8A-549B-4EF0-B98D-1A79D0F4732E}"/>
              </a:ext>
            </a:extLst>
          </p:cNvPr>
          <p:cNvSpPr>
            <a:spLocks noGrp="1"/>
          </p:cNvSpPr>
          <p:nvPr/>
        </p:nvSpPr>
        <p:spPr>
          <a:xfrm>
            <a:off x="1052857" y="29893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5" name="9ub7_3_official_PredictedAtoms_3">
            <a:extLst>
              <a:ext uri="{FF2B5EF4-FFF2-40B4-BE49-F238E27FC236}">
                <a16:creationId xmlns:a16="http://schemas.microsoft.com/office/drawing/2014/main" id="{BE49F7D8-23E6-405F-95C5-BC1FC27D7DA3}"/>
              </a:ext>
            </a:extLst>
          </p:cNvPr>
          <p:cNvSpPr>
            <a:spLocks noGrp="1"/>
          </p:cNvSpPr>
          <p:nvPr/>
        </p:nvSpPr>
        <p:spPr>
          <a:xfrm>
            <a:off x="833825" y="30618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6" name="9ub7_3_official_PredictedAtoms_4">
            <a:extLst>
              <a:ext uri="{FF2B5EF4-FFF2-40B4-BE49-F238E27FC236}">
                <a16:creationId xmlns:a16="http://schemas.microsoft.com/office/drawing/2014/main" id="{71942448-9A0A-4F1F-A84C-14C4F8BAAAAA}"/>
              </a:ext>
            </a:extLst>
          </p:cNvPr>
          <p:cNvSpPr>
            <a:spLocks noGrp="1"/>
          </p:cNvSpPr>
          <p:nvPr/>
        </p:nvSpPr>
        <p:spPr>
          <a:xfrm>
            <a:off x="883179" y="31899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7" name="9ub7_3_official_PredictedAtoms_5">
            <a:extLst>
              <a:ext uri="{FF2B5EF4-FFF2-40B4-BE49-F238E27FC236}">
                <a16:creationId xmlns:a16="http://schemas.microsoft.com/office/drawing/2014/main" id="{15B2916E-4406-499D-A6BE-66FA6CA0EB3B}"/>
              </a:ext>
            </a:extLst>
          </p:cNvPr>
          <p:cNvSpPr>
            <a:spLocks noGrp="1"/>
          </p:cNvSpPr>
          <p:nvPr/>
        </p:nvSpPr>
        <p:spPr>
          <a:xfrm>
            <a:off x="952021" y="32764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8" name="9ub7_3_official_PredictedAtoms_6">
            <a:extLst>
              <a:ext uri="{FF2B5EF4-FFF2-40B4-BE49-F238E27FC236}">
                <a16:creationId xmlns:a16="http://schemas.microsoft.com/office/drawing/2014/main" id="{269CC237-25F4-4608-AA9D-A94D08074D08}"/>
              </a:ext>
            </a:extLst>
          </p:cNvPr>
          <p:cNvSpPr>
            <a:spLocks noGrp="1"/>
          </p:cNvSpPr>
          <p:nvPr/>
        </p:nvSpPr>
        <p:spPr>
          <a:xfrm>
            <a:off x="923792" y="32673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9" name="9ub7_3_official_PredictedAtoms_7">
            <a:extLst>
              <a:ext uri="{FF2B5EF4-FFF2-40B4-BE49-F238E27FC236}">
                <a16:creationId xmlns:a16="http://schemas.microsoft.com/office/drawing/2014/main" id="{6168B5A2-809B-4E20-8CC7-17FD79D391CB}"/>
              </a:ext>
            </a:extLst>
          </p:cNvPr>
          <p:cNvSpPr>
            <a:spLocks noGrp="1"/>
          </p:cNvSpPr>
          <p:nvPr/>
        </p:nvSpPr>
        <p:spPr>
          <a:xfrm>
            <a:off x="1043954" y="33651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0" name="9ub7_3_official_PredictedAtoms_8">
            <a:extLst>
              <a:ext uri="{FF2B5EF4-FFF2-40B4-BE49-F238E27FC236}">
                <a16:creationId xmlns:a16="http://schemas.microsoft.com/office/drawing/2014/main" id="{C2699C0F-DB7E-4F2A-85D7-C4E1575A96A4}"/>
              </a:ext>
            </a:extLst>
          </p:cNvPr>
          <p:cNvSpPr>
            <a:spLocks noGrp="1"/>
          </p:cNvSpPr>
          <p:nvPr/>
        </p:nvSpPr>
        <p:spPr>
          <a:xfrm>
            <a:off x="1155728" y="34322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1" name="9ub7_3_official_PredictedAtoms_9">
            <a:extLst>
              <a:ext uri="{FF2B5EF4-FFF2-40B4-BE49-F238E27FC236}">
                <a16:creationId xmlns:a16="http://schemas.microsoft.com/office/drawing/2014/main" id="{AB82A06E-6891-4E7F-847C-C8709AA14CEC}"/>
              </a:ext>
            </a:extLst>
          </p:cNvPr>
          <p:cNvSpPr>
            <a:spLocks noGrp="1"/>
          </p:cNvSpPr>
          <p:nvPr/>
        </p:nvSpPr>
        <p:spPr>
          <a:xfrm>
            <a:off x="1220312" y="33574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2" name="9ub7_3_official_PredictedAtoms_10">
            <a:extLst>
              <a:ext uri="{FF2B5EF4-FFF2-40B4-BE49-F238E27FC236}">
                <a16:creationId xmlns:a16="http://schemas.microsoft.com/office/drawing/2014/main" id="{736B5F86-232E-41AF-8B67-BCF310C4D11F}"/>
              </a:ext>
            </a:extLst>
          </p:cNvPr>
          <p:cNvSpPr>
            <a:spLocks noGrp="1"/>
          </p:cNvSpPr>
          <p:nvPr/>
        </p:nvSpPr>
        <p:spPr>
          <a:xfrm>
            <a:off x="1361646" y="33583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3" name="9ub7_3_official_PredictedAtoms_11">
            <a:extLst>
              <a:ext uri="{FF2B5EF4-FFF2-40B4-BE49-F238E27FC236}">
                <a16:creationId xmlns:a16="http://schemas.microsoft.com/office/drawing/2014/main" id="{E53FAA6E-8670-4FE5-ADCA-92EE5064CECF}"/>
              </a:ext>
            </a:extLst>
          </p:cNvPr>
          <p:cNvSpPr>
            <a:spLocks noGrp="1"/>
          </p:cNvSpPr>
          <p:nvPr/>
        </p:nvSpPr>
        <p:spPr>
          <a:xfrm>
            <a:off x="1436060" y="33547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4" name="9ub7_3_official_PredictedAtoms_12">
            <a:extLst>
              <a:ext uri="{FF2B5EF4-FFF2-40B4-BE49-F238E27FC236}">
                <a16:creationId xmlns:a16="http://schemas.microsoft.com/office/drawing/2014/main" id="{53383C41-8E94-4B56-BE6C-C4E6A9E22D12}"/>
              </a:ext>
            </a:extLst>
          </p:cNvPr>
          <p:cNvSpPr>
            <a:spLocks noGrp="1"/>
          </p:cNvSpPr>
          <p:nvPr/>
        </p:nvSpPr>
        <p:spPr>
          <a:xfrm>
            <a:off x="1572169" y="33123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5" name="9ub7_3_official_PredictedAtoms_13">
            <a:extLst>
              <a:ext uri="{FF2B5EF4-FFF2-40B4-BE49-F238E27FC236}">
                <a16:creationId xmlns:a16="http://schemas.microsoft.com/office/drawing/2014/main" id="{64804BD8-60FF-4135-8FC2-1098BE700B12}"/>
              </a:ext>
            </a:extLst>
          </p:cNvPr>
          <p:cNvSpPr>
            <a:spLocks noGrp="1"/>
          </p:cNvSpPr>
          <p:nvPr/>
        </p:nvSpPr>
        <p:spPr>
          <a:xfrm>
            <a:off x="1640721" y="33147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6" name="9ub7_3_official_PredictedAtoms_14">
            <a:extLst>
              <a:ext uri="{FF2B5EF4-FFF2-40B4-BE49-F238E27FC236}">
                <a16:creationId xmlns:a16="http://schemas.microsoft.com/office/drawing/2014/main" id="{F8E2A1B8-90FC-4C9B-8336-6FA2D5CC25E7}"/>
              </a:ext>
            </a:extLst>
          </p:cNvPr>
          <p:cNvSpPr>
            <a:spLocks noGrp="1"/>
          </p:cNvSpPr>
          <p:nvPr/>
        </p:nvSpPr>
        <p:spPr>
          <a:xfrm>
            <a:off x="1565016" y="33484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7" name="9ub7_3_official_PredictedAtoms_15">
            <a:extLst>
              <a:ext uri="{FF2B5EF4-FFF2-40B4-BE49-F238E27FC236}">
                <a16:creationId xmlns:a16="http://schemas.microsoft.com/office/drawing/2014/main" id="{538B3D4E-8A03-4146-9AC7-FEB601347FA5}"/>
              </a:ext>
            </a:extLst>
          </p:cNvPr>
          <p:cNvSpPr>
            <a:spLocks noGrp="1"/>
          </p:cNvSpPr>
          <p:nvPr/>
        </p:nvSpPr>
        <p:spPr>
          <a:xfrm>
            <a:off x="1640195" y="33378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8" name="9ub7_3_official_PredictedAtoms_16">
            <a:extLst>
              <a:ext uri="{FF2B5EF4-FFF2-40B4-BE49-F238E27FC236}">
                <a16:creationId xmlns:a16="http://schemas.microsoft.com/office/drawing/2014/main" id="{F3CF727F-6202-4B7D-B437-E4F1E9F3701F}"/>
              </a:ext>
            </a:extLst>
          </p:cNvPr>
          <p:cNvSpPr>
            <a:spLocks noGrp="1"/>
          </p:cNvSpPr>
          <p:nvPr/>
        </p:nvSpPr>
        <p:spPr>
          <a:xfrm>
            <a:off x="1775257" y="33750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9" name="9ub7_3_official_PredictedAtoms_17">
            <a:extLst>
              <a:ext uri="{FF2B5EF4-FFF2-40B4-BE49-F238E27FC236}">
                <a16:creationId xmlns:a16="http://schemas.microsoft.com/office/drawing/2014/main" id="{16EA9FB5-125C-4BE7-BB92-FCFCB0C94AD8}"/>
              </a:ext>
            </a:extLst>
          </p:cNvPr>
          <p:cNvSpPr>
            <a:spLocks noGrp="1"/>
          </p:cNvSpPr>
          <p:nvPr/>
        </p:nvSpPr>
        <p:spPr>
          <a:xfrm>
            <a:off x="1865179" y="33240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0" name="9ub7_3_official_PredictedAtoms_18">
            <a:extLst>
              <a:ext uri="{FF2B5EF4-FFF2-40B4-BE49-F238E27FC236}">
                <a16:creationId xmlns:a16="http://schemas.microsoft.com/office/drawing/2014/main" id="{47EB590F-0173-4350-9B49-D55C7933AED6}"/>
              </a:ext>
            </a:extLst>
          </p:cNvPr>
          <p:cNvSpPr>
            <a:spLocks noGrp="1"/>
          </p:cNvSpPr>
          <p:nvPr/>
        </p:nvSpPr>
        <p:spPr>
          <a:xfrm>
            <a:off x="1931616" y="321637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1" name="9ub7_3_official_PredictedAtoms_19">
            <a:extLst>
              <a:ext uri="{FF2B5EF4-FFF2-40B4-BE49-F238E27FC236}">
                <a16:creationId xmlns:a16="http://schemas.microsoft.com/office/drawing/2014/main" id="{9A5B2E4E-1294-415E-A1C9-387B15569B31}"/>
              </a:ext>
            </a:extLst>
          </p:cNvPr>
          <p:cNvSpPr>
            <a:spLocks noGrp="1"/>
          </p:cNvSpPr>
          <p:nvPr/>
        </p:nvSpPr>
        <p:spPr>
          <a:xfrm>
            <a:off x="1977033" y="33977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2" name="9ub7_3_official_PredictedAtoms_20">
            <a:extLst>
              <a:ext uri="{FF2B5EF4-FFF2-40B4-BE49-F238E27FC236}">
                <a16:creationId xmlns:a16="http://schemas.microsoft.com/office/drawing/2014/main" id="{B7379947-12A8-4C3B-806F-18BF71AE277E}"/>
              </a:ext>
            </a:extLst>
          </p:cNvPr>
          <p:cNvSpPr>
            <a:spLocks noGrp="1"/>
          </p:cNvSpPr>
          <p:nvPr/>
        </p:nvSpPr>
        <p:spPr>
          <a:xfrm>
            <a:off x="2041535" y="35096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3" name="9ub7_3_official_PredictedAtoms_21">
            <a:extLst>
              <a:ext uri="{FF2B5EF4-FFF2-40B4-BE49-F238E27FC236}">
                <a16:creationId xmlns:a16="http://schemas.microsoft.com/office/drawing/2014/main" id="{C31604BB-640A-4BD7-A545-1810BE01AD12}"/>
              </a:ext>
            </a:extLst>
          </p:cNvPr>
          <p:cNvSpPr>
            <a:spLocks noGrp="1"/>
          </p:cNvSpPr>
          <p:nvPr/>
        </p:nvSpPr>
        <p:spPr>
          <a:xfrm>
            <a:off x="2181225" y="35482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4" name="9ub7_3_official_PredictedAtoms_22">
            <a:extLst>
              <a:ext uri="{FF2B5EF4-FFF2-40B4-BE49-F238E27FC236}">
                <a16:creationId xmlns:a16="http://schemas.microsoft.com/office/drawing/2014/main" id="{CF4EF05E-4D52-4C7F-9A9E-C2F484BC82AF}"/>
              </a:ext>
            </a:extLst>
          </p:cNvPr>
          <p:cNvSpPr>
            <a:spLocks noGrp="1"/>
          </p:cNvSpPr>
          <p:nvPr/>
        </p:nvSpPr>
        <p:spPr>
          <a:xfrm>
            <a:off x="1962336" y="36202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5" name="9ub7_3_official_PredictedAtoms_23">
            <a:extLst>
              <a:ext uri="{FF2B5EF4-FFF2-40B4-BE49-F238E27FC236}">
                <a16:creationId xmlns:a16="http://schemas.microsoft.com/office/drawing/2014/main" id="{226D17A7-ED9C-4247-B2D7-08AF8B680DE6}"/>
              </a:ext>
            </a:extLst>
          </p:cNvPr>
          <p:cNvSpPr>
            <a:spLocks noGrp="1"/>
          </p:cNvSpPr>
          <p:nvPr/>
        </p:nvSpPr>
        <p:spPr>
          <a:xfrm>
            <a:off x="1840380" y="36576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6" name="9ub7_3_official_PredictedAtoms_24">
            <a:extLst>
              <a:ext uri="{FF2B5EF4-FFF2-40B4-BE49-F238E27FC236}">
                <a16:creationId xmlns:a16="http://schemas.microsoft.com/office/drawing/2014/main" id="{274A9165-F928-4A86-9D88-BEDCBB75164E}"/>
              </a:ext>
            </a:extLst>
          </p:cNvPr>
          <p:cNvSpPr>
            <a:spLocks noGrp="1"/>
          </p:cNvSpPr>
          <p:nvPr/>
        </p:nvSpPr>
        <p:spPr>
          <a:xfrm>
            <a:off x="1790447" y="37949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7" name="9ub7_3_official_PredictedAtoms_25">
            <a:extLst>
              <a:ext uri="{FF2B5EF4-FFF2-40B4-BE49-F238E27FC236}">
                <a16:creationId xmlns:a16="http://schemas.microsoft.com/office/drawing/2014/main" id="{AE7894D8-B0FB-4D2D-A0C8-1BFA72C52430}"/>
              </a:ext>
            </a:extLst>
          </p:cNvPr>
          <p:cNvSpPr>
            <a:spLocks noGrp="1"/>
          </p:cNvSpPr>
          <p:nvPr/>
        </p:nvSpPr>
        <p:spPr>
          <a:xfrm>
            <a:off x="1671318" y="38257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8" name="9ub7_3_official_PredictedAtoms_27">
            <a:extLst>
              <a:ext uri="{FF2B5EF4-FFF2-40B4-BE49-F238E27FC236}">
                <a16:creationId xmlns:a16="http://schemas.microsoft.com/office/drawing/2014/main" id="{AFB9E8EA-C167-4B56-A427-383594EBFED2}"/>
              </a:ext>
            </a:extLst>
          </p:cNvPr>
          <p:cNvSpPr>
            <a:spLocks noGrp="1"/>
          </p:cNvSpPr>
          <p:nvPr/>
        </p:nvSpPr>
        <p:spPr>
          <a:xfrm>
            <a:off x="1579439" y="37156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9" name="9ub7_3_official_PredictedAtoms_28">
            <a:extLst>
              <a:ext uri="{FF2B5EF4-FFF2-40B4-BE49-F238E27FC236}">
                <a16:creationId xmlns:a16="http://schemas.microsoft.com/office/drawing/2014/main" id="{5A540FE9-F378-4D75-BFA6-C16D37B7EFEE}"/>
              </a:ext>
            </a:extLst>
          </p:cNvPr>
          <p:cNvSpPr>
            <a:spLocks noGrp="1"/>
          </p:cNvSpPr>
          <p:nvPr/>
        </p:nvSpPr>
        <p:spPr>
          <a:xfrm>
            <a:off x="1988386" y="33529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0" name="9ub7_3_official_PredictedAtoms_29">
            <a:extLst>
              <a:ext uri="{FF2B5EF4-FFF2-40B4-BE49-F238E27FC236}">
                <a16:creationId xmlns:a16="http://schemas.microsoft.com/office/drawing/2014/main" id="{31B53A66-4E65-488E-A8E5-FEB8F4D2CF67}"/>
              </a:ext>
            </a:extLst>
          </p:cNvPr>
          <p:cNvSpPr>
            <a:spLocks noGrp="1"/>
          </p:cNvSpPr>
          <p:nvPr/>
        </p:nvSpPr>
        <p:spPr>
          <a:xfrm>
            <a:off x="1867141" y="32817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1" name="9ub7_3_official_PredictedAtoms_30">
            <a:extLst>
              <a:ext uri="{FF2B5EF4-FFF2-40B4-BE49-F238E27FC236}">
                <a16:creationId xmlns:a16="http://schemas.microsoft.com/office/drawing/2014/main" id="{09649C66-470F-485C-B640-541D437A70A4}"/>
              </a:ext>
            </a:extLst>
          </p:cNvPr>
          <p:cNvSpPr>
            <a:spLocks noGrp="1"/>
          </p:cNvSpPr>
          <p:nvPr/>
        </p:nvSpPr>
        <p:spPr>
          <a:xfrm>
            <a:off x="1781059" y="32876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2" name="9ub7_3_official_PredictedAtoms_31">
            <a:extLst>
              <a:ext uri="{FF2B5EF4-FFF2-40B4-BE49-F238E27FC236}">
                <a16:creationId xmlns:a16="http://schemas.microsoft.com/office/drawing/2014/main" id="{72E94F24-9E74-45AC-9C9E-7A6BDC113F02}"/>
              </a:ext>
            </a:extLst>
          </p:cNvPr>
          <p:cNvSpPr>
            <a:spLocks noGrp="1"/>
          </p:cNvSpPr>
          <p:nvPr/>
        </p:nvSpPr>
        <p:spPr>
          <a:xfrm>
            <a:off x="1420048" y="33560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3" name="9ub7_3_official_PredictedAtoms_32">
            <a:extLst>
              <a:ext uri="{FF2B5EF4-FFF2-40B4-BE49-F238E27FC236}">
                <a16:creationId xmlns:a16="http://schemas.microsoft.com/office/drawing/2014/main" id="{584145E6-75BB-409B-9A4E-B20743AE6C20}"/>
              </a:ext>
            </a:extLst>
          </p:cNvPr>
          <p:cNvSpPr>
            <a:spLocks noGrp="1"/>
          </p:cNvSpPr>
          <p:nvPr/>
        </p:nvSpPr>
        <p:spPr>
          <a:xfrm>
            <a:off x="1376920" y="32368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4" name="9ub7_3_official_PredictedAtoms_33">
            <a:extLst>
              <a:ext uri="{FF2B5EF4-FFF2-40B4-BE49-F238E27FC236}">
                <a16:creationId xmlns:a16="http://schemas.microsoft.com/office/drawing/2014/main" id="{93FDA36B-8097-4BEE-94C9-8888ABE22C34}"/>
              </a:ext>
            </a:extLst>
          </p:cNvPr>
          <p:cNvSpPr>
            <a:spLocks noGrp="1"/>
          </p:cNvSpPr>
          <p:nvPr/>
        </p:nvSpPr>
        <p:spPr>
          <a:xfrm>
            <a:off x="1371492" y="34667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5" name="9ub7_3_official_PredictedAtoms_34">
            <a:extLst>
              <a:ext uri="{FF2B5EF4-FFF2-40B4-BE49-F238E27FC236}">
                <a16:creationId xmlns:a16="http://schemas.microsoft.com/office/drawing/2014/main" id="{1960C941-0E06-44CB-844F-E6F1D4A1B9D2}"/>
              </a:ext>
            </a:extLst>
          </p:cNvPr>
          <p:cNvSpPr>
            <a:spLocks noGrp="1"/>
          </p:cNvSpPr>
          <p:nvPr/>
        </p:nvSpPr>
        <p:spPr>
          <a:xfrm>
            <a:off x="1232863" y="34977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6" name="stage3-cases-main_16">
            <a:extLst>
              <a:ext uri="{FF2B5EF4-FFF2-40B4-BE49-F238E27FC236}">
                <a16:creationId xmlns:a16="http://schemas.microsoft.com/office/drawing/2014/main" id="{CD53246E-C210-42D5-80B0-7578C3A6D784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4.66 Å   D 46%   Clash 0</a:t>
            </a:r>
          </a:p>
        </p:txBody>
      </p:sp>
      <p:sp>
        <p:nvSpPr>
          <p:cNvPr id="427" name="9ub7_3_tuned_Receptor">
            <a:extLst>
              <a:ext uri="{FF2B5EF4-FFF2-40B4-BE49-F238E27FC236}">
                <a16:creationId xmlns:a16="http://schemas.microsoft.com/office/drawing/2014/main" id="{71D109E1-1AEA-4FD2-A89E-8120D5F2D81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428" name="9ub7_3_tuned_ExperimentalDensity">
            <a:extLst>
              <a:ext uri="{FF2B5EF4-FFF2-40B4-BE49-F238E27FC236}">
                <a16:creationId xmlns:a16="http://schemas.microsoft.com/office/drawing/2014/main" id="{21F2D108-096A-4404-837B-6BCD06809F1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29" name="9ub7_3_tuned_ReferenceLigand_0">
            <a:extLst>
              <a:ext uri="{FF2B5EF4-FFF2-40B4-BE49-F238E27FC236}">
                <a16:creationId xmlns:a16="http://schemas.microsoft.com/office/drawing/2014/main" id="{5DF80401-F4B8-405F-8B73-904B60CECA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9ub7_3_tuned_ReferenceLigand_1">
            <a:extLst>
              <a:ext uri="{FF2B5EF4-FFF2-40B4-BE49-F238E27FC236}">
                <a16:creationId xmlns:a16="http://schemas.microsoft.com/office/drawing/2014/main" id="{81E38311-3BE8-4888-B448-31E306ADA45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1" name="9ub7_3_tuned_ReferenceLigand_2">
            <a:extLst>
              <a:ext uri="{FF2B5EF4-FFF2-40B4-BE49-F238E27FC236}">
                <a16:creationId xmlns:a16="http://schemas.microsoft.com/office/drawing/2014/main" id="{57CCB0D2-8F7E-4A68-9B1F-5DEF14D2B6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2" name="9ub7_3_tuned_ReferenceLigand_3">
            <a:extLst>
              <a:ext uri="{FF2B5EF4-FFF2-40B4-BE49-F238E27FC236}">
                <a16:creationId xmlns:a16="http://schemas.microsoft.com/office/drawing/2014/main" id="{A5E49A27-E893-4CA2-B0CF-43FDD731362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3" name="9ub7_3_tuned_ReferenceLigand_4">
            <a:extLst>
              <a:ext uri="{FF2B5EF4-FFF2-40B4-BE49-F238E27FC236}">
                <a16:creationId xmlns:a16="http://schemas.microsoft.com/office/drawing/2014/main" id="{941BCCB0-4ED4-4022-9D27-61A5DEF8F56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4" name="9ub7_3_tuned_ReferenceLigand_5">
            <a:extLst>
              <a:ext uri="{FF2B5EF4-FFF2-40B4-BE49-F238E27FC236}">
                <a16:creationId xmlns:a16="http://schemas.microsoft.com/office/drawing/2014/main" id="{63481699-E55E-45A8-9262-3EBA84A7E5C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5" name="9ub7_3_tuned_ReferenceLigand_6">
            <a:extLst>
              <a:ext uri="{FF2B5EF4-FFF2-40B4-BE49-F238E27FC236}">
                <a16:creationId xmlns:a16="http://schemas.microsoft.com/office/drawing/2014/main" id="{3E40B2AF-A3F1-4BA9-AD07-794F233BE14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6" name="9ub7_3_tuned_ReferenceLigand_7">
            <a:extLst>
              <a:ext uri="{FF2B5EF4-FFF2-40B4-BE49-F238E27FC236}">
                <a16:creationId xmlns:a16="http://schemas.microsoft.com/office/drawing/2014/main" id="{1A9418F4-4540-42A3-BD87-F9CE2A90CA8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7" name="9ub7_3_tuned_ReferenceLigand_8">
            <a:extLst>
              <a:ext uri="{FF2B5EF4-FFF2-40B4-BE49-F238E27FC236}">
                <a16:creationId xmlns:a16="http://schemas.microsoft.com/office/drawing/2014/main" id="{3C66306A-75C3-418F-A764-6FCEA3C2273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8" name="9ub7_3_tuned_ReferenceLigand_9">
            <a:extLst>
              <a:ext uri="{FF2B5EF4-FFF2-40B4-BE49-F238E27FC236}">
                <a16:creationId xmlns:a16="http://schemas.microsoft.com/office/drawing/2014/main" id="{108D2F35-12B3-454B-92BA-2AE72164CE0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9" name="9ub7_3_tuned_ReferenceLigand_10">
            <a:extLst>
              <a:ext uri="{FF2B5EF4-FFF2-40B4-BE49-F238E27FC236}">
                <a16:creationId xmlns:a16="http://schemas.microsoft.com/office/drawing/2014/main" id="{F6D685B3-C4AE-4D96-AE94-A42301B6252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0" name="9ub7_3_tuned_ReferenceLigand_11">
            <a:extLst>
              <a:ext uri="{FF2B5EF4-FFF2-40B4-BE49-F238E27FC236}">
                <a16:creationId xmlns:a16="http://schemas.microsoft.com/office/drawing/2014/main" id="{58F2FED2-0D3E-4A93-AE9C-DC7E97B9E51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1" name="9ub7_3_tuned_ReferenceLigand_12">
            <a:extLst>
              <a:ext uri="{FF2B5EF4-FFF2-40B4-BE49-F238E27FC236}">
                <a16:creationId xmlns:a16="http://schemas.microsoft.com/office/drawing/2014/main" id="{1645A01D-7152-48D1-B57A-10C5A7EC632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2" name="9ub7_3_tuned_ReferenceLigand_13">
            <a:extLst>
              <a:ext uri="{FF2B5EF4-FFF2-40B4-BE49-F238E27FC236}">
                <a16:creationId xmlns:a16="http://schemas.microsoft.com/office/drawing/2014/main" id="{46E7F3E2-E2A5-49B9-8AA6-2F62DB9DD97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3" name="9ub7_3_tuned_ReferenceLigand_14">
            <a:extLst>
              <a:ext uri="{FF2B5EF4-FFF2-40B4-BE49-F238E27FC236}">
                <a16:creationId xmlns:a16="http://schemas.microsoft.com/office/drawing/2014/main" id="{7381B3F8-1E54-4726-A1DC-44D3E354703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4" name="9ub7_3_tuned_ReferenceLigand_15">
            <a:extLst>
              <a:ext uri="{FF2B5EF4-FFF2-40B4-BE49-F238E27FC236}">
                <a16:creationId xmlns:a16="http://schemas.microsoft.com/office/drawing/2014/main" id="{103DF19F-C311-45C7-911A-683EADF16C4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5" name="9ub7_3_tuned_ReferenceLigand_16">
            <a:extLst>
              <a:ext uri="{FF2B5EF4-FFF2-40B4-BE49-F238E27FC236}">
                <a16:creationId xmlns:a16="http://schemas.microsoft.com/office/drawing/2014/main" id="{67C5A6A5-0930-452B-BC62-C894E67476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6" name="9ub7_3_tuned_ReferenceLigand_17">
            <a:extLst>
              <a:ext uri="{FF2B5EF4-FFF2-40B4-BE49-F238E27FC236}">
                <a16:creationId xmlns:a16="http://schemas.microsoft.com/office/drawing/2014/main" id="{E167B1D0-05FF-459D-919A-48FA72415EB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7" name="9ub7_3_tuned_ReferenceLigand_18">
            <a:extLst>
              <a:ext uri="{FF2B5EF4-FFF2-40B4-BE49-F238E27FC236}">
                <a16:creationId xmlns:a16="http://schemas.microsoft.com/office/drawing/2014/main" id="{D4AE0F56-D118-4B2A-BEDC-360DD54CA70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8" name="9ub7_3_tuned_ReferenceLigand_19">
            <a:extLst>
              <a:ext uri="{FF2B5EF4-FFF2-40B4-BE49-F238E27FC236}">
                <a16:creationId xmlns:a16="http://schemas.microsoft.com/office/drawing/2014/main" id="{31E71A3A-B3D0-4845-93D0-C7B3E5FEFE3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9" name="9ub7_3_tuned_ReferenceLigand_20">
            <a:extLst>
              <a:ext uri="{FF2B5EF4-FFF2-40B4-BE49-F238E27FC236}">
                <a16:creationId xmlns:a16="http://schemas.microsoft.com/office/drawing/2014/main" id="{35630F6F-9A04-4D09-ABD0-9329614F8B5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0" name="9ub7_3_tuned_ReferenceLigand_21">
            <a:extLst>
              <a:ext uri="{FF2B5EF4-FFF2-40B4-BE49-F238E27FC236}">
                <a16:creationId xmlns:a16="http://schemas.microsoft.com/office/drawing/2014/main" id="{B797D742-9EDC-49A8-844A-F48C3DCED19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1" name="9ub7_3_tuned_ReferenceLigand_22">
            <a:extLst>
              <a:ext uri="{FF2B5EF4-FFF2-40B4-BE49-F238E27FC236}">
                <a16:creationId xmlns:a16="http://schemas.microsoft.com/office/drawing/2014/main" id="{77C1B85D-BBF6-46FE-BB82-2A9F02C36AC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2" name="9ub7_3_tuned_ReferenceLigand_23">
            <a:extLst>
              <a:ext uri="{FF2B5EF4-FFF2-40B4-BE49-F238E27FC236}">
                <a16:creationId xmlns:a16="http://schemas.microsoft.com/office/drawing/2014/main" id="{946B5259-C5F8-4757-A51D-C438535222E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3" name="9ub7_3_tuned_ReferenceLigand_24">
            <a:extLst>
              <a:ext uri="{FF2B5EF4-FFF2-40B4-BE49-F238E27FC236}">
                <a16:creationId xmlns:a16="http://schemas.microsoft.com/office/drawing/2014/main" id="{D8F2DD05-7467-4DB4-8148-82D5D09901A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4" name="9ub7_3_tuned_ReferenceLigand_25">
            <a:extLst>
              <a:ext uri="{FF2B5EF4-FFF2-40B4-BE49-F238E27FC236}">
                <a16:creationId xmlns:a16="http://schemas.microsoft.com/office/drawing/2014/main" id="{50A69AB7-F56A-4115-A07E-C4E87BB7A4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5" name="9ub7_3_tuned_ReferenceLigand_26">
            <a:extLst>
              <a:ext uri="{FF2B5EF4-FFF2-40B4-BE49-F238E27FC236}">
                <a16:creationId xmlns:a16="http://schemas.microsoft.com/office/drawing/2014/main" id="{521ACB17-1A9B-4233-8507-FC51E01661C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6" name="9ub7_3_tuned_ReferenceLigand_27">
            <a:extLst>
              <a:ext uri="{FF2B5EF4-FFF2-40B4-BE49-F238E27FC236}">
                <a16:creationId xmlns:a16="http://schemas.microsoft.com/office/drawing/2014/main" id="{FF325607-56DD-4991-AF32-AF437373653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7" name="9ub7_3_tuned_ReferenceLigand_28">
            <a:extLst>
              <a:ext uri="{FF2B5EF4-FFF2-40B4-BE49-F238E27FC236}">
                <a16:creationId xmlns:a16="http://schemas.microsoft.com/office/drawing/2014/main" id="{D5C62147-CAF1-4569-BAEF-9E11CC4AD49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8" name="9ub7_3_tuned_ReferenceLigand_29">
            <a:extLst>
              <a:ext uri="{FF2B5EF4-FFF2-40B4-BE49-F238E27FC236}">
                <a16:creationId xmlns:a16="http://schemas.microsoft.com/office/drawing/2014/main" id="{DC87F9B8-2826-4499-BA7F-E098C21102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9" name="9ub7_3_tuned_ReferenceLigand_30">
            <a:extLst>
              <a:ext uri="{FF2B5EF4-FFF2-40B4-BE49-F238E27FC236}">
                <a16:creationId xmlns:a16="http://schemas.microsoft.com/office/drawing/2014/main" id="{4BBDC5AE-83B0-4232-9397-CBFF650D303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0" name="9ub7_3_tuned_ReferenceLigand_31">
            <a:extLst>
              <a:ext uri="{FF2B5EF4-FFF2-40B4-BE49-F238E27FC236}">
                <a16:creationId xmlns:a16="http://schemas.microsoft.com/office/drawing/2014/main" id="{E53F45E3-193D-4935-B5B5-147B4A142CA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1" name="9ub7_3_tuned_ReferenceLigand_32">
            <a:extLst>
              <a:ext uri="{FF2B5EF4-FFF2-40B4-BE49-F238E27FC236}">
                <a16:creationId xmlns:a16="http://schemas.microsoft.com/office/drawing/2014/main" id="{D8BB93B7-09CC-48EC-872C-EED7E9D7B38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2" name="9ub7_3_tuned_ReferenceLigand_33">
            <a:extLst>
              <a:ext uri="{FF2B5EF4-FFF2-40B4-BE49-F238E27FC236}">
                <a16:creationId xmlns:a16="http://schemas.microsoft.com/office/drawing/2014/main" id="{5ED59131-1293-461F-B06D-A4A6521908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3" name="9ub7_3_tuned_ReferenceLigand_34">
            <a:extLst>
              <a:ext uri="{FF2B5EF4-FFF2-40B4-BE49-F238E27FC236}">
                <a16:creationId xmlns:a16="http://schemas.microsoft.com/office/drawing/2014/main" id="{EB191A21-68CA-43C6-B0BD-4B94A6C9214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4" name="9ub7_3_tuned_ReferenceLigand_35">
            <a:extLst>
              <a:ext uri="{FF2B5EF4-FFF2-40B4-BE49-F238E27FC236}">
                <a16:creationId xmlns:a16="http://schemas.microsoft.com/office/drawing/2014/main" id="{7217FFCC-9A2F-4FE7-8530-AB76FA65535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5" name="9ub7_3_tuned_ReferenceLigand_36">
            <a:extLst>
              <a:ext uri="{FF2B5EF4-FFF2-40B4-BE49-F238E27FC236}">
                <a16:creationId xmlns:a16="http://schemas.microsoft.com/office/drawing/2014/main" id="{C0D92A45-D123-4CAF-9B66-254EB2C6E8C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6" name="9ub7_3_tuned_ReferenceLigand_37">
            <a:extLst>
              <a:ext uri="{FF2B5EF4-FFF2-40B4-BE49-F238E27FC236}">
                <a16:creationId xmlns:a16="http://schemas.microsoft.com/office/drawing/2014/main" id="{2EFB24C3-1741-42DD-87E7-771542F2FEC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7" name="9ub7_3_tuned_PredictedLigand_0">
            <a:extLst>
              <a:ext uri="{FF2B5EF4-FFF2-40B4-BE49-F238E27FC236}">
                <a16:creationId xmlns:a16="http://schemas.microsoft.com/office/drawing/2014/main" id="{A97BDD98-0EFA-4526-B570-E3F8CDC609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858" y="746800"/>
                </a:moveTo>
                <a:lnTo>
                  <a:pt x="1535128" y="781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8" name="9ub7_3_tuned_PredictedLigand_1">
            <a:extLst>
              <a:ext uri="{FF2B5EF4-FFF2-40B4-BE49-F238E27FC236}">
                <a16:creationId xmlns:a16="http://schemas.microsoft.com/office/drawing/2014/main" id="{87D1C1DB-BA8C-4340-BE34-94AA62C7EB2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055" y="763539"/>
                </a:moveTo>
                <a:lnTo>
                  <a:pt x="927636" y="735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9" name="9ub7_3_tuned_PredictedLigand_2">
            <a:extLst>
              <a:ext uri="{FF2B5EF4-FFF2-40B4-BE49-F238E27FC236}">
                <a16:creationId xmlns:a16="http://schemas.microsoft.com/office/drawing/2014/main" id="{7FCCF34C-3F58-4EC6-931A-60834600079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393858" y="7468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0" name="9ub7_3_tuned_PredictedLigand_3">
            <a:extLst>
              <a:ext uri="{FF2B5EF4-FFF2-40B4-BE49-F238E27FC236}">
                <a16:creationId xmlns:a16="http://schemas.microsoft.com/office/drawing/2014/main" id="{32B2471C-AD68-4095-BCC4-894CC16FBB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128" y="781241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1" name="9ub7_3_tuned_PredictedLigand_4">
            <a:extLst>
              <a:ext uri="{FF2B5EF4-FFF2-40B4-BE49-F238E27FC236}">
                <a16:creationId xmlns:a16="http://schemas.microsoft.com/office/drawing/2014/main" id="{FA0AA635-C0FE-47E4-ABB1-1A3551CF3DF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639067" y="716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2" name="9ub7_3_tuned_PredictedLigand_5">
            <a:extLst>
              <a:ext uri="{FF2B5EF4-FFF2-40B4-BE49-F238E27FC236}">
                <a16:creationId xmlns:a16="http://schemas.microsoft.com/office/drawing/2014/main" id="{42B2B936-CCD4-41BD-AE4B-DE5D6F37299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63055" y="7635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3" name="9ub7_3_tuned_PredictedLigand_6">
            <a:extLst>
              <a:ext uri="{FF2B5EF4-FFF2-40B4-BE49-F238E27FC236}">
                <a16:creationId xmlns:a16="http://schemas.microsoft.com/office/drawing/2014/main" id="{FCD3A6BC-6C77-476A-A48A-EE582127C77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886395" y="7337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4" name="9ub7_3_tuned_PredictedLigand_7">
            <a:extLst>
              <a:ext uri="{FF2B5EF4-FFF2-40B4-BE49-F238E27FC236}">
                <a16:creationId xmlns:a16="http://schemas.microsoft.com/office/drawing/2014/main" id="{809497E9-778F-4B43-8E7F-B060A7EAD1F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157126" y="8066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5" name="9ub7_3_tuned_PredictedLigand_8">
            <a:extLst>
              <a:ext uri="{FF2B5EF4-FFF2-40B4-BE49-F238E27FC236}">
                <a16:creationId xmlns:a16="http://schemas.microsoft.com/office/drawing/2014/main" id="{B792325A-CB62-4BF8-B97C-3CD8DFA2B5C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636" y="735665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6" name="9ub7_3_tuned_PredictedLigand_9">
            <a:extLst>
              <a:ext uri="{FF2B5EF4-FFF2-40B4-BE49-F238E27FC236}">
                <a16:creationId xmlns:a16="http://schemas.microsoft.com/office/drawing/2014/main" id="{D38A18E5-6F52-4F58-A840-E76016AB0F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794" y="944446"/>
                </a:moveTo>
                <a:lnTo>
                  <a:pt x="1297545" y="8489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7" name="9ub7_3_tuned_PredictedLigand_10">
            <a:extLst>
              <a:ext uri="{FF2B5EF4-FFF2-40B4-BE49-F238E27FC236}">
                <a16:creationId xmlns:a16="http://schemas.microsoft.com/office/drawing/2014/main" id="{8564EC01-3B7F-42CF-AFCF-E4370D2B49C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727708" y="9071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8" name="9ub7_3_tuned_PredictedLigand_11">
            <a:extLst>
              <a:ext uri="{FF2B5EF4-FFF2-40B4-BE49-F238E27FC236}">
                <a16:creationId xmlns:a16="http://schemas.microsoft.com/office/drawing/2014/main" id="{465024AF-211A-40D1-B3EF-16E72F19E93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850266" y="8262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9" name="9ub7_3_tuned_PredictedLigand_12">
            <a:extLst>
              <a:ext uri="{FF2B5EF4-FFF2-40B4-BE49-F238E27FC236}">
                <a16:creationId xmlns:a16="http://schemas.microsoft.com/office/drawing/2014/main" id="{08E31AE8-C909-4E48-96A2-9501422D28A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0" name="9ub7_3_tuned_PredictedLigand_13">
            <a:extLst>
              <a:ext uri="{FF2B5EF4-FFF2-40B4-BE49-F238E27FC236}">
                <a16:creationId xmlns:a16="http://schemas.microsoft.com/office/drawing/2014/main" id="{CDA76753-6FC8-4D19-B666-2CCA0010F8F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7046" y="819240"/>
                </a:moveTo>
                <a:lnTo>
                  <a:pt x="624674" y="7894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1" name="9ub7_3_tuned_PredictedLigand_14">
            <a:extLst>
              <a:ext uri="{FF2B5EF4-FFF2-40B4-BE49-F238E27FC236}">
                <a16:creationId xmlns:a16="http://schemas.microsoft.com/office/drawing/2014/main" id="{04414E9C-1C16-4569-9C82-09E7CD1AA61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726022" y="84228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2" name="9ub7_3_tuned_PredictedLigand_15">
            <a:extLst>
              <a:ext uri="{FF2B5EF4-FFF2-40B4-BE49-F238E27FC236}">
                <a16:creationId xmlns:a16="http://schemas.microsoft.com/office/drawing/2014/main" id="{DCEF9362-4DE0-4B8E-9EFA-B6E6AA6DFED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3" name="9ub7_3_tuned_PredictedLigand_16">
            <a:extLst>
              <a:ext uri="{FF2B5EF4-FFF2-40B4-BE49-F238E27FC236}">
                <a16:creationId xmlns:a16="http://schemas.microsoft.com/office/drawing/2014/main" id="{4BAEA949-FDD6-41BF-8E4A-4D5386A44E4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6022" y="842280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4" name="9ub7_3_tuned_PredictedLigand_17">
            <a:extLst>
              <a:ext uri="{FF2B5EF4-FFF2-40B4-BE49-F238E27FC236}">
                <a16:creationId xmlns:a16="http://schemas.microsoft.com/office/drawing/2014/main" id="{FCD7D796-6A72-434F-A2C2-84D5A49EBB4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5" name="9ub7_3_tuned_PredictedLigand_18">
            <a:extLst>
              <a:ext uri="{FF2B5EF4-FFF2-40B4-BE49-F238E27FC236}">
                <a16:creationId xmlns:a16="http://schemas.microsoft.com/office/drawing/2014/main" id="{F9BC1170-3D3D-4957-851E-866C4FAC645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727075" y="10306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6" name="9ub7_3_tuned_PredictedLigand_19">
            <a:extLst>
              <a:ext uri="{FF2B5EF4-FFF2-40B4-BE49-F238E27FC236}">
                <a16:creationId xmlns:a16="http://schemas.microsoft.com/office/drawing/2014/main" id="{E9E96670-A56E-467A-9CF6-7769287B4B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967021" y="9132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7" name="9ub7_3_tuned_PredictedLigand_20">
            <a:extLst>
              <a:ext uri="{FF2B5EF4-FFF2-40B4-BE49-F238E27FC236}">
                <a16:creationId xmlns:a16="http://schemas.microsoft.com/office/drawing/2014/main" id="{FEA5B8FD-07B6-4929-BA7C-A4CEBACA91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183902" y="68709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8" name="9ub7_3_tuned_PredictedLigand_21">
            <a:extLst>
              <a:ext uri="{FF2B5EF4-FFF2-40B4-BE49-F238E27FC236}">
                <a16:creationId xmlns:a16="http://schemas.microsoft.com/office/drawing/2014/main" id="{1A528DF8-0F31-4E58-85B4-A345E228DDF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4224" y="858068"/>
                </a:moveTo>
                <a:lnTo>
                  <a:pt x="950636" y="9107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9" name="9ub7_3_tuned_PredictedLigand_22">
            <a:extLst>
              <a:ext uri="{FF2B5EF4-FFF2-40B4-BE49-F238E27FC236}">
                <a16:creationId xmlns:a16="http://schemas.microsoft.com/office/drawing/2014/main" id="{DA7BDD14-C118-4F3E-A720-7929A72CC73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7021" y="913291"/>
                </a:moveTo>
                <a:lnTo>
                  <a:pt x="2098760" y="843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0" name="9ub7_3_tuned_PredictedLigand_23">
            <a:extLst>
              <a:ext uri="{FF2B5EF4-FFF2-40B4-BE49-F238E27FC236}">
                <a16:creationId xmlns:a16="http://schemas.microsoft.com/office/drawing/2014/main" id="{E231E8BE-7667-4A6D-BC47-C9421466B4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677" y="1069370"/>
                </a:moveTo>
                <a:lnTo>
                  <a:pt x="1500514" y="9733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1" name="9ub7_3_tuned_PredictedLigand_24">
            <a:extLst>
              <a:ext uri="{FF2B5EF4-FFF2-40B4-BE49-F238E27FC236}">
                <a16:creationId xmlns:a16="http://schemas.microsoft.com/office/drawing/2014/main" id="{E2CA4DB5-88C5-4FB8-98E8-A08E23BD1CD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589386" y="7607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2" name="9ub7_3_tuned_PredictedLigand_25">
            <a:extLst>
              <a:ext uri="{FF2B5EF4-FFF2-40B4-BE49-F238E27FC236}">
                <a16:creationId xmlns:a16="http://schemas.microsoft.com/office/drawing/2014/main" id="{6D178EEE-2617-4CA2-9763-9D6AAB9584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8613" y="106846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3" name="9ub7_3_tuned_PredictedLigand_26">
            <a:extLst>
              <a:ext uri="{FF2B5EF4-FFF2-40B4-BE49-F238E27FC236}">
                <a16:creationId xmlns:a16="http://schemas.microsoft.com/office/drawing/2014/main" id="{600F1AE8-6ACB-4385-B35E-C24CBDF4A95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8760" y="843970"/>
                </a:moveTo>
                <a:lnTo>
                  <a:pt x="2115885" y="706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4" name="9ub7_3_tuned_PredictedLigand_27">
            <a:extLst>
              <a:ext uri="{FF2B5EF4-FFF2-40B4-BE49-F238E27FC236}">
                <a16:creationId xmlns:a16="http://schemas.microsoft.com/office/drawing/2014/main" id="{004A49B0-B16A-4243-953C-E681D5BFF1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5924" y="929045"/>
                </a:moveTo>
                <a:lnTo>
                  <a:pt x="1147346" y="10403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5" name="9ub7_3_tuned_PredictedLigand_28">
            <a:extLst>
              <a:ext uri="{FF2B5EF4-FFF2-40B4-BE49-F238E27FC236}">
                <a16:creationId xmlns:a16="http://schemas.microsoft.com/office/drawing/2014/main" id="{39533FCB-BBA6-4422-B6B7-ACBC46B6D5E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075" y="1030636"/>
                </a:moveTo>
                <a:lnTo>
                  <a:pt x="1587677" y="10693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6" name="9ub7_3_tuned_PredictedLigand_29">
            <a:extLst>
              <a:ext uri="{FF2B5EF4-FFF2-40B4-BE49-F238E27FC236}">
                <a16:creationId xmlns:a16="http://schemas.microsoft.com/office/drawing/2014/main" id="{45C364B8-3166-4A7A-A578-1A2F6C97688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0636" y="910707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7" name="9ub7_3_tuned_PredictedLigand_30">
            <a:extLst>
              <a:ext uri="{FF2B5EF4-FFF2-40B4-BE49-F238E27FC236}">
                <a16:creationId xmlns:a16="http://schemas.microsoft.com/office/drawing/2014/main" id="{D0ADC246-101E-477E-A53B-CC4BC8AB64D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346" y="1040307"/>
                </a:moveTo>
                <a:lnTo>
                  <a:pt x="1278613" y="10684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8" name="9ub7_3_tuned_PredictedLigand_31">
            <a:extLst>
              <a:ext uri="{FF2B5EF4-FFF2-40B4-BE49-F238E27FC236}">
                <a16:creationId xmlns:a16="http://schemas.microsoft.com/office/drawing/2014/main" id="{ED1D0B7D-A3CD-4485-A4B8-BFFDE92DFB6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3748" y="839094"/>
                </a:moveTo>
                <a:lnTo>
                  <a:pt x="487046" y="8192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9" name="9ub7_3_tuned_PredictedLigand_32">
            <a:extLst>
              <a:ext uri="{FF2B5EF4-FFF2-40B4-BE49-F238E27FC236}">
                <a16:creationId xmlns:a16="http://schemas.microsoft.com/office/drawing/2014/main" id="{7DC8D208-2EC2-4765-97A4-BB2BA4054C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5885" y="706419"/>
                </a:moveTo>
                <a:lnTo>
                  <a:pt x="2242417" y="6956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0" name="9ub7_3_tuned_PredictedLigand_33">
            <a:extLst>
              <a:ext uri="{FF2B5EF4-FFF2-40B4-BE49-F238E27FC236}">
                <a16:creationId xmlns:a16="http://schemas.microsoft.com/office/drawing/2014/main" id="{37D92728-A4BE-450A-8A6B-6267A07DA47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260339" y="939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1" name="9ub7_3_tuned_PredictedLigand_34">
            <a:extLst>
              <a:ext uri="{FF2B5EF4-FFF2-40B4-BE49-F238E27FC236}">
                <a16:creationId xmlns:a16="http://schemas.microsoft.com/office/drawing/2014/main" id="{29E6F17C-12A4-4CD6-85B0-19352349FEA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473748" y="8390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2" name="9ub7_3_tuned_PredictedLigand_35">
            <a:extLst>
              <a:ext uri="{FF2B5EF4-FFF2-40B4-BE49-F238E27FC236}">
                <a16:creationId xmlns:a16="http://schemas.microsoft.com/office/drawing/2014/main" id="{31A45FD5-1972-4985-A68A-7D2A83856A5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71419" y="5510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3" name="9ub7_3_tuned_PredictedLigand_36">
            <a:extLst>
              <a:ext uri="{FF2B5EF4-FFF2-40B4-BE49-F238E27FC236}">
                <a16:creationId xmlns:a16="http://schemas.microsoft.com/office/drawing/2014/main" id="{8F8A565D-9EE2-4A09-B5C3-106B48A02A9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32447" y="7838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4" name="9ub7_3_tuned_PredictedLigand_37">
            <a:extLst>
              <a:ext uri="{FF2B5EF4-FFF2-40B4-BE49-F238E27FC236}">
                <a16:creationId xmlns:a16="http://schemas.microsoft.com/office/drawing/2014/main" id="{43953E3C-057B-4C3F-86A7-DCF1A743CD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7396" y="789714"/>
                </a:moveTo>
                <a:lnTo>
                  <a:pt x="333435" y="860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5" name="9ub7_3_tuned_PredictedAtoms_0">
            <a:extLst>
              <a:ext uri="{FF2B5EF4-FFF2-40B4-BE49-F238E27FC236}">
                <a16:creationId xmlns:a16="http://schemas.microsoft.com/office/drawing/2014/main" id="{1C68FC54-203E-4BEA-BC97-F65A5E94C020}"/>
              </a:ext>
            </a:extLst>
          </p:cNvPr>
          <p:cNvSpPr>
            <a:spLocks noGrp="1"/>
          </p:cNvSpPr>
          <p:nvPr/>
        </p:nvSpPr>
        <p:spPr>
          <a:xfrm>
            <a:off x="3471604" y="33547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6" name="9ub7_3_tuned_PredictedAtoms_1">
            <a:extLst>
              <a:ext uri="{FF2B5EF4-FFF2-40B4-BE49-F238E27FC236}">
                <a16:creationId xmlns:a16="http://schemas.microsoft.com/office/drawing/2014/main" id="{A82F2CE6-DC51-4024-B3AF-7B61B4C297A9}"/>
              </a:ext>
            </a:extLst>
          </p:cNvPr>
          <p:cNvSpPr>
            <a:spLocks noGrp="1"/>
          </p:cNvSpPr>
          <p:nvPr/>
        </p:nvSpPr>
        <p:spPr>
          <a:xfrm>
            <a:off x="3517643" y="34253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7" name="9ub7_3_tuned_PredictedAtoms_2">
            <a:extLst>
              <a:ext uri="{FF2B5EF4-FFF2-40B4-BE49-F238E27FC236}">
                <a16:creationId xmlns:a16="http://schemas.microsoft.com/office/drawing/2014/main" id="{3736FE9F-50FE-4A18-A53C-6A738BD7F09B}"/>
              </a:ext>
            </a:extLst>
          </p:cNvPr>
          <p:cNvSpPr>
            <a:spLocks noGrp="1"/>
          </p:cNvSpPr>
          <p:nvPr/>
        </p:nvSpPr>
        <p:spPr>
          <a:xfrm>
            <a:off x="3444546" y="35046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8" name="9ub7_3_tuned_PredictedAtoms_3">
            <a:extLst>
              <a:ext uri="{FF2B5EF4-FFF2-40B4-BE49-F238E27FC236}">
                <a16:creationId xmlns:a16="http://schemas.microsoft.com/office/drawing/2014/main" id="{48BE0456-B087-43C6-8F5F-CF09E2E51FBC}"/>
              </a:ext>
            </a:extLst>
          </p:cNvPr>
          <p:cNvSpPr>
            <a:spLocks noGrp="1"/>
          </p:cNvSpPr>
          <p:nvPr/>
        </p:nvSpPr>
        <p:spPr>
          <a:xfrm>
            <a:off x="3657955" y="34041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9" name="9ub7_3_tuned_PredictedAtoms_4">
            <a:extLst>
              <a:ext uri="{FF2B5EF4-FFF2-40B4-BE49-F238E27FC236}">
                <a16:creationId xmlns:a16="http://schemas.microsoft.com/office/drawing/2014/main" id="{2CB4F4C7-DA11-4592-89E2-24E5CFA49EC5}"/>
              </a:ext>
            </a:extLst>
          </p:cNvPr>
          <p:cNvSpPr>
            <a:spLocks noGrp="1"/>
          </p:cNvSpPr>
          <p:nvPr/>
        </p:nvSpPr>
        <p:spPr>
          <a:xfrm>
            <a:off x="3671254" y="3384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0" name="9ub7_3_tuned_PredictedAtoms_5">
            <a:extLst>
              <a:ext uri="{FF2B5EF4-FFF2-40B4-BE49-F238E27FC236}">
                <a16:creationId xmlns:a16="http://schemas.microsoft.com/office/drawing/2014/main" id="{F76EF084-0591-469D-9A12-0A23E66BA863}"/>
              </a:ext>
            </a:extLst>
          </p:cNvPr>
          <p:cNvSpPr>
            <a:spLocks noGrp="1"/>
          </p:cNvSpPr>
          <p:nvPr/>
        </p:nvSpPr>
        <p:spPr>
          <a:xfrm>
            <a:off x="3808882" y="33545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1" name="9ub7_3_tuned_PredictedAtoms_6">
            <a:extLst>
              <a:ext uri="{FF2B5EF4-FFF2-40B4-BE49-F238E27FC236}">
                <a16:creationId xmlns:a16="http://schemas.microsoft.com/office/drawing/2014/main" id="{AD019FC2-C55B-4606-8461-C1CEDC7EF3D3}"/>
              </a:ext>
            </a:extLst>
          </p:cNvPr>
          <p:cNvSpPr>
            <a:spLocks noGrp="1"/>
          </p:cNvSpPr>
          <p:nvPr/>
        </p:nvSpPr>
        <p:spPr>
          <a:xfrm>
            <a:off x="3823275" y="32819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2" name="9ub7_3_tuned_PredictedAtoms_7">
            <a:extLst>
              <a:ext uri="{FF2B5EF4-FFF2-40B4-BE49-F238E27FC236}">
                <a16:creationId xmlns:a16="http://schemas.microsoft.com/office/drawing/2014/main" id="{792E85CC-59DD-471C-B0E7-8B9BDA00D464}"/>
              </a:ext>
            </a:extLst>
          </p:cNvPr>
          <p:cNvSpPr>
            <a:spLocks noGrp="1"/>
          </p:cNvSpPr>
          <p:nvPr/>
        </p:nvSpPr>
        <p:spPr>
          <a:xfrm>
            <a:off x="3910230" y="340736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3" name="9ub7_3_tuned_PredictedAtoms_8">
            <a:extLst>
              <a:ext uri="{FF2B5EF4-FFF2-40B4-BE49-F238E27FC236}">
                <a16:creationId xmlns:a16="http://schemas.microsoft.com/office/drawing/2014/main" id="{6C4B7C1D-A044-4145-907D-47A82421245A}"/>
              </a:ext>
            </a:extLst>
          </p:cNvPr>
          <p:cNvSpPr>
            <a:spLocks noGrp="1"/>
          </p:cNvSpPr>
          <p:nvPr/>
        </p:nvSpPr>
        <p:spPr>
          <a:xfrm>
            <a:off x="4038431" y="34231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4" name="9ub7_3_tuned_PredictedAtoms_9">
            <a:extLst>
              <a:ext uri="{FF2B5EF4-FFF2-40B4-BE49-F238E27FC236}">
                <a16:creationId xmlns:a16="http://schemas.microsoft.com/office/drawing/2014/main" id="{BED95259-7B9D-4563-879D-24A1A5E4256A}"/>
              </a:ext>
            </a:extLst>
          </p:cNvPr>
          <p:cNvSpPr>
            <a:spLocks noGrp="1"/>
          </p:cNvSpPr>
          <p:nvPr/>
        </p:nvSpPr>
        <p:spPr>
          <a:xfrm>
            <a:off x="4134843" y="3475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5" name="9ub7_3_tuned_PredictedAtoms_10">
            <a:extLst>
              <a:ext uri="{FF2B5EF4-FFF2-40B4-BE49-F238E27FC236}">
                <a16:creationId xmlns:a16="http://schemas.microsoft.com/office/drawing/2014/main" id="{B9966806-1004-44ED-932B-D5E976717685}"/>
              </a:ext>
            </a:extLst>
          </p:cNvPr>
          <p:cNvSpPr>
            <a:spLocks noGrp="1"/>
          </p:cNvSpPr>
          <p:nvPr/>
        </p:nvSpPr>
        <p:spPr>
          <a:xfrm>
            <a:off x="4270131" y="3494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6" name="9ub7_3_tuned_PredictedAtoms_11">
            <a:extLst>
              <a:ext uri="{FF2B5EF4-FFF2-40B4-BE49-F238E27FC236}">
                <a16:creationId xmlns:a16="http://schemas.microsoft.com/office/drawing/2014/main" id="{2A66FC73-6A25-45C2-8D82-56CB73590EE1}"/>
              </a:ext>
            </a:extLst>
          </p:cNvPr>
          <p:cNvSpPr>
            <a:spLocks noGrp="1"/>
          </p:cNvSpPr>
          <p:nvPr/>
        </p:nvSpPr>
        <p:spPr>
          <a:xfrm>
            <a:off x="4331554" y="36053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7" name="9ub7_3_tuned_PredictedAtoms_12">
            <a:extLst>
              <a:ext uri="{FF2B5EF4-FFF2-40B4-BE49-F238E27FC236}">
                <a16:creationId xmlns:a16="http://schemas.microsoft.com/office/drawing/2014/main" id="{4635F862-89A2-4E83-9373-A7E632AE1143}"/>
              </a:ext>
            </a:extLst>
          </p:cNvPr>
          <p:cNvSpPr>
            <a:spLocks noGrp="1"/>
          </p:cNvSpPr>
          <p:nvPr/>
        </p:nvSpPr>
        <p:spPr>
          <a:xfrm>
            <a:off x="4462821" y="36335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8" name="9ub7_3_tuned_PredictedAtoms_13">
            <a:extLst>
              <a:ext uri="{FF2B5EF4-FFF2-40B4-BE49-F238E27FC236}">
                <a16:creationId xmlns:a16="http://schemas.microsoft.com/office/drawing/2014/main" id="{1BDDF807-0267-47E4-AB58-B010E4DBB3F4}"/>
              </a:ext>
            </a:extLst>
          </p:cNvPr>
          <p:cNvSpPr>
            <a:spLocks noGrp="1"/>
          </p:cNvSpPr>
          <p:nvPr/>
        </p:nvSpPr>
        <p:spPr>
          <a:xfrm>
            <a:off x="4541002" y="35095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9" name="9ub7_3_tuned_PredictedAtoms_14">
            <a:extLst>
              <a:ext uri="{FF2B5EF4-FFF2-40B4-BE49-F238E27FC236}">
                <a16:creationId xmlns:a16="http://schemas.microsoft.com/office/drawing/2014/main" id="{E21F9BF2-CBBB-46BB-960C-CDA0A60DED46}"/>
              </a:ext>
            </a:extLst>
          </p:cNvPr>
          <p:cNvSpPr>
            <a:spLocks noGrp="1"/>
          </p:cNvSpPr>
          <p:nvPr/>
        </p:nvSpPr>
        <p:spPr>
          <a:xfrm>
            <a:off x="4481753" y="34139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0" name="9ub7_3_tuned_PredictedAtoms_15">
            <a:extLst>
              <a:ext uri="{FF2B5EF4-FFF2-40B4-BE49-F238E27FC236}">
                <a16:creationId xmlns:a16="http://schemas.microsoft.com/office/drawing/2014/main" id="{977E51EC-A8A6-4987-9304-3D6D7E8593B8}"/>
              </a:ext>
            </a:extLst>
          </p:cNvPr>
          <p:cNvSpPr>
            <a:spLocks noGrp="1"/>
          </p:cNvSpPr>
          <p:nvPr/>
        </p:nvSpPr>
        <p:spPr>
          <a:xfrm>
            <a:off x="4578065" y="33118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1" name="9ub7_3_tuned_PredictedAtoms_16">
            <a:extLst>
              <a:ext uri="{FF2B5EF4-FFF2-40B4-BE49-F238E27FC236}">
                <a16:creationId xmlns:a16="http://schemas.microsoft.com/office/drawing/2014/main" id="{B0A80654-6870-4BF7-924F-22922A1E605F}"/>
              </a:ext>
            </a:extLst>
          </p:cNvPr>
          <p:cNvSpPr>
            <a:spLocks noGrp="1"/>
          </p:cNvSpPr>
          <p:nvPr/>
        </p:nvSpPr>
        <p:spPr>
          <a:xfrm>
            <a:off x="4719335" y="3346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2" name="9ub7_3_tuned_PredictedAtoms_17">
            <a:extLst>
              <a:ext uri="{FF2B5EF4-FFF2-40B4-BE49-F238E27FC236}">
                <a16:creationId xmlns:a16="http://schemas.microsoft.com/office/drawing/2014/main" id="{E1DA13F0-6315-45E5-8F42-603691BCEB37}"/>
              </a:ext>
            </a:extLst>
          </p:cNvPr>
          <p:cNvSpPr>
            <a:spLocks noGrp="1"/>
          </p:cNvSpPr>
          <p:nvPr/>
        </p:nvSpPr>
        <p:spPr>
          <a:xfrm>
            <a:off x="4771566" y="34155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3" name="9ub7_3_tuned_PredictedAtoms_18">
            <a:extLst>
              <a:ext uri="{FF2B5EF4-FFF2-40B4-BE49-F238E27FC236}">
                <a16:creationId xmlns:a16="http://schemas.microsoft.com/office/drawing/2014/main" id="{6D991D7E-E73B-4CDC-8EA1-FD1A974A33B8}"/>
              </a:ext>
            </a:extLst>
          </p:cNvPr>
          <p:cNvSpPr>
            <a:spLocks noGrp="1"/>
          </p:cNvSpPr>
          <p:nvPr/>
        </p:nvSpPr>
        <p:spPr>
          <a:xfrm>
            <a:off x="4773593" y="3325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4" name="9ub7_3_tuned_PredictedAtoms_19">
            <a:extLst>
              <a:ext uri="{FF2B5EF4-FFF2-40B4-BE49-F238E27FC236}">
                <a16:creationId xmlns:a16="http://schemas.microsoft.com/office/drawing/2014/main" id="{DC3A95F9-10BB-4584-B378-3E6452393ADF}"/>
              </a:ext>
            </a:extLst>
          </p:cNvPr>
          <p:cNvSpPr>
            <a:spLocks noGrp="1"/>
          </p:cNvSpPr>
          <p:nvPr/>
        </p:nvSpPr>
        <p:spPr>
          <a:xfrm>
            <a:off x="4911915" y="3472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5" name="9ub7_3_tuned_PredictedAtoms_20">
            <a:extLst>
              <a:ext uri="{FF2B5EF4-FFF2-40B4-BE49-F238E27FC236}">
                <a16:creationId xmlns:a16="http://schemas.microsoft.com/office/drawing/2014/main" id="{86D0D726-978C-4B23-A6C1-1815685C65AB}"/>
              </a:ext>
            </a:extLst>
          </p:cNvPr>
          <p:cNvSpPr>
            <a:spLocks noGrp="1"/>
          </p:cNvSpPr>
          <p:nvPr/>
        </p:nvSpPr>
        <p:spPr>
          <a:xfrm>
            <a:off x="5034474" y="33913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6" name="9ub7_3_tuned_PredictedAtoms_21">
            <a:extLst>
              <a:ext uri="{FF2B5EF4-FFF2-40B4-BE49-F238E27FC236}">
                <a16:creationId xmlns:a16="http://schemas.microsoft.com/office/drawing/2014/main" id="{ACC22DC4-80A7-4F42-ACDD-5C02C5775286}"/>
              </a:ext>
            </a:extLst>
          </p:cNvPr>
          <p:cNvSpPr>
            <a:spLocks noGrp="1"/>
          </p:cNvSpPr>
          <p:nvPr/>
        </p:nvSpPr>
        <p:spPr>
          <a:xfrm>
            <a:off x="5070602" y="32987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7" name="9ub7_3_tuned_PredictedAtoms_22">
            <a:extLst>
              <a:ext uri="{FF2B5EF4-FFF2-40B4-BE49-F238E27FC236}">
                <a16:creationId xmlns:a16="http://schemas.microsoft.com/office/drawing/2014/main" id="{3819BB8D-0A4D-4FF2-B801-C621A196EC8D}"/>
              </a:ext>
            </a:extLst>
          </p:cNvPr>
          <p:cNvSpPr>
            <a:spLocks noGrp="1"/>
          </p:cNvSpPr>
          <p:nvPr/>
        </p:nvSpPr>
        <p:spPr>
          <a:xfrm>
            <a:off x="5151228" y="347837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8" name="9ub7_3_tuned_PredictedAtoms_23">
            <a:extLst>
              <a:ext uri="{FF2B5EF4-FFF2-40B4-BE49-F238E27FC236}">
                <a16:creationId xmlns:a16="http://schemas.microsoft.com/office/drawing/2014/main" id="{469EEBF6-4A9B-40B9-92DC-5AACC7AC6472}"/>
              </a:ext>
            </a:extLst>
          </p:cNvPr>
          <p:cNvSpPr>
            <a:spLocks noGrp="1"/>
          </p:cNvSpPr>
          <p:nvPr/>
        </p:nvSpPr>
        <p:spPr>
          <a:xfrm>
            <a:off x="5282967" y="3409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9" name="9ub7_3_tuned_PredictedAtoms_24">
            <a:extLst>
              <a:ext uri="{FF2B5EF4-FFF2-40B4-BE49-F238E27FC236}">
                <a16:creationId xmlns:a16="http://schemas.microsoft.com/office/drawing/2014/main" id="{E7E6F068-C675-4610-B125-CFD6CFB26008}"/>
              </a:ext>
            </a:extLst>
          </p:cNvPr>
          <p:cNvSpPr>
            <a:spLocks noGrp="1"/>
          </p:cNvSpPr>
          <p:nvPr/>
        </p:nvSpPr>
        <p:spPr>
          <a:xfrm>
            <a:off x="5300092" y="32715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0" name="9ub7_3_tuned_PredictedAtoms_25">
            <a:extLst>
              <a:ext uri="{FF2B5EF4-FFF2-40B4-BE49-F238E27FC236}">
                <a16:creationId xmlns:a16="http://schemas.microsoft.com/office/drawing/2014/main" id="{EEA9E805-BAB7-40C4-8768-5562CC6D2634}"/>
              </a:ext>
            </a:extLst>
          </p:cNvPr>
          <p:cNvSpPr>
            <a:spLocks noGrp="1"/>
          </p:cNvSpPr>
          <p:nvPr/>
        </p:nvSpPr>
        <p:spPr>
          <a:xfrm>
            <a:off x="5426625" y="3260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1" name="9ub7_3_tuned_PredictedAtoms_26">
            <a:extLst>
              <a:ext uri="{FF2B5EF4-FFF2-40B4-BE49-F238E27FC236}">
                <a16:creationId xmlns:a16="http://schemas.microsoft.com/office/drawing/2014/main" id="{81E80B84-4029-45CE-81A9-0E4ABD019697}"/>
              </a:ext>
            </a:extLst>
          </p:cNvPr>
          <p:cNvSpPr>
            <a:spLocks noGrp="1"/>
          </p:cNvSpPr>
          <p:nvPr/>
        </p:nvSpPr>
        <p:spPr>
          <a:xfrm>
            <a:off x="5455626" y="31161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2" name="9ub7_3_tuned_PredictedAtoms_27">
            <a:extLst>
              <a:ext uri="{FF2B5EF4-FFF2-40B4-BE49-F238E27FC236}">
                <a16:creationId xmlns:a16="http://schemas.microsoft.com/office/drawing/2014/main" id="{C18F7F07-D35B-4062-AB3F-D2E27C6747F3}"/>
              </a:ext>
            </a:extLst>
          </p:cNvPr>
          <p:cNvSpPr>
            <a:spLocks noGrp="1"/>
          </p:cNvSpPr>
          <p:nvPr/>
        </p:nvSpPr>
        <p:spPr>
          <a:xfrm>
            <a:off x="5416654" y="33489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3" name="9ub7_3_tuned_PredictedAtoms_28">
            <a:extLst>
              <a:ext uri="{FF2B5EF4-FFF2-40B4-BE49-F238E27FC236}">
                <a16:creationId xmlns:a16="http://schemas.microsoft.com/office/drawing/2014/main" id="{C86727D2-2FDE-4219-AF3B-8514F38B465E}"/>
              </a:ext>
            </a:extLst>
          </p:cNvPr>
          <p:cNvSpPr>
            <a:spLocks noGrp="1"/>
          </p:cNvSpPr>
          <p:nvPr/>
        </p:nvSpPr>
        <p:spPr>
          <a:xfrm>
            <a:off x="4911283" y="35957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4" name="9ub7_3_tuned_PredictedAtoms_29">
            <a:extLst>
              <a:ext uri="{FF2B5EF4-FFF2-40B4-BE49-F238E27FC236}">
                <a16:creationId xmlns:a16="http://schemas.microsoft.com/office/drawing/2014/main" id="{0BBFEFD2-100B-4989-B8EC-69D03E0A8083}"/>
              </a:ext>
            </a:extLst>
          </p:cNvPr>
          <p:cNvSpPr>
            <a:spLocks noGrp="1"/>
          </p:cNvSpPr>
          <p:nvPr/>
        </p:nvSpPr>
        <p:spPr>
          <a:xfrm>
            <a:off x="4771884" y="36344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5" name="9ub7_3_tuned_PredictedAtoms_30">
            <a:extLst>
              <a:ext uri="{FF2B5EF4-FFF2-40B4-BE49-F238E27FC236}">
                <a16:creationId xmlns:a16="http://schemas.microsoft.com/office/drawing/2014/main" id="{E4B7353C-D9B2-40A3-ABC6-448CBB7905CC}"/>
              </a:ext>
            </a:extLst>
          </p:cNvPr>
          <p:cNvSpPr>
            <a:spLocks noGrp="1"/>
          </p:cNvSpPr>
          <p:nvPr/>
        </p:nvSpPr>
        <p:spPr>
          <a:xfrm>
            <a:off x="4684722" y="35384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6" name="9ub7_3_tuned_PredictedAtoms_31">
            <a:extLst>
              <a:ext uri="{FF2B5EF4-FFF2-40B4-BE49-F238E27FC236}">
                <a16:creationId xmlns:a16="http://schemas.microsoft.com/office/drawing/2014/main" id="{F8FA7591-5B4B-4A25-9041-B2DCADB4B01A}"/>
              </a:ext>
            </a:extLst>
          </p:cNvPr>
          <p:cNvSpPr>
            <a:spLocks noGrp="1"/>
          </p:cNvSpPr>
          <p:nvPr/>
        </p:nvSpPr>
        <p:spPr>
          <a:xfrm>
            <a:off x="4341334" y="33717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7" name="9ub7_3_tuned_PredictedAtoms_32">
            <a:extLst>
              <a:ext uri="{FF2B5EF4-FFF2-40B4-BE49-F238E27FC236}">
                <a16:creationId xmlns:a16="http://schemas.microsoft.com/office/drawing/2014/main" id="{3E1CB75F-CA4B-4268-A1D4-3478B055EB48}"/>
              </a:ext>
            </a:extLst>
          </p:cNvPr>
          <p:cNvSpPr>
            <a:spLocks noGrp="1"/>
          </p:cNvSpPr>
          <p:nvPr/>
        </p:nvSpPr>
        <p:spPr>
          <a:xfrm>
            <a:off x="4368109" y="32521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8" name="9ub7_3_tuned_PredictedAtoms_33">
            <a:extLst>
              <a:ext uri="{FF2B5EF4-FFF2-40B4-BE49-F238E27FC236}">
                <a16:creationId xmlns:a16="http://schemas.microsoft.com/office/drawing/2014/main" id="{3291D17A-DFC8-4933-9117-4FCC8929EBA2}"/>
              </a:ext>
            </a:extLst>
          </p:cNvPr>
          <p:cNvSpPr>
            <a:spLocks noGrp="1"/>
          </p:cNvSpPr>
          <p:nvPr/>
        </p:nvSpPr>
        <p:spPr>
          <a:xfrm>
            <a:off x="4247263" y="33286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9" name="9ub7_3_tuned_PredictedAtoms_34">
            <a:extLst>
              <a:ext uri="{FF2B5EF4-FFF2-40B4-BE49-F238E27FC236}">
                <a16:creationId xmlns:a16="http://schemas.microsoft.com/office/drawing/2014/main" id="{B68BCC41-8C9E-437A-B69F-091487E0C1AD}"/>
              </a:ext>
            </a:extLst>
          </p:cNvPr>
          <p:cNvSpPr>
            <a:spLocks noGrp="1"/>
          </p:cNvSpPr>
          <p:nvPr/>
        </p:nvSpPr>
        <p:spPr>
          <a:xfrm>
            <a:off x="4111844" y="33007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40" name="stage3-cases-main_18">
            <a:extLst>
              <a:ext uri="{FF2B5EF4-FFF2-40B4-BE49-F238E27FC236}">
                <a16:creationId xmlns:a16="http://schemas.microsoft.com/office/drawing/2014/main" id="{9DB9AEE9-148F-4DEA-B8BE-D022FFD2ECBD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1.02 Å   D 80%   Clash 0</a:t>
            </a:r>
          </a:p>
        </p:txBody>
      </p:sp>
      <p:sp>
        <p:nvSpPr>
          <p:cNvPr id="541" name="9ub7_3_build_Receptor">
            <a:extLst>
              <a:ext uri="{FF2B5EF4-FFF2-40B4-BE49-F238E27FC236}">
                <a16:creationId xmlns:a16="http://schemas.microsoft.com/office/drawing/2014/main" id="{191DA1CC-1C93-49EF-A61E-89B53B54065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42" name="9ub7_3_build_ExperimentalDensity">
            <a:extLst>
              <a:ext uri="{FF2B5EF4-FFF2-40B4-BE49-F238E27FC236}">
                <a16:creationId xmlns:a16="http://schemas.microsoft.com/office/drawing/2014/main" id="{B7E69C1D-9213-4366-99D2-BC558BA4ECD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43" name="9ub7_3_build_ReferenceLigand_0">
            <a:extLst>
              <a:ext uri="{FF2B5EF4-FFF2-40B4-BE49-F238E27FC236}">
                <a16:creationId xmlns:a16="http://schemas.microsoft.com/office/drawing/2014/main" id="{707143EF-38FC-445F-8AC0-17DFE4007D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ub7_3_build_ReferenceLigand_1">
            <a:extLst>
              <a:ext uri="{FF2B5EF4-FFF2-40B4-BE49-F238E27FC236}">
                <a16:creationId xmlns:a16="http://schemas.microsoft.com/office/drawing/2014/main" id="{FBC67CAA-503B-4052-87B0-3E2B443C3C3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ub7_3_build_ReferenceLigand_2">
            <a:extLst>
              <a:ext uri="{FF2B5EF4-FFF2-40B4-BE49-F238E27FC236}">
                <a16:creationId xmlns:a16="http://schemas.microsoft.com/office/drawing/2014/main" id="{29C08CD2-DD01-415A-B104-6BD42F1C8FE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ub7_3_build_ReferenceLigand_3">
            <a:extLst>
              <a:ext uri="{FF2B5EF4-FFF2-40B4-BE49-F238E27FC236}">
                <a16:creationId xmlns:a16="http://schemas.microsoft.com/office/drawing/2014/main" id="{8E2F62ED-A258-44FD-99D7-86104934ED4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ub7_3_build_ReferenceLigand_4">
            <a:extLst>
              <a:ext uri="{FF2B5EF4-FFF2-40B4-BE49-F238E27FC236}">
                <a16:creationId xmlns:a16="http://schemas.microsoft.com/office/drawing/2014/main" id="{92967417-170C-4BF9-B2CD-8963EBC1034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ub7_3_build_ReferenceLigand_5">
            <a:extLst>
              <a:ext uri="{FF2B5EF4-FFF2-40B4-BE49-F238E27FC236}">
                <a16:creationId xmlns:a16="http://schemas.microsoft.com/office/drawing/2014/main" id="{D25EB36A-9F64-471D-B312-2CE3445B19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ub7_3_build_ReferenceLigand_6">
            <a:extLst>
              <a:ext uri="{FF2B5EF4-FFF2-40B4-BE49-F238E27FC236}">
                <a16:creationId xmlns:a16="http://schemas.microsoft.com/office/drawing/2014/main" id="{05D1058E-F37C-4AA2-A5F1-6FBD61E6B5C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ub7_3_build_ReferenceLigand_7">
            <a:extLst>
              <a:ext uri="{FF2B5EF4-FFF2-40B4-BE49-F238E27FC236}">
                <a16:creationId xmlns:a16="http://schemas.microsoft.com/office/drawing/2014/main" id="{5D1F18DB-CFC9-4B77-A689-D2AD5180D0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ub7_3_build_ReferenceLigand_8">
            <a:extLst>
              <a:ext uri="{FF2B5EF4-FFF2-40B4-BE49-F238E27FC236}">
                <a16:creationId xmlns:a16="http://schemas.microsoft.com/office/drawing/2014/main" id="{92A74989-E908-4159-8AD9-DF7DBDB468C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ub7_3_build_ReferenceLigand_9">
            <a:extLst>
              <a:ext uri="{FF2B5EF4-FFF2-40B4-BE49-F238E27FC236}">
                <a16:creationId xmlns:a16="http://schemas.microsoft.com/office/drawing/2014/main" id="{D729E8AE-3D93-4593-BA49-6698AC0B930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ub7_3_build_ReferenceLigand_10">
            <a:extLst>
              <a:ext uri="{FF2B5EF4-FFF2-40B4-BE49-F238E27FC236}">
                <a16:creationId xmlns:a16="http://schemas.microsoft.com/office/drawing/2014/main" id="{AAFE8728-DE7A-4579-8BE8-1DD9FCECFEC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ub7_3_build_ReferenceLigand_11">
            <a:extLst>
              <a:ext uri="{FF2B5EF4-FFF2-40B4-BE49-F238E27FC236}">
                <a16:creationId xmlns:a16="http://schemas.microsoft.com/office/drawing/2014/main" id="{BF3E4876-4173-4DB3-81D4-01D98D5270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ub7_3_build_ReferenceLigand_12">
            <a:extLst>
              <a:ext uri="{FF2B5EF4-FFF2-40B4-BE49-F238E27FC236}">
                <a16:creationId xmlns:a16="http://schemas.microsoft.com/office/drawing/2014/main" id="{BFCDDD07-5D8D-41A0-B6C7-B7F5A99E79E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ub7_3_build_ReferenceLigand_13">
            <a:extLst>
              <a:ext uri="{FF2B5EF4-FFF2-40B4-BE49-F238E27FC236}">
                <a16:creationId xmlns:a16="http://schemas.microsoft.com/office/drawing/2014/main" id="{BBE50F3D-6ABD-4CAA-9661-B787C677756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ub7_3_build_ReferenceLigand_14">
            <a:extLst>
              <a:ext uri="{FF2B5EF4-FFF2-40B4-BE49-F238E27FC236}">
                <a16:creationId xmlns:a16="http://schemas.microsoft.com/office/drawing/2014/main" id="{7DD6B405-8D9C-4F69-BE50-02AABE82B5B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ub7_3_build_ReferenceLigand_15">
            <a:extLst>
              <a:ext uri="{FF2B5EF4-FFF2-40B4-BE49-F238E27FC236}">
                <a16:creationId xmlns:a16="http://schemas.microsoft.com/office/drawing/2014/main" id="{0D9D1D40-6D19-49D2-8870-A302E18215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ub7_3_build_ReferenceLigand_16">
            <a:extLst>
              <a:ext uri="{FF2B5EF4-FFF2-40B4-BE49-F238E27FC236}">
                <a16:creationId xmlns:a16="http://schemas.microsoft.com/office/drawing/2014/main" id="{B9BEDEB4-D67E-4602-AADD-24669AC80A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ub7_3_build_ReferenceLigand_17">
            <a:extLst>
              <a:ext uri="{FF2B5EF4-FFF2-40B4-BE49-F238E27FC236}">
                <a16:creationId xmlns:a16="http://schemas.microsoft.com/office/drawing/2014/main" id="{113D443C-8C3B-49A8-853A-5E1742BD474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ub7_3_build_ReferenceLigand_18">
            <a:extLst>
              <a:ext uri="{FF2B5EF4-FFF2-40B4-BE49-F238E27FC236}">
                <a16:creationId xmlns:a16="http://schemas.microsoft.com/office/drawing/2014/main" id="{5F112E76-0DBC-41BC-80A5-E8033BE1A1A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ub7_3_build_ReferenceLigand_19">
            <a:extLst>
              <a:ext uri="{FF2B5EF4-FFF2-40B4-BE49-F238E27FC236}">
                <a16:creationId xmlns:a16="http://schemas.microsoft.com/office/drawing/2014/main" id="{E81F5515-8224-4DA7-BBBB-2BCFE083F55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ub7_3_build_ReferenceLigand_20">
            <a:extLst>
              <a:ext uri="{FF2B5EF4-FFF2-40B4-BE49-F238E27FC236}">
                <a16:creationId xmlns:a16="http://schemas.microsoft.com/office/drawing/2014/main" id="{D9DCA293-640A-47E5-9C5D-0028770ACB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ub7_3_build_ReferenceLigand_21">
            <a:extLst>
              <a:ext uri="{FF2B5EF4-FFF2-40B4-BE49-F238E27FC236}">
                <a16:creationId xmlns:a16="http://schemas.microsoft.com/office/drawing/2014/main" id="{FD31932D-E289-4225-91F7-FF89664D22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ub7_3_build_ReferenceLigand_22">
            <a:extLst>
              <a:ext uri="{FF2B5EF4-FFF2-40B4-BE49-F238E27FC236}">
                <a16:creationId xmlns:a16="http://schemas.microsoft.com/office/drawing/2014/main" id="{C59534FF-E646-43DA-B17C-D544041533A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ub7_3_build_ReferenceLigand_23">
            <a:extLst>
              <a:ext uri="{FF2B5EF4-FFF2-40B4-BE49-F238E27FC236}">
                <a16:creationId xmlns:a16="http://schemas.microsoft.com/office/drawing/2014/main" id="{39C9D89A-19A6-48D6-BEA3-4C1EA717ACD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ub7_3_build_ReferenceLigand_24">
            <a:extLst>
              <a:ext uri="{FF2B5EF4-FFF2-40B4-BE49-F238E27FC236}">
                <a16:creationId xmlns:a16="http://schemas.microsoft.com/office/drawing/2014/main" id="{1AC553AD-B211-4384-BA7B-73B22D74D7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ub7_3_build_ReferenceLigand_25">
            <a:extLst>
              <a:ext uri="{FF2B5EF4-FFF2-40B4-BE49-F238E27FC236}">
                <a16:creationId xmlns:a16="http://schemas.microsoft.com/office/drawing/2014/main" id="{E99844AC-0C20-4A64-A117-804398EE534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ub7_3_build_ReferenceLigand_26">
            <a:extLst>
              <a:ext uri="{FF2B5EF4-FFF2-40B4-BE49-F238E27FC236}">
                <a16:creationId xmlns:a16="http://schemas.microsoft.com/office/drawing/2014/main" id="{CDDDCA1E-30DA-4B46-A865-562D3973C5B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ub7_3_build_ReferenceLigand_27">
            <a:extLst>
              <a:ext uri="{FF2B5EF4-FFF2-40B4-BE49-F238E27FC236}">
                <a16:creationId xmlns:a16="http://schemas.microsoft.com/office/drawing/2014/main" id="{2FA48194-6D3B-44F3-8095-33DE7AE2EA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ub7_3_build_ReferenceLigand_28">
            <a:extLst>
              <a:ext uri="{FF2B5EF4-FFF2-40B4-BE49-F238E27FC236}">
                <a16:creationId xmlns:a16="http://schemas.microsoft.com/office/drawing/2014/main" id="{24D57E94-D427-49B9-AA88-DA33298E1DC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ub7_3_build_ReferenceLigand_29">
            <a:extLst>
              <a:ext uri="{FF2B5EF4-FFF2-40B4-BE49-F238E27FC236}">
                <a16:creationId xmlns:a16="http://schemas.microsoft.com/office/drawing/2014/main" id="{470A818D-3EE7-4AAF-B4B7-99028D70C1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ub7_3_build_ReferenceLigand_30">
            <a:extLst>
              <a:ext uri="{FF2B5EF4-FFF2-40B4-BE49-F238E27FC236}">
                <a16:creationId xmlns:a16="http://schemas.microsoft.com/office/drawing/2014/main" id="{C1CD6D41-56B0-41A4-9D1D-14A3FA29DE4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4" name="9ub7_3_build_ReferenceLigand_31">
            <a:extLst>
              <a:ext uri="{FF2B5EF4-FFF2-40B4-BE49-F238E27FC236}">
                <a16:creationId xmlns:a16="http://schemas.microsoft.com/office/drawing/2014/main" id="{E033CF19-AF4C-4F1A-8E91-F125C09CA15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5" name="9ub7_3_build_ReferenceLigand_32">
            <a:extLst>
              <a:ext uri="{FF2B5EF4-FFF2-40B4-BE49-F238E27FC236}">
                <a16:creationId xmlns:a16="http://schemas.microsoft.com/office/drawing/2014/main" id="{965858A9-D2F4-474C-8B72-8A4B6E2A250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6" name="9ub7_3_build_ReferenceLigand_33">
            <a:extLst>
              <a:ext uri="{FF2B5EF4-FFF2-40B4-BE49-F238E27FC236}">
                <a16:creationId xmlns:a16="http://schemas.microsoft.com/office/drawing/2014/main" id="{E9AB5819-9029-4238-84EE-50FB53E5988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7" name="9ub7_3_build_ReferenceLigand_34">
            <a:extLst>
              <a:ext uri="{FF2B5EF4-FFF2-40B4-BE49-F238E27FC236}">
                <a16:creationId xmlns:a16="http://schemas.microsoft.com/office/drawing/2014/main" id="{27A9FEA2-2AA4-4A85-88A6-E13B2CD6C04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8" name="9ub7_3_build_ReferenceLigand_35">
            <a:extLst>
              <a:ext uri="{FF2B5EF4-FFF2-40B4-BE49-F238E27FC236}">
                <a16:creationId xmlns:a16="http://schemas.microsoft.com/office/drawing/2014/main" id="{72EDF5F1-D13B-4C3A-AB24-D16C2FEC286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9" name="9ub7_3_build_ReferenceLigand_36">
            <a:extLst>
              <a:ext uri="{FF2B5EF4-FFF2-40B4-BE49-F238E27FC236}">
                <a16:creationId xmlns:a16="http://schemas.microsoft.com/office/drawing/2014/main" id="{43601A7F-BA93-4AA9-A68F-F69B3AEFF09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0" name="9ub7_3_build_ReferenceLigand_37">
            <a:extLst>
              <a:ext uri="{FF2B5EF4-FFF2-40B4-BE49-F238E27FC236}">
                <a16:creationId xmlns:a16="http://schemas.microsoft.com/office/drawing/2014/main" id="{EEF37993-51EB-442D-AAD8-76F6A727C0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1" name="9ub7_3_build_PredictedLigand_0">
            <a:extLst>
              <a:ext uri="{FF2B5EF4-FFF2-40B4-BE49-F238E27FC236}">
                <a16:creationId xmlns:a16="http://schemas.microsoft.com/office/drawing/2014/main" id="{742F6FE3-261C-401B-82F5-5D24501D0F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311622" y="6971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2" name="9ub7_3_build_PredictedLigand_1">
            <a:extLst>
              <a:ext uri="{FF2B5EF4-FFF2-40B4-BE49-F238E27FC236}">
                <a16:creationId xmlns:a16="http://schemas.microsoft.com/office/drawing/2014/main" id="{AD1CFD16-266D-416E-BB50-008B3CCC89C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830821" y="797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3" name="9ub7_3_build_PredictedLigand_2">
            <a:extLst>
              <a:ext uri="{FF2B5EF4-FFF2-40B4-BE49-F238E27FC236}">
                <a16:creationId xmlns:a16="http://schemas.microsoft.com/office/drawing/2014/main" id="{BBE96941-97E1-4617-9984-ECB8E9DB0EB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3359" y="903503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4" name="9ub7_3_build_PredictedLigand_3">
            <a:extLst>
              <a:ext uri="{FF2B5EF4-FFF2-40B4-BE49-F238E27FC236}">
                <a16:creationId xmlns:a16="http://schemas.microsoft.com/office/drawing/2014/main" id="{66936FAE-E196-4AC2-8E53-EF254674902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8314" y="884073"/>
                </a:moveTo>
                <a:lnTo>
                  <a:pt x="638392" y="782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5" name="9ub7_3_build_PredictedLigand_4">
            <a:extLst>
              <a:ext uri="{FF2B5EF4-FFF2-40B4-BE49-F238E27FC236}">
                <a16:creationId xmlns:a16="http://schemas.microsoft.com/office/drawing/2014/main" id="{8EBD0576-E519-4E4F-9261-941BED53DAB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6" name="9ub7_3_build_PredictedLigand_5">
            <a:extLst>
              <a:ext uri="{FF2B5EF4-FFF2-40B4-BE49-F238E27FC236}">
                <a16:creationId xmlns:a16="http://schemas.microsoft.com/office/drawing/2014/main" id="{0D8FCFDC-48AE-430E-9A09-0C69106A375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869" y="891088"/>
                </a:moveTo>
                <a:lnTo>
                  <a:pt x="1321498" y="10085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7" name="9ub7_3_build_PredictedLigand_6">
            <a:extLst>
              <a:ext uri="{FF2B5EF4-FFF2-40B4-BE49-F238E27FC236}">
                <a16:creationId xmlns:a16="http://schemas.microsoft.com/office/drawing/2014/main" id="{D1051F39-7C45-49E8-9267-999D83C7C24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523" y="1013804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8" name="9ub7_3_build_PredictedLigand_7">
            <a:extLst>
              <a:ext uri="{FF2B5EF4-FFF2-40B4-BE49-F238E27FC236}">
                <a16:creationId xmlns:a16="http://schemas.microsoft.com/office/drawing/2014/main" id="{C9C58D77-700D-4FA4-8D8A-6B670F152DC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5399" y="591906"/>
                </a:moveTo>
                <a:lnTo>
                  <a:pt x="2389781" y="516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9" name="9ub7_3_build_PredictedLigand_8">
            <a:extLst>
              <a:ext uri="{FF2B5EF4-FFF2-40B4-BE49-F238E27FC236}">
                <a16:creationId xmlns:a16="http://schemas.microsoft.com/office/drawing/2014/main" id="{DB66B89B-275E-458A-BCF0-ED369FB1CDF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1498" y="1008570"/>
                </a:moveTo>
                <a:lnTo>
                  <a:pt x="1466523" y="10138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0" name="9ub7_3_build_PredictedLigand_9">
            <a:extLst>
              <a:ext uri="{FF2B5EF4-FFF2-40B4-BE49-F238E27FC236}">
                <a16:creationId xmlns:a16="http://schemas.microsoft.com/office/drawing/2014/main" id="{55FB77D3-5167-4F59-8C46-61E4B3B55CB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405" y="728207"/>
                </a:moveTo>
                <a:lnTo>
                  <a:pt x="2265399" y="591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1" name="9ub7_3_build_PredictedLigand_10">
            <a:extLst>
              <a:ext uri="{FF2B5EF4-FFF2-40B4-BE49-F238E27FC236}">
                <a16:creationId xmlns:a16="http://schemas.microsoft.com/office/drawing/2014/main" id="{B03F426B-C41E-4190-B663-B0A5F2044A7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392" y="782039"/>
                </a:moveTo>
                <a:lnTo>
                  <a:pt x="747489" y="8092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2" name="9ub7_3_build_PredictedLigand_11">
            <a:extLst>
              <a:ext uri="{FF2B5EF4-FFF2-40B4-BE49-F238E27FC236}">
                <a16:creationId xmlns:a16="http://schemas.microsoft.com/office/drawing/2014/main" id="{65DA4446-F1A4-47AA-980B-50400D3C311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053" y="889673"/>
                </a:moveTo>
                <a:lnTo>
                  <a:pt x="1458152" y="766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3" name="9ub7_3_build_PredictedLigand_12">
            <a:extLst>
              <a:ext uri="{FF2B5EF4-FFF2-40B4-BE49-F238E27FC236}">
                <a16:creationId xmlns:a16="http://schemas.microsoft.com/office/drawing/2014/main" id="{885245AE-8482-4CD8-8304-4A2B197E868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918" y="812940"/>
                </a:moveTo>
                <a:lnTo>
                  <a:pt x="1093359" y="9035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4" name="9ub7_3_build_PredictedLigand_13">
            <a:extLst>
              <a:ext uri="{FF2B5EF4-FFF2-40B4-BE49-F238E27FC236}">
                <a16:creationId xmlns:a16="http://schemas.microsoft.com/office/drawing/2014/main" id="{4AD2FA7F-EACC-475D-8AA3-E0DC69E26A5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309943" y="751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5" name="9ub7_3_build_PredictedLigand_14">
            <a:extLst>
              <a:ext uri="{FF2B5EF4-FFF2-40B4-BE49-F238E27FC236}">
                <a16:creationId xmlns:a16="http://schemas.microsoft.com/office/drawing/2014/main" id="{C49716BB-9899-4967-8334-CEECD5A18D1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6" name="9ub7_3_build_PredictedLigand_15">
            <a:extLst>
              <a:ext uri="{FF2B5EF4-FFF2-40B4-BE49-F238E27FC236}">
                <a16:creationId xmlns:a16="http://schemas.microsoft.com/office/drawing/2014/main" id="{103EFEE8-5277-497E-B218-7BA1EC8572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347643" y="376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7" name="9ub7_3_build_PredictedLigand_16">
            <a:extLst>
              <a:ext uri="{FF2B5EF4-FFF2-40B4-BE49-F238E27FC236}">
                <a16:creationId xmlns:a16="http://schemas.microsoft.com/office/drawing/2014/main" id="{54D9D6F5-23C3-42F5-8EC9-B8EE4046517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03438" y="6601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8" name="9ub7_3_build_PredictedLigand_17">
            <a:extLst>
              <a:ext uri="{FF2B5EF4-FFF2-40B4-BE49-F238E27FC236}">
                <a16:creationId xmlns:a16="http://schemas.microsoft.com/office/drawing/2014/main" id="{0AD195C9-3F3E-4F0A-B1C6-2B6ACB5E639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0871" y="730862"/>
                </a:moveTo>
                <a:lnTo>
                  <a:pt x="2238405" y="7282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9" name="9ub7_3_build_PredictedLigand_18">
            <a:extLst>
              <a:ext uri="{FF2B5EF4-FFF2-40B4-BE49-F238E27FC236}">
                <a16:creationId xmlns:a16="http://schemas.microsoft.com/office/drawing/2014/main" id="{EBAEA952-52E4-45FC-A444-76D395F5CE0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4219" y="858952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0" name="9ub7_3_build_PredictedLigand_19">
            <a:extLst>
              <a:ext uri="{FF2B5EF4-FFF2-40B4-BE49-F238E27FC236}">
                <a16:creationId xmlns:a16="http://schemas.microsoft.com/office/drawing/2014/main" id="{239914DC-2DB2-44E3-B3C2-6D38CA5E370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864219" y="8589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1" name="9ub7_3_build_PredictedLigand_20">
            <a:extLst>
              <a:ext uri="{FF2B5EF4-FFF2-40B4-BE49-F238E27FC236}">
                <a16:creationId xmlns:a16="http://schemas.microsoft.com/office/drawing/2014/main" id="{936ABFB7-413B-4E07-A4B7-31C940A5D05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550730" y="651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2" name="9ub7_3_build_PredictedLigand_21">
            <a:extLst>
              <a:ext uri="{FF2B5EF4-FFF2-40B4-BE49-F238E27FC236}">
                <a16:creationId xmlns:a16="http://schemas.microsoft.com/office/drawing/2014/main" id="{D8826179-AA58-4E6E-9745-E7CB78E053E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3" name="9ub7_3_build_PredictedLigand_22">
            <a:extLst>
              <a:ext uri="{FF2B5EF4-FFF2-40B4-BE49-F238E27FC236}">
                <a16:creationId xmlns:a16="http://schemas.microsoft.com/office/drawing/2014/main" id="{96873EE9-E715-47D2-B569-C6F5A557110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5478" y="670561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4" name="9ub7_3_build_PredictedLigand_23">
            <a:extLst>
              <a:ext uri="{FF2B5EF4-FFF2-40B4-BE49-F238E27FC236}">
                <a16:creationId xmlns:a16="http://schemas.microsoft.com/office/drawing/2014/main" id="{D4509B6A-608D-459F-BAC2-D4D66261CCA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3438" y="660147"/>
                </a:moveTo>
                <a:lnTo>
                  <a:pt x="1045478" y="6705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5" name="9ub7_3_build_PredictedLigand_24">
            <a:extLst>
              <a:ext uri="{FF2B5EF4-FFF2-40B4-BE49-F238E27FC236}">
                <a16:creationId xmlns:a16="http://schemas.microsoft.com/office/drawing/2014/main" id="{86012B32-1A4A-4DFB-9E4D-4E327627A10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518314" y="8840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6" name="9ub7_3_build_PredictedLigand_25">
            <a:extLst>
              <a:ext uri="{FF2B5EF4-FFF2-40B4-BE49-F238E27FC236}">
                <a16:creationId xmlns:a16="http://schemas.microsoft.com/office/drawing/2014/main" id="{C0565B96-7DAD-41A1-9BE8-7F0329CA208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542" y="675898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7" name="9ub7_3_build_PredictedLigand_26">
            <a:extLst>
              <a:ext uri="{FF2B5EF4-FFF2-40B4-BE49-F238E27FC236}">
                <a16:creationId xmlns:a16="http://schemas.microsoft.com/office/drawing/2014/main" id="{0E931BEB-83E2-48DC-96B7-C34060109E3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30" y="651352"/>
                </a:moveTo>
                <a:lnTo>
                  <a:pt x="1701542" y="6758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8" name="9ub7_3_build_PredictedLigand_27">
            <a:extLst>
              <a:ext uri="{FF2B5EF4-FFF2-40B4-BE49-F238E27FC236}">
                <a16:creationId xmlns:a16="http://schemas.microsoft.com/office/drawing/2014/main" id="{6C09BC9D-0953-48BA-B75E-750F24B5C35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73" y="1034586"/>
                </a:moveTo>
                <a:lnTo>
                  <a:pt x="1684702" y="912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9" name="9ub7_3_build_PredictedLigand_28">
            <a:extLst>
              <a:ext uri="{FF2B5EF4-FFF2-40B4-BE49-F238E27FC236}">
                <a16:creationId xmlns:a16="http://schemas.microsoft.com/office/drawing/2014/main" id="{FAF6A2D6-CA24-4B28-9046-13237DFDC48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907111" y="8532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0" name="9ub7_3_build_PredictedLigand_29">
            <a:extLst>
              <a:ext uri="{FF2B5EF4-FFF2-40B4-BE49-F238E27FC236}">
                <a16:creationId xmlns:a16="http://schemas.microsoft.com/office/drawing/2014/main" id="{99220CE9-C3E4-4604-9C96-1D745A46F6C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6821" y="996024"/>
                </a:moveTo>
                <a:lnTo>
                  <a:pt x="1765873" y="1034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1" name="9ub7_3_build_PredictedLigand_30">
            <a:extLst>
              <a:ext uri="{FF2B5EF4-FFF2-40B4-BE49-F238E27FC236}">
                <a16:creationId xmlns:a16="http://schemas.microsoft.com/office/drawing/2014/main" id="{982985AD-4720-42F0-991D-297F33A4B57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100871" y="730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2" name="9ub7_3_build_PredictedLigand_31">
            <a:extLst>
              <a:ext uri="{FF2B5EF4-FFF2-40B4-BE49-F238E27FC236}">
                <a16:creationId xmlns:a16="http://schemas.microsoft.com/office/drawing/2014/main" id="{732AB462-A803-4C64-8059-F018159F219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5002" y="672239"/>
                </a:moveTo>
                <a:lnTo>
                  <a:pt x="407588" y="802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3" name="9ub7_3_build_PredictedLigand_32">
            <a:extLst>
              <a:ext uri="{FF2B5EF4-FFF2-40B4-BE49-F238E27FC236}">
                <a16:creationId xmlns:a16="http://schemas.microsoft.com/office/drawing/2014/main" id="{E7869ABA-A65B-4C75-9169-C0D070E883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428152" y="548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4" name="9ub7_3_build_PredictedLigand_33">
            <a:extLst>
              <a:ext uri="{FF2B5EF4-FFF2-40B4-BE49-F238E27FC236}">
                <a16:creationId xmlns:a16="http://schemas.microsoft.com/office/drawing/2014/main" id="{811B83AF-0E03-4BB2-BF62-8076A238775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1906821" y="9960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5" name="9ub7_3_build_PredictedLigand_34">
            <a:extLst>
              <a:ext uri="{FF2B5EF4-FFF2-40B4-BE49-F238E27FC236}">
                <a16:creationId xmlns:a16="http://schemas.microsoft.com/office/drawing/2014/main" id="{194584F0-FB83-4915-B128-A88644CF014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748729" y="7516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6" name="9ub7_3_build_PredictedLigand_35">
            <a:extLst>
              <a:ext uri="{FF2B5EF4-FFF2-40B4-BE49-F238E27FC236}">
                <a16:creationId xmlns:a16="http://schemas.microsoft.com/office/drawing/2014/main" id="{C10AD615-2D6E-4AC7-A123-8B544B78F0E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333795" y="860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7" name="9ub7_3_build_PredictedLigand_36">
            <a:extLst>
              <a:ext uri="{FF2B5EF4-FFF2-40B4-BE49-F238E27FC236}">
                <a16:creationId xmlns:a16="http://schemas.microsoft.com/office/drawing/2014/main" id="{CB29FA03-069A-447D-B787-A21AB3778E6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2017310" y="7666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8" name="9ub7_3_build_PredictedLigand_37">
            <a:extLst>
              <a:ext uri="{FF2B5EF4-FFF2-40B4-BE49-F238E27FC236}">
                <a16:creationId xmlns:a16="http://schemas.microsoft.com/office/drawing/2014/main" id="{8F78EEFE-A6DB-4FF8-B4CD-238A44E5FF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096163" y="811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9" name="9ub7_3_build_PredictedAtoms_0">
            <a:extLst>
              <a:ext uri="{FF2B5EF4-FFF2-40B4-BE49-F238E27FC236}">
                <a16:creationId xmlns:a16="http://schemas.microsoft.com/office/drawing/2014/main" id="{1455F61E-4F39-4B05-9DCB-4D9C7ED99F8B}"/>
              </a:ext>
            </a:extLst>
          </p:cNvPr>
          <p:cNvSpPr>
            <a:spLocks noGrp="1"/>
          </p:cNvSpPr>
          <p:nvPr/>
        </p:nvSpPr>
        <p:spPr>
          <a:xfrm>
            <a:off x="6571009" y="32373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0" name="9ub7_3_build_PredictedAtoms_1">
            <a:extLst>
              <a:ext uri="{FF2B5EF4-FFF2-40B4-BE49-F238E27FC236}">
                <a16:creationId xmlns:a16="http://schemas.microsoft.com/office/drawing/2014/main" id="{CCBA2988-8D10-4535-8BD0-471DE0EDBA05}"/>
              </a:ext>
            </a:extLst>
          </p:cNvPr>
          <p:cNvSpPr>
            <a:spLocks noGrp="1"/>
          </p:cNvSpPr>
          <p:nvPr/>
        </p:nvSpPr>
        <p:spPr>
          <a:xfrm>
            <a:off x="6563595" y="33677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1" name="9ub7_3_build_PredictedAtoms_2">
            <a:extLst>
              <a:ext uri="{FF2B5EF4-FFF2-40B4-BE49-F238E27FC236}">
                <a16:creationId xmlns:a16="http://schemas.microsoft.com/office/drawing/2014/main" id="{EA22F6BD-4E26-4DC3-8569-BB1DB9648744}"/>
              </a:ext>
            </a:extLst>
          </p:cNvPr>
          <p:cNvSpPr>
            <a:spLocks noGrp="1"/>
          </p:cNvSpPr>
          <p:nvPr/>
        </p:nvSpPr>
        <p:spPr>
          <a:xfrm>
            <a:off x="6489802" y="34250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2" name="9ub7_3_build_PredictedAtoms_3">
            <a:extLst>
              <a:ext uri="{FF2B5EF4-FFF2-40B4-BE49-F238E27FC236}">
                <a16:creationId xmlns:a16="http://schemas.microsoft.com/office/drawing/2014/main" id="{D9CFF0E0-211B-4873-BAE1-E9856C3BE05E}"/>
              </a:ext>
            </a:extLst>
          </p:cNvPr>
          <p:cNvSpPr>
            <a:spLocks noGrp="1"/>
          </p:cNvSpPr>
          <p:nvPr/>
        </p:nvSpPr>
        <p:spPr>
          <a:xfrm>
            <a:off x="6674322" y="34491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3" name="9ub7_3_build_PredictedAtoms_4">
            <a:extLst>
              <a:ext uri="{FF2B5EF4-FFF2-40B4-BE49-F238E27FC236}">
                <a16:creationId xmlns:a16="http://schemas.microsoft.com/office/drawing/2014/main" id="{BBA264D3-9307-42A2-B763-58FAABEE05DF}"/>
              </a:ext>
            </a:extLst>
          </p:cNvPr>
          <p:cNvSpPr>
            <a:spLocks noGrp="1"/>
          </p:cNvSpPr>
          <p:nvPr/>
        </p:nvSpPr>
        <p:spPr>
          <a:xfrm>
            <a:off x="6794400" y="3347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4" name="9ub7_3_build_PredictedAtoms_5">
            <a:extLst>
              <a:ext uri="{FF2B5EF4-FFF2-40B4-BE49-F238E27FC236}">
                <a16:creationId xmlns:a16="http://schemas.microsoft.com/office/drawing/2014/main" id="{78BF441F-4A10-4A9A-BB1C-166E0254269C}"/>
              </a:ext>
            </a:extLst>
          </p:cNvPr>
          <p:cNvSpPr>
            <a:spLocks noGrp="1"/>
          </p:cNvSpPr>
          <p:nvPr/>
        </p:nvSpPr>
        <p:spPr>
          <a:xfrm>
            <a:off x="6903497" y="33743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5" name="9ub7_3_build_PredictedAtoms_6">
            <a:extLst>
              <a:ext uri="{FF2B5EF4-FFF2-40B4-BE49-F238E27FC236}">
                <a16:creationId xmlns:a16="http://schemas.microsoft.com/office/drawing/2014/main" id="{3ABB64C2-521E-4BE7-91DF-C39241A1E184}"/>
              </a:ext>
            </a:extLst>
          </p:cNvPr>
          <p:cNvSpPr>
            <a:spLocks noGrp="1"/>
          </p:cNvSpPr>
          <p:nvPr/>
        </p:nvSpPr>
        <p:spPr>
          <a:xfrm>
            <a:off x="6904736" y="33167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6" name="9ub7_3_build_PredictedAtoms_7">
            <a:extLst>
              <a:ext uri="{FF2B5EF4-FFF2-40B4-BE49-F238E27FC236}">
                <a16:creationId xmlns:a16="http://schemas.microsoft.com/office/drawing/2014/main" id="{CB6310E1-5263-4170-884D-B9D7CEB3E383}"/>
              </a:ext>
            </a:extLst>
          </p:cNvPr>
          <p:cNvSpPr>
            <a:spLocks noGrp="1"/>
          </p:cNvSpPr>
          <p:nvPr/>
        </p:nvSpPr>
        <p:spPr>
          <a:xfrm>
            <a:off x="7020226" y="34240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7" name="9ub7_3_build_PredictedAtoms_8">
            <a:extLst>
              <a:ext uri="{FF2B5EF4-FFF2-40B4-BE49-F238E27FC236}">
                <a16:creationId xmlns:a16="http://schemas.microsoft.com/office/drawing/2014/main" id="{C73C8EF5-1AB4-4E73-8C5A-C4139F2D6ABB}"/>
              </a:ext>
            </a:extLst>
          </p:cNvPr>
          <p:cNvSpPr>
            <a:spLocks noGrp="1"/>
          </p:cNvSpPr>
          <p:nvPr/>
        </p:nvSpPr>
        <p:spPr>
          <a:xfrm>
            <a:off x="7155926" y="33780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8" name="9ub7_3_build_PredictedAtoms_9">
            <a:extLst>
              <a:ext uri="{FF2B5EF4-FFF2-40B4-BE49-F238E27FC236}">
                <a16:creationId xmlns:a16="http://schemas.microsoft.com/office/drawing/2014/main" id="{C5E1BF03-0FF3-4134-A527-3E6225929C5E}"/>
              </a:ext>
            </a:extLst>
          </p:cNvPr>
          <p:cNvSpPr>
            <a:spLocks noGrp="1"/>
          </p:cNvSpPr>
          <p:nvPr/>
        </p:nvSpPr>
        <p:spPr>
          <a:xfrm>
            <a:off x="7249367" y="3468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9" name="9ub7_3_build_PredictedAtoms_10">
            <a:extLst>
              <a:ext uri="{FF2B5EF4-FFF2-40B4-BE49-F238E27FC236}">
                <a16:creationId xmlns:a16="http://schemas.microsoft.com/office/drawing/2014/main" id="{5EA14FCF-B26F-45D4-8036-4A19F723D3FA}"/>
              </a:ext>
            </a:extLst>
          </p:cNvPr>
          <p:cNvSpPr>
            <a:spLocks noGrp="1"/>
          </p:cNvSpPr>
          <p:nvPr/>
        </p:nvSpPr>
        <p:spPr>
          <a:xfrm>
            <a:off x="7399876" y="3456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0" name="9ub7_3_build_PredictedAtoms_11">
            <a:extLst>
              <a:ext uri="{FF2B5EF4-FFF2-40B4-BE49-F238E27FC236}">
                <a16:creationId xmlns:a16="http://schemas.microsoft.com/office/drawing/2014/main" id="{EADFBFAA-74DF-4485-9337-524D2D37E654}"/>
              </a:ext>
            </a:extLst>
          </p:cNvPr>
          <p:cNvSpPr>
            <a:spLocks noGrp="1"/>
          </p:cNvSpPr>
          <p:nvPr/>
        </p:nvSpPr>
        <p:spPr>
          <a:xfrm>
            <a:off x="7477506" y="35736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1" name="9ub7_3_build_PredictedAtoms_12">
            <a:extLst>
              <a:ext uri="{FF2B5EF4-FFF2-40B4-BE49-F238E27FC236}">
                <a16:creationId xmlns:a16="http://schemas.microsoft.com/office/drawing/2014/main" id="{9FC57157-11AB-432D-BE3C-6249DE904E5F}"/>
              </a:ext>
            </a:extLst>
          </p:cNvPr>
          <p:cNvSpPr>
            <a:spLocks noGrp="1"/>
          </p:cNvSpPr>
          <p:nvPr/>
        </p:nvSpPr>
        <p:spPr>
          <a:xfrm>
            <a:off x="7622530" y="357888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2" name="9ub7_3_build_PredictedAtoms_13">
            <a:extLst>
              <a:ext uri="{FF2B5EF4-FFF2-40B4-BE49-F238E27FC236}">
                <a16:creationId xmlns:a16="http://schemas.microsoft.com/office/drawing/2014/main" id="{0B85274F-63C4-4BF8-B66E-76CCD1653807}"/>
              </a:ext>
            </a:extLst>
          </p:cNvPr>
          <p:cNvSpPr>
            <a:spLocks noGrp="1"/>
          </p:cNvSpPr>
          <p:nvPr/>
        </p:nvSpPr>
        <p:spPr>
          <a:xfrm>
            <a:off x="7701061" y="34547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3" name="9ub7_3_build_PredictedAtoms_14">
            <a:extLst>
              <a:ext uri="{FF2B5EF4-FFF2-40B4-BE49-F238E27FC236}">
                <a16:creationId xmlns:a16="http://schemas.microsoft.com/office/drawing/2014/main" id="{9937E8F7-8E5B-4396-B0D1-5D0EB126FB53}"/>
              </a:ext>
            </a:extLst>
          </p:cNvPr>
          <p:cNvSpPr>
            <a:spLocks noGrp="1"/>
          </p:cNvSpPr>
          <p:nvPr/>
        </p:nvSpPr>
        <p:spPr>
          <a:xfrm>
            <a:off x="7614159" y="3331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4" name="9ub7_3_build_PredictedAtoms_15">
            <a:extLst>
              <a:ext uri="{FF2B5EF4-FFF2-40B4-BE49-F238E27FC236}">
                <a16:creationId xmlns:a16="http://schemas.microsoft.com/office/drawing/2014/main" id="{D13418D0-9E79-44B0-ADCE-20D9DDE1ABB7}"/>
              </a:ext>
            </a:extLst>
          </p:cNvPr>
          <p:cNvSpPr>
            <a:spLocks noGrp="1"/>
          </p:cNvSpPr>
          <p:nvPr/>
        </p:nvSpPr>
        <p:spPr>
          <a:xfrm>
            <a:off x="7706738" y="32164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5" name="9ub7_3_build_PredictedAtoms_16">
            <a:extLst>
              <a:ext uri="{FF2B5EF4-FFF2-40B4-BE49-F238E27FC236}">
                <a16:creationId xmlns:a16="http://schemas.microsoft.com/office/drawing/2014/main" id="{CF19DEBE-0C97-4E34-BB59-A7F56E8F5F25}"/>
              </a:ext>
            </a:extLst>
          </p:cNvPr>
          <p:cNvSpPr>
            <a:spLocks noGrp="1"/>
          </p:cNvSpPr>
          <p:nvPr/>
        </p:nvSpPr>
        <p:spPr>
          <a:xfrm>
            <a:off x="7857550" y="3240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6" name="9ub7_3_build_PredictedAtoms_17">
            <a:extLst>
              <a:ext uri="{FF2B5EF4-FFF2-40B4-BE49-F238E27FC236}">
                <a16:creationId xmlns:a16="http://schemas.microsoft.com/office/drawing/2014/main" id="{14338CE7-2D70-4FA9-BB2E-272F8A88E326}"/>
              </a:ext>
            </a:extLst>
          </p:cNvPr>
          <p:cNvSpPr>
            <a:spLocks noGrp="1"/>
          </p:cNvSpPr>
          <p:nvPr/>
        </p:nvSpPr>
        <p:spPr>
          <a:xfrm>
            <a:off x="7930940" y="33702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7" name="9ub7_3_build_PredictedAtoms_18">
            <a:extLst>
              <a:ext uri="{FF2B5EF4-FFF2-40B4-BE49-F238E27FC236}">
                <a16:creationId xmlns:a16="http://schemas.microsoft.com/office/drawing/2014/main" id="{B4D8C70F-8B34-4F09-83F8-2CFD8CFB7888}"/>
              </a:ext>
            </a:extLst>
          </p:cNvPr>
          <p:cNvSpPr>
            <a:spLocks noGrp="1"/>
          </p:cNvSpPr>
          <p:nvPr/>
        </p:nvSpPr>
        <p:spPr>
          <a:xfrm>
            <a:off x="7986829" y="3362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8" name="9ub7_3_build_PredictedAtoms_19">
            <a:extLst>
              <a:ext uri="{FF2B5EF4-FFF2-40B4-BE49-F238E27FC236}">
                <a16:creationId xmlns:a16="http://schemas.microsoft.com/office/drawing/2014/main" id="{8F855315-9427-44D5-9646-CCF531397A81}"/>
              </a:ext>
            </a:extLst>
          </p:cNvPr>
          <p:cNvSpPr>
            <a:spLocks noGrp="1"/>
          </p:cNvSpPr>
          <p:nvPr/>
        </p:nvSpPr>
        <p:spPr>
          <a:xfrm>
            <a:off x="8063119" y="34182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9" name="9ub7_3_build_PredictedAtoms_20">
            <a:extLst>
              <a:ext uri="{FF2B5EF4-FFF2-40B4-BE49-F238E27FC236}">
                <a16:creationId xmlns:a16="http://schemas.microsoft.com/office/drawing/2014/main" id="{E1438C17-46D4-4E4E-A55A-71EFFEAB0557}"/>
              </a:ext>
            </a:extLst>
          </p:cNvPr>
          <p:cNvSpPr>
            <a:spLocks noGrp="1"/>
          </p:cNvSpPr>
          <p:nvPr/>
        </p:nvSpPr>
        <p:spPr>
          <a:xfrm>
            <a:off x="8173317" y="33316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0" name="9ub7_3_build_PredictedAtoms_21">
            <a:extLst>
              <a:ext uri="{FF2B5EF4-FFF2-40B4-BE49-F238E27FC236}">
                <a16:creationId xmlns:a16="http://schemas.microsoft.com/office/drawing/2014/main" id="{B24A5B0F-4F32-47F7-9460-EB9293785A13}"/>
              </a:ext>
            </a:extLst>
          </p:cNvPr>
          <p:cNvSpPr>
            <a:spLocks noGrp="1"/>
          </p:cNvSpPr>
          <p:nvPr/>
        </p:nvSpPr>
        <p:spPr>
          <a:xfrm>
            <a:off x="8252170" y="33764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1" name="9ub7_3_build_PredictedAtoms_22">
            <a:extLst>
              <a:ext uri="{FF2B5EF4-FFF2-40B4-BE49-F238E27FC236}">
                <a16:creationId xmlns:a16="http://schemas.microsoft.com/office/drawing/2014/main" id="{DF59CA21-BAE4-44AA-B74B-035D00318E7D}"/>
              </a:ext>
            </a:extLst>
          </p:cNvPr>
          <p:cNvSpPr>
            <a:spLocks noGrp="1"/>
          </p:cNvSpPr>
          <p:nvPr/>
        </p:nvSpPr>
        <p:spPr>
          <a:xfrm>
            <a:off x="8256878" y="3295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2" name="9ub7_3_build_PredictedAtoms_23">
            <a:extLst>
              <a:ext uri="{FF2B5EF4-FFF2-40B4-BE49-F238E27FC236}">
                <a16:creationId xmlns:a16="http://schemas.microsoft.com/office/drawing/2014/main" id="{EBE187A8-D477-43BB-8984-9B5BDAE7F650}"/>
              </a:ext>
            </a:extLst>
          </p:cNvPr>
          <p:cNvSpPr>
            <a:spLocks noGrp="1"/>
          </p:cNvSpPr>
          <p:nvPr/>
        </p:nvSpPr>
        <p:spPr>
          <a:xfrm>
            <a:off x="8394412" y="32932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3" name="9ub7_3_build_PredictedAtoms_24">
            <a:extLst>
              <a:ext uri="{FF2B5EF4-FFF2-40B4-BE49-F238E27FC236}">
                <a16:creationId xmlns:a16="http://schemas.microsoft.com/office/drawing/2014/main" id="{47D059A2-4C72-41C8-8C51-BDD17A6081BF}"/>
              </a:ext>
            </a:extLst>
          </p:cNvPr>
          <p:cNvSpPr>
            <a:spLocks noGrp="1"/>
          </p:cNvSpPr>
          <p:nvPr/>
        </p:nvSpPr>
        <p:spPr>
          <a:xfrm>
            <a:off x="8421406" y="31569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4" name="9ub7_3_build_PredictedAtoms_25">
            <a:extLst>
              <a:ext uri="{FF2B5EF4-FFF2-40B4-BE49-F238E27FC236}">
                <a16:creationId xmlns:a16="http://schemas.microsoft.com/office/drawing/2014/main" id="{6E0EA72F-CB7E-4A8E-8FA8-0D8F46053F17}"/>
              </a:ext>
            </a:extLst>
          </p:cNvPr>
          <p:cNvSpPr>
            <a:spLocks noGrp="1"/>
          </p:cNvSpPr>
          <p:nvPr/>
        </p:nvSpPr>
        <p:spPr>
          <a:xfrm>
            <a:off x="8545788" y="30820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5" name="9ub7_3_build_PredictedAtoms_26">
            <a:extLst>
              <a:ext uri="{FF2B5EF4-FFF2-40B4-BE49-F238E27FC236}">
                <a16:creationId xmlns:a16="http://schemas.microsoft.com/office/drawing/2014/main" id="{505B253C-5BB2-446E-9FB6-BA00ED6E81E8}"/>
              </a:ext>
            </a:extLst>
          </p:cNvPr>
          <p:cNvSpPr>
            <a:spLocks noGrp="1"/>
          </p:cNvSpPr>
          <p:nvPr/>
        </p:nvSpPr>
        <p:spPr>
          <a:xfrm>
            <a:off x="8503650" y="2941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6" name="9ub7_3_build_PredictedAtoms_27">
            <a:extLst>
              <a:ext uri="{FF2B5EF4-FFF2-40B4-BE49-F238E27FC236}">
                <a16:creationId xmlns:a16="http://schemas.microsoft.com/office/drawing/2014/main" id="{3E1D59A3-D79E-41EE-A0A6-3ED4FC54D264}"/>
              </a:ext>
            </a:extLst>
          </p:cNvPr>
          <p:cNvSpPr>
            <a:spLocks noGrp="1"/>
          </p:cNvSpPr>
          <p:nvPr/>
        </p:nvSpPr>
        <p:spPr>
          <a:xfrm>
            <a:off x="8584159" y="31137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7" name="9ub7_3_build_PredictedAtoms_28">
            <a:extLst>
              <a:ext uri="{FF2B5EF4-FFF2-40B4-BE49-F238E27FC236}">
                <a16:creationId xmlns:a16="http://schemas.microsoft.com/office/drawing/2014/main" id="{D068BE9C-DFAF-4332-843F-F13B4FC9BD56}"/>
              </a:ext>
            </a:extLst>
          </p:cNvPr>
          <p:cNvSpPr>
            <a:spLocks noGrp="1"/>
          </p:cNvSpPr>
          <p:nvPr/>
        </p:nvSpPr>
        <p:spPr>
          <a:xfrm>
            <a:off x="8062829" y="35611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8" name="9ub7_3_build_PredictedAtoms_29">
            <a:extLst>
              <a:ext uri="{FF2B5EF4-FFF2-40B4-BE49-F238E27FC236}">
                <a16:creationId xmlns:a16="http://schemas.microsoft.com/office/drawing/2014/main" id="{6AAED714-319A-40D0-A782-4C84218E4125}"/>
              </a:ext>
            </a:extLst>
          </p:cNvPr>
          <p:cNvSpPr>
            <a:spLocks noGrp="1"/>
          </p:cNvSpPr>
          <p:nvPr/>
        </p:nvSpPr>
        <p:spPr>
          <a:xfrm>
            <a:off x="7921881" y="35996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9" name="9ub7_3_build_PredictedAtoms_30">
            <a:extLst>
              <a:ext uri="{FF2B5EF4-FFF2-40B4-BE49-F238E27FC236}">
                <a16:creationId xmlns:a16="http://schemas.microsoft.com/office/drawing/2014/main" id="{D3B42B04-31A1-45D4-A6DE-FBAD9BB28E8C}"/>
              </a:ext>
            </a:extLst>
          </p:cNvPr>
          <p:cNvSpPr>
            <a:spLocks noGrp="1"/>
          </p:cNvSpPr>
          <p:nvPr/>
        </p:nvSpPr>
        <p:spPr>
          <a:xfrm>
            <a:off x="7840709" y="34771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0" name="9ub7_3_build_PredictedAtoms_31">
            <a:extLst>
              <a:ext uri="{FF2B5EF4-FFF2-40B4-BE49-F238E27FC236}">
                <a16:creationId xmlns:a16="http://schemas.microsoft.com/office/drawing/2014/main" id="{6B2CAF52-49E7-420C-850E-6A489C6F6594}"/>
              </a:ext>
            </a:extLst>
          </p:cNvPr>
          <p:cNvSpPr>
            <a:spLocks noGrp="1"/>
          </p:cNvSpPr>
          <p:nvPr/>
        </p:nvSpPr>
        <p:spPr>
          <a:xfrm>
            <a:off x="7465950" y="3316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1" name="9ub7_3_build_PredictedAtoms_32">
            <a:extLst>
              <a:ext uri="{FF2B5EF4-FFF2-40B4-BE49-F238E27FC236}">
                <a16:creationId xmlns:a16="http://schemas.microsoft.com/office/drawing/2014/main" id="{AA0D5852-D0C3-47AE-B2A3-2091E45CC98F}"/>
              </a:ext>
            </a:extLst>
          </p:cNvPr>
          <p:cNvSpPr>
            <a:spLocks noGrp="1"/>
          </p:cNvSpPr>
          <p:nvPr/>
        </p:nvSpPr>
        <p:spPr>
          <a:xfrm>
            <a:off x="7467629" y="32622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2" name="9ub7_3_build_PredictedAtoms_33">
            <a:extLst>
              <a:ext uri="{FF2B5EF4-FFF2-40B4-BE49-F238E27FC236}">
                <a16:creationId xmlns:a16="http://schemas.microsoft.com/office/drawing/2014/main" id="{DF33AC8C-91B2-40B0-A468-B36FC5352779}"/>
              </a:ext>
            </a:extLst>
          </p:cNvPr>
          <p:cNvSpPr>
            <a:spLocks noGrp="1"/>
          </p:cNvSpPr>
          <p:nvPr/>
        </p:nvSpPr>
        <p:spPr>
          <a:xfrm>
            <a:off x="7359446" y="32252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3" name="9ub7_3_build_PredictedAtoms_34">
            <a:extLst>
              <a:ext uri="{FF2B5EF4-FFF2-40B4-BE49-F238E27FC236}">
                <a16:creationId xmlns:a16="http://schemas.microsoft.com/office/drawing/2014/main" id="{FD8F4CDF-B389-411D-8C05-FAB592E770E4}"/>
              </a:ext>
            </a:extLst>
          </p:cNvPr>
          <p:cNvSpPr>
            <a:spLocks noGrp="1"/>
          </p:cNvSpPr>
          <p:nvPr/>
        </p:nvSpPr>
        <p:spPr>
          <a:xfrm>
            <a:off x="7201485" y="32356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4" name="stage3-cases-main_20">
            <a:extLst>
              <a:ext uri="{FF2B5EF4-FFF2-40B4-BE49-F238E27FC236}">
                <a16:creationId xmlns:a16="http://schemas.microsoft.com/office/drawing/2014/main" id="{A73D79A6-E9A8-41C1-BFD5-1FFE6596C400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2.64 Å   D 83%   Clash 0</a:t>
            </a:r>
          </a:p>
        </p:txBody>
      </p:sp>
      <p:sp>
        <p:nvSpPr>
          <p:cNvPr id="655" name="stage3-cases-main_21">
            <a:extLst>
              <a:ext uri="{FF2B5EF4-FFF2-40B4-BE49-F238E27FC236}">
                <a16:creationId xmlns:a16="http://schemas.microsoft.com/office/drawing/2014/main" id="{3318C989-5447-465D-8698-3C389BBF8A1A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c  9R3D · IHP (A:2401)</a:t>
            </a:r>
          </a:p>
        </p:txBody>
      </p:sp>
      <p:sp>
        <p:nvSpPr>
          <p:cNvPr id="656" name="stage3-cases-main_22">
            <a:extLst>
              <a:ext uri="{FF2B5EF4-FFF2-40B4-BE49-F238E27FC236}">
                <a16:creationId xmlns:a16="http://schemas.microsoft.com/office/drawing/2014/main" id="{C369A902-460A-48C4-9F98-22AE295BDBE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92767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57" name="stage3-cases-main_23">
            <a:extLst>
              <a:ext uri="{FF2B5EF4-FFF2-40B4-BE49-F238E27FC236}">
                <a16:creationId xmlns:a16="http://schemas.microsoft.com/office/drawing/2014/main" id="{6429F5AB-2B1E-4DDA-80B1-6B9493BE4841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58" name="9r3d_0_official_Receptor">
            <a:extLst>
              <a:ext uri="{FF2B5EF4-FFF2-40B4-BE49-F238E27FC236}">
                <a16:creationId xmlns:a16="http://schemas.microsoft.com/office/drawing/2014/main" id="{D5DFE379-5F34-46EB-81F9-41D72C70654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659" name="9r3d_0_official_ExperimentalDensity">
            <a:extLst>
              <a:ext uri="{FF2B5EF4-FFF2-40B4-BE49-F238E27FC236}">
                <a16:creationId xmlns:a16="http://schemas.microsoft.com/office/drawing/2014/main" id="{E6A94657-DC02-410D-BD79-A8B8085D91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60" name="9r3d_0_official_ReferenceLigand_0">
            <a:extLst>
              <a:ext uri="{FF2B5EF4-FFF2-40B4-BE49-F238E27FC236}">
                <a16:creationId xmlns:a16="http://schemas.microsoft.com/office/drawing/2014/main" id="{8B94A6A5-FBD4-401D-A14D-79FC6487D69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1" name="9r3d_0_official_ReferenceLigand_1">
            <a:extLst>
              <a:ext uri="{FF2B5EF4-FFF2-40B4-BE49-F238E27FC236}">
                <a16:creationId xmlns:a16="http://schemas.microsoft.com/office/drawing/2014/main" id="{85F506B6-DAAA-4DEA-9C44-84B10986D95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2" name="9r3d_0_official_ReferenceLigand_2">
            <a:extLst>
              <a:ext uri="{FF2B5EF4-FFF2-40B4-BE49-F238E27FC236}">
                <a16:creationId xmlns:a16="http://schemas.microsoft.com/office/drawing/2014/main" id="{F11A5750-F075-4ACA-98C8-5EDB1FECC82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3" name="9r3d_0_official_ReferenceLigand_3">
            <a:extLst>
              <a:ext uri="{FF2B5EF4-FFF2-40B4-BE49-F238E27FC236}">
                <a16:creationId xmlns:a16="http://schemas.microsoft.com/office/drawing/2014/main" id="{301D96FC-6A9D-4CAC-A570-9CCCC455DFC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4" name="9r3d_0_official_ReferenceLigand_4">
            <a:extLst>
              <a:ext uri="{FF2B5EF4-FFF2-40B4-BE49-F238E27FC236}">
                <a16:creationId xmlns:a16="http://schemas.microsoft.com/office/drawing/2014/main" id="{1806E1C4-C6C3-41F7-9CC9-0CD46C3B0D4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5" name="9r3d_0_official_ReferenceLigand_5">
            <a:extLst>
              <a:ext uri="{FF2B5EF4-FFF2-40B4-BE49-F238E27FC236}">
                <a16:creationId xmlns:a16="http://schemas.microsoft.com/office/drawing/2014/main" id="{246393AF-546C-4C4C-ADB0-76D629911D8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6" name="9r3d_0_official_ReferenceLigand_6">
            <a:extLst>
              <a:ext uri="{FF2B5EF4-FFF2-40B4-BE49-F238E27FC236}">
                <a16:creationId xmlns:a16="http://schemas.microsoft.com/office/drawing/2014/main" id="{9FBC0935-6E27-4900-9A6A-FC0F44BD058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7" name="9r3d_0_official_ReferenceLigand_7">
            <a:extLst>
              <a:ext uri="{FF2B5EF4-FFF2-40B4-BE49-F238E27FC236}">
                <a16:creationId xmlns:a16="http://schemas.microsoft.com/office/drawing/2014/main" id="{E97E7022-5686-464F-9960-F14028B21B0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8" name="9r3d_0_official_ReferenceLigand_8">
            <a:extLst>
              <a:ext uri="{FF2B5EF4-FFF2-40B4-BE49-F238E27FC236}">
                <a16:creationId xmlns:a16="http://schemas.microsoft.com/office/drawing/2014/main" id="{D820D7F9-4C66-47E6-8046-9E471253F0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9" name="9r3d_0_official_ReferenceLigand_9">
            <a:extLst>
              <a:ext uri="{FF2B5EF4-FFF2-40B4-BE49-F238E27FC236}">
                <a16:creationId xmlns:a16="http://schemas.microsoft.com/office/drawing/2014/main" id="{CCF0AADB-C016-474A-97DC-F2437936809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0" name="9r3d_0_official_ReferenceLigand_10">
            <a:extLst>
              <a:ext uri="{FF2B5EF4-FFF2-40B4-BE49-F238E27FC236}">
                <a16:creationId xmlns:a16="http://schemas.microsoft.com/office/drawing/2014/main" id="{F5DA08F2-0093-4C41-B1D9-83E57661046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1" name="9r3d_0_official_ReferenceLigand_11">
            <a:extLst>
              <a:ext uri="{FF2B5EF4-FFF2-40B4-BE49-F238E27FC236}">
                <a16:creationId xmlns:a16="http://schemas.microsoft.com/office/drawing/2014/main" id="{11DB169F-5B1F-44CA-9839-6E48D528818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2" name="9r3d_0_official_ReferenceLigand_12">
            <a:extLst>
              <a:ext uri="{FF2B5EF4-FFF2-40B4-BE49-F238E27FC236}">
                <a16:creationId xmlns:a16="http://schemas.microsoft.com/office/drawing/2014/main" id="{536A9199-78D8-4282-BB58-E2BF2220E90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3" name="9r3d_0_official_ReferenceLigand_13">
            <a:extLst>
              <a:ext uri="{FF2B5EF4-FFF2-40B4-BE49-F238E27FC236}">
                <a16:creationId xmlns:a16="http://schemas.microsoft.com/office/drawing/2014/main" id="{DBCB12B1-F4EE-4607-AC94-744511C2AA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4" name="9r3d_0_official_ReferenceLigand_14">
            <a:extLst>
              <a:ext uri="{FF2B5EF4-FFF2-40B4-BE49-F238E27FC236}">
                <a16:creationId xmlns:a16="http://schemas.microsoft.com/office/drawing/2014/main" id="{97D8DB87-45B1-42A6-93FF-D0CEF71FE93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5" name="9r3d_0_official_ReferenceLigand_15">
            <a:extLst>
              <a:ext uri="{FF2B5EF4-FFF2-40B4-BE49-F238E27FC236}">
                <a16:creationId xmlns:a16="http://schemas.microsoft.com/office/drawing/2014/main" id="{252FB19E-9A10-4D2B-86D5-EB0DE2D15C5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6" name="9r3d_0_official_ReferenceLigand_16">
            <a:extLst>
              <a:ext uri="{FF2B5EF4-FFF2-40B4-BE49-F238E27FC236}">
                <a16:creationId xmlns:a16="http://schemas.microsoft.com/office/drawing/2014/main" id="{FF082BB8-C466-4FE5-BD2E-AE708325EA0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7" name="9r3d_0_official_ReferenceLigand_17">
            <a:extLst>
              <a:ext uri="{FF2B5EF4-FFF2-40B4-BE49-F238E27FC236}">
                <a16:creationId xmlns:a16="http://schemas.microsoft.com/office/drawing/2014/main" id="{54C1D07A-30F3-48E6-BC11-5B4FC406CC2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8" name="9r3d_0_official_ReferenceLigand_18">
            <a:extLst>
              <a:ext uri="{FF2B5EF4-FFF2-40B4-BE49-F238E27FC236}">
                <a16:creationId xmlns:a16="http://schemas.microsoft.com/office/drawing/2014/main" id="{B91E4E57-C804-4FA0-BCE8-331700F34AC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9" name="9r3d_0_official_ReferenceLigand_19">
            <a:extLst>
              <a:ext uri="{FF2B5EF4-FFF2-40B4-BE49-F238E27FC236}">
                <a16:creationId xmlns:a16="http://schemas.microsoft.com/office/drawing/2014/main" id="{DE67A89D-5327-4CD0-BD90-26DAF88049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0" name="9r3d_0_official_ReferenceLigand_20">
            <a:extLst>
              <a:ext uri="{FF2B5EF4-FFF2-40B4-BE49-F238E27FC236}">
                <a16:creationId xmlns:a16="http://schemas.microsoft.com/office/drawing/2014/main" id="{80BD82B3-8E07-460D-B91F-508BE5BF1DA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1" name="9r3d_0_official_ReferenceLigand_21">
            <a:extLst>
              <a:ext uri="{FF2B5EF4-FFF2-40B4-BE49-F238E27FC236}">
                <a16:creationId xmlns:a16="http://schemas.microsoft.com/office/drawing/2014/main" id="{CAD23A02-132F-4F59-B740-D08E0BCF8F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2" name="9r3d_0_official_ReferenceLigand_22">
            <a:extLst>
              <a:ext uri="{FF2B5EF4-FFF2-40B4-BE49-F238E27FC236}">
                <a16:creationId xmlns:a16="http://schemas.microsoft.com/office/drawing/2014/main" id="{D7F3E0F5-7471-47BB-98FF-2CA56C54039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3" name="9r3d_0_official_ReferenceLigand_23">
            <a:extLst>
              <a:ext uri="{FF2B5EF4-FFF2-40B4-BE49-F238E27FC236}">
                <a16:creationId xmlns:a16="http://schemas.microsoft.com/office/drawing/2014/main" id="{4421B646-7214-4CF9-993F-0F39FB9B9A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4" name="9r3d_0_official_ReferenceLigand_24">
            <a:extLst>
              <a:ext uri="{FF2B5EF4-FFF2-40B4-BE49-F238E27FC236}">
                <a16:creationId xmlns:a16="http://schemas.microsoft.com/office/drawing/2014/main" id="{EAF86047-2550-4547-8546-9EC12589E89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5" name="9r3d_0_official_ReferenceLigand_25">
            <a:extLst>
              <a:ext uri="{FF2B5EF4-FFF2-40B4-BE49-F238E27FC236}">
                <a16:creationId xmlns:a16="http://schemas.microsoft.com/office/drawing/2014/main" id="{E87E1AF7-6F38-4A1D-8339-B8CD277B9C8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6" name="9r3d_0_official_ReferenceLigand_26">
            <a:extLst>
              <a:ext uri="{FF2B5EF4-FFF2-40B4-BE49-F238E27FC236}">
                <a16:creationId xmlns:a16="http://schemas.microsoft.com/office/drawing/2014/main" id="{CB9CCEC7-981F-4A93-9BC5-3F3FFEB2668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7" name="9r3d_0_official_ReferenceLigand_27">
            <a:extLst>
              <a:ext uri="{FF2B5EF4-FFF2-40B4-BE49-F238E27FC236}">
                <a16:creationId xmlns:a16="http://schemas.microsoft.com/office/drawing/2014/main" id="{FA3F6C9F-D0EB-4F0E-A9B5-9B75F46A9B1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8" name="9r3d_0_official_ReferenceLigand_28">
            <a:extLst>
              <a:ext uri="{FF2B5EF4-FFF2-40B4-BE49-F238E27FC236}">
                <a16:creationId xmlns:a16="http://schemas.microsoft.com/office/drawing/2014/main" id="{D475C873-CAB9-434A-867B-269B397BE14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9" name="9r3d_0_official_ReferenceLigand_29">
            <a:extLst>
              <a:ext uri="{FF2B5EF4-FFF2-40B4-BE49-F238E27FC236}">
                <a16:creationId xmlns:a16="http://schemas.microsoft.com/office/drawing/2014/main" id="{A8F260AC-CDA2-4CBB-97E7-E4B12DD9F6A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0" name="9r3d_0_official_ReferenceLigand_30">
            <a:extLst>
              <a:ext uri="{FF2B5EF4-FFF2-40B4-BE49-F238E27FC236}">
                <a16:creationId xmlns:a16="http://schemas.microsoft.com/office/drawing/2014/main" id="{0BA1A480-AE50-4E10-82CC-18D2A153877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1" name="9r3d_0_official_ReferenceLigand_31">
            <a:extLst>
              <a:ext uri="{FF2B5EF4-FFF2-40B4-BE49-F238E27FC236}">
                <a16:creationId xmlns:a16="http://schemas.microsoft.com/office/drawing/2014/main" id="{6D3B6ED2-ABC5-4287-815C-446C10FC24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2" name="9r3d_0_official_ReferenceLigand_32">
            <a:extLst>
              <a:ext uri="{FF2B5EF4-FFF2-40B4-BE49-F238E27FC236}">
                <a16:creationId xmlns:a16="http://schemas.microsoft.com/office/drawing/2014/main" id="{7DF700D4-5F00-4D28-A600-C3ED9C89D2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3" name="9r3d_0_official_ReferenceLigand_33">
            <a:extLst>
              <a:ext uri="{FF2B5EF4-FFF2-40B4-BE49-F238E27FC236}">
                <a16:creationId xmlns:a16="http://schemas.microsoft.com/office/drawing/2014/main" id="{28297A52-6BC3-443E-AEC5-CEA837A7EF1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4" name="9r3d_0_official_ReferenceLigand_34">
            <a:extLst>
              <a:ext uri="{FF2B5EF4-FFF2-40B4-BE49-F238E27FC236}">
                <a16:creationId xmlns:a16="http://schemas.microsoft.com/office/drawing/2014/main" id="{15CB0C51-4406-49C3-A087-B4BD543046C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5" name="9r3d_0_official_ReferenceLigand_35">
            <a:extLst>
              <a:ext uri="{FF2B5EF4-FFF2-40B4-BE49-F238E27FC236}">
                <a16:creationId xmlns:a16="http://schemas.microsoft.com/office/drawing/2014/main" id="{DEA8E333-3129-4C83-B48F-B38D08AFF11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6" name="9r3d_0_official_PredictedLigand_0">
            <a:extLst>
              <a:ext uri="{FF2B5EF4-FFF2-40B4-BE49-F238E27FC236}">
                <a16:creationId xmlns:a16="http://schemas.microsoft.com/office/drawing/2014/main" id="{826F6A48-66FB-4E06-9B4B-A9829E53DDB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24430" y="6845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7" name="9r3d_0_official_PredictedLigand_1">
            <a:extLst>
              <a:ext uri="{FF2B5EF4-FFF2-40B4-BE49-F238E27FC236}">
                <a16:creationId xmlns:a16="http://schemas.microsoft.com/office/drawing/2014/main" id="{37B596CD-16A5-473F-ADA0-10BA577416C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06273" y="443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8" name="9r3d_0_official_PredictedLigand_2">
            <a:extLst>
              <a:ext uri="{FF2B5EF4-FFF2-40B4-BE49-F238E27FC236}">
                <a16:creationId xmlns:a16="http://schemas.microsoft.com/office/drawing/2014/main" id="{F7194A12-E139-47B7-8AD8-87C35C97830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025113" y="634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9" name="9r3d_0_official_PredictedLigand_3">
            <a:extLst>
              <a:ext uri="{FF2B5EF4-FFF2-40B4-BE49-F238E27FC236}">
                <a16:creationId xmlns:a16="http://schemas.microsoft.com/office/drawing/2014/main" id="{66D7B36F-6FA4-4F87-A284-713D0D0E8C0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4334" y="645247"/>
                </a:moveTo>
                <a:lnTo>
                  <a:pt x="1186083" y="5972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r3d_0_official_PredictedLigand_4">
            <a:extLst>
              <a:ext uri="{FF2B5EF4-FFF2-40B4-BE49-F238E27FC236}">
                <a16:creationId xmlns:a16="http://schemas.microsoft.com/office/drawing/2014/main" id="{2860F1DE-F9A5-40D9-88D2-78BD5E3932C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658348" y="268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r3d_0_official_PredictedLigand_5">
            <a:extLst>
              <a:ext uri="{FF2B5EF4-FFF2-40B4-BE49-F238E27FC236}">
                <a16:creationId xmlns:a16="http://schemas.microsoft.com/office/drawing/2014/main" id="{D4760B91-8928-4517-A2DE-9EE6857CA1E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94334" y="645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r3d_0_official_PredictedLigand_6">
            <a:extLst>
              <a:ext uri="{FF2B5EF4-FFF2-40B4-BE49-F238E27FC236}">
                <a16:creationId xmlns:a16="http://schemas.microsoft.com/office/drawing/2014/main" id="{99A5F372-2401-4D4C-BB3A-602DDA633E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58521" y="4941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r3d_0_official_PredictedLigand_7">
            <a:extLst>
              <a:ext uri="{FF2B5EF4-FFF2-40B4-BE49-F238E27FC236}">
                <a16:creationId xmlns:a16="http://schemas.microsoft.com/office/drawing/2014/main" id="{A0DD5AEE-2F80-4358-B65D-8BEDA0B1E5F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488398" y="1175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r3d_0_official_PredictedLigand_8">
            <a:extLst>
              <a:ext uri="{FF2B5EF4-FFF2-40B4-BE49-F238E27FC236}">
                <a16:creationId xmlns:a16="http://schemas.microsoft.com/office/drawing/2014/main" id="{C1421900-F6E2-45AC-8E06-C088CA9D3BD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0482" y="389260"/>
                </a:moveTo>
                <a:lnTo>
                  <a:pt x="1650045" y="3511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5" name="9r3d_0_official_PredictedLigand_9">
            <a:extLst>
              <a:ext uri="{FF2B5EF4-FFF2-40B4-BE49-F238E27FC236}">
                <a16:creationId xmlns:a16="http://schemas.microsoft.com/office/drawing/2014/main" id="{0F48B855-AE6D-4E64-B541-C313B920298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8521" y="494138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6" name="9r3d_0_official_PredictedLigand_10">
            <a:extLst>
              <a:ext uri="{FF2B5EF4-FFF2-40B4-BE49-F238E27FC236}">
                <a16:creationId xmlns:a16="http://schemas.microsoft.com/office/drawing/2014/main" id="{B1173527-30C7-42B0-8B87-45068AB6363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66772" y="2575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7" name="9r3d_0_official_PredictedLigand_11">
            <a:extLst>
              <a:ext uri="{FF2B5EF4-FFF2-40B4-BE49-F238E27FC236}">
                <a16:creationId xmlns:a16="http://schemas.microsoft.com/office/drawing/2014/main" id="{BF487C90-1283-4F35-A4C5-F7D083847D8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348" y="947754"/>
                </a:moveTo>
                <a:lnTo>
                  <a:pt x="1423630" y="11168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8" name="9r3d_0_official_PredictedLigand_12">
            <a:extLst>
              <a:ext uri="{FF2B5EF4-FFF2-40B4-BE49-F238E27FC236}">
                <a16:creationId xmlns:a16="http://schemas.microsoft.com/office/drawing/2014/main" id="{D23DE7FC-6B77-4836-97A4-7F789461E4B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318" y="565087"/>
                </a:moveTo>
                <a:lnTo>
                  <a:pt x="1308948" y="5928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9" name="9r3d_0_official_PredictedLigand_13">
            <a:extLst>
              <a:ext uri="{FF2B5EF4-FFF2-40B4-BE49-F238E27FC236}">
                <a16:creationId xmlns:a16="http://schemas.microsoft.com/office/drawing/2014/main" id="{2ED142C3-9DD7-4C15-AE3C-3EDD1BBAAFE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277983" y="12025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0" name="9r3d_0_official_PredictedLigand_14">
            <a:extLst>
              <a:ext uri="{FF2B5EF4-FFF2-40B4-BE49-F238E27FC236}">
                <a16:creationId xmlns:a16="http://schemas.microsoft.com/office/drawing/2014/main" id="{1D2E428D-31B8-4984-867C-BAF6B1318A6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941145" y="7936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1" name="9r3d_0_official_PredictedLigand_15">
            <a:extLst>
              <a:ext uri="{FF2B5EF4-FFF2-40B4-BE49-F238E27FC236}">
                <a16:creationId xmlns:a16="http://schemas.microsoft.com/office/drawing/2014/main" id="{0D33139A-92CF-47B0-8156-09A451CC95B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401348" y="947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2" name="9r3d_0_official_PredictedLigand_16">
            <a:extLst>
              <a:ext uri="{FF2B5EF4-FFF2-40B4-BE49-F238E27FC236}">
                <a16:creationId xmlns:a16="http://schemas.microsoft.com/office/drawing/2014/main" id="{DC0C3764-744F-4B83-ACC1-29300FABB5C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681047" y="7205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3" name="9r3d_0_official_PredictedLigand_17">
            <a:extLst>
              <a:ext uri="{FF2B5EF4-FFF2-40B4-BE49-F238E27FC236}">
                <a16:creationId xmlns:a16="http://schemas.microsoft.com/office/drawing/2014/main" id="{CAAECD28-DA8B-4DD2-A1B3-115A95BB3F5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1047" y="720536"/>
                </a:moveTo>
                <a:lnTo>
                  <a:pt x="1826453" y="7501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4" name="9r3d_0_official_PredictedLigand_18">
            <a:extLst>
              <a:ext uri="{FF2B5EF4-FFF2-40B4-BE49-F238E27FC236}">
                <a16:creationId xmlns:a16="http://schemas.microsoft.com/office/drawing/2014/main" id="{75AC222C-31DC-4679-8EDD-115B3E24863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5" name="9r3d_0_official_PredictedLigand_19">
            <a:extLst>
              <a:ext uri="{FF2B5EF4-FFF2-40B4-BE49-F238E27FC236}">
                <a16:creationId xmlns:a16="http://schemas.microsoft.com/office/drawing/2014/main" id="{B5EC738F-BE8D-4518-B349-68ED118F7F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27661" y="6431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6" name="9r3d_0_official_PredictedLigand_20">
            <a:extLst>
              <a:ext uri="{FF2B5EF4-FFF2-40B4-BE49-F238E27FC236}">
                <a16:creationId xmlns:a16="http://schemas.microsoft.com/office/drawing/2014/main" id="{21929D4F-9DA8-4BE1-B9DF-66FBB43E1A3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527795" y="1131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7" name="9r3d_0_official_PredictedLigand_21">
            <a:extLst>
              <a:ext uri="{FF2B5EF4-FFF2-40B4-BE49-F238E27FC236}">
                <a16:creationId xmlns:a16="http://schemas.microsoft.com/office/drawing/2014/main" id="{3B3087C1-17A9-4312-B7F7-9587205D2F5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532438" y="7080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8" name="9r3d_0_official_PredictedLigand_22">
            <a:extLst>
              <a:ext uri="{FF2B5EF4-FFF2-40B4-BE49-F238E27FC236}">
                <a16:creationId xmlns:a16="http://schemas.microsoft.com/office/drawing/2014/main" id="{583EAD00-DEAF-4D71-B627-C8248C8AA6C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066133" y="6140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9" name="9r3d_0_official_PredictedLigand_23">
            <a:extLst>
              <a:ext uri="{FF2B5EF4-FFF2-40B4-BE49-F238E27FC236}">
                <a16:creationId xmlns:a16="http://schemas.microsoft.com/office/drawing/2014/main" id="{33D40170-1416-422D-B05A-E4F32862413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887661" y="6163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0" name="9r3d_0_official_PredictedLigand_24">
            <a:extLst>
              <a:ext uri="{FF2B5EF4-FFF2-40B4-BE49-F238E27FC236}">
                <a16:creationId xmlns:a16="http://schemas.microsoft.com/office/drawing/2014/main" id="{998E4148-DFA9-4821-829A-B291D7B3E55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422301" y="838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1" name="9r3d_0_official_PredictedLigand_25">
            <a:extLst>
              <a:ext uri="{FF2B5EF4-FFF2-40B4-BE49-F238E27FC236}">
                <a16:creationId xmlns:a16="http://schemas.microsoft.com/office/drawing/2014/main" id="{C787FD9F-ED2F-44FE-9AFC-7A0C6564DD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799019" y="8791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2" name="9r3d_0_official_PredictedLigand_26">
            <a:extLst>
              <a:ext uri="{FF2B5EF4-FFF2-40B4-BE49-F238E27FC236}">
                <a16:creationId xmlns:a16="http://schemas.microsoft.com/office/drawing/2014/main" id="{F85FEA40-CED7-4082-B40A-D4F1D8FC237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859550" y="4331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3" name="9r3d_0_official_PredictedLigand_27">
            <a:extLst>
              <a:ext uri="{FF2B5EF4-FFF2-40B4-BE49-F238E27FC236}">
                <a16:creationId xmlns:a16="http://schemas.microsoft.com/office/drawing/2014/main" id="{5D150D1D-C74A-4E37-9E9B-87DDBD502C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273218" y="80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4" name="9r3d_0_official_PredictedLigand_28">
            <a:extLst>
              <a:ext uri="{FF2B5EF4-FFF2-40B4-BE49-F238E27FC236}">
                <a16:creationId xmlns:a16="http://schemas.microsoft.com/office/drawing/2014/main" id="{6BE833E3-501C-4B6C-8EAC-A670D6F914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6133" y="614048"/>
                </a:moveTo>
                <a:lnTo>
                  <a:pt x="999653" y="472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5" name="9r3d_0_official_PredictedLigand_29">
            <a:extLst>
              <a:ext uri="{FF2B5EF4-FFF2-40B4-BE49-F238E27FC236}">
                <a16:creationId xmlns:a16="http://schemas.microsoft.com/office/drawing/2014/main" id="{C796C0ED-F1B5-40F9-A481-60FE4FE8270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183061" y="9430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6" name="9r3d_0_official_PredictedLigand_30">
            <a:extLst>
              <a:ext uri="{FF2B5EF4-FFF2-40B4-BE49-F238E27FC236}">
                <a16:creationId xmlns:a16="http://schemas.microsoft.com/office/drawing/2014/main" id="{142BE303-20CF-4FE7-B459-D31CAD4321B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1116805" y="3507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7" name="9r3d_0_official_PredictedLigand_31">
            <a:extLst>
              <a:ext uri="{FF2B5EF4-FFF2-40B4-BE49-F238E27FC236}">
                <a16:creationId xmlns:a16="http://schemas.microsoft.com/office/drawing/2014/main" id="{41EF0FBF-074B-45D1-967D-8F8D72D7012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08434" y="8801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8" name="9r3d_0_official_PredictedLigand_32">
            <a:extLst>
              <a:ext uri="{FF2B5EF4-FFF2-40B4-BE49-F238E27FC236}">
                <a16:creationId xmlns:a16="http://schemas.microsoft.com/office/drawing/2014/main" id="{5391F669-82BC-458F-8249-A80E11E9A2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3061" y="943073"/>
                </a:moveTo>
                <a:lnTo>
                  <a:pt x="1018382" y="9338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9" name="9r3d_0_official_PredictedLigand_33">
            <a:extLst>
              <a:ext uri="{FF2B5EF4-FFF2-40B4-BE49-F238E27FC236}">
                <a16:creationId xmlns:a16="http://schemas.microsoft.com/office/drawing/2014/main" id="{6AB77300-4571-4CB6-B66C-0FC28708FF6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71771" y="10839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0" name="9r3d_0_official_PredictedLigand_34">
            <a:extLst>
              <a:ext uri="{FF2B5EF4-FFF2-40B4-BE49-F238E27FC236}">
                <a16:creationId xmlns:a16="http://schemas.microsoft.com/office/drawing/2014/main" id="{A51418F0-0112-4630-BEC9-9EF7A4EEA2F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962350" y="495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1" name="9r3d_0_official_PredictedLigand_35">
            <a:extLst>
              <a:ext uri="{FF2B5EF4-FFF2-40B4-BE49-F238E27FC236}">
                <a16:creationId xmlns:a16="http://schemas.microsoft.com/office/drawing/2014/main" id="{CCC9E836-DB03-4CB1-83E0-8B9972ACCC3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1013016" y="82688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2" name="9r3d_0_official_PredictedAtoms_0">
            <a:extLst>
              <a:ext uri="{FF2B5EF4-FFF2-40B4-BE49-F238E27FC236}">
                <a16:creationId xmlns:a16="http://schemas.microsoft.com/office/drawing/2014/main" id="{2CEFA26E-483E-40E7-86E0-7E294001EC89}"/>
              </a:ext>
            </a:extLst>
          </p:cNvPr>
          <p:cNvSpPr>
            <a:spLocks noGrp="1"/>
          </p:cNvSpPr>
          <p:nvPr/>
        </p:nvSpPr>
        <p:spPr>
          <a:xfrm>
            <a:off x="2022889" y="47450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3" name="9r3d_0_official_PredictedAtoms_1">
            <a:extLst>
              <a:ext uri="{FF2B5EF4-FFF2-40B4-BE49-F238E27FC236}">
                <a16:creationId xmlns:a16="http://schemas.microsoft.com/office/drawing/2014/main" id="{3CB2B6F8-B4A4-4AB4-A679-5B154A14E14D}"/>
              </a:ext>
            </a:extLst>
          </p:cNvPr>
          <p:cNvSpPr>
            <a:spLocks noGrp="1"/>
          </p:cNvSpPr>
          <p:nvPr/>
        </p:nvSpPr>
        <p:spPr>
          <a:xfrm>
            <a:off x="1862453" y="47069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4" name="9r3d_0_official_PredictedAtoms_2">
            <a:extLst>
              <a:ext uri="{FF2B5EF4-FFF2-40B4-BE49-F238E27FC236}">
                <a16:creationId xmlns:a16="http://schemas.microsoft.com/office/drawing/2014/main" id="{F88332C6-276A-4E86-86D6-2345647C7886}"/>
              </a:ext>
            </a:extLst>
          </p:cNvPr>
          <p:cNvSpPr>
            <a:spLocks noGrp="1"/>
          </p:cNvSpPr>
          <p:nvPr/>
        </p:nvSpPr>
        <p:spPr>
          <a:xfrm>
            <a:off x="1870755" y="46245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5" name="9r3d_0_official_PredictedAtoms_3">
            <a:extLst>
              <a:ext uri="{FF2B5EF4-FFF2-40B4-BE49-F238E27FC236}">
                <a16:creationId xmlns:a16="http://schemas.microsoft.com/office/drawing/2014/main" id="{CF8403A3-2584-46A4-9EC8-619055DF842F}"/>
              </a:ext>
            </a:extLst>
          </p:cNvPr>
          <p:cNvSpPr>
            <a:spLocks noGrp="1"/>
          </p:cNvSpPr>
          <p:nvPr/>
        </p:nvSpPr>
        <p:spPr>
          <a:xfrm>
            <a:off x="1779179" y="46133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6" name="9r3d_0_official_PredictedAtoms_4">
            <a:extLst>
              <a:ext uri="{FF2B5EF4-FFF2-40B4-BE49-F238E27FC236}">
                <a16:creationId xmlns:a16="http://schemas.microsoft.com/office/drawing/2014/main" id="{91779AF1-8844-4123-BC14-0930E6D8F390}"/>
              </a:ext>
            </a:extLst>
          </p:cNvPr>
          <p:cNvSpPr>
            <a:spLocks noGrp="1"/>
          </p:cNvSpPr>
          <p:nvPr/>
        </p:nvSpPr>
        <p:spPr>
          <a:xfrm>
            <a:off x="1770929" y="48499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7" name="9r3d_0_official_PredictedAtoms_5">
            <a:extLst>
              <a:ext uri="{FF2B5EF4-FFF2-40B4-BE49-F238E27FC236}">
                <a16:creationId xmlns:a16="http://schemas.microsoft.com/office/drawing/2014/main" id="{26CBD580-1F19-4C75-A3A1-8CC951BD595E}"/>
              </a:ext>
            </a:extLst>
          </p:cNvPr>
          <p:cNvSpPr>
            <a:spLocks noGrp="1"/>
          </p:cNvSpPr>
          <p:nvPr/>
        </p:nvSpPr>
        <p:spPr>
          <a:xfrm>
            <a:off x="1681726" y="492087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8" name="9r3d_0_official_PredictedAtoms_6">
            <a:extLst>
              <a:ext uri="{FF2B5EF4-FFF2-40B4-BE49-F238E27FC236}">
                <a16:creationId xmlns:a16="http://schemas.microsoft.com/office/drawing/2014/main" id="{1F9DF53F-8CCA-4C84-823F-CEF886A4DF56}"/>
              </a:ext>
            </a:extLst>
          </p:cNvPr>
          <p:cNvSpPr>
            <a:spLocks noGrp="1"/>
          </p:cNvSpPr>
          <p:nvPr/>
        </p:nvSpPr>
        <p:spPr>
          <a:xfrm>
            <a:off x="1521356" y="4948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9" name="9r3d_0_official_PredictedAtoms_7">
            <a:extLst>
              <a:ext uri="{FF2B5EF4-FFF2-40B4-BE49-F238E27FC236}">
                <a16:creationId xmlns:a16="http://schemas.microsoft.com/office/drawing/2014/main" id="{80BD4BD9-2E9B-497E-AA02-B7EB5F2CB5D7}"/>
              </a:ext>
            </a:extLst>
          </p:cNvPr>
          <p:cNvSpPr>
            <a:spLocks noGrp="1"/>
          </p:cNvSpPr>
          <p:nvPr/>
        </p:nvSpPr>
        <p:spPr>
          <a:xfrm>
            <a:off x="1506742" y="50010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0" name="9r3d_0_official_PredictedAtoms_8">
            <a:extLst>
              <a:ext uri="{FF2B5EF4-FFF2-40B4-BE49-F238E27FC236}">
                <a16:creationId xmlns:a16="http://schemas.microsoft.com/office/drawing/2014/main" id="{0DB05029-B2C3-4CAB-A092-9373C458377C}"/>
              </a:ext>
            </a:extLst>
          </p:cNvPr>
          <p:cNvSpPr>
            <a:spLocks noGrp="1"/>
          </p:cNvSpPr>
          <p:nvPr/>
        </p:nvSpPr>
        <p:spPr>
          <a:xfrm>
            <a:off x="1398491" y="49530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1" name="9r3d_0_official_PredictedAtoms_9">
            <a:extLst>
              <a:ext uri="{FF2B5EF4-FFF2-40B4-BE49-F238E27FC236}">
                <a16:creationId xmlns:a16="http://schemas.microsoft.com/office/drawing/2014/main" id="{7D55791E-9E6D-4A11-80AC-D4B37087CEDE}"/>
              </a:ext>
            </a:extLst>
          </p:cNvPr>
          <p:cNvSpPr>
            <a:spLocks noGrp="1"/>
          </p:cNvSpPr>
          <p:nvPr/>
        </p:nvSpPr>
        <p:spPr>
          <a:xfrm>
            <a:off x="1418680" y="4799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2" name="9r3d_0_official_PredictedAtoms_10">
            <a:extLst>
              <a:ext uri="{FF2B5EF4-FFF2-40B4-BE49-F238E27FC236}">
                <a16:creationId xmlns:a16="http://schemas.microsoft.com/office/drawing/2014/main" id="{36E42305-01A4-4F2E-8608-8927CF8D8784}"/>
              </a:ext>
            </a:extLst>
          </p:cNvPr>
          <p:cNvSpPr>
            <a:spLocks noGrp="1"/>
          </p:cNvSpPr>
          <p:nvPr/>
        </p:nvSpPr>
        <p:spPr>
          <a:xfrm>
            <a:off x="1237520" y="49907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3" name="9r3d_0_official_PredictedAtoms_11">
            <a:extLst>
              <a:ext uri="{FF2B5EF4-FFF2-40B4-BE49-F238E27FC236}">
                <a16:creationId xmlns:a16="http://schemas.microsoft.com/office/drawing/2014/main" id="{B2FAAA1E-5831-4A2E-A667-085F0645773A}"/>
              </a:ext>
            </a:extLst>
          </p:cNvPr>
          <p:cNvSpPr>
            <a:spLocks noGrp="1"/>
          </p:cNvSpPr>
          <p:nvPr/>
        </p:nvSpPr>
        <p:spPr>
          <a:xfrm>
            <a:off x="1436838" y="50403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4" name="9r3d_0_official_PredictedAtoms_12">
            <a:extLst>
              <a:ext uri="{FF2B5EF4-FFF2-40B4-BE49-F238E27FC236}">
                <a16:creationId xmlns:a16="http://schemas.microsoft.com/office/drawing/2014/main" id="{2BA6355D-7A10-497D-869E-79C41EE95417}"/>
              </a:ext>
            </a:extLst>
          </p:cNvPr>
          <p:cNvSpPr>
            <a:spLocks noGrp="1"/>
          </p:cNvSpPr>
          <p:nvPr/>
        </p:nvSpPr>
        <p:spPr>
          <a:xfrm>
            <a:off x="1440068" y="49989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5" name="9r3d_0_official_PredictedAtoms_13">
            <a:extLst>
              <a:ext uri="{FF2B5EF4-FFF2-40B4-BE49-F238E27FC236}">
                <a16:creationId xmlns:a16="http://schemas.microsoft.com/office/drawing/2014/main" id="{8FAA61EC-A0C4-422B-9095-963C377418A9}"/>
              </a:ext>
            </a:extLst>
          </p:cNvPr>
          <p:cNvSpPr>
            <a:spLocks noGrp="1"/>
          </p:cNvSpPr>
          <p:nvPr/>
        </p:nvSpPr>
        <p:spPr>
          <a:xfrm>
            <a:off x="1278541" y="49698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6" name="9r3d_0_official_PredictedAtoms_14">
            <a:extLst>
              <a:ext uri="{FF2B5EF4-FFF2-40B4-BE49-F238E27FC236}">
                <a16:creationId xmlns:a16="http://schemas.microsoft.com/office/drawing/2014/main" id="{A1E5473B-775E-4F95-8677-76FE3B7558D0}"/>
              </a:ext>
            </a:extLst>
          </p:cNvPr>
          <p:cNvSpPr>
            <a:spLocks noGrp="1"/>
          </p:cNvSpPr>
          <p:nvPr/>
        </p:nvSpPr>
        <p:spPr>
          <a:xfrm>
            <a:off x="1212060" y="4828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7" name="9r3d_0_official_PredictedAtoms_15">
            <a:extLst>
              <a:ext uri="{FF2B5EF4-FFF2-40B4-BE49-F238E27FC236}">
                <a16:creationId xmlns:a16="http://schemas.microsoft.com/office/drawing/2014/main" id="{75417714-747E-410F-96B7-4BA6F9A0B856}"/>
              </a:ext>
            </a:extLst>
          </p:cNvPr>
          <p:cNvSpPr>
            <a:spLocks noGrp="1"/>
          </p:cNvSpPr>
          <p:nvPr/>
        </p:nvSpPr>
        <p:spPr>
          <a:xfrm>
            <a:off x="1071958" y="4788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8" name="9r3d_0_official_PredictedAtoms_16">
            <a:extLst>
              <a:ext uri="{FF2B5EF4-FFF2-40B4-BE49-F238E27FC236}">
                <a16:creationId xmlns:a16="http://schemas.microsoft.com/office/drawing/2014/main" id="{6B122B12-6B4F-408D-BC10-F747BA5B793A}"/>
              </a:ext>
            </a:extLst>
          </p:cNvPr>
          <p:cNvSpPr>
            <a:spLocks noGrp="1"/>
          </p:cNvSpPr>
          <p:nvPr/>
        </p:nvSpPr>
        <p:spPr>
          <a:xfrm>
            <a:off x="1174757" y="48508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9" name="9r3d_0_official_PredictedAtoms_17">
            <a:extLst>
              <a:ext uri="{FF2B5EF4-FFF2-40B4-BE49-F238E27FC236}">
                <a16:creationId xmlns:a16="http://schemas.microsoft.com/office/drawing/2014/main" id="{ADD2EE1B-D524-4687-B455-AB34795CD292}"/>
              </a:ext>
            </a:extLst>
          </p:cNvPr>
          <p:cNvSpPr>
            <a:spLocks noGrp="1"/>
          </p:cNvSpPr>
          <p:nvPr/>
        </p:nvSpPr>
        <p:spPr>
          <a:xfrm>
            <a:off x="1329213" y="47065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0" name="9r3d_0_official_PredictedAtoms_18">
            <a:extLst>
              <a:ext uri="{FF2B5EF4-FFF2-40B4-BE49-F238E27FC236}">
                <a16:creationId xmlns:a16="http://schemas.microsoft.com/office/drawing/2014/main" id="{46D3CEAC-5C34-4E6A-B14D-74EA0F25091F}"/>
              </a:ext>
            </a:extLst>
          </p:cNvPr>
          <p:cNvSpPr>
            <a:spLocks noGrp="1"/>
          </p:cNvSpPr>
          <p:nvPr/>
        </p:nvSpPr>
        <p:spPr>
          <a:xfrm>
            <a:off x="1485625" y="51602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1" name="9r3d_0_official_PredictedAtoms_19">
            <a:extLst>
              <a:ext uri="{FF2B5EF4-FFF2-40B4-BE49-F238E27FC236}">
                <a16:creationId xmlns:a16="http://schemas.microsoft.com/office/drawing/2014/main" id="{E0F86A8A-036F-4F17-B8DC-BA20B1A3AAAA}"/>
              </a:ext>
            </a:extLst>
          </p:cNvPr>
          <p:cNvSpPr>
            <a:spLocks noGrp="1"/>
          </p:cNvSpPr>
          <p:nvPr/>
        </p:nvSpPr>
        <p:spPr>
          <a:xfrm>
            <a:off x="1395468" y="52988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2" name="9r3d_0_official_PredictedAtoms_20">
            <a:extLst>
              <a:ext uri="{FF2B5EF4-FFF2-40B4-BE49-F238E27FC236}">
                <a16:creationId xmlns:a16="http://schemas.microsoft.com/office/drawing/2014/main" id="{0D3EC28C-A346-4BB9-A987-F15D0167C9B3}"/>
              </a:ext>
            </a:extLst>
          </p:cNvPr>
          <p:cNvSpPr>
            <a:spLocks noGrp="1"/>
          </p:cNvSpPr>
          <p:nvPr/>
        </p:nvSpPr>
        <p:spPr>
          <a:xfrm>
            <a:off x="1230790" y="52896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3" name="9r3d_0_official_PredictedAtoms_21">
            <a:extLst>
              <a:ext uri="{FF2B5EF4-FFF2-40B4-BE49-F238E27FC236}">
                <a16:creationId xmlns:a16="http://schemas.microsoft.com/office/drawing/2014/main" id="{D6C94091-83BF-486A-9C26-EB328676882A}"/>
              </a:ext>
            </a:extLst>
          </p:cNvPr>
          <p:cNvSpPr>
            <a:spLocks noGrp="1"/>
          </p:cNvSpPr>
          <p:nvPr/>
        </p:nvSpPr>
        <p:spPr>
          <a:xfrm>
            <a:off x="1184178" y="54396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4" name="9r3d_0_official_PredictedAtoms_22">
            <a:extLst>
              <a:ext uri="{FF2B5EF4-FFF2-40B4-BE49-F238E27FC236}">
                <a16:creationId xmlns:a16="http://schemas.microsoft.com/office/drawing/2014/main" id="{151D7BD9-6CC1-43FB-8C0A-3ADA80805CED}"/>
              </a:ext>
            </a:extLst>
          </p:cNvPr>
          <p:cNvSpPr>
            <a:spLocks noGrp="1"/>
          </p:cNvSpPr>
          <p:nvPr/>
        </p:nvSpPr>
        <p:spPr>
          <a:xfrm>
            <a:off x="1120842" y="5235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5" name="9r3d_0_official_PredictedAtoms_23">
            <a:extLst>
              <a:ext uri="{FF2B5EF4-FFF2-40B4-BE49-F238E27FC236}">
                <a16:creationId xmlns:a16="http://schemas.microsoft.com/office/drawing/2014/main" id="{2F0894D3-02D2-45B9-9702-3B144006D22C}"/>
              </a:ext>
            </a:extLst>
          </p:cNvPr>
          <p:cNvSpPr>
            <a:spLocks noGrp="1"/>
          </p:cNvSpPr>
          <p:nvPr/>
        </p:nvSpPr>
        <p:spPr>
          <a:xfrm>
            <a:off x="1225423" y="518266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6" name="9r3d_0_official_PredictedAtoms_24">
            <a:extLst>
              <a:ext uri="{FF2B5EF4-FFF2-40B4-BE49-F238E27FC236}">
                <a16:creationId xmlns:a16="http://schemas.microsoft.com/office/drawing/2014/main" id="{474411B2-3098-4E39-9B13-30ED3235753B}"/>
              </a:ext>
            </a:extLst>
          </p:cNvPr>
          <p:cNvSpPr>
            <a:spLocks noGrp="1"/>
          </p:cNvSpPr>
          <p:nvPr/>
        </p:nvSpPr>
        <p:spPr>
          <a:xfrm>
            <a:off x="1634708" y="5194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7" name="9r3d_0_official_PredictedAtoms_25">
            <a:extLst>
              <a:ext uri="{FF2B5EF4-FFF2-40B4-BE49-F238E27FC236}">
                <a16:creationId xmlns:a16="http://schemas.microsoft.com/office/drawing/2014/main" id="{9BF7EC32-41EB-456F-BFD7-50A1CB49C9EA}"/>
              </a:ext>
            </a:extLst>
          </p:cNvPr>
          <p:cNvSpPr>
            <a:spLocks noGrp="1"/>
          </p:cNvSpPr>
          <p:nvPr/>
        </p:nvSpPr>
        <p:spPr>
          <a:xfrm>
            <a:off x="1613756" y="53035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8" name="9r3d_0_official_PredictedAtoms_26">
            <a:extLst>
              <a:ext uri="{FF2B5EF4-FFF2-40B4-BE49-F238E27FC236}">
                <a16:creationId xmlns:a16="http://schemas.microsoft.com/office/drawing/2014/main" id="{B77C707D-E978-4D8E-A63C-2566D41E72B1}"/>
              </a:ext>
            </a:extLst>
          </p:cNvPr>
          <p:cNvSpPr>
            <a:spLocks noGrp="1"/>
          </p:cNvSpPr>
          <p:nvPr/>
        </p:nvSpPr>
        <p:spPr>
          <a:xfrm>
            <a:off x="1636037" y="54726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9" name="9r3d_0_official_PredictedAtoms_27">
            <a:extLst>
              <a:ext uri="{FF2B5EF4-FFF2-40B4-BE49-F238E27FC236}">
                <a16:creationId xmlns:a16="http://schemas.microsoft.com/office/drawing/2014/main" id="{CB01002F-B2FF-4FD5-AEFB-FC2200111236}"/>
              </a:ext>
            </a:extLst>
          </p:cNvPr>
          <p:cNvSpPr>
            <a:spLocks noGrp="1"/>
          </p:cNvSpPr>
          <p:nvPr/>
        </p:nvSpPr>
        <p:spPr>
          <a:xfrm>
            <a:off x="1700805" y="55309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0" name="9r3d_0_official_PredictedAtoms_28">
            <a:extLst>
              <a:ext uri="{FF2B5EF4-FFF2-40B4-BE49-F238E27FC236}">
                <a16:creationId xmlns:a16="http://schemas.microsoft.com/office/drawing/2014/main" id="{4420A0AF-25F3-42CF-92C2-C4F6FBDF59D5}"/>
              </a:ext>
            </a:extLst>
          </p:cNvPr>
          <p:cNvSpPr>
            <a:spLocks noGrp="1"/>
          </p:cNvSpPr>
          <p:nvPr/>
        </p:nvSpPr>
        <p:spPr>
          <a:xfrm>
            <a:off x="1740202" y="54874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1" name="9r3d_0_official_PredictedAtoms_29">
            <a:extLst>
              <a:ext uri="{FF2B5EF4-FFF2-40B4-BE49-F238E27FC236}">
                <a16:creationId xmlns:a16="http://schemas.microsoft.com/office/drawing/2014/main" id="{97332CAA-D9CF-4EC7-91BF-5409336AE224}"/>
              </a:ext>
            </a:extLst>
          </p:cNvPr>
          <p:cNvSpPr>
            <a:spLocks noGrp="1"/>
          </p:cNvSpPr>
          <p:nvPr/>
        </p:nvSpPr>
        <p:spPr>
          <a:xfrm>
            <a:off x="1490391" y="5558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2" name="9r3d_0_official_PredictedAtoms_30">
            <a:extLst>
              <a:ext uri="{FF2B5EF4-FFF2-40B4-BE49-F238E27FC236}">
                <a16:creationId xmlns:a16="http://schemas.microsoft.com/office/drawing/2014/main" id="{6A412D85-0F00-4B5C-8167-9C11504B06CF}"/>
              </a:ext>
            </a:extLst>
          </p:cNvPr>
          <p:cNvSpPr>
            <a:spLocks noGrp="1"/>
          </p:cNvSpPr>
          <p:nvPr/>
        </p:nvSpPr>
        <p:spPr>
          <a:xfrm>
            <a:off x="1744846" y="50638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3" name="9r3d_0_official_PredictedAtoms_31">
            <a:extLst>
              <a:ext uri="{FF2B5EF4-FFF2-40B4-BE49-F238E27FC236}">
                <a16:creationId xmlns:a16="http://schemas.microsoft.com/office/drawing/2014/main" id="{F6545FBA-C619-445A-BDD2-FB67FE737C3E}"/>
              </a:ext>
            </a:extLst>
          </p:cNvPr>
          <p:cNvSpPr>
            <a:spLocks noGrp="1"/>
          </p:cNvSpPr>
          <p:nvPr/>
        </p:nvSpPr>
        <p:spPr>
          <a:xfrm>
            <a:off x="1893455" y="50763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4" name="9r3d_0_official_PredictedAtoms_32">
            <a:extLst>
              <a:ext uri="{FF2B5EF4-FFF2-40B4-BE49-F238E27FC236}">
                <a16:creationId xmlns:a16="http://schemas.microsoft.com/office/drawing/2014/main" id="{66F52F52-B8E5-411E-B263-0715F2758877}"/>
              </a:ext>
            </a:extLst>
          </p:cNvPr>
          <p:cNvSpPr>
            <a:spLocks noGrp="1"/>
          </p:cNvSpPr>
          <p:nvPr/>
        </p:nvSpPr>
        <p:spPr>
          <a:xfrm>
            <a:off x="2038860" y="51059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5" name="9r3d_0_official_PredictedAtoms_33">
            <a:extLst>
              <a:ext uri="{FF2B5EF4-FFF2-40B4-BE49-F238E27FC236}">
                <a16:creationId xmlns:a16="http://schemas.microsoft.com/office/drawing/2014/main" id="{E57217B9-45DB-4B04-A9B7-56948A6D93A1}"/>
              </a:ext>
            </a:extLst>
          </p:cNvPr>
          <p:cNvSpPr>
            <a:spLocks noGrp="1"/>
          </p:cNvSpPr>
          <p:nvPr/>
        </p:nvSpPr>
        <p:spPr>
          <a:xfrm>
            <a:off x="2100069" y="49721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6" name="9r3d_0_official_PredictedAtoms_34">
            <a:extLst>
              <a:ext uri="{FF2B5EF4-FFF2-40B4-BE49-F238E27FC236}">
                <a16:creationId xmlns:a16="http://schemas.microsoft.com/office/drawing/2014/main" id="{ACD8507C-6DC7-4717-8024-81EAB5AE4C8D}"/>
              </a:ext>
            </a:extLst>
          </p:cNvPr>
          <p:cNvSpPr>
            <a:spLocks noGrp="1"/>
          </p:cNvSpPr>
          <p:nvPr/>
        </p:nvSpPr>
        <p:spPr>
          <a:xfrm>
            <a:off x="2011427" y="52349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7" name="9r3d_0_official_PredictedAtoms_35">
            <a:extLst>
              <a:ext uri="{FF2B5EF4-FFF2-40B4-BE49-F238E27FC236}">
                <a16:creationId xmlns:a16="http://schemas.microsoft.com/office/drawing/2014/main" id="{520EA907-D554-4C5F-A2F6-799D06133983}"/>
              </a:ext>
            </a:extLst>
          </p:cNvPr>
          <p:cNvSpPr>
            <a:spLocks noGrp="1"/>
          </p:cNvSpPr>
          <p:nvPr/>
        </p:nvSpPr>
        <p:spPr>
          <a:xfrm>
            <a:off x="2153553" y="51494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8" name="stage3-cases-main_25">
            <a:extLst>
              <a:ext uri="{FF2B5EF4-FFF2-40B4-BE49-F238E27FC236}">
                <a16:creationId xmlns:a16="http://schemas.microsoft.com/office/drawing/2014/main" id="{AD86F2F0-D965-4622-8E69-AF23EFFB62F7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5.69 Å   D 56%   Clash 0</a:t>
            </a:r>
          </a:p>
        </p:txBody>
      </p:sp>
      <p:sp>
        <p:nvSpPr>
          <p:cNvPr id="769" name="9r3d_0_tuned_Receptor">
            <a:extLst>
              <a:ext uri="{FF2B5EF4-FFF2-40B4-BE49-F238E27FC236}">
                <a16:creationId xmlns:a16="http://schemas.microsoft.com/office/drawing/2014/main" id="{551B88C0-245C-43CC-85A3-11259511632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70" name="9r3d_0_tuned_ExperimentalDensity">
            <a:extLst>
              <a:ext uri="{FF2B5EF4-FFF2-40B4-BE49-F238E27FC236}">
                <a16:creationId xmlns:a16="http://schemas.microsoft.com/office/drawing/2014/main" id="{F9A0B7C4-8FC1-4FDC-ABC4-8AABE0D0A1B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71" name="9r3d_0_tuned_ReferenceLigand_0">
            <a:extLst>
              <a:ext uri="{FF2B5EF4-FFF2-40B4-BE49-F238E27FC236}">
                <a16:creationId xmlns:a16="http://schemas.microsoft.com/office/drawing/2014/main" id="{3119D1BF-94EC-43D3-8952-DC71FABF285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r3d_0_tuned_ReferenceLigand_1">
            <a:extLst>
              <a:ext uri="{FF2B5EF4-FFF2-40B4-BE49-F238E27FC236}">
                <a16:creationId xmlns:a16="http://schemas.microsoft.com/office/drawing/2014/main" id="{4708AA29-1991-4220-904C-627E4A914D0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3" name="9r3d_0_tuned_ReferenceLigand_2">
            <a:extLst>
              <a:ext uri="{FF2B5EF4-FFF2-40B4-BE49-F238E27FC236}">
                <a16:creationId xmlns:a16="http://schemas.microsoft.com/office/drawing/2014/main" id="{68A5D8EC-A37B-4288-9FF1-E0C620C9CE4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4" name="9r3d_0_tuned_ReferenceLigand_3">
            <a:extLst>
              <a:ext uri="{FF2B5EF4-FFF2-40B4-BE49-F238E27FC236}">
                <a16:creationId xmlns:a16="http://schemas.microsoft.com/office/drawing/2014/main" id="{60973177-2A86-40D9-B7A6-EC9DEB2D0C3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5" name="9r3d_0_tuned_ReferenceLigand_4">
            <a:extLst>
              <a:ext uri="{FF2B5EF4-FFF2-40B4-BE49-F238E27FC236}">
                <a16:creationId xmlns:a16="http://schemas.microsoft.com/office/drawing/2014/main" id="{01860A1F-8510-4A1F-89A8-8920F7AC400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6" name="9r3d_0_tuned_ReferenceLigand_5">
            <a:extLst>
              <a:ext uri="{FF2B5EF4-FFF2-40B4-BE49-F238E27FC236}">
                <a16:creationId xmlns:a16="http://schemas.microsoft.com/office/drawing/2014/main" id="{62474660-3499-42BC-AA8E-A43BF349513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r3d_0_tuned_ReferenceLigand_6">
            <a:extLst>
              <a:ext uri="{FF2B5EF4-FFF2-40B4-BE49-F238E27FC236}">
                <a16:creationId xmlns:a16="http://schemas.microsoft.com/office/drawing/2014/main" id="{E7D0DBFA-071A-4D62-A342-70EB2D1E23B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r3d_0_tuned_ReferenceLigand_7">
            <a:extLst>
              <a:ext uri="{FF2B5EF4-FFF2-40B4-BE49-F238E27FC236}">
                <a16:creationId xmlns:a16="http://schemas.microsoft.com/office/drawing/2014/main" id="{B7CFFF73-4A8D-4498-9870-1F93B94DCF2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r3d_0_tuned_ReferenceLigand_8">
            <a:extLst>
              <a:ext uri="{FF2B5EF4-FFF2-40B4-BE49-F238E27FC236}">
                <a16:creationId xmlns:a16="http://schemas.microsoft.com/office/drawing/2014/main" id="{8D1028D3-AD65-4607-A206-4DA0FC951CD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r3d_0_tuned_ReferenceLigand_9">
            <a:extLst>
              <a:ext uri="{FF2B5EF4-FFF2-40B4-BE49-F238E27FC236}">
                <a16:creationId xmlns:a16="http://schemas.microsoft.com/office/drawing/2014/main" id="{23507118-BDCA-413C-8004-8727776909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r3d_0_tuned_ReferenceLigand_10">
            <a:extLst>
              <a:ext uri="{FF2B5EF4-FFF2-40B4-BE49-F238E27FC236}">
                <a16:creationId xmlns:a16="http://schemas.microsoft.com/office/drawing/2014/main" id="{EBB902A7-390F-43FB-BBA7-461EBC7001D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r3d_0_tuned_ReferenceLigand_11">
            <a:extLst>
              <a:ext uri="{FF2B5EF4-FFF2-40B4-BE49-F238E27FC236}">
                <a16:creationId xmlns:a16="http://schemas.microsoft.com/office/drawing/2014/main" id="{B736FD3B-FE7D-4278-BD9D-2F7ED0D000C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r3d_0_tuned_ReferenceLigand_12">
            <a:extLst>
              <a:ext uri="{FF2B5EF4-FFF2-40B4-BE49-F238E27FC236}">
                <a16:creationId xmlns:a16="http://schemas.microsoft.com/office/drawing/2014/main" id="{5A8EA71E-4AB4-4115-94F0-9DB81839AEF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r3d_0_tuned_ReferenceLigand_13">
            <a:extLst>
              <a:ext uri="{FF2B5EF4-FFF2-40B4-BE49-F238E27FC236}">
                <a16:creationId xmlns:a16="http://schemas.microsoft.com/office/drawing/2014/main" id="{50B5F82B-254E-447B-9BCD-EFAEE33B866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r3d_0_tuned_ReferenceLigand_14">
            <a:extLst>
              <a:ext uri="{FF2B5EF4-FFF2-40B4-BE49-F238E27FC236}">
                <a16:creationId xmlns:a16="http://schemas.microsoft.com/office/drawing/2014/main" id="{D4E666CE-A15C-479E-95CD-2F7573A1919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6" name="9r3d_0_tuned_ReferenceLigand_15">
            <a:extLst>
              <a:ext uri="{FF2B5EF4-FFF2-40B4-BE49-F238E27FC236}">
                <a16:creationId xmlns:a16="http://schemas.microsoft.com/office/drawing/2014/main" id="{6DEC44BC-CACE-486E-99BD-D0EDEE6A9F9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7" name="9r3d_0_tuned_ReferenceLigand_16">
            <a:extLst>
              <a:ext uri="{FF2B5EF4-FFF2-40B4-BE49-F238E27FC236}">
                <a16:creationId xmlns:a16="http://schemas.microsoft.com/office/drawing/2014/main" id="{27B6D719-5F68-4D45-8B98-8E818483A5D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8" name="9r3d_0_tuned_ReferenceLigand_17">
            <a:extLst>
              <a:ext uri="{FF2B5EF4-FFF2-40B4-BE49-F238E27FC236}">
                <a16:creationId xmlns:a16="http://schemas.microsoft.com/office/drawing/2014/main" id="{D680D0C4-5323-4D5C-B182-5A93B8DBB50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9" name="9r3d_0_tuned_ReferenceLigand_18">
            <a:extLst>
              <a:ext uri="{FF2B5EF4-FFF2-40B4-BE49-F238E27FC236}">
                <a16:creationId xmlns:a16="http://schemas.microsoft.com/office/drawing/2014/main" id="{4259892D-B324-424B-AF16-2F1FAD82547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0" name="9r3d_0_tuned_ReferenceLigand_19">
            <a:extLst>
              <a:ext uri="{FF2B5EF4-FFF2-40B4-BE49-F238E27FC236}">
                <a16:creationId xmlns:a16="http://schemas.microsoft.com/office/drawing/2014/main" id="{A66B278A-3D24-475B-A3A7-62F3012CCC2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1" name="9r3d_0_tuned_ReferenceLigand_20">
            <a:extLst>
              <a:ext uri="{FF2B5EF4-FFF2-40B4-BE49-F238E27FC236}">
                <a16:creationId xmlns:a16="http://schemas.microsoft.com/office/drawing/2014/main" id="{D4F89E24-EFF3-46DC-A193-55DA647EA61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2" name="9r3d_0_tuned_ReferenceLigand_21">
            <a:extLst>
              <a:ext uri="{FF2B5EF4-FFF2-40B4-BE49-F238E27FC236}">
                <a16:creationId xmlns:a16="http://schemas.microsoft.com/office/drawing/2014/main" id="{A71641A4-8F56-4EBE-837B-A57563AACEC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3" name="9r3d_0_tuned_ReferenceLigand_22">
            <a:extLst>
              <a:ext uri="{FF2B5EF4-FFF2-40B4-BE49-F238E27FC236}">
                <a16:creationId xmlns:a16="http://schemas.microsoft.com/office/drawing/2014/main" id="{11F3107B-33C3-4030-9390-F1856BA77A1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4" name="9r3d_0_tuned_ReferenceLigand_23">
            <a:extLst>
              <a:ext uri="{FF2B5EF4-FFF2-40B4-BE49-F238E27FC236}">
                <a16:creationId xmlns:a16="http://schemas.microsoft.com/office/drawing/2014/main" id="{8C682417-A9EB-4966-8B13-1BAB64731B6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5" name="9r3d_0_tuned_ReferenceLigand_24">
            <a:extLst>
              <a:ext uri="{FF2B5EF4-FFF2-40B4-BE49-F238E27FC236}">
                <a16:creationId xmlns:a16="http://schemas.microsoft.com/office/drawing/2014/main" id="{FC5BDDF6-E0B5-4AC1-B223-51F01E248C6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6" name="9r3d_0_tuned_ReferenceLigand_25">
            <a:extLst>
              <a:ext uri="{FF2B5EF4-FFF2-40B4-BE49-F238E27FC236}">
                <a16:creationId xmlns:a16="http://schemas.microsoft.com/office/drawing/2014/main" id="{786B5515-7139-49B1-9F69-BCA762599A6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7" name="9r3d_0_tuned_ReferenceLigand_26">
            <a:extLst>
              <a:ext uri="{FF2B5EF4-FFF2-40B4-BE49-F238E27FC236}">
                <a16:creationId xmlns:a16="http://schemas.microsoft.com/office/drawing/2014/main" id="{752579F5-79DF-4679-A927-0C50129E811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8" name="9r3d_0_tuned_ReferenceLigand_27">
            <a:extLst>
              <a:ext uri="{FF2B5EF4-FFF2-40B4-BE49-F238E27FC236}">
                <a16:creationId xmlns:a16="http://schemas.microsoft.com/office/drawing/2014/main" id="{B8C1AE8B-A501-4498-BC6C-AB55D6E9A9A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9" name="9r3d_0_tuned_ReferenceLigand_28">
            <a:extLst>
              <a:ext uri="{FF2B5EF4-FFF2-40B4-BE49-F238E27FC236}">
                <a16:creationId xmlns:a16="http://schemas.microsoft.com/office/drawing/2014/main" id="{185C232B-ACCC-477A-B7F8-16D002E6B1E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0" name="9r3d_0_tuned_ReferenceLigand_29">
            <a:extLst>
              <a:ext uri="{FF2B5EF4-FFF2-40B4-BE49-F238E27FC236}">
                <a16:creationId xmlns:a16="http://schemas.microsoft.com/office/drawing/2014/main" id="{D90174DE-AB9F-4EF8-8F40-42092785C52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1" name="9r3d_0_tuned_ReferenceLigand_30">
            <a:extLst>
              <a:ext uri="{FF2B5EF4-FFF2-40B4-BE49-F238E27FC236}">
                <a16:creationId xmlns:a16="http://schemas.microsoft.com/office/drawing/2014/main" id="{D867D35F-CA03-4FA2-A46C-5765C14B31E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2" name="9r3d_0_tuned_ReferenceLigand_31">
            <a:extLst>
              <a:ext uri="{FF2B5EF4-FFF2-40B4-BE49-F238E27FC236}">
                <a16:creationId xmlns:a16="http://schemas.microsoft.com/office/drawing/2014/main" id="{42669F99-1D25-4081-8FCA-F49F6765832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3" name="9r3d_0_tuned_ReferenceLigand_32">
            <a:extLst>
              <a:ext uri="{FF2B5EF4-FFF2-40B4-BE49-F238E27FC236}">
                <a16:creationId xmlns:a16="http://schemas.microsoft.com/office/drawing/2014/main" id="{6C9A41E9-4D69-4644-B86C-AC11E17F520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4" name="9r3d_0_tuned_ReferenceLigand_33">
            <a:extLst>
              <a:ext uri="{FF2B5EF4-FFF2-40B4-BE49-F238E27FC236}">
                <a16:creationId xmlns:a16="http://schemas.microsoft.com/office/drawing/2014/main" id="{776695B8-300A-4F97-9424-9E7C9CB475E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5" name="9r3d_0_tuned_ReferenceLigand_34">
            <a:extLst>
              <a:ext uri="{FF2B5EF4-FFF2-40B4-BE49-F238E27FC236}">
                <a16:creationId xmlns:a16="http://schemas.microsoft.com/office/drawing/2014/main" id="{3416E86D-AA8A-44BF-9891-31F94C246FC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6" name="9r3d_0_tuned_ReferenceLigand_35">
            <a:extLst>
              <a:ext uri="{FF2B5EF4-FFF2-40B4-BE49-F238E27FC236}">
                <a16:creationId xmlns:a16="http://schemas.microsoft.com/office/drawing/2014/main" id="{42FF7F3D-451C-4C16-B12D-8D25CBF48F6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7" name="9r3d_0_tuned_PredictedLigand_0">
            <a:extLst>
              <a:ext uri="{FF2B5EF4-FFF2-40B4-BE49-F238E27FC236}">
                <a16:creationId xmlns:a16="http://schemas.microsoft.com/office/drawing/2014/main" id="{7A5C854E-521E-49A7-9E4F-C59757BE1EF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500104" y="4354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8" name="9r3d_0_tuned_PredictedLigand_1">
            <a:extLst>
              <a:ext uri="{FF2B5EF4-FFF2-40B4-BE49-F238E27FC236}">
                <a16:creationId xmlns:a16="http://schemas.microsoft.com/office/drawing/2014/main" id="{20514FE9-3894-45F1-8990-F403E72BD17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868235" y="64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9" name="9r3d_0_tuned_PredictedLigand_2">
            <a:extLst>
              <a:ext uri="{FF2B5EF4-FFF2-40B4-BE49-F238E27FC236}">
                <a16:creationId xmlns:a16="http://schemas.microsoft.com/office/drawing/2014/main" id="{7CF8923B-C3C6-44D9-B6C0-39A492C564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751502" y="5238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0" name="9r3d_0_tuned_PredictedLigand_3">
            <a:extLst>
              <a:ext uri="{FF2B5EF4-FFF2-40B4-BE49-F238E27FC236}">
                <a16:creationId xmlns:a16="http://schemas.microsoft.com/office/drawing/2014/main" id="{A0DC404A-D13E-47B3-A226-14EB8F06D0D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3172" y="415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1" name="9r3d_0_tuned_PredictedLigand_4">
            <a:extLst>
              <a:ext uri="{FF2B5EF4-FFF2-40B4-BE49-F238E27FC236}">
                <a16:creationId xmlns:a16="http://schemas.microsoft.com/office/drawing/2014/main" id="{581D4A59-B89A-4B38-865A-EEB14BC802C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648380" y="2821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2" name="9r3d_0_tuned_PredictedLigand_5">
            <a:extLst>
              <a:ext uri="{FF2B5EF4-FFF2-40B4-BE49-F238E27FC236}">
                <a16:creationId xmlns:a16="http://schemas.microsoft.com/office/drawing/2014/main" id="{E46C7882-57F8-4841-B999-63CA67136E3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481029" y="11309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3" name="9r3d_0_tuned_PredictedLigand_6">
            <a:extLst>
              <a:ext uri="{FF2B5EF4-FFF2-40B4-BE49-F238E27FC236}">
                <a16:creationId xmlns:a16="http://schemas.microsoft.com/office/drawing/2014/main" id="{1E0C1077-DA06-41C4-B6FD-DC2C9003F5A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7168" y="518577"/>
                </a:moveTo>
                <a:lnTo>
                  <a:pt x="1611856" y="437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4" name="9r3d_0_tuned_PredictedLigand_7">
            <a:extLst>
              <a:ext uri="{FF2B5EF4-FFF2-40B4-BE49-F238E27FC236}">
                <a16:creationId xmlns:a16="http://schemas.microsoft.com/office/drawing/2014/main" id="{BF12BA2A-C854-441F-BE2F-2BC91DB44BB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1109" y="492854"/>
                </a:moveTo>
                <a:lnTo>
                  <a:pt x="912062" y="544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r3d_0_tuned_PredictedLigand_8">
            <a:extLst>
              <a:ext uri="{FF2B5EF4-FFF2-40B4-BE49-F238E27FC236}">
                <a16:creationId xmlns:a16="http://schemas.microsoft.com/office/drawing/2014/main" id="{860082E8-4507-4803-A540-129A5F1A34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8598" y="6427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r3d_0_tuned_PredictedLigand_9">
            <a:extLst>
              <a:ext uri="{FF2B5EF4-FFF2-40B4-BE49-F238E27FC236}">
                <a16:creationId xmlns:a16="http://schemas.microsoft.com/office/drawing/2014/main" id="{CC671BE9-F0F2-4874-B2CA-4C4FC7D2CB1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302585" y="12999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7" name="9r3d_0_tuned_PredictedLigand_10">
            <a:extLst>
              <a:ext uri="{FF2B5EF4-FFF2-40B4-BE49-F238E27FC236}">
                <a16:creationId xmlns:a16="http://schemas.microsoft.com/office/drawing/2014/main" id="{29586D3D-1F07-4535-822F-1312B2E3CB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888" y="678372"/>
                </a:moveTo>
                <a:lnTo>
                  <a:pt x="1182735" y="8365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8" name="9r3d_0_tuned_PredictedLigand_11">
            <a:extLst>
              <a:ext uri="{FF2B5EF4-FFF2-40B4-BE49-F238E27FC236}">
                <a16:creationId xmlns:a16="http://schemas.microsoft.com/office/drawing/2014/main" id="{4A03143B-8B84-4F37-A38A-B95A168056A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335212" y="896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9" name="9r3d_0_tuned_PredictedLigand_12">
            <a:extLst>
              <a:ext uri="{FF2B5EF4-FFF2-40B4-BE49-F238E27FC236}">
                <a16:creationId xmlns:a16="http://schemas.microsoft.com/office/drawing/2014/main" id="{AB3F0F70-1BE9-482D-8C1E-4B290A7FB5E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424787" y="6255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0" name="9r3d_0_tuned_PredictedLigand_13">
            <a:extLst>
              <a:ext uri="{FF2B5EF4-FFF2-40B4-BE49-F238E27FC236}">
                <a16:creationId xmlns:a16="http://schemas.microsoft.com/office/drawing/2014/main" id="{CD0563BB-78D6-492E-9300-785D91A4C5D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455810" y="7807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1" name="9r3d_0_tuned_PredictedLigand_14">
            <a:extLst>
              <a:ext uri="{FF2B5EF4-FFF2-40B4-BE49-F238E27FC236}">
                <a16:creationId xmlns:a16="http://schemas.microsoft.com/office/drawing/2014/main" id="{282D16D3-C0FC-40F4-837E-3B940306550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537168" y="5185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2" name="9r3d_0_tuned_PredictedLigand_15">
            <a:extLst>
              <a:ext uri="{FF2B5EF4-FFF2-40B4-BE49-F238E27FC236}">
                <a16:creationId xmlns:a16="http://schemas.microsoft.com/office/drawing/2014/main" id="{F6C9705C-77D1-4D19-A29A-48C3F0B254D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8598" y="642734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3" name="9r3d_0_tuned_PredictedLigand_16">
            <a:extLst>
              <a:ext uri="{FF2B5EF4-FFF2-40B4-BE49-F238E27FC236}">
                <a16:creationId xmlns:a16="http://schemas.microsoft.com/office/drawing/2014/main" id="{3E863B6A-6DDD-43C9-9062-9A8C56CE07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4" name="9r3d_0_tuned_PredictedLigand_17">
            <a:extLst>
              <a:ext uri="{FF2B5EF4-FFF2-40B4-BE49-F238E27FC236}">
                <a16:creationId xmlns:a16="http://schemas.microsoft.com/office/drawing/2014/main" id="{63DA1525-A590-4BDA-80E2-F69CC500ADD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280541" y="5884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5" name="9r3d_0_tuned_PredictedLigand_18">
            <a:extLst>
              <a:ext uri="{FF2B5EF4-FFF2-40B4-BE49-F238E27FC236}">
                <a16:creationId xmlns:a16="http://schemas.microsoft.com/office/drawing/2014/main" id="{5C75602A-F91A-4C9C-8877-4BF86A1547B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339866" y="10352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6" name="9r3d_0_tuned_PredictedLigand_19">
            <a:extLst>
              <a:ext uri="{FF2B5EF4-FFF2-40B4-BE49-F238E27FC236}">
                <a16:creationId xmlns:a16="http://schemas.microsoft.com/office/drawing/2014/main" id="{73C27CFA-031B-4220-BE34-1D1DE4D8C1F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9866" y="1035287"/>
                </a:moveTo>
                <a:lnTo>
                  <a:pt x="1410620" y="1175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7" name="9r3d_0_tuned_PredictedLigand_20">
            <a:extLst>
              <a:ext uri="{FF2B5EF4-FFF2-40B4-BE49-F238E27FC236}">
                <a16:creationId xmlns:a16="http://schemas.microsoft.com/office/drawing/2014/main" id="{6BA6D4AC-1C40-4102-8AF4-75F36665D5F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61141" y="9309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8" name="9r3d_0_tuned_PredictedLigand_21">
            <a:extLst>
              <a:ext uri="{FF2B5EF4-FFF2-40B4-BE49-F238E27FC236}">
                <a16:creationId xmlns:a16="http://schemas.microsoft.com/office/drawing/2014/main" id="{C0596AF0-B1D4-4A6C-A477-A1E38D07BCD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529473" y="12290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9" name="9r3d_0_tuned_PredictedLigand_22">
            <a:extLst>
              <a:ext uri="{FF2B5EF4-FFF2-40B4-BE49-F238E27FC236}">
                <a16:creationId xmlns:a16="http://schemas.microsoft.com/office/drawing/2014/main" id="{F62A988A-13F7-4BA4-9B6D-1F812E9924E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094349" y="8879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0" name="9r3d_0_tuned_PredictedLigand_23">
            <a:extLst>
              <a:ext uri="{FF2B5EF4-FFF2-40B4-BE49-F238E27FC236}">
                <a16:creationId xmlns:a16="http://schemas.microsoft.com/office/drawing/2014/main" id="{4BDA65AF-FC4B-4077-9B9C-72079309420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1028269" y="11515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1" name="9r3d_0_tuned_PredictedLigand_24">
            <a:extLst>
              <a:ext uri="{FF2B5EF4-FFF2-40B4-BE49-F238E27FC236}">
                <a16:creationId xmlns:a16="http://schemas.microsoft.com/office/drawing/2014/main" id="{D702DFF9-8CBA-407C-86C3-29AD47EC9A5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539743" y="8239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2" name="9r3d_0_tuned_PredictedLigand_25">
            <a:extLst>
              <a:ext uri="{FF2B5EF4-FFF2-40B4-BE49-F238E27FC236}">
                <a16:creationId xmlns:a16="http://schemas.microsoft.com/office/drawing/2014/main" id="{25A8A671-8785-429A-B2C9-5310DE8CDE9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4349" y="887947"/>
                </a:moveTo>
                <a:lnTo>
                  <a:pt x="961357" y="99942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3" name="9r3d_0_tuned_PredictedLigand_26">
            <a:extLst>
              <a:ext uri="{FF2B5EF4-FFF2-40B4-BE49-F238E27FC236}">
                <a16:creationId xmlns:a16="http://schemas.microsoft.com/office/drawing/2014/main" id="{E393B2B9-3640-454A-9C22-E29075198F1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89911" y="8204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4" name="9r3d_0_tuned_PredictedLigand_27">
            <a:extLst>
              <a:ext uri="{FF2B5EF4-FFF2-40B4-BE49-F238E27FC236}">
                <a16:creationId xmlns:a16="http://schemas.microsoft.com/office/drawing/2014/main" id="{BA25EEE7-0431-44A3-A72D-F72CB81023B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243408" y="536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5" name="9r3d_0_tuned_PredictedLigand_28">
            <a:extLst>
              <a:ext uri="{FF2B5EF4-FFF2-40B4-BE49-F238E27FC236}">
                <a16:creationId xmlns:a16="http://schemas.microsoft.com/office/drawing/2014/main" id="{E0E12745-EEE1-4EA3-AE1A-8B2087FD8C2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75137" y="10259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6" name="9r3d_0_tuned_PredictedLigand_29">
            <a:extLst>
              <a:ext uri="{FF2B5EF4-FFF2-40B4-BE49-F238E27FC236}">
                <a16:creationId xmlns:a16="http://schemas.microsoft.com/office/drawing/2014/main" id="{9EFB67CA-1940-460F-8FF4-387B4BCB662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9743" y="823954"/>
                </a:moveTo>
                <a:lnTo>
                  <a:pt x="1707830" y="8488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7" name="9r3d_0_tuned_PredictedLigand_30">
            <a:extLst>
              <a:ext uri="{FF2B5EF4-FFF2-40B4-BE49-F238E27FC236}">
                <a16:creationId xmlns:a16="http://schemas.microsoft.com/office/drawing/2014/main" id="{F991BFC5-7B75-4CCE-ACEB-E266FBA4B7D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30988" y="10098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8" name="9r3d_0_tuned_PredictedLigand_31">
            <a:extLst>
              <a:ext uri="{FF2B5EF4-FFF2-40B4-BE49-F238E27FC236}">
                <a16:creationId xmlns:a16="http://schemas.microsoft.com/office/drawing/2014/main" id="{1D7729F6-C563-4959-98E5-9E0680D86CB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07342" y="2753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9" name="9r3d_0_tuned_PredictedLigand_32">
            <a:extLst>
              <a:ext uri="{FF2B5EF4-FFF2-40B4-BE49-F238E27FC236}">
                <a16:creationId xmlns:a16="http://schemas.microsoft.com/office/drawing/2014/main" id="{A5CE4524-70FB-48AD-B43C-3E078E8F000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408" y="536282"/>
                </a:moveTo>
                <a:lnTo>
                  <a:pt x="1269077" y="3804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0" name="9r3d_0_tuned_PredictedLigand_33">
            <a:extLst>
              <a:ext uri="{FF2B5EF4-FFF2-40B4-BE49-F238E27FC236}">
                <a16:creationId xmlns:a16="http://schemas.microsoft.com/office/drawing/2014/main" id="{72FB8790-32B5-453D-97E0-A4368B6FF24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68269" y="7530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1" name="9r3d_0_tuned_PredictedLigand_34">
            <a:extLst>
              <a:ext uri="{FF2B5EF4-FFF2-40B4-BE49-F238E27FC236}">
                <a16:creationId xmlns:a16="http://schemas.microsoft.com/office/drawing/2014/main" id="{6A2FB557-C921-4F93-A4FE-13F23CC3009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118613" y="3356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2" name="9r3d_0_tuned_PredictedLigand_35">
            <a:extLst>
              <a:ext uri="{FF2B5EF4-FFF2-40B4-BE49-F238E27FC236}">
                <a16:creationId xmlns:a16="http://schemas.microsoft.com/office/drawing/2014/main" id="{29DF4714-07FC-413A-83AC-F7FC6D07D60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92830" y="3935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3" name="9r3d_0_tuned_PredictedAtoms_0">
            <a:extLst>
              <a:ext uri="{FF2B5EF4-FFF2-40B4-BE49-F238E27FC236}">
                <a16:creationId xmlns:a16="http://schemas.microsoft.com/office/drawing/2014/main" id="{583BCC5B-1200-4B5F-B361-42E5820874E5}"/>
              </a:ext>
            </a:extLst>
          </p:cNvPr>
          <p:cNvSpPr>
            <a:spLocks noGrp="1"/>
          </p:cNvSpPr>
          <p:nvPr/>
        </p:nvSpPr>
        <p:spPr>
          <a:xfrm>
            <a:off x="3945317" y="48486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4" name="9r3d_0_tuned_PredictedAtoms_1">
            <a:extLst>
              <a:ext uri="{FF2B5EF4-FFF2-40B4-BE49-F238E27FC236}">
                <a16:creationId xmlns:a16="http://schemas.microsoft.com/office/drawing/2014/main" id="{D8912061-077B-4ADC-8A36-033C1C08B422}"/>
              </a:ext>
            </a:extLst>
          </p:cNvPr>
          <p:cNvSpPr>
            <a:spLocks noGrp="1"/>
          </p:cNvSpPr>
          <p:nvPr/>
        </p:nvSpPr>
        <p:spPr>
          <a:xfrm>
            <a:off x="4096269" y="49006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5" name="9r3d_0_tuned_PredictedAtoms_2">
            <a:extLst>
              <a:ext uri="{FF2B5EF4-FFF2-40B4-BE49-F238E27FC236}">
                <a16:creationId xmlns:a16="http://schemas.microsoft.com/office/drawing/2014/main" id="{8EA5F0CE-8933-4177-80D2-2DB386632939}"/>
              </a:ext>
            </a:extLst>
          </p:cNvPr>
          <p:cNvSpPr>
            <a:spLocks noGrp="1"/>
          </p:cNvSpPr>
          <p:nvPr/>
        </p:nvSpPr>
        <p:spPr>
          <a:xfrm>
            <a:off x="4187379" y="47713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6" name="9r3d_0_tuned_PredictedAtoms_3">
            <a:extLst>
              <a:ext uri="{FF2B5EF4-FFF2-40B4-BE49-F238E27FC236}">
                <a16:creationId xmlns:a16="http://schemas.microsoft.com/office/drawing/2014/main" id="{2CB59F58-8A89-48C2-823B-79A26D5DE3F7}"/>
              </a:ext>
            </a:extLst>
          </p:cNvPr>
          <p:cNvSpPr>
            <a:spLocks noGrp="1"/>
          </p:cNvSpPr>
          <p:nvPr/>
        </p:nvSpPr>
        <p:spPr>
          <a:xfrm>
            <a:off x="4052442" y="49967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7" name="9r3d_0_tuned_PredictedAtoms_4">
            <a:extLst>
              <a:ext uri="{FF2B5EF4-FFF2-40B4-BE49-F238E27FC236}">
                <a16:creationId xmlns:a16="http://schemas.microsoft.com/office/drawing/2014/main" id="{3CF1725B-FBC9-495F-B571-88A1315D1889}"/>
              </a:ext>
            </a:extLst>
          </p:cNvPr>
          <p:cNvSpPr>
            <a:spLocks noGrp="1"/>
          </p:cNvSpPr>
          <p:nvPr/>
        </p:nvSpPr>
        <p:spPr>
          <a:xfrm>
            <a:off x="4192806" y="49985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8" name="9r3d_0_tuned_PredictedAtoms_5">
            <a:extLst>
              <a:ext uri="{FF2B5EF4-FFF2-40B4-BE49-F238E27FC236}">
                <a16:creationId xmlns:a16="http://schemas.microsoft.com/office/drawing/2014/main" id="{27DEBCFD-CD54-4396-BAB0-28A10ECEFF04}"/>
              </a:ext>
            </a:extLst>
          </p:cNvPr>
          <p:cNvSpPr>
            <a:spLocks noGrp="1"/>
          </p:cNvSpPr>
          <p:nvPr/>
        </p:nvSpPr>
        <p:spPr>
          <a:xfrm>
            <a:off x="4342095" y="50341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9" name="9r3d_0_tuned_PredictedAtoms_6">
            <a:extLst>
              <a:ext uri="{FF2B5EF4-FFF2-40B4-BE49-F238E27FC236}">
                <a16:creationId xmlns:a16="http://schemas.microsoft.com/office/drawing/2014/main" id="{C1ABA1DA-FC6E-4015-8BA4-A4EC1B41CB56}"/>
              </a:ext>
            </a:extLst>
          </p:cNvPr>
          <p:cNvSpPr>
            <a:spLocks noGrp="1"/>
          </p:cNvSpPr>
          <p:nvPr/>
        </p:nvSpPr>
        <p:spPr>
          <a:xfrm>
            <a:off x="4366942" y="51923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0" name="9r3d_0_tuned_PredictedAtoms_7">
            <a:extLst>
              <a:ext uri="{FF2B5EF4-FFF2-40B4-BE49-F238E27FC236}">
                <a16:creationId xmlns:a16="http://schemas.microsoft.com/office/drawing/2014/main" id="{1C3291F5-B7B9-4C34-8FEB-6C07FDFB029D}"/>
              </a:ext>
            </a:extLst>
          </p:cNvPr>
          <p:cNvSpPr>
            <a:spLocks noGrp="1"/>
          </p:cNvSpPr>
          <p:nvPr/>
        </p:nvSpPr>
        <p:spPr>
          <a:xfrm>
            <a:off x="4278556" y="52437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1" name="9r3d_0_tuned_PredictedAtoms_8">
            <a:extLst>
              <a:ext uri="{FF2B5EF4-FFF2-40B4-BE49-F238E27FC236}">
                <a16:creationId xmlns:a16="http://schemas.microsoft.com/office/drawing/2014/main" id="{45797CD4-AA36-44CF-B892-CB21D7940265}"/>
              </a:ext>
            </a:extLst>
          </p:cNvPr>
          <p:cNvSpPr>
            <a:spLocks noGrp="1"/>
          </p:cNvSpPr>
          <p:nvPr/>
        </p:nvSpPr>
        <p:spPr>
          <a:xfrm>
            <a:off x="4145564" y="5355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2" name="9r3d_0_tuned_PredictedAtoms_9">
            <a:extLst>
              <a:ext uri="{FF2B5EF4-FFF2-40B4-BE49-F238E27FC236}">
                <a16:creationId xmlns:a16="http://schemas.microsoft.com/office/drawing/2014/main" id="{7F327454-0B37-442A-AA07-BB3B301DC7A6}"/>
              </a:ext>
            </a:extLst>
          </p:cNvPr>
          <p:cNvSpPr>
            <a:spLocks noGrp="1"/>
          </p:cNvSpPr>
          <p:nvPr/>
        </p:nvSpPr>
        <p:spPr>
          <a:xfrm>
            <a:off x="4059345" y="53817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3" name="9r3d_0_tuned_PredictedAtoms_10">
            <a:extLst>
              <a:ext uri="{FF2B5EF4-FFF2-40B4-BE49-F238E27FC236}">
                <a16:creationId xmlns:a16="http://schemas.microsoft.com/office/drawing/2014/main" id="{EBD62EC8-C6C7-4C70-8737-FD372B03E223}"/>
              </a:ext>
            </a:extLst>
          </p:cNvPr>
          <p:cNvSpPr>
            <a:spLocks noGrp="1"/>
          </p:cNvSpPr>
          <p:nvPr/>
        </p:nvSpPr>
        <p:spPr>
          <a:xfrm>
            <a:off x="4045348" y="52866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4" name="9r3d_0_tuned_PredictedAtoms_11">
            <a:extLst>
              <a:ext uri="{FF2B5EF4-FFF2-40B4-BE49-F238E27FC236}">
                <a16:creationId xmlns:a16="http://schemas.microsoft.com/office/drawing/2014/main" id="{E3B9112B-C7C1-4E9A-861D-6AF34688DD4B}"/>
              </a:ext>
            </a:extLst>
          </p:cNvPr>
          <p:cNvSpPr>
            <a:spLocks noGrp="1"/>
          </p:cNvSpPr>
          <p:nvPr/>
        </p:nvSpPr>
        <p:spPr>
          <a:xfrm>
            <a:off x="4212476" y="5507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5" name="9r3d_0_tuned_PredictedAtoms_12">
            <a:extLst>
              <a:ext uri="{FF2B5EF4-FFF2-40B4-BE49-F238E27FC236}">
                <a16:creationId xmlns:a16="http://schemas.microsoft.com/office/drawing/2014/main" id="{15ED78EF-3A1E-4D60-A2BE-F108FC466515}"/>
              </a:ext>
            </a:extLst>
          </p:cNvPr>
          <p:cNvSpPr>
            <a:spLocks noGrp="1"/>
          </p:cNvSpPr>
          <p:nvPr/>
        </p:nvSpPr>
        <p:spPr>
          <a:xfrm>
            <a:off x="4519419" y="52519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6" name="9r3d_0_tuned_PredictedAtoms_13">
            <a:extLst>
              <a:ext uri="{FF2B5EF4-FFF2-40B4-BE49-F238E27FC236}">
                <a16:creationId xmlns:a16="http://schemas.microsoft.com/office/drawing/2014/main" id="{37FBF5EB-35E1-4F3A-AA0D-5659D74D8145}"/>
              </a:ext>
            </a:extLst>
          </p:cNvPr>
          <p:cNvSpPr>
            <a:spLocks noGrp="1"/>
          </p:cNvSpPr>
          <p:nvPr/>
        </p:nvSpPr>
        <p:spPr>
          <a:xfrm>
            <a:off x="4524074" y="53910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7" name="9r3d_0_tuned_PredictedAtoms_14">
            <a:extLst>
              <a:ext uri="{FF2B5EF4-FFF2-40B4-BE49-F238E27FC236}">
                <a16:creationId xmlns:a16="http://schemas.microsoft.com/office/drawing/2014/main" id="{70D5A92B-2EE4-42BD-ADEA-97266EB39DA3}"/>
              </a:ext>
            </a:extLst>
          </p:cNvPr>
          <p:cNvSpPr>
            <a:spLocks noGrp="1"/>
          </p:cNvSpPr>
          <p:nvPr/>
        </p:nvSpPr>
        <p:spPr>
          <a:xfrm>
            <a:off x="4594828" y="5531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8" name="9r3d_0_tuned_PredictedAtoms_15">
            <a:extLst>
              <a:ext uri="{FF2B5EF4-FFF2-40B4-BE49-F238E27FC236}">
                <a16:creationId xmlns:a16="http://schemas.microsoft.com/office/drawing/2014/main" id="{99C10A4E-64C3-46DA-8D7D-67CC2006F317}"/>
              </a:ext>
            </a:extLst>
          </p:cNvPr>
          <p:cNvSpPr>
            <a:spLocks noGrp="1"/>
          </p:cNvSpPr>
          <p:nvPr/>
        </p:nvSpPr>
        <p:spPr>
          <a:xfrm>
            <a:off x="4486792" y="56557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9" name="9r3d_0_tuned_PredictedAtoms_16">
            <a:extLst>
              <a:ext uri="{FF2B5EF4-FFF2-40B4-BE49-F238E27FC236}">
                <a16:creationId xmlns:a16="http://schemas.microsoft.com/office/drawing/2014/main" id="{C7585318-6A2B-4C2A-8D98-137EB8D06D52}"/>
              </a:ext>
            </a:extLst>
          </p:cNvPr>
          <p:cNvSpPr>
            <a:spLocks noGrp="1"/>
          </p:cNvSpPr>
          <p:nvPr/>
        </p:nvSpPr>
        <p:spPr>
          <a:xfrm>
            <a:off x="4713680" y="5584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0" name="9r3d_0_tuned_PredictedAtoms_17">
            <a:extLst>
              <a:ext uri="{FF2B5EF4-FFF2-40B4-BE49-F238E27FC236}">
                <a16:creationId xmlns:a16="http://schemas.microsoft.com/office/drawing/2014/main" id="{7D28BAF6-A7E6-4CEE-9C7D-2DFFBFD63E37}"/>
              </a:ext>
            </a:extLst>
          </p:cNvPr>
          <p:cNvSpPr>
            <a:spLocks noGrp="1"/>
          </p:cNvSpPr>
          <p:nvPr/>
        </p:nvSpPr>
        <p:spPr>
          <a:xfrm>
            <a:off x="4665237" y="54867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1" name="9r3d_0_tuned_PredictedAtoms_18">
            <a:extLst>
              <a:ext uri="{FF2B5EF4-FFF2-40B4-BE49-F238E27FC236}">
                <a16:creationId xmlns:a16="http://schemas.microsoft.com/office/drawing/2014/main" id="{29FF72B5-B933-49C1-97FA-541B23278C02}"/>
              </a:ext>
            </a:extLst>
          </p:cNvPr>
          <p:cNvSpPr>
            <a:spLocks noGrp="1"/>
          </p:cNvSpPr>
          <p:nvPr/>
        </p:nvSpPr>
        <p:spPr>
          <a:xfrm>
            <a:off x="4640017" y="51365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2" name="9r3d_0_tuned_PredictedAtoms_19">
            <a:extLst>
              <a:ext uri="{FF2B5EF4-FFF2-40B4-BE49-F238E27FC236}">
                <a16:creationId xmlns:a16="http://schemas.microsoft.com/office/drawing/2014/main" id="{0268FF71-A8F5-4801-AFE4-9CE868F8F9CC}"/>
              </a:ext>
            </a:extLst>
          </p:cNvPr>
          <p:cNvSpPr>
            <a:spLocks noGrp="1"/>
          </p:cNvSpPr>
          <p:nvPr/>
        </p:nvSpPr>
        <p:spPr>
          <a:xfrm>
            <a:off x="4723950" y="51797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3" name="9r3d_0_tuned_PredictedAtoms_20">
            <a:extLst>
              <a:ext uri="{FF2B5EF4-FFF2-40B4-BE49-F238E27FC236}">
                <a16:creationId xmlns:a16="http://schemas.microsoft.com/office/drawing/2014/main" id="{0298A55D-AECA-468A-94AC-237ABCE152F0}"/>
              </a:ext>
            </a:extLst>
          </p:cNvPr>
          <p:cNvSpPr>
            <a:spLocks noGrp="1"/>
          </p:cNvSpPr>
          <p:nvPr/>
        </p:nvSpPr>
        <p:spPr>
          <a:xfrm>
            <a:off x="4892038" y="52046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4" name="9r3d_0_tuned_PredictedAtoms_21">
            <a:extLst>
              <a:ext uri="{FF2B5EF4-FFF2-40B4-BE49-F238E27FC236}">
                <a16:creationId xmlns:a16="http://schemas.microsoft.com/office/drawing/2014/main" id="{F89EB2B3-C561-4B9D-8B97-6DFA196955C4}"/>
              </a:ext>
            </a:extLst>
          </p:cNvPr>
          <p:cNvSpPr>
            <a:spLocks noGrp="1"/>
          </p:cNvSpPr>
          <p:nvPr/>
        </p:nvSpPr>
        <p:spPr>
          <a:xfrm>
            <a:off x="4974118" y="51762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5" name="9r3d_0_tuned_PredictedAtoms_22">
            <a:extLst>
              <a:ext uri="{FF2B5EF4-FFF2-40B4-BE49-F238E27FC236}">
                <a16:creationId xmlns:a16="http://schemas.microsoft.com/office/drawing/2014/main" id="{2CC46BBE-9A62-4B39-B396-27554BFE3BD2}"/>
              </a:ext>
            </a:extLst>
          </p:cNvPr>
          <p:cNvSpPr>
            <a:spLocks noGrp="1"/>
          </p:cNvSpPr>
          <p:nvPr/>
        </p:nvSpPr>
        <p:spPr>
          <a:xfrm>
            <a:off x="4952477" y="51088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6" name="9r3d_0_tuned_PredictedAtoms_23">
            <a:extLst>
              <a:ext uri="{FF2B5EF4-FFF2-40B4-BE49-F238E27FC236}">
                <a16:creationId xmlns:a16="http://schemas.microsoft.com/office/drawing/2014/main" id="{AB7BB7DD-4606-4A70-9965-04D20616C468}"/>
              </a:ext>
            </a:extLst>
          </p:cNvPr>
          <p:cNvSpPr>
            <a:spLocks noGrp="1"/>
          </p:cNvSpPr>
          <p:nvPr/>
        </p:nvSpPr>
        <p:spPr>
          <a:xfrm>
            <a:off x="4915196" y="53655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7" name="9r3d_0_tuned_PredictedAtoms_24">
            <a:extLst>
              <a:ext uri="{FF2B5EF4-FFF2-40B4-BE49-F238E27FC236}">
                <a16:creationId xmlns:a16="http://schemas.microsoft.com/office/drawing/2014/main" id="{732381DA-576A-4816-BA09-B8B5926EB53F}"/>
              </a:ext>
            </a:extLst>
          </p:cNvPr>
          <p:cNvSpPr>
            <a:spLocks noGrp="1"/>
          </p:cNvSpPr>
          <p:nvPr/>
        </p:nvSpPr>
        <p:spPr>
          <a:xfrm>
            <a:off x="4608994" y="49813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8" name="9r3d_0_tuned_PredictedAtoms_25">
            <a:extLst>
              <a:ext uri="{FF2B5EF4-FFF2-40B4-BE49-F238E27FC236}">
                <a16:creationId xmlns:a16="http://schemas.microsoft.com/office/drawing/2014/main" id="{5B431279-92F1-4371-959D-A3246F9F5F7A}"/>
              </a:ext>
            </a:extLst>
          </p:cNvPr>
          <p:cNvSpPr>
            <a:spLocks noGrp="1"/>
          </p:cNvSpPr>
          <p:nvPr/>
        </p:nvSpPr>
        <p:spPr>
          <a:xfrm>
            <a:off x="4721375" y="487435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9" name="9r3d_0_tuned_PredictedAtoms_26">
            <a:extLst>
              <a:ext uri="{FF2B5EF4-FFF2-40B4-BE49-F238E27FC236}">
                <a16:creationId xmlns:a16="http://schemas.microsoft.com/office/drawing/2014/main" id="{B7442C64-2073-441C-9C16-07A1FF46C730}"/>
              </a:ext>
            </a:extLst>
          </p:cNvPr>
          <p:cNvSpPr>
            <a:spLocks noGrp="1"/>
          </p:cNvSpPr>
          <p:nvPr/>
        </p:nvSpPr>
        <p:spPr>
          <a:xfrm>
            <a:off x="4796064" y="47928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0" name="9r3d_0_tuned_PredictedAtoms_27">
            <a:extLst>
              <a:ext uri="{FF2B5EF4-FFF2-40B4-BE49-F238E27FC236}">
                <a16:creationId xmlns:a16="http://schemas.microsoft.com/office/drawing/2014/main" id="{041C5D1F-DB70-499B-A19F-C33BEE96F078}"/>
              </a:ext>
            </a:extLst>
          </p:cNvPr>
          <p:cNvSpPr>
            <a:spLocks noGrp="1"/>
          </p:cNvSpPr>
          <p:nvPr/>
        </p:nvSpPr>
        <p:spPr>
          <a:xfrm>
            <a:off x="4832587" y="46379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1" name="9r3d_0_tuned_PredictedAtoms_28">
            <a:extLst>
              <a:ext uri="{FF2B5EF4-FFF2-40B4-BE49-F238E27FC236}">
                <a16:creationId xmlns:a16="http://schemas.microsoft.com/office/drawing/2014/main" id="{69D0A157-491C-47DC-AB28-A21CB7C3C1BE}"/>
              </a:ext>
            </a:extLst>
          </p:cNvPr>
          <p:cNvSpPr>
            <a:spLocks noGrp="1"/>
          </p:cNvSpPr>
          <p:nvPr/>
        </p:nvSpPr>
        <p:spPr>
          <a:xfrm>
            <a:off x="4684312" y="47912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2" name="9r3d_0_tuned_PredictedAtoms_29">
            <a:extLst>
              <a:ext uri="{FF2B5EF4-FFF2-40B4-BE49-F238E27FC236}">
                <a16:creationId xmlns:a16="http://schemas.microsoft.com/office/drawing/2014/main" id="{56DB9E54-FFA2-4173-88A1-CF92A517ADCB}"/>
              </a:ext>
            </a:extLst>
          </p:cNvPr>
          <p:cNvSpPr>
            <a:spLocks noGrp="1"/>
          </p:cNvSpPr>
          <p:nvPr/>
        </p:nvSpPr>
        <p:spPr>
          <a:xfrm>
            <a:off x="4935710" y="48796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3" name="9r3d_0_tuned_PredictedAtoms_30">
            <a:extLst>
              <a:ext uri="{FF2B5EF4-FFF2-40B4-BE49-F238E27FC236}">
                <a16:creationId xmlns:a16="http://schemas.microsoft.com/office/drawing/2014/main" id="{7E69E0B1-1A34-41D7-8808-CF9702699D9F}"/>
              </a:ext>
            </a:extLst>
          </p:cNvPr>
          <p:cNvSpPr>
            <a:spLocks noGrp="1"/>
          </p:cNvSpPr>
          <p:nvPr/>
        </p:nvSpPr>
        <p:spPr>
          <a:xfrm>
            <a:off x="4464749" y="4944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4" name="9r3d_0_tuned_PredictedAtoms_31">
            <a:extLst>
              <a:ext uri="{FF2B5EF4-FFF2-40B4-BE49-F238E27FC236}">
                <a16:creationId xmlns:a16="http://schemas.microsoft.com/office/drawing/2014/main" id="{B7CC1A09-1C3E-4E76-B061-1B6D03F20F18}"/>
              </a:ext>
            </a:extLst>
          </p:cNvPr>
          <p:cNvSpPr>
            <a:spLocks noGrp="1"/>
          </p:cNvSpPr>
          <p:nvPr/>
        </p:nvSpPr>
        <p:spPr>
          <a:xfrm>
            <a:off x="4427616" y="48920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5" name="9r3d_0_tuned_PredictedAtoms_32">
            <a:extLst>
              <a:ext uri="{FF2B5EF4-FFF2-40B4-BE49-F238E27FC236}">
                <a16:creationId xmlns:a16="http://schemas.microsoft.com/office/drawing/2014/main" id="{48E95A26-9C7D-4A4F-ACB8-D71938B1E373}"/>
              </a:ext>
            </a:extLst>
          </p:cNvPr>
          <p:cNvSpPr>
            <a:spLocks noGrp="1"/>
          </p:cNvSpPr>
          <p:nvPr/>
        </p:nvSpPr>
        <p:spPr>
          <a:xfrm>
            <a:off x="4453285" y="47362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6" name="9r3d_0_tuned_PredictedAtoms_33">
            <a:extLst>
              <a:ext uri="{FF2B5EF4-FFF2-40B4-BE49-F238E27FC236}">
                <a16:creationId xmlns:a16="http://schemas.microsoft.com/office/drawing/2014/main" id="{9EF3668B-AAE4-4525-85C9-99604546E501}"/>
              </a:ext>
            </a:extLst>
          </p:cNvPr>
          <p:cNvSpPr>
            <a:spLocks noGrp="1"/>
          </p:cNvSpPr>
          <p:nvPr/>
        </p:nvSpPr>
        <p:spPr>
          <a:xfrm>
            <a:off x="4491550" y="4631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7" name="9r3d_0_tuned_PredictedAtoms_34">
            <a:extLst>
              <a:ext uri="{FF2B5EF4-FFF2-40B4-BE49-F238E27FC236}">
                <a16:creationId xmlns:a16="http://schemas.microsoft.com/office/drawing/2014/main" id="{35CFF798-53A2-405D-8043-E6853401ED4D}"/>
              </a:ext>
            </a:extLst>
          </p:cNvPr>
          <p:cNvSpPr>
            <a:spLocks noGrp="1"/>
          </p:cNvSpPr>
          <p:nvPr/>
        </p:nvSpPr>
        <p:spPr>
          <a:xfrm>
            <a:off x="4302820" y="46914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8" name="9r3d_0_tuned_PredictedAtoms_35">
            <a:extLst>
              <a:ext uri="{FF2B5EF4-FFF2-40B4-BE49-F238E27FC236}">
                <a16:creationId xmlns:a16="http://schemas.microsoft.com/office/drawing/2014/main" id="{04DF172C-778A-4243-9F21-4E65EFE14524}"/>
              </a:ext>
            </a:extLst>
          </p:cNvPr>
          <p:cNvSpPr>
            <a:spLocks noGrp="1"/>
          </p:cNvSpPr>
          <p:nvPr/>
        </p:nvSpPr>
        <p:spPr>
          <a:xfrm>
            <a:off x="4577038" y="4749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9" name="stage3-cases-main_27">
            <a:extLst>
              <a:ext uri="{FF2B5EF4-FFF2-40B4-BE49-F238E27FC236}">
                <a16:creationId xmlns:a16="http://schemas.microsoft.com/office/drawing/2014/main" id="{C8A6BA0E-E5C4-4411-AFC0-13A6CD74EEE2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1.05 Å   D 86%   Clash 0</a:t>
            </a:r>
          </a:p>
        </p:txBody>
      </p:sp>
      <p:sp>
        <p:nvSpPr>
          <p:cNvPr id="880" name="9r3d_0_build_Receptor">
            <a:extLst>
              <a:ext uri="{FF2B5EF4-FFF2-40B4-BE49-F238E27FC236}">
                <a16:creationId xmlns:a16="http://schemas.microsoft.com/office/drawing/2014/main" id="{6D20510B-8909-4FF4-BC5D-6A8CB185AD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81" name="9r3d_0_build_ExperimentalDensity">
            <a:extLst>
              <a:ext uri="{FF2B5EF4-FFF2-40B4-BE49-F238E27FC236}">
                <a16:creationId xmlns:a16="http://schemas.microsoft.com/office/drawing/2014/main" id="{9F4CF281-D10E-41A1-AFA3-F52FDF852E3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82" name="9r3d_0_build_ReferenceLigand_0">
            <a:extLst>
              <a:ext uri="{FF2B5EF4-FFF2-40B4-BE49-F238E27FC236}">
                <a16:creationId xmlns:a16="http://schemas.microsoft.com/office/drawing/2014/main" id="{D1B13C20-B545-4D4F-B578-F60830F6577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3" name="9r3d_0_build_ReferenceLigand_1">
            <a:extLst>
              <a:ext uri="{FF2B5EF4-FFF2-40B4-BE49-F238E27FC236}">
                <a16:creationId xmlns:a16="http://schemas.microsoft.com/office/drawing/2014/main" id="{84B7D3AD-9765-4DE0-9DC0-CC15C493AC5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4" name="9r3d_0_build_ReferenceLigand_2">
            <a:extLst>
              <a:ext uri="{FF2B5EF4-FFF2-40B4-BE49-F238E27FC236}">
                <a16:creationId xmlns:a16="http://schemas.microsoft.com/office/drawing/2014/main" id="{DAA4AE36-AC82-4FE2-9768-3444BA36FED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5" name="9r3d_0_build_ReferenceLigand_3">
            <a:extLst>
              <a:ext uri="{FF2B5EF4-FFF2-40B4-BE49-F238E27FC236}">
                <a16:creationId xmlns:a16="http://schemas.microsoft.com/office/drawing/2014/main" id="{F24F3043-DFF3-4238-9F93-2E89E4D39EF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6" name="9r3d_0_build_ReferenceLigand_4">
            <a:extLst>
              <a:ext uri="{FF2B5EF4-FFF2-40B4-BE49-F238E27FC236}">
                <a16:creationId xmlns:a16="http://schemas.microsoft.com/office/drawing/2014/main" id="{21BC5612-A07E-4EEB-AC68-150CF058A8B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7" name="9r3d_0_build_ReferenceLigand_5">
            <a:extLst>
              <a:ext uri="{FF2B5EF4-FFF2-40B4-BE49-F238E27FC236}">
                <a16:creationId xmlns:a16="http://schemas.microsoft.com/office/drawing/2014/main" id="{8DE2CB8F-71A8-4D3C-880D-68ABF99359C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8" name="9r3d_0_build_ReferenceLigand_6">
            <a:extLst>
              <a:ext uri="{FF2B5EF4-FFF2-40B4-BE49-F238E27FC236}">
                <a16:creationId xmlns:a16="http://schemas.microsoft.com/office/drawing/2014/main" id="{F3527E13-03F8-4525-9148-0F9F15630F6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9" name="9r3d_0_build_ReferenceLigand_7">
            <a:extLst>
              <a:ext uri="{FF2B5EF4-FFF2-40B4-BE49-F238E27FC236}">
                <a16:creationId xmlns:a16="http://schemas.microsoft.com/office/drawing/2014/main" id="{55D74531-BB62-4A56-97AC-812B6190760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0" name="9r3d_0_build_ReferenceLigand_8">
            <a:extLst>
              <a:ext uri="{FF2B5EF4-FFF2-40B4-BE49-F238E27FC236}">
                <a16:creationId xmlns:a16="http://schemas.microsoft.com/office/drawing/2014/main" id="{4555A8DB-3AF8-4BA3-899B-1B0D73C0BFF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1" name="9r3d_0_build_ReferenceLigand_9">
            <a:extLst>
              <a:ext uri="{FF2B5EF4-FFF2-40B4-BE49-F238E27FC236}">
                <a16:creationId xmlns:a16="http://schemas.microsoft.com/office/drawing/2014/main" id="{8D859EC3-674F-4C1E-B406-3774253B20B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2" name="9r3d_0_build_ReferenceLigand_10">
            <a:extLst>
              <a:ext uri="{FF2B5EF4-FFF2-40B4-BE49-F238E27FC236}">
                <a16:creationId xmlns:a16="http://schemas.microsoft.com/office/drawing/2014/main" id="{C7275B18-BE85-4C3E-9428-FBE46BC0E19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3" name="9r3d_0_build_ReferenceLigand_11">
            <a:extLst>
              <a:ext uri="{FF2B5EF4-FFF2-40B4-BE49-F238E27FC236}">
                <a16:creationId xmlns:a16="http://schemas.microsoft.com/office/drawing/2014/main" id="{0287D3E6-A703-43C1-8DC9-349E5971CAD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4" name="9r3d_0_build_ReferenceLigand_12">
            <a:extLst>
              <a:ext uri="{FF2B5EF4-FFF2-40B4-BE49-F238E27FC236}">
                <a16:creationId xmlns:a16="http://schemas.microsoft.com/office/drawing/2014/main" id="{D68A1382-985B-4056-95F6-D73CD2B974E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5" name="9r3d_0_build_ReferenceLigand_13">
            <a:extLst>
              <a:ext uri="{FF2B5EF4-FFF2-40B4-BE49-F238E27FC236}">
                <a16:creationId xmlns:a16="http://schemas.microsoft.com/office/drawing/2014/main" id="{8EA3E6B6-A5F5-4A1F-85A3-8485FABDDBA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6" name="9r3d_0_build_ReferenceLigand_14">
            <a:extLst>
              <a:ext uri="{FF2B5EF4-FFF2-40B4-BE49-F238E27FC236}">
                <a16:creationId xmlns:a16="http://schemas.microsoft.com/office/drawing/2014/main" id="{82607423-B961-4E17-A9CE-28084187A64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7" name="9r3d_0_build_ReferenceLigand_15">
            <a:extLst>
              <a:ext uri="{FF2B5EF4-FFF2-40B4-BE49-F238E27FC236}">
                <a16:creationId xmlns:a16="http://schemas.microsoft.com/office/drawing/2014/main" id="{C96C9DB9-E78C-4EE5-8B30-F32F7F620BB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8" name="9r3d_0_build_ReferenceLigand_16">
            <a:extLst>
              <a:ext uri="{FF2B5EF4-FFF2-40B4-BE49-F238E27FC236}">
                <a16:creationId xmlns:a16="http://schemas.microsoft.com/office/drawing/2014/main" id="{7FD9C2CA-BA8A-41C3-BA5B-6A7E1405A74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9" name="9r3d_0_build_ReferenceLigand_17">
            <a:extLst>
              <a:ext uri="{FF2B5EF4-FFF2-40B4-BE49-F238E27FC236}">
                <a16:creationId xmlns:a16="http://schemas.microsoft.com/office/drawing/2014/main" id="{24DA08B9-C42F-443D-9634-A403E7C09BD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0" name="9r3d_0_build_ReferenceLigand_18">
            <a:extLst>
              <a:ext uri="{FF2B5EF4-FFF2-40B4-BE49-F238E27FC236}">
                <a16:creationId xmlns:a16="http://schemas.microsoft.com/office/drawing/2014/main" id="{EBA98788-C038-420D-B3B7-7D80E8D9B47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1" name="9r3d_0_build_ReferenceLigand_19">
            <a:extLst>
              <a:ext uri="{FF2B5EF4-FFF2-40B4-BE49-F238E27FC236}">
                <a16:creationId xmlns:a16="http://schemas.microsoft.com/office/drawing/2014/main" id="{BC065172-F1BE-4E1F-A327-F105E6F91C1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2" name="9r3d_0_build_ReferenceLigand_20">
            <a:extLst>
              <a:ext uri="{FF2B5EF4-FFF2-40B4-BE49-F238E27FC236}">
                <a16:creationId xmlns:a16="http://schemas.microsoft.com/office/drawing/2014/main" id="{01B7CC75-4662-4813-A038-AE4D9DBDB65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3" name="9r3d_0_build_ReferenceLigand_21">
            <a:extLst>
              <a:ext uri="{FF2B5EF4-FFF2-40B4-BE49-F238E27FC236}">
                <a16:creationId xmlns:a16="http://schemas.microsoft.com/office/drawing/2014/main" id="{C0F7CD3D-0AB2-4B66-9385-E01E47D74B5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4" name="9r3d_0_build_ReferenceLigand_22">
            <a:extLst>
              <a:ext uri="{FF2B5EF4-FFF2-40B4-BE49-F238E27FC236}">
                <a16:creationId xmlns:a16="http://schemas.microsoft.com/office/drawing/2014/main" id="{34092661-589C-4770-8BC2-07394170A0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5" name="9r3d_0_build_ReferenceLigand_23">
            <a:extLst>
              <a:ext uri="{FF2B5EF4-FFF2-40B4-BE49-F238E27FC236}">
                <a16:creationId xmlns:a16="http://schemas.microsoft.com/office/drawing/2014/main" id="{305BFD8B-13EC-472B-82BA-47AF81ABE8F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6" name="9r3d_0_build_ReferenceLigand_24">
            <a:extLst>
              <a:ext uri="{FF2B5EF4-FFF2-40B4-BE49-F238E27FC236}">
                <a16:creationId xmlns:a16="http://schemas.microsoft.com/office/drawing/2014/main" id="{1D667DB4-ED53-445C-8B86-A7021D42E55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7" name="9r3d_0_build_ReferenceLigand_25">
            <a:extLst>
              <a:ext uri="{FF2B5EF4-FFF2-40B4-BE49-F238E27FC236}">
                <a16:creationId xmlns:a16="http://schemas.microsoft.com/office/drawing/2014/main" id="{7C8AEF66-8A04-49BF-A1A1-D6625E4A715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8" name="9r3d_0_build_ReferenceLigand_26">
            <a:extLst>
              <a:ext uri="{FF2B5EF4-FFF2-40B4-BE49-F238E27FC236}">
                <a16:creationId xmlns:a16="http://schemas.microsoft.com/office/drawing/2014/main" id="{2DA3DFCF-CF6D-482A-BCA8-E9E08492E0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9" name="9r3d_0_build_ReferenceLigand_27">
            <a:extLst>
              <a:ext uri="{FF2B5EF4-FFF2-40B4-BE49-F238E27FC236}">
                <a16:creationId xmlns:a16="http://schemas.microsoft.com/office/drawing/2014/main" id="{13E45779-2BA2-4BC6-B973-BC60A26FF8B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0" name="9r3d_0_build_ReferenceLigand_28">
            <a:extLst>
              <a:ext uri="{FF2B5EF4-FFF2-40B4-BE49-F238E27FC236}">
                <a16:creationId xmlns:a16="http://schemas.microsoft.com/office/drawing/2014/main" id="{186FD0FA-02B4-4457-A1AE-4CFC35E83DB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1" name="9r3d_0_build_ReferenceLigand_29">
            <a:extLst>
              <a:ext uri="{FF2B5EF4-FFF2-40B4-BE49-F238E27FC236}">
                <a16:creationId xmlns:a16="http://schemas.microsoft.com/office/drawing/2014/main" id="{ADB470B8-9238-445B-B8D7-F9F1A085F4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2" name="9r3d_0_build_ReferenceLigand_30">
            <a:extLst>
              <a:ext uri="{FF2B5EF4-FFF2-40B4-BE49-F238E27FC236}">
                <a16:creationId xmlns:a16="http://schemas.microsoft.com/office/drawing/2014/main" id="{50A30E51-EFDC-48B1-B6E3-A4DD7216EA4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3" name="9r3d_0_build_ReferenceLigand_31">
            <a:extLst>
              <a:ext uri="{FF2B5EF4-FFF2-40B4-BE49-F238E27FC236}">
                <a16:creationId xmlns:a16="http://schemas.microsoft.com/office/drawing/2014/main" id="{B003D7E9-8FBE-489B-B2EC-3480E0B14E6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4" name="9r3d_0_build_ReferenceLigand_32">
            <a:extLst>
              <a:ext uri="{FF2B5EF4-FFF2-40B4-BE49-F238E27FC236}">
                <a16:creationId xmlns:a16="http://schemas.microsoft.com/office/drawing/2014/main" id="{5FD0FEBA-C932-4688-A791-DB5D32FCA1D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r3d_0_build_ReferenceLigand_33">
            <a:extLst>
              <a:ext uri="{FF2B5EF4-FFF2-40B4-BE49-F238E27FC236}">
                <a16:creationId xmlns:a16="http://schemas.microsoft.com/office/drawing/2014/main" id="{4C94632C-6E4A-4457-AD64-6B8A7250612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r3d_0_build_ReferenceLigand_34">
            <a:extLst>
              <a:ext uri="{FF2B5EF4-FFF2-40B4-BE49-F238E27FC236}">
                <a16:creationId xmlns:a16="http://schemas.microsoft.com/office/drawing/2014/main" id="{67C9D38C-CAA1-4768-828B-D909BEF15BB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r3d_0_build_ReferenceLigand_35">
            <a:extLst>
              <a:ext uri="{FF2B5EF4-FFF2-40B4-BE49-F238E27FC236}">
                <a16:creationId xmlns:a16="http://schemas.microsoft.com/office/drawing/2014/main" id="{1579FECE-E379-4B79-9BEB-9A6D65A1B22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r3d_0_build_PredictedLigand_0">
            <a:extLst>
              <a:ext uri="{FF2B5EF4-FFF2-40B4-BE49-F238E27FC236}">
                <a16:creationId xmlns:a16="http://schemas.microsoft.com/office/drawing/2014/main" id="{F69269B8-4D9F-4309-BAFE-01DC2CAA2D9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478360" y="5043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19" name="9r3d_0_build_PredictedLigand_1">
            <a:extLst>
              <a:ext uri="{FF2B5EF4-FFF2-40B4-BE49-F238E27FC236}">
                <a16:creationId xmlns:a16="http://schemas.microsoft.com/office/drawing/2014/main" id="{23CE3179-14D8-453B-A534-3BBE12DBC71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728447" y="5900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0" name="9r3d_0_build_PredictedLigand_2">
            <a:extLst>
              <a:ext uri="{FF2B5EF4-FFF2-40B4-BE49-F238E27FC236}">
                <a16:creationId xmlns:a16="http://schemas.microsoft.com/office/drawing/2014/main" id="{42980AA7-C776-4823-ABC4-756C145A9B3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627481" y="336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1" name="9r3d_0_build_PredictedLigand_3">
            <a:extLst>
              <a:ext uri="{FF2B5EF4-FFF2-40B4-BE49-F238E27FC236}">
                <a16:creationId xmlns:a16="http://schemas.microsoft.com/office/drawing/2014/main" id="{7DB64A3B-CAF7-476A-B0C4-F27737570B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461064" y="10781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2" name="9r3d_0_build_PredictedLigand_4">
            <a:extLst>
              <a:ext uri="{FF2B5EF4-FFF2-40B4-BE49-F238E27FC236}">
                <a16:creationId xmlns:a16="http://schemas.microsoft.com/office/drawing/2014/main" id="{22148EF8-647F-45DA-9E9E-6FDCCA58E57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026" y="557342"/>
                </a:moveTo>
                <a:lnTo>
                  <a:pt x="1597383" y="4878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3" name="9r3d_0_build_PredictedLigand_5">
            <a:extLst>
              <a:ext uri="{FF2B5EF4-FFF2-40B4-BE49-F238E27FC236}">
                <a16:creationId xmlns:a16="http://schemas.microsoft.com/office/drawing/2014/main" id="{3BF4E3C3-3D8A-483E-AA14-057F46ED77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63533" y="6199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4" name="9r3d_0_build_PredictedLigand_6">
            <a:extLst>
              <a:ext uri="{FF2B5EF4-FFF2-40B4-BE49-F238E27FC236}">
                <a16:creationId xmlns:a16="http://schemas.microsoft.com/office/drawing/2014/main" id="{3287B4C2-9AF4-4ABB-A197-35BDC75BAE3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1008125" y="4136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5" name="9r3d_0_build_PredictedLigand_7">
            <a:extLst>
              <a:ext uri="{FF2B5EF4-FFF2-40B4-BE49-F238E27FC236}">
                <a16:creationId xmlns:a16="http://schemas.microsoft.com/office/drawing/2014/main" id="{6B15B501-2CA0-43F7-B18F-C32D41C638A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268648" y="1238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6" name="9r3d_0_build_PredictedLigand_8">
            <a:extLst>
              <a:ext uri="{FF2B5EF4-FFF2-40B4-BE49-F238E27FC236}">
                <a16:creationId xmlns:a16="http://schemas.microsoft.com/office/drawing/2014/main" id="{540CFFB3-FA6B-4F7E-9CD2-482EB344B6C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8008" y="11281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7" name="9r3d_0_build_PredictedLigand_9">
            <a:extLst>
              <a:ext uri="{FF2B5EF4-FFF2-40B4-BE49-F238E27FC236}">
                <a16:creationId xmlns:a16="http://schemas.microsoft.com/office/drawing/2014/main" id="{4A2B624D-21EA-4F1A-8E03-4C70D5B87FB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819243" y="90573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8" name="9r3d_0_build_PredictedLigand_10">
            <a:extLst>
              <a:ext uri="{FF2B5EF4-FFF2-40B4-BE49-F238E27FC236}">
                <a16:creationId xmlns:a16="http://schemas.microsoft.com/office/drawing/2014/main" id="{9898A87E-D6E3-4D49-9A76-711EFD834E0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503362" y="12746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9" name="9r3d_0_build_PredictedLigand_11">
            <a:extLst>
              <a:ext uri="{FF2B5EF4-FFF2-40B4-BE49-F238E27FC236}">
                <a16:creationId xmlns:a16="http://schemas.microsoft.com/office/drawing/2014/main" id="{99A59335-74D9-433D-84C5-FF9B425AB4A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307" y="872363"/>
                </a:moveTo>
                <a:lnTo>
                  <a:pt x="947656" y="9809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0" name="9r3d_0_build_PredictedLigand_12">
            <a:extLst>
              <a:ext uri="{FF2B5EF4-FFF2-40B4-BE49-F238E27FC236}">
                <a16:creationId xmlns:a16="http://schemas.microsoft.com/office/drawing/2014/main" id="{5068C485-4180-4F9E-AA2A-B8B54233992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557026" y="5573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1" name="9r3d_0_build_PredictedLigand_13">
            <a:extLst>
              <a:ext uri="{FF2B5EF4-FFF2-40B4-BE49-F238E27FC236}">
                <a16:creationId xmlns:a16="http://schemas.microsoft.com/office/drawing/2014/main" id="{9A6FC45D-C764-44CB-8FBD-BC8C2C16C98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17178" y="4163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2" name="9r3d_0_build_PredictedLigand_14">
            <a:extLst>
              <a:ext uri="{FF2B5EF4-FFF2-40B4-BE49-F238E27FC236}">
                <a16:creationId xmlns:a16="http://schemas.microsoft.com/office/drawing/2014/main" id="{11109C40-CBE5-42DC-B549-40738784634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2030" y="791025"/>
                </a:moveTo>
                <a:lnTo>
                  <a:pt x="1432969" y="6379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3" name="9r3d_0_build_PredictedLigand_15">
            <a:extLst>
              <a:ext uri="{FF2B5EF4-FFF2-40B4-BE49-F238E27FC236}">
                <a16:creationId xmlns:a16="http://schemas.microsoft.com/office/drawing/2014/main" id="{D7FB7671-2929-4C28-8C6A-CEBB8239B32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091307" y="8723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4" name="9r3d_0_build_PredictedLigand_16">
            <a:extLst>
              <a:ext uri="{FF2B5EF4-FFF2-40B4-BE49-F238E27FC236}">
                <a16:creationId xmlns:a16="http://schemas.microsoft.com/office/drawing/2014/main" id="{9222AA82-08A4-432F-9A08-7E8481E5C8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4321" y="1038756"/>
                </a:moveTo>
                <a:lnTo>
                  <a:pt x="1395735" y="1164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5" name="9r3d_0_build_PredictedLigand_17">
            <a:extLst>
              <a:ext uri="{FF2B5EF4-FFF2-40B4-BE49-F238E27FC236}">
                <a16:creationId xmlns:a16="http://schemas.microsoft.com/office/drawing/2014/main" id="{05FFAFF2-77C1-41EF-BE51-5F63348AF4A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981" y="591831"/>
                </a:moveTo>
                <a:lnTo>
                  <a:pt x="931269" y="5021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6" name="9r3d_0_build_PredictedLigand_18">
            <a:extLst>
              <a:ext uri="{FF2B5EF4-FFF2-40B4-BE49-F238E27FC236}">
                <a16:creationId xmlns:a16="http://schemas.microsoft.com/office/drawing/2014/main" id="{2B57E7C6-564E-4AAE-BDB2-D27BF109B8E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310198" y="5590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7" name="9r3d_0_build_PredictedLigand_19">
            <a:extLst>
              <a:ext uri="{FF2B5EF4-FFF2-40B4-BE49-F238E27FC236}">
                <a16:creationId xmlns:a16="http://schemas.microsoft.com/office/drawing/2014/main" id="{63EBDE12-0698-4573-ADD8-A4432D735F6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8" name="9r3d_0_build_PredictedLigand_20">
            <a:extLst>
              <a:ext uri="{FF2B5EF4-FFF2-40B4-BE49-F238E27FC236}">
                <a16:creationId xmlns:a16="http://schemas.microsoft.com/office/drawing/2014/main" id="{FA6BD065-83CD-4A68-A908-52B06EE4ACE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326340" y="8928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9" name="9r3d_0_build_PredictedLigand_21">
            <a:extLst>
              <a:ext uri="{FF2B5EF4-FFF2-40B4-BE49-F238E27FC236}">
                <a16:creationId xmlns:a16="http://schemas.microsoft.com/office/drawing/2014/main" id="{F5DD2EEE-3738-4DF7-A511-9B80EC8FB0F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354321" y="1038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0" name="9r3d_0_build_PredictedLigand_22">
            <a:extLst>
              <a:ext uri="{FF2B5EF4-FFF2-40B4-BE49-F238E27FC236}">
                <a16:creationId xmlns:a16="http://schemas.microsoft.com/office/drawing/2014/main" id="{94312144-6694-42F5-9364-C2636A4A231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176732" y="8164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1" name="9r3d_0_build_PredictedLigand_23">
            <a:extLst>
              <a:ext uri="{FF2B5EF4-FFF2-40B4-BE49-F238E27FC236}">
                <a16:creationId xmlns:a16="http://schemas.microsoft.com/office/drawing/2014/main" id="{DDAB1DE0-424D-4352-9219-CCE077C3DD0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160692" y="6464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2" name="9r3d_0_build_PredictedLigand_24">
            <a:extLst>
              <a:ext uri="{FF2B5EF4-FFF2-40B4-BE49-F238E27FC236}">
                <a16:creationId xmlns:a16="http://schemas.microsoft.com/office/drawing/2014/main" id="{D6AAD43C-46BF-4717-9577-AC27DF158F7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255" y="867907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3" name="9r3d_0_build_PredictedLigand_25">
            <a:extLst>
              <a:ext uri="{FF2B5EF4-FFF2-40B4-BE49-F238E27FC236}">
                <a16:creationId xmlns:a16="http://schemas.microsoft.com/office/drawing/2014/main" id="{6CCDEFED-1C0E-4B6C-9B58-ADD09528AC1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028981" y="591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4" name="9r3d_0_build_PredictedLigand_26">
            <a:extLst>
              <a:ext uri="{FF2B5EF4-FFF2-40B4-BE49-F238E27FC236}">
                <a16:creationId xmlns:a16="http://schemas.microsoft.com/office/drawing/2014/main" id="{EC7C2941-2F5D-413C-ADAD-6B00EEF70E4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4338" y="10120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5" name="9r3d_0_build_PredictedLigand_27">
            <a:extLst>
              <a:ext uri="{FF2B5EF4-FFF2-40B4-BE49-F238E27FC236}">
                <a16:creationId xmlns:a16="http://schemas.microsoft.com/office/drawing/2014/main" id="{D10EDFB9-CEED-462E-8437-D15972D0FE1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4116" y="856750"/>
                </a:moveTo>
                <a:lnTo>
                  <a:pt x="1728945" y="9104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6" name="9r3d_0_build_PredictedLigand_28">
            <a:extLst>
              <a:ext uri="{FF2B5EF4-FFF2-40B4-BE49-F238E27FC236}">
                <a16:creationId xmlns:a16="http://schemas.microsoft.com/office/drawing/2014/main" id="{D46E215A-E048-4CE4-9D34-91FEF7F882A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285042" y="4566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7" name="9r3d_0_build_PredictedLigand_29">
            <a:extLst>
              <a:ext uri="{FF2B5EF4-FFF2-40B4-BE49-F238E27FC236}">
                <a16:creationId xmlns:a16="http://schemas.microsoft.com/office/drawing/2014/main" id="{D70BAE8E-6431-4E53-A0E8-E1960E4BAD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568255" y="8679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8" name="9r3d_0_build_PredictedLigand_30">
            <a:extLst>
              <a:ext uri="{FF2B5EF4-FFF2-40B4-BE49-F238E27FC236}">
                <a16:creationId xmlns:a16="http://schemas.microsoft.com/office/drawing/2014/main" id="{BA3402F4-B39F-427B-B81A-819333672AE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27624" y="2248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9" name="9r3d_0_build_PredictedLigand_31">
            <a:extLst>
              <a:ext uri="{FF2B5EF4-FFF2-40B4-BE49-F238E27FC236}">
                <a16:creationId xmlns:a16="http://schemas.microsoft.com/office/drawing/2014/main" id="{F0D43CF7-B54D-492B-A685-ED62DF0799A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2177" y="10655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0" name="9r3d_0_build_PredictedLigand_32">
            <a:extLst>
              <a:ext uri="{FF2B5EF4-FFF2-40B4-BE49-F238E27FC236}">
                <a16:creationId xmlns:a16="http://schemas.microsoft.com/office/drawing/2014/main" id="{BB61963D-EF75-4987-A5DD-1EB5048502A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5042" y="456631"/>
                </a:moveTo>
                <a:lnTo>
                  <a:pt x="1345955" y="27684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1" name="9r3d_0_build_PredictedLigand_33">
            <a:extLst>
              <a:ext uri="{FF2B5EF4-FFF2-40B4-BE49-F238E27FC236}">
                <a16:creationId xmlns:a16="http://schemas.microsoft.com/office/drawing/2014/main" id="{DF110CC3-3D08-4428-BFB5-5D34B337883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211539" y="1857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2" name="9r3d_0_build_PredictedLigand_34">
            <a:extLst>
              <a:ext uri="{FF2B5EF4-FFF2-40B4-BE49-F238E27FC236}">
                <a16:creationId xmlns:a16="http://schemas.microsoft.com/office/drawing/2014/main" id="{8F19E07E-4622-4C33-8711-306CEC52EF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9245" y="830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3" name="9r3d_0_build_PredictedLigand_35">
            <a:extLst>
              <a:ext uri="{FF2B5EF4-FFF2-40B4-BE49-F238E27FC236}">
                <a16:creationId xmlns:a16="http://schemas.microsoft.com/office/drawing/2014/main" id="{D343B7BF-93FB-4442-8532-73615DA1D17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34540" y="305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4" name="9r3d_0_build_PredictedAtoms_0">
            <a:extLst>
              <a:ext uri="{FF2B5EF4-FFF2-40B4-BE49-F238E27FC236}">
                <a16:creationId xmlns:a16="http://schemas.microsoft.com/office/drawing/2014/main" id="{1FCFAEFC-A140-446A-8D4D-2BFAD1E8D279}"/>
              </a:ext>
            </a:extLst>
          </p:cNvPr>
          <p:cNvSpPr>
            <a:spLocks noGrp="1"/>
          </p:cNvSpPr>
          <p:nvPr/>
        </p:nvSpPr>
        <p:spPr>
          <a:xfrm>
            <a:off x="7990124" y="52125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5" name="9r3d_0_build_PredictedAtoms_1">
            <a:extLst>
              <a:ext uri="{FF2B5EF4-FFF2-40B4-BE49-F238E27FC236}">
                <a16:creationId xmlns:a16="http://schemas.microsoft.com/office/drawing/2014/main" id="{22899D90-5609-4571-B482-3D9A44B7AF7B}"/>
              </a:ext>
            </a:extLst>
          </p:cNvPr>
          <p:cNvSpPr>
            <a:spLocks noGrp="1"/>
          </p:cNvSpPr>
          <p:nvPr/>
        </p:nvSpPr>
        <p:spPr>
          <a:xfrm>
            <a:off x="7884953" y="52662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6" name="9r3d_0_build_PredictedAtoms_2">
            <a:extLst>
              <a:ext uri="{FF2B5EF4-FFF2-40B4-BE49-F238E27FC236}">
                <a16:creationId xmlns:a16="http://schemas.microsoft.com/office/drawing/2014/main" id="{02DA30AA-1D42-4197-8005-9EC53A1E3256}"/>
              </a:ext>
            </a:extLst>
          </p:cNvPr>
          <p:cNvSpPr>
            <a:spLocks noGrp="1"/>
          </p:cNvSpPr>
          <p:nvPr/>
        </p:nvSpPr>
        <p:spPr>
          <a:xfrm>
            <a:off x="7895252" y="51862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7" name="9r3d_0_build_PredictedAtoms_3">
            <a:extLst>
              <a:ext uri="{FF2B5EF4-FFF2-40B4-BE49-F238E27FC236}">
                <a16:creationId xmlns:a16="http://schemas.microsoft.com/office/drawing/2014/main" id="{75990D88-DBB2-4462-8019-73813D74EDE9}"/>
              </a:ext>
            </a:extLst>
          </p:cNvPr>
          <p:cNvSpPr>
            <a:spLocks noGrp="1"/>
          </p:cNvSpPr>
          <p:nvPr/>
        </p:nvSpPr>
        <p:spPr>
          <a:xfrm>
            <a:off x="7888185" y="54213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8" name="9r3d_0_build_PredictedAtoms_4">
            <a:extLst>
              <a:ext uri="{FF2B5EF4-FFF2-40B4-BE49-F238E27FC236}">
                <a16:creationId xmlns:a16="http://schemas.microsoft.com/office/drawing/2014/main" id="{05160A9F-5C77-437E-AC51-D9C5C15DBC8F}"/>
              </a:ext>
            </a:extLst>
          </p:cNvPr>
          <p:cNvSpPr>
            <a:spLocks noGrp="1"/>
          </p:cNvSpPr>
          <p:nvPr/>
        </p:nvSpPr>
        <p:spPr>
          <a:xfrm>
            <a:off x="7724262" y="5223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9" name="9r3d_0_build_PredictedAtoms_5">
            <a:extLst>
              <a:ext uri="{FF2B5EF4-FFF2-40B4-BE49-F238E27FC236}">
                <a16:creationId xmlns:a16="http://schemas.microsoft.com/office/drawing/2014/main" id="{6FDE5AE7-E341-4127-A12C-EAC9253EE751}"/>
              </a:ext>
            </a:extLst>
          </p:cNvPr>
          <p:cNvSpPr>
            <a:spLocks noGrp="1"/>
          </p:cNvSpPr>
          <p:nvPr/>
        </p:nvSpPr>
        <p:spPr>
          <a:xfrm>
            <a:off x="7618038" y="51468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0" name="9r3d_0_build_PredictedAtoms_6">
            <a:extLst>
              <a:ext uri="{FF2B5EF4-FFF2-40B4-BE49-F238E27FC236}">
                <a16:creationId xmlns:a16="http://schemas.microsoft.com/office/drawing/2014/main" id="{D662B708-E129-4304-9802-C395511B352D}"/>
              </a:ext>
            </a:extLst>
          </p:cNvPr>
          <p:cNvSpPr>
            <a:spLocks noGrp="1"/>
          </p:cNvSpPr>
          <p:nvPr/>
        </p:nvSpPr>
        <p:spPr>
          <a:xfrm>
            <a:off x="7588976" y="49936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1" name="9r3d_0_build_PredictedAtoms_7">
            <a:extLst>
              <a:ext uri="{FF2B5EF4-FFF2-40B4-BE49-F238E27FC236}">
                <a16:creationId xmlns:a16="http://schemas.microsoft.com/office/drawing/2014/main" id="{2B91594C-3FA3-4115-8664-ADAE31F7A748}"/>
              </a:ext>
            </a:extLst>
          </p:cNvPr>
          <p:cNvSpPr>
            <a:spLocks noGrp="1"/>
          </p:cNvSpPr>
          <p:nvPr/>
        </p:nvSpPr>
        <p:spPr>
          <a:xfrm>
            <a:off x="7713034" y="491312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2" name="9r3d_0_build_PredictedAtoms_8">
            <a:extLst>
              <a:ext uri="{FF2B5EF4-FFF2-40B4-BE49-F238E27FC236}">
                <a16:creationId xmlns:a16="http://schemas.microsoft.com/office/drawing/2014/main" id="{42DDEC95-7503-43A9-803F-8B37E7AEDC6F}"/>
              </a:ext>
            </a:extLst>
          </p:cNvPr>
          <p:cNvSpPr>
            <a:spLocks noGrp="1"/>
          </p:cNvSpPr>
          <p:nvPr/>
        </p:nvSpPr>
        <p:spPr>
          <a:xfrm>
            <a:off x="7753391" y="48436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3" name="9r3d_0_build_PredictedAtoms_9">
            <a:extLst>
              <a:ext uri="{FF2B5EF4-FFF2-40B4-BE49-F238E27FC236}">
                <a16:creationId xmlns:a16="http://schemas.microsoft.com/office/drawing/2014/main" id="{5010C15A-982D-4E56-AA3E-1BAFAA98A6B3}"/>
              </a:ext>
            </a:extLst>
          </p:cNvPr>
          <p:cNvSpPr>
            <a:spLocks noGrp="1"/>
          </p:cNvSpPr>
          <p:nvPr/>
        </p:nvSpPr>
        <p:spPr>
          <a:xfrm>
            <a:off x="7783489" y="4691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4" name="9r3d_0_build_PredictedAtoms_10">
            <a:extLst>
              <a:ext uri="{FF2B5EF4-FFF2-40B4-BE49-F238E27FC236}">
                <a16:creationId xmlns:a16="http://schemas.microsoft.com/office/drawing/2014/main" id="{918E059B-E8F5-4A06-B519-8D14A6691663}"/>
              </a:ext>
            </a:extLst>
          </p:cNvPr>
          <p:cNvSpPr>
            <a:spLocks noGrp="1"/>
          </p:cNvSpPr>
          <p:nvPr/>
        </p:nvSpPr>
        <p:spPr>
          <a:xfrm>
            <a:off x="7884455" y="4945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5" name="9r3d_0_build_PredictedAtoms_11">
            <a:extLst>
              <a:ext uri="{FF2B5EF4-FFF2-40B4-BE49-F238E27FC236}">
                <a16:creationId xmlns:a16="http://schemas.microsoft.com/office/drawing/2014/main" id="{AE184A0D-E1AE-4C0C-BB5E-45ADF993C314}"/>
              </a:ext>
            </a:extLst>
          </p:cNvPr>
          <p:cNvSpPr>
            <a:spLocks noGrp="1"/>
          </p:cNvSpPr>
          <p:nvPr/>
        </p:nvSpPr>
        <p:spPr>
          <a:xfrm>
            <a:off x="7634367" y="48601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6" name="9r3d_0_build_PredictedAtoms_12">
            <a:extLst>
              <a:ext uri="{FF2B5EF4-FFF2-40B4-BE49-F238E27FC236}">
                <a16:creationId xmlns:a16="http://schemas.microsoft.com/office/drawing/2014/main" id="{73E85DE8-CF1E-4295-A1C9-18AAEE25846B}"/>
              </a:ext>
            </a:extLst>
          </p:cNvPr>
          <p:cNvSpPr>
            <a:spLocks noGrp="1"/>
          </p:cNvSpPr>
          <p:nvPr/>
        </p:nvSpPr>
        <p:spPr>
          <a:xfrm>
            <a:off x="7466205" y="4914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7" name="9r3d_0_build_PredictedAtoms_13">
            <a:extLst>
              <a:ext uri="{FF2B5EF4-FFF2-40B4-BE49-F238E27FC236}">
                <a16:creationId xmlns:a16="http://schemas.microsoft.com/office/drawing/2014/main" id="{34548C87-FCEB-49DD-ABAB-C5D64511A73B}"/>
              </a:ext>
            </a:extLst>
          </p:cNvPr>
          <p:cNvSpPr>
            <a:spLocks noGrp="1"/>
          </p:cNvSpPr>
          <p:nvPr/>
        </p:nvSpPr>
        <p:spPr>
          <a:xfrm>
            <a:off x="7441050" y="48124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8" name="9r3d_0_build_PredictedAtoms_14">
            <a:extLst>
              <a:ext uri="{FF2B5EF4-FFF2-40B4-BE49-F238E27FC236}">
                <a16:creationId xmlns:a16="http://schemas.microsoft.com/office/drawing/2014/main" id="{2176B8D1-9361-4E1A-AA76-5A7E69F7D27A}"/>
              </a:ext>
            </a:extLst>
          </p:cNvPr>
          <p:cNvSpPr>
            <a:spLocks noGrp="1"/>
          </p:cNvSpPr>
          <p:nvPr/>
        </p:nvSpPr>
        <p:spPr>
          <a:xfrm>
            <a:off x="7501963" y="46326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9" name="9r3d_0_build_PredictedAtoms_15">
            <a:extLst>
              <a:ext uri="{FF2B5EF4-FFF2-40B4-BE49-F238E27FC236}">
                <a16:creationId xmlns:a16="http://schemas.microsoft.com/office/drawing/2014/main" id="{193B7118-9AB0-4894-AF70-339DA11E61D2}"/>
              </a:ext>
            </a:extLst>
          </p:cNvPr>
          <p:cNvSpPr>
            <a:spLocks noGrp="1"/>
          </p:cNvSpPr>
          <p:nvPr/>
        </p:nvSpPr>
        <p:spPr>
          <a:xfrm>
            <a:off x="7590547" y="466150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0" name="9r3d_0_build_PredictedAtoms_16">
            <a:extLst>
              <a:ext uri="{FF2B5EF4-FFF2-40B4-BE49-F238E27FC236}">
                <a16:creationId xmlns:a16="http://schemas.microsoft.com/office/drawing/2014/main" id="{B75074BF-B033-469B-AAFF-A3B8B0160A99}"/>
              </a:ext>
            </a:extLst>
          </p:cNvPr>
          <p:cNvSpPr>
            <a:spLocks noGrp="1"/>
          </p:cNvSpPr>
          <p:nvPr/>
        </p:nvSpPr>
        <p:spPr>
          <a:xfrm>
            <a:off x="7367547" y="45414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1" name="9r3d_0_build_PredictedAtoms_17">
            <a:extLst>
              <a:ext uri="{FF2B5EF4-FFF2-40B4-BE49-F238E27FC236}">
                <a16:creationId xmlns:a16="http://schemas.microsoft.com/office/drawing/2014/main" id="{730BD07B-3D2E-419E-BD69-10A5D075355F}"/>
              </a:ext>
            </a:extLst>
          </p:cNvPr>
          <p:cNvSpPr>
            <a:spLocks noGrp="1"/>
          </p:cNvSpPr>
          <p:nvPr/>
        </p:nvSpPr>
        <p:spPr>
          <a:xfrm>
            <a:off x="7583632" y="45806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2" name="9r3d_0_build_PredictedAtoms_18">
            <a:extLst>
              <a:ext uri="{FF2B5EF4-FFF2-40B4-BE49-F238E27FC236}">
                <a16:creationId xmlns:a16="http://schemas.microsoft.com/office/drawing/2014/main" id="{63CCFA77-D971-484D-A575-82C212E5FCBD}"/>
              </a:ext>
            </a:extLst>
          </p:cNvPr>
          <p:cNvSpPr>
            <a:spLocks noGrp="1"/>
          </p:cNvSpPr>
          <p:nvPr/>
        </p:nvSpPr>
        <p:spPr>
          <a:xfrm>
            <a:off x="7316700" y="50022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3" name="9r3d_0_build_PredictedAtoms_19">
            <a:extLst>
              <a:ext uri="{FF2B5EF4-FFF2-40B4-BE49-F238E27FC236}">
                <a16:creationId xmlns:a16="http://schemas.microsoft.com/office/drawing/2014/main" id="{C2B61D23-9916-4450-8D20-500A343A4F91}"/>
              </a:ext>
            </a:extLst>
          </p:cNvPr>
          <p:cNvSpPr>
            <a:spLocks noGrp="1"/>
          </p:cNvSpPr>
          <p:nvPr/>
        </p:nvSpPr>
        <p:spPr>
          <a:xfrm>
            <a:off x="7184989" y="49476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4" name="9r3d_0_build_PredictedAtoms_20">
            <a:extLst>
              <a:ext uri="{FF2B5EF4-FFF2-40B4-BE49-F238E27FC236}">
                <a16:creationId xmlns:a16="http://schemas.microsoft.com/office/drawing/2014/main" id="{218EE908-1652-4138-9C82-3775CE5236CF}"/>
              </a:ext>
            </a:extLst>
          </p:cNvPr>
          <p:cNvSpPr>
            <a:spLocks noGrp="1"/>
          </p:cNvSpPr>
          <p:nvPr/>
        </p:nvSpPr>
        <p:spPr>
          <a:xfrm>
            <a:off x="7087276" y="48579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5" name="9r3d_0_build_PredictedAtoms_21">
            <a:extLst>
              <a:ext uri="{FF2B5EF4-FFF2-40B4-BE49-F238E27FC236}">
                <a16:creationId xmlns:a16="http://schemas.microsoft.com/office/drawing/2014/main" id="{194CEE52-ACDD-4022-BF51-0D15D9E68B5D}"/>
              </a:ext>
            </a:extLst>
          </p:cNvPr>
          <p:cNvSpPr>
            <a:spLocks noGrp="1"/>
          </p:cNvSpPr>
          <p:nvPr/>
        </p:nvSpPr>
        <p:spPr>
          <a:xfrm>
            <a:off x="7164132" y="47694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6" name="9r3d_0_build_PredictedAtoms_22">
            <a:extLst>
              <a:ext uri="{FF2B5EF4-FFF2-40B4-BE49-F238E27FC236}">
                <a16:creationId xmlns:a16="http://schemas.microsoft.com/office/drawing/2014/main" id="{3426077F-D17F-4BA1-8ACE-036D51892638}"/>
              </a:ext>
            </a:extLst>
          </p:cNvPr>
          <p:cNvSpPr>
            <a:spLocks noGrp="1"/>
          </p:cNvSpPr>
          <p:nvPr/>
        </p:nvSpPr>
        <p:spPr>
          <a:xfrm>
            <a:off x="7019541" y="49757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7" name="9r3d_0_build_PredictedAtoms_23">
            <a:extLst>
              <a:ext uri="{FF2B5EF4-FFF2-40B4-BE49-F238E27FC236}">
                <a16:creationId xmlns:a16="http://schemas.microsoft.com/office/drawing/2014/main" id="{0D4D16EB-D649-415A-909C-A8043CAE82A8}"/>
              </a:ext>
            </a:extLst>
          </p:cNvPr>
          <p:cNvSpPr>
            <a:spLocks noGrp="1"/>
          </p:cNvSpPr>
          <p:nvPr/>
        </p:nvSpPr>
        <p:spPr>
          <a:xfrm>
            <a:off x="6973185" y="47721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8" name="9r3d_0_build_PredictedAtoms_24">
            <a:extLst>
              <a:ext uri="{FF2B5EF4-FFF2-40B4-BE49-F238E27FC236}">
                <a16:creationId xmlns:a16="http://schemas.microsoft.com/office/drawing/2014/main" id="{5F45D9D2-445A-481B-9EB1-9D819D3F288E}"/>
              </a:ext>
            </a:extLst>
          </p:cNvPr>
          <p:cNvSpPr>
            <a:spLocks noGrp="1"/>
          </p:cNvSpPr>
          <p:nvPr/>
        </p:nvSpPr>
        <p:spPr>
          <a:xfrm>
            <a:off x="7332739" y="51722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9" name="9r3d_0_build_PredictedAtoms_25">
            <a:extLst>
              <a:ext uri="{FF2B5EF4-FFF2-40B4-BE49-F238E27FC236}">
                <a16:creationId xmlns:a16="http://schemas.microsoft.com/office/drawing/2014/main" id="{A036E81C-B9D8-4753-8AFE-FE11D6B32CBD}"/>
              </a:ext>
            </a:extLst>
          </p:cNvPr>
          <p:cNvSpPr>
            <a:spLocks noGrp="1"/>
          </p:cNvSpPr>
          <p:nvPr/>
        </p:nvSpPr>
        <p:spPr>
          <a:xfrm>
            <a:off x="7247314" y="52281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0" name="9r3d_0_build_PredictedAtoms_26">
            <a:extLst>
              <a:ext uri="{FF2B5EF4-FFF2-40B4-BE49-F238E27FC236}">
                <a16:creationId xmlns:a16="http://schemas.microsoft.com/office/drawing/2014/main" id="{F0C3816D-7478-4EB1-9FA8-B90D7C648A15}"/>
              </a:ext>
            </a:extLst>
          </p:cNvPr>
          <p:cNvSpPr>
            <a:spLocks noGrp="1"/>
          </p:cNvSpPr>
          <p:nvPr/>
        </p:nvSpPr>
        <p:spPr>
          <a:xfrm>
            <a:off x="7103664" y="5336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1" name="9r3d_0_build_PredictedAtoms_27">
            <a:extLst>
              <a:ext uri="{FF2B5EF4-FFF2-40B4-BE49-F238E27FC236}">
                <a16:creationId xmlns:a16="http://schemas.microsoft.com/office/drawing/2014/main" id="{5A854F77-86D6-434F-8546-6E57B5E7DE0F}"/>
              </a:ext>
            </a:extLst>
          </p:cNvPr>
          <p:cNvSpPr>
            <a:spLocks noGrp="1"/>
          </p:cNvSpPr>
          <p:nvPr/>
        </p:nvSpPr>
        <p:spPr>
          <a:xfrm>
            <a:off x="6975250" y="52615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2" name="9r3d_0_build_PredictedAtoms_28">
            <a:extLst>
              <a:ext uri="{FF2B5EF4-FFF2-40B4-BE49-F238E27FC236}">
                <a16:creationId xmlns:a16="http://schemas.microsoft.com/office/drawing/2014/main" id="{25306B97-4000-4C70-8962-C854859954A7}"/>
              </a:ext>
            </a:extLst>
          </p:cNvPr>
          <p:cNvSpPr>
            <a:spLocks noGrp="1"/>
          </p:cNvSpPr>
          <p:nvPr/>
        </p:nvSpPr>
        <p:spPr>
          <a:xfrm>
            <a:off x="7110345" y="53678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3" name="9r3d_0_build_PredictedAtoms_29">
            <a:extLst>
              <a:ext uri="{FF2B5EF4-FFF2-40B4-BE49-F238E27FC236}">
                <a16:creationId xmlns:a16="http://schemas.microsoft.com/office/drawing/2014/main" id="{08F4D146-93F0-412F-96A1-17FB87F71152}"/>
              </a:ext>
            </a:extLst>
          </p:cNvPr>
          <p:cNvSpPr>
            <a:spLocks noGrp="1"/>
          </p:cNvSpPr>
          <p:nvPr/>
        </p:nvSpPr>
        <p:spPr>
          <a:xfrm>
            <a:off x="7114016" y="54839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4" name="9r3d_0_build_PredictedAtoms_30">
            <a:extLst>
              <a:ext uri="{FF2B5EF4-FFF2-40B4-BE49-F238E27FC236}">
                <a16:creationId xmlns:a16="http://schemas.microsoft.com/office/drawing/2014/main" id="{13232ECC-0D77-4B5D-A4A4-7893815114B7}"/>
              </a:ext>
            </a:extLst>
          </p:cNvPr>
          <p:cNvSpPr>
            <a:spLocks noGrp="1"/>
          </p:cNvSpPr>
          <p:nvPr/>
        </p:nvSpPr>
        <p:spPr>
          <a:xfrm>
            <a:off x="7482348" y="52486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5" name="9r3d_0_build_PredictedAtoms_31">
            <a:extLst>
              <a:ext uri="{FF2B5EF4-FFF2-40B4-BE49-F238E27FC236}">
                <a16:creationId xmlns:a16="http://schemas.microsoft.com/office/drawing/2014/main" id="{39F222AE-2621-4D24-B6BF-960C3D86F64A}"/>
              </a:ext>
            </a:extLst>
          </p:cNvPr>
          <p:cNvSpPr>
            <a:spLocks noGrp="1"/>
          </p:cNvSpPr>
          <p:nvPr/>
        </p:nvSpPr>
        <p:spPr>
          <a:xfrm>
            <a:off x="7510329" y="53945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6" name="9r3d_0_build_PredictedAtoms_32">
            <a:extLst>
              <a:ext uri="{FF2B5EF4-FFF2-40B4-BE49-F238E27FC236}">
                <a16:creationId xmlns:a16="http://schemas.microsoft.com/office/drawing/2014/main" id="{6CC7E086-8BAC-46EE-96AA-7F8D04D9BC2F}"/>
              </a:ext>
            </a:extLst>
          </p:cNvPr>
          <p:cNvSpPr>
            <a:spLocks noGrp="1"/>
          </p:cNvSpPr>
          <p:nvPr/>
        </p:nvSpPr>
        <p:spPr>
          <a:xfrm>
            <a:off x="7551742" y="55203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7" name="9r3d_0_build_PredictedAtoms_33">
            <a:extLst>
              <a:ext uri="{FF2B5EF4-FFF2-40B4-BE49-F238E27FC236}">
                <a16:creationId xmlns:a16="http://schemas.microsoft.com/office/drawing/2014/main" id="{9EA1053B-9BFA-4B25-B036-F75D0F95F68C}"/>
              </a:ext>
            </a:extLst>
          </p:cNvPr>
          <p:cNvSpPr>
            <a:spLocks noGrp="1"/>
          </p:cNvSpPr>
          <p:nvPr/>
        </p:nvSpPr>
        <p:spPr>
          <a:xfrm>
            <a:off x="7617071" y="54339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8" name="9r3d_0_build_PredictedAtoms_34">
            <a:extLst>
              <a:ext uri="{FF2B5EF4-FFF2-40B4-BE49-F238E27FC236}">
                <a16:creationId xmlns:a16="http://schemas.microsoft.com/office/drawing/2014/main" id="{788776E1-D9DC-46A9-943C-AEED0426D49C}"/>
              </a:ext>
            </a:extLst>
          </p:cNvPr>
          <p:cNvSpPr>
            <a:spLocks noGrp="1"/>
          </p:cNvSpPr>
          <p:nvPr/>
        </p:nvSpPr>
        <p:spPr>
          <a:xfrm>
            <a:off x="7659369" y="56304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9" name="9r3d_0_build_PredictedAtoms_35">
            <a:extLst>
              <a:ext uri="{FF2B5EF4-FFF2-40B4-BE49-F238E27FC236}">
                <a16:creationId xmlns:a16="http://schemas.microsoft.com/office/drawing/2014/main" id="{39603994-DA7D-45C2-BA89-4BBF0C394E2C}"/>
              </a:ext>
            </a:extLst>
          </p:cNvPr>
          <p:cNvSpPr>
            <a:spLocks noGrp="1"/>
          </p:cNvSpPr>
          <p:nvPr/>
        </p:nvSpPr>
        <p:spPr>
          <a:xfrm>
            <a:off x="7424656" y="55943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0" name="9r3d_0_build_Clashes_0">
            <a:extLst>
              <a:ext uri="{FF2B5EF4-FFF2-40B4-BE49-F238E27FC236}">
                <a16:creationId xmlns:a16="http://schemas.microsoft.com/office/drawing/2014/main" id="{FF36A8BF-9C8C-46D9-BE63-FAA60C2452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447" y="590004"/>
                </a:moveTo>
                <a:lnTo>
                  <a:pt x="1647874" y="78885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91" name="9r3d_0_build_ClashingReceptorAtoms_0">
            <a:extLst>
              <a:ext uri="{FF2B5EF4-FFF2-40B4-BE49-F238E27FC236}">
                <a16:creationId xmlns:a16="http://schemas.microsoft.com/office/drawing/2014/main" id="{70843437-50D5-4E81-A3BB-F9D1E0C7BE72}"/>
              </a:ext>
            </a:extLst>
          </p:cNvPr>
          <p:cNvSpPr>
            <a:spLocks noGrp="1"/>
          </p:cNvSpPr>
          <p:nvPr/>
        </p:nvSpPr>
        <p:spPr>
          <a:xfrm>
            <a:off x="7796261" y="513701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92" name="stage3-cases-main_29">
            <a:extLst>
              <a:ext uri="{FF2B5EF4-FFF2-40B4-BE49-F238E27FC236}">
                <a16:creationId xmlns:a16="http://schemas.microsoft.com/office/drawing/2014/main" id="{2CCD7762-8A06-47AC-8CF8-4E4F01CBB7A5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5.56 Å   D 86%   Clash 1</a:t>
            </a:r>
          </a:p>
        </p:txBody>
      </p:sp>
      <p:sp>
        <p:nvSpPr>
          <p:cNvPr id="993" name="stage3-cases-main_30">
            <a:extLst>
              <a:ext uri="{FF2B5EF4-FFF2-40B4-BE49-F238E27FC236}">
                <a16:creationId xmlns:a16="http://schemas.microsoft.com/office/drawing/2014/main" id="{079D07C5-6E76-403A-901C-C0A0D0D06590}"/>
              </a:ext>
            </a:extLst>
          </p:cNvPr>
          <p:cNvSpPr>
            <a:spLocks noGrp="1"/>
          </p:cNvSpPr>
          <p:nvPr/>
        </p:nvSpPr>
        <p:spPr>
          <a:xfrm>
            <a:off x="247650" y="58864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9U7J · GDU (A:801)</a:t>
            </a:r>
          </a:p>
        </p:txBody>
      </p:sp>
      <p:sp>
        <p:nvSpPr>
          <p:cNvPr id="994" name="stage3-cases-main_31">
            <a:extLst>
              <a:ext uri="{FF2B5EF4-FFF2-40B4-BE49-F238E27FC236}">
                <a16:creationId xmlns:a16="http://schemas.microsoft.com/office/drawing/2014/main" id="{BA0C65DF-7818-4AC0-A1B6-53DA39D436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17919" y="6029325"/>
                </a:moveTo>
                <a:lnTo>
                  <a:pt x="8953500" y="60293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995" name="stage3-cases-main_32">
            <a:extLst>
              <a:ext uri="{FF2B5EF4-FFF2-40B4-BE49-F238E27FC236}">
                <a16:creationId xmlns:a16="http://schemas.microsoft.com/office/drawing/2014/main" id="{BF0136EB-E0C0-486F-ADCB-47A837C40A25}"/>
              </a:ext>
            </a:extLst>
          </p:cNvPr>
          <p:cNvSpPr>
            <a:spLocks noGrp="1"/>
          </p:cNvSpPr>
          <p:nvPr/>
        </p:nvSpPr>
        <p:spPr>
          <a:xfrm>
            <a:off x="9001125" y="59150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996" name="9u7j_2_official_Receptor">
            <a:extLst>
              <a:ext uri="{FF2B5EF4-FFF2-40B4-BE49-F238E27FC236}">
                <a16:creationId xmlns:a16="http://schemas.microsoft.com/office/drawing/2014/main" id="{B282624C-93C3-4933-875A-7C30E5FF148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997" name="9u7j_2_official_ExperimentalDensity">
            <a:extLst>
              <a:ext uri="{FF2B5EF4-FFF2-40B4-BE49-F238E27FC236}">
                <a16:creationId xmlns:a16="http://schemas.microsoft.com/office/drawing/2014/main" id="{C2BB0311-B7FE-4760-824F-F2780F40B0F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98" name="9u7j_2_official_ReferenceLigand_0">
            <a:extLst>
              <a:ext uri="{FF2B5EF4-FFF2-40B4-BE49-F238E27FC236}">
                <a16:creationId xmlns:a16="http://schemas.microsoft.com/office/drawing/2014/main" id="{BFE585C4-A042-4698-82B3-0D48D232FB6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99" name="9u7j_2_official_ReferenceLigand_1">
            <a:extLst>
              <a:ext uri="{FF2B5EF4-FFF2-40B4-BE49-F238E27FC236}">
                <a16:creationId xmlns:a16="http://schemas.microsoft.com/office/drawing/2014/main" id="{95AC9635-ED2F-4029-AE93-F6DDE5E2FA3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0" name="9u7j_2_official_ReferenceLigand_2">
            <a:extLst>
              <a:ext uri="{FF2B5EF4-FFF2-40B4-BE49-F238E27FC236}">
                <a16:creationId xmlns:a16="http://schemas.microsoft.com/office/drawing/2014/main" id="{609D608B-839A-4D41-9C38-36449025DC7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1" name="9u7j_2_official_ReferenceLigand_3">
            <a:extLst>
              <a:ext uri="{FF2B5EF4-FFF2-40B4-BE49-F238E27FC236}">
                <a16:creationId xmlns:a16="http://schemas.microsoft.com/office/drawing/2014/main" id="{231B20BD-F46A-4880-B627-84BE13E1D27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2" name="9u7j_2_official_ReferenceLigand_4">
            <a:extLst>
              <a:ext uri="{FF2B5EF4-FFF2-40B4-BE49-F238E27FC236}">
                <a16:creationId xmlns:a16="http://schemas.microsoft.com/office/drawing/2014/main" id="{3B4046D8-A806-40E1-BF98-8A52A7B7AB7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3" name="9u7j_2_official_ReferenceLigand_5">
            <a:extLst>
              <a:ext uri="{FF2B5EF4-FFF2-40B4-BE49-F238E27FC236}">
                <a16:creationId xmlns:a16="http://schemas.microsoft.com/office/drawing/2014/main" id="{6856D30A-B4E2-4229-BD01-47EC39384C4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4" name="9u7j_2_official_ReferenceLigand_6">
            <a:extLst>
              <a:ext uri="{FF2B5EF4-FFF2-40B4-BE49-F238E27FC236}">
                <a16:creationId xmlns:a16="http://schemas.microsoft.com/office/drawing/2014/main" id="{B57C2AE3-0AFE-481D-BF5E-24F7F685D86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5" name="9u7j_2_official_ReferenceLigand_7">
            <a:extLst>
              <a:ext uri="{FF2B5EF4-FFF2-40B4-BE49-F238E27FC236}">
                <a16:creationId xmlns:a16="http://schemas.microsoft.com/office/drawing/2014/main" id="{09C09EB5-90F4-475E-900B-350C6161C11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6" name="9u7j_2_official_ReferenceLigand_8">
            <a:extLst>
              <a:ext uri="{FF2B5EF4-FFF2-40B4-BE49-F238E27FC236}">
                <a16:creationId xmlns:a16="http://schemas.microsoft.com/office/drawing/2014/main" id="{BDE706B6-47B9-4F40-8EAD-CB91AF3F654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7" name="9u7j_2_official_ReferenceLigand_9">
            <a:extLst>
              <a:ext uri="{FF2B5EF4-FFF2-40B4-BE49-F238E27FC236}">
                <a16:creationId xmlns:a16="http://schemas.microsoft.com/office/drawing/2014/main" id="{50939D99-7EEE-4641-9D71-B21BC5B06C0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8" name="9u7j_2_official_ReferenceLigand_10">
            <a:extLst>
              <a:ext uri="{FF2B5EF4-FFF2-40B4-BE49-F238E27FC236}">
                <a16:creationId xmlns:a16="http://schemas.microsoft.com/office/drawing/2014/main" id="{6837DFE7-381A-49C3-8F6D-CE5CEB63ADC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9" name="9u7j_2_official_ReferenceLigand_11">
            <a:extLst>
              <a:ext uri="{FF2B5EF4-FFF2-40B4-BE49-F238E27FC236}">
                <a16:creationId xmlns:a16="http://schemas.microsoft.com/office/drawing/2014/main" id="{03224674-F342-4586-B2A0-D60F3E888AC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0" name="9u7j_2_official_ReferenceLigand_12">
            <a:extLst>
              <a:ext uri="{FF2B5EF4-FFF2-40B4-BE49-F238E27FC236}">
                <a16:creationId xmlns:a16="http://schemas.microsoft.com/office/drawing/2014/main" id="{E3C62B11-F982-4F22-B56C-BE65B767424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1" name="9u7j_2_official_ReferenceLigand_13">
            <a:extLst>
              <a:ext uri="{FF2B5EF4-FFF2-40B4-BE49-F238E27FC236}">
                <a16:creationId xmlns:a16="http://schemas.microsoft.com/office/drawing/2014/main" id="{E24E08EC-E998-4A49-B674-6FFE35F53A0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2" name="9u7j_2_official_ReferenceLigand_14">
            <a:extLst>
              <a:ext uri="{FF2B5EF4-FFF2-40B4-BE49-F238E27FC236}">
                <a16:creationId xmlns:a16="http://schemas.microsoft.com/office/drawing/2014/main" id="{0686AF21-96D3-44E6-AA14-55A4505E80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3" name="9u7j_2_official_ReferenceLigand_15">
            <a:extLst>
              <a:ext uri="{FF2B5EF4-FFF2-40B4-BE49-F238E27FC236}">
                <a16:creationId xmlns:a16="http://schemas.microsoft.com/office/drawing/2014/main" id="{ACA10B01-8C31-435E-A9A9-0785E222C61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4" name="9u7j_2_official_ReferenceLigand_16">
            <a:extLst>
              <a:ext uri="{FF2B5EF4-FFF2-40B4-BE49-F238E27FC236}">
                <a16:creationId xmlns:a16="http://schemas.microsoft.com/office/drawing/2014/main" id="{418FF55A-5E78-49F5-B8BC-589C2044D86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5" name="9u7j_2_official_ReferenceLigand_17">
            <a:extLst>
              <a:ext uri="{FF2B5EF4-FFF2-40B4-BE49-F238E27FC236}">
                <a16:creationId xmlns:a16="http://schemas.microsoft.com/office/drawing/2014/main" id="{C1E4DC4A-13D3-4D75-B062-018297FED36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6" name="9u7j_2_official_ReferenceLigand_18">
            <a:extLst>
              <a:ext uri="{FF2B5EF4-FFF2-40B4-BE49-F238E27FC236}">
                <a16:creationId xmlns:a16="http://schemas.microsoft.com/office/drawing/2014/main" id="{40138190-F8FC-4CEA-A960-60D8110607C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7" name="9u7j_2_official_ReferenceLigand_19">
            <a:extLst>
              <a:ext uri="{FF2B5EF4-FFF2-40B4-BE49-F238E27FC236}">
                <a16:creationId xmlns:a16="http://schemas.microsoft.com/office/drawing/2014/main" id="{15644776-0478-4E63-B504-86D9FE722D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8" name="9u7j_2_official_ReferenceLigand_20">
            <a:extLst>
              <a:ext uri="{FF2B5EF4-FFF2-40B4-BE49-F238E27FC236}">
                <a16:creationId xmlns:a16="http://schemas.microsoft.com/office/drawing/2014/main" id="{C18C9592-8167-4B8E-943C-0FCF7900E71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9" name="9u7j_2_official_ReferenceLigand_21">
            <a:extLst>
              <a:ext uri="{FF2B5EF4-FFF2-40B4-BE49-F238E27FC236}">
                <a16:creationId xmlns:a16="http://schemas.microsoft.com/office/drawing/2014/main" id="{AA8E6DD0-ABD7-4F7F-9D36-2D57C9B5452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0" name="9u7j_2_official_ReferenceLigand_22">
            <a:extLst>
              <a:ext uri="{FF2B5EF4-FFF2-40B4-BE49-F238E27FC236}">
                <a16:creationId xmlns:a16="http://schemas.microsoft.com/office/drawing/2014/main" id="{B89CA1E2-B341-48B3-9EC7-86A469A5578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1" name="9u7j_2_official_ReferenceLigand_23">
            <a:extLst>
              <a:ext uri="{FF2B5EF4-FFF2-40B4-BE49-F238E27FC236}">
                <a16:creationId xmlns:a16="http://schemas.microsoft.com/office/drawing/2014/main" id="{6291335C-85A7-44AE-8061-37FBF2142A7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2" name="9u7j_2_official_ReferenceLigand_24">
            <a:extLst>
              <a:ext uri="{FF2B5EF4-FFF2-40B4-BE49-F238E27FC236}">
                <a16:creationId xmlns:a16="http://schemas.microsoft.com/office/drawing/2014/main" id="{00E7D4EE-E598-48BB-916F-B83336E0BCC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3" name="9u7j_2_official_ReferenceLigand_25">
            <a:extLst>
              <a:ext uri="{FF2B5EF4-FFF2-40B4-BE49-F238E27FC236}">
                <a16:creationId xmlns:a16="http://schemas.microsoft.com/office/drawing/2014/main" id="{F4800AF0-F99B-4448-A32A-98A4258C6C5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4" name="9u7j_2_official_ReferenceLigand_26">
            <a:extLst>
              <a:ext uri="{FF2B5EF4-FFF2-40B4-BE49-F238E27FC236}">
                <a16:creationId xmlns:a16="http://schemas.microsoft.com/office/drawing/2014/main" id="{980CC67A-F373-4A7F-948D-067E4DFA209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5" name="9u7j_2_official_ReferenceLigand_27">
            <a:extLst>
              <a:ext uri="{FF2B5EF4-FFF2-40B4-BE49-F238E27FC236}">
                <a16:creationId xmlns:a16="http://schemas.microsoft.com/office/drawing/2014/main" id="{E106ACC6-466E-48C9-A70D-D85768D8C24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6" name="9u7j_2_official_ReferenceLigand_28">
            <a:extLst>
              <a:ext uri="{FF2B5EF4-FFF2-40B4-BE49-F238E27FC236}">
                <a16:creationId xmlns:a16="http://schemas.microsoft.com/office/drawing/2014/main" id="{ACCCAEB3-8D16-4F92-96B5-2A1704B2C05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7" name="9u7j_2_official_ReferenceLigand_29">
            <a:extLst>
              <a:ext uri="{FF2B5EF4-FFF2-40B4-BE49-F238E27FC236}">
                <a16:creationId xmlns:a16="http://schemas.microsoft.com/office/drawing/2014/main" id="{53BBE987-4E15-4F6C-992C-AE116F3BC69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8" name="9u7j_2_official_ReferenceLigand_30">
            <a:extLst>
              <a:ext uri="{FF2B5EF4-FFF2-40B4-BE49-F238E27FC236}">
                <a16:creationId xmlns:a16="http://schemas.microsoft.com/office/drawing/2014/main" id="{61F7B55D-68C6-44CA-9588-28C7FC99BDF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9" name="9u7j_2_official_ReferenceLigand_31">
            <a:extLst>
              <a:ext uri="{FF2B5EF4-FFF2-40B4-BE49-F238E27FC236}">
                <a16:creationId xmlns:a16="http://schemas.microsoft.com/office/drawing/2014/main" id="{C6F9C720-4ADC-4AEA-AAF2-555D2788144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0" name="9u7j_2_official_ReferenceLigand_32">
            <a:extLst>
              <a:ext uri="{FF2B5EF4-FFF2-40B4-BE49-F238E27FC236}">
                <a16:creationId xmlns:a16="http://schemas.microsoft.com/office/drawing/2014/main" id="{68BBE8D8-8126-47CF-BC44-48772EDB899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1" name="9u7j_2_official_ReferenceLigand_33">
            <a:extLst>
              <a:ext uri="{FF2B5EF4-FFF2-40B4-BE49-F238E27FC236}">
                <a16:creationId xmlns:a16="http://schemas.microsoft.com/office/drawing/2014/main" id="{AF0DC7FB-56C5-4A17-A12A-AEAB149DF0A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2" name="9u7j_2_official_ReferenceLigand_34">
            <a:extLst>
              <a:ext uri="{FF2B5EF4-FFF2-40B4-BE49-F238E27FC236}">
                <a16:creationId xmlns:a16="http://schemas.microsoft.com/office/drawing/2014/main" id="{E44AE22D-AA6D-40E9-BED7-DCD3E30AF21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3" name="9u7j_2_official_ReferenceLigand_35">
            <a:extLst>
              <a:ext uri="{FF2B5EF4-FFF2-40B4-BE49-F238E27FC236}">
                <a16:creationId xmlns:a16="http://schemas.microsoft.com/office/drawing/2014/main" id="{25A0F971-03F4-49F2-9DB6-EFC9006278E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4" name="9u7j_2_official_ReferenceLigand_36">
            <a:extLst>
              <a:ext uri="{FF2B5EF4-FFF2-40B4-BE49-F238E27FC236}">
                <a16:creationId xmlns:a16="http://schemas.microsoft.com/office/drawing/2014/main" id="{29ACA4C2-8A86-4B74-9118-2A1C5F8D7F9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5" name="9u7j_2_official_ReferenceLigand_37">
            <a:extLst>
              <a:ext uri="{FF2B5EF4-FFF2-40B4-BE49-F238E27FC236}">
                <a16:creationId xmlns:a16="http://schemas.microsoft.com/office/drawing/2014/main" id="{3A003F46-8A34-4D8E-91DC-0847CCB53E1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6" name="9u7j_2_official_PredictedLigand_0">
            <a:extLst>
              <a:ext uri="{FF2B5EF4-FFF2-40B4-BE49-F238E27FC236}">
                <a16:creationId xmlns:a16="http://schemas.microsoft.com/office/drawing/2014/main" id="{38A627CC-92CB-4434-A7AF-E500ED5190C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381072" y="3595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7" name="9u7j_2_official_PredictedLigand_1">
            <a:extLst>
              <a:ext uri="{FF2B5EF4-FFF2-40B4-BE49-F238E27FC236}">
                <a16:creationId xmlns:a16="http://schemas.microsoft.com/office/drawing/2014/main" id="{F2A8FC6F-07AD-4AD6-BCF5-C4A7D6ADBB2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275818" y="133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8" name="9u7j_2_official_PredictedLigand_2">
            <a:extLst>
              <a:ext uri="{FF2B5EF4-FFF2-40B4-BE49-F238E27FC236}">
                <a16:creationId xmlns:a16="http://schemas.microsoft.com/office/drawing/2014/main" id="{369AD325-96E4-4E6D-AC62-FAF47903528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603" y="926111"/>
                </a:moveTo>
                <a:lnTo>
                  <a:pt x="731427" y="8116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9" name="9u7j_2_official_PredictedLigand_3">
            <a:extLst>
              <a:ext uri="{FF2B5EF4-FFF2-40B4-BE49-F238E27FC236}">
                <a16:creationId xmlns:a16="http://schemas.microsoft.com/office/drawing/2014/main" id="{88203622-4401-49A9-88D5-B184A0F4213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8203" y="360075"/>
                </a:moveTo>
                <a:lnTo>
                  <a:pt x="1333496" y="272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0" name="9u7j_2_official_PredictedLigand_4">
            <a:extLst>
              <a:ext uri="{FF2B5EF4-FFF2-40B4-BE49-F238E27FC236}">
                <a16:creationId xmlns:a16="http://schemas.microsoft.com/office/drawing/2014/main" id="{86659F46-6761-4674-8E46-C32FAC13867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466901" y="2381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1" name="9u7j_2_official_PredictedLigand_5">
            <a:extLst>
              <a:ext uri="{FF2B5EF4-FFF2-40B4-BE49-F238E27FC236}">
                <a16:creationId xmlns:a16="http://schemas.microsoft.com/office/drawing/2014/main" id="{79A573E1-ADF8-479E-9244-80033727D43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968004" y="3795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2" name="9u7j_2_official_PredictedLigand_6">
            <a:extLst>
              <a:ext uri="{FF2B5EF4-FFF2-40B4-BE49-F238E27FC236}">
                <a16:creationId xmlns:a16="http://schemas.microsoft.com/office/drawing/2014/main" id="{08E1CB3F-4EB8-4160-A9EC-CCFFE7B0A49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1427" y="811660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3" name="9u7j_2_official_PredictedLigand_7">
            <a:extLst>
              <a:ext uri="{FF2B5EF4-FFF2-40B4-BE49-F238E27FC236}">
                <a16:creationId xmlns:a16="http://schemas.microsoft.com/office/drawing/2014/main" id="{8AA0FDA5-E280-471F-AC12-7E960C2A3DF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14313" y="9012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4" name="9u7j_2_official_PredictedLigand_8">
            <a:extLst>
              <a:ext uri="{FF2B5EF4-FFF2-40B4-BE49-F238E27FC236}">
                <a16:creationId xmlns:a16="http://schemas.microsoft.com/office/drawing/2014/main" id="{8010E79C-4746-40AB-9374-C758D77C61B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218203" y="3600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5" name="9u7j_2_official_PredictedLigand_9">
            <a:extLst>
              <a:ext uri="{FF2B5EF4-FFF2-40B4-BE49-F238E27FC236}">
                <a16:creationId xmlns:a16="http://schemas.microsoft.com/office/drawing/2014/main" id="{15FCA77E-2CC5-4869-B221-B112F726DF9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8737" y="680907"/>
                </a:moveTo>
                <a:lnTo>
                  <a:pt x="1796822" y="7869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6" name="9u7j_2_official_PredictedLigand_10">
            <a:extLst>
              <a:ext uri="{FF2B5EF4-FFF2-40B4-BE49-F238E27FC236}">
                <a16:creationId xmlns:a16="http://schemas.microsoft.com/office/drawing/2014/main" id="{E1E8AA73-2DB4-4F60-892A-0F8E7174A33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3605" y="551875"/>
                </a:moveTo>
                <a:lnTo>
                  <a:pt x="1708737" y="68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7" name="9u7j_2_official_PredictedLigand_11">
            <a:extLst>
              <a:ext uri="{FF2B5EF4-FFF2-40B4-BE49-F238E27FC236}">
                <a16:creationId xmlns:a16="http://schemas.microsoft.com/office/drawing/2014/main" id="{D7872817-9E5D-4912-90F2-FFF42E8F18C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027235" y="176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8" name="9u7j_2_official_PredictedLigand_12">
            <a:extLst>
              <a:ext uri="{FF2B5EF4-FFF2-40B4-BE49-F238E27FC236}">
                <a16:creationId xmlns:a16="http://schemas.microsoft.com/office/drawing/2014/main" id="{7393FE6E-52E2-4981-B1B7-4C9BDFA525F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8815" y="774859"/>
                </a:moveTo>
                <a:lnTo>
                  <a:pt x="876822" y="628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9" name="9u7j_2_official_PredictedLigand_13">
            <a:extLst>
              <a:ext uri="{FF2B5EF4-FFF2-40B4-BE49-F238E27FC236}">
                <a16:creationId xmlns:a16="http://schemas.microsoft.com/office/drawing/2014/main" id="{BDF9CDA0-1046-48CA-840E-1300CD5696B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901" y="238169"/>
                </a:moveTo>
                <a:lnTo>
                  <a:pt x="1461518" y="1846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0" name="9u7j_2_official_PredictedLigand_14">
            <a:extLst>
              <a:ext uri="{FF2B5EF4-FFF2-40B4-BE49-F238E27FC236}">
                <a16:creationId xmlns:a16="http://schemas.microsoft.com/office/drawing/2014/main" id="{B47CCC6A-7A73-4400-A0AC-8D5FC00B811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752" y="430876"/>
                </a:moveTo>
                <a:lnTo>
                  <a:pt x="1054291" y="3362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1" name="9u7j_2_official_PredictedLigand_15">
            <a:extLst>
              <a:ext uri="{FF2B5EF4-FFF2-40B4-BE49-F238E27FC236}">
                <a16:creationId xmlns:a16="http://schemas.microsoft.com/office/drawing/2014/main" id="{9FD40CFA-2CBA-44D4-97DF-8D5CACFB0C3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6822" y="628071"/>
                </a:moveTo>
                <a:lnTo>
                  <a:pt x="1001986" y="5852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2" name="9u7j_2_official_PredictedLigand_16">
            <a:extLst>
              <a:ext uri="{FF2B5EF4-FFF2-40B4-BE49-F238E27FC236}">
                <a16:creationId xmlns:a16="http://schemas.microsoft.com/office/drawing/2014/main" id="{92DE0D6A-28D3-4D07-9F5A-6B94808D75F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69486" y="7609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3" name="9u7j_2_official_PredictedLigand_17">
            <a:extLst>
              <a:ext uri="{FF2B5EF4-FFF2-40B4-BE49-F238E27FC236}">
                <a16:creationId xmlns:a16="http://schemas.microsoft.com/office/drawing/2014/main" id="{A4132A27-AE8A-4633-93FD-E86A888FBC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4" name="9u7j_2_official_PredictedLigand_18">
            <a:extLst>
              <a:ext uri="{FF2B5EF4-FFF2-40B4-BE49-F238E27FC236}">
                <a16:creationId xmlns:a16="http://schemas.microsoft.com/office/drawing/2014/main" id="{E51875EC-4156-448A-BD87-4CAFB4DACDF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47" y="535914"/>
                </a:moveTo>
                <a:lnTo>
                  <a:pt x="1693605" y="5518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5" name="9u7j_2_official_PredictedLigand_19">
            <a:extLst>
              <a:ext uri="{FF2B5EF4-FFF2-40B4-BE49-F238E27FC236}">
                <a16:creationId xmlns:a16="http://schemas.microsoft.com/office/drawing/2014/main" id="{F34D584C-4AD0-4092-B711-12FC919B4B6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3752" y="4308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6" name="9u7j_2_official_PredictedLigand_20">
            <a:extLst>
              <a:ext uri="{FF2B5EF4-FFF2-40B4-BE49-F238E27FC236}">
                <a16:creationId xmlns:a16="http://schemas.microsoft.com/office/drawing/2014/main" id="{E92D3AE9-3AB6-4E95-BAD9-AED10C5642F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790279" y="987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7" name="9u7j_2_official_PredictedLigand_21">
            <a:extLst>
              <a:ext uri="{FF2B5EF4-FFF2-40B4-BE49-F238E27FC236}">
                <a16:creationId xmlns:a16="http://schemas.microsoft.com/office/drawing/2014/main" id="{CFA43ECC-3007-4780-82DD-3C450A32F57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518" y="184667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8" name="9u7j_2_official_PredictedLigand_22">
            <a:extLst>
              <a:ext uri="{FF2B5EF4-FFF2-40B4-BE49-F238E27FC236}">
                <a16:creationId xmlns:a16="http://schemas.microsoft.com/office/drawing/2014/main" id="{67281AD0-F8F5-4DB1-B033-E2D168CA541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9486" y="760951"/>
                </a:moveTo>
                <a:lnTo>
                  <a:pt x="1853578" y="6378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9" name="9u7j_2_official_PredictedLigand_23">
            <a:extLst>
              <a:ext uri="{FF2B5EF4-FFF2-40B4-BE49-F238E27FC236}">
                <a16:creationId xmlns:a16="http://schemas.microsoft.com/office/drawing/2014/main" id="{BB82A003-86C7-4AA7-B6ED-821E76B30AC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4501" y="66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0" name="9u7j_2_official_PredictedLigand_24">
            <a:extLst>
              <a:ext uri="{FF2B5EF4-FFF2-40B4-BE49-F238E27FC236}">
                <a16:creationId xmlns:a16="http://schemas.microsoft.com/office/drawing/2014/main" id="{83989B59-0B40-4922-8B00-4BAA5C9930C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677" y="200366"/>
                </a:moveTo>
                <a:lnTo>
                  <a:pt x="1696899" y="289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1" name="9u7j_2_official_PredictedLigand_25">
            <a:extLst>
              <a:ext uri="{FF2B5EF4-FFF2-40B4-BE49-F238E27FC236}">
                <a16:creationId xmlns:a16="http://schemas.microsoft.com/office/drawing/2014/main" id="{CBC41E74-B316-4D2E-B7EA-C3B0E0BD99C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2" name="9u7j_2_official_PredictedLigand_26">
            <a:extLst>
              <a:ext uri="{FF2B5EF4-FFF2-40B4-BE49-F238E27FC236}">
                <a16:creationId xmlns:a16="http://schemas.microsoft.com/office/drawing/2014/main" id="{DB982006-ABA4-4D29-AC3C-5E4C5527BA6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853921" y="8495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3" name="9u7j_2_official_PredictedLigand_27">
            <a:extLst>
              <a:ext uri="{FF2B5EF4-FFF2-40B4-BE49-F238E27FC236}">
                <a16:creationId xmlns:a16="http://schemas.microsoft.com/office/drawing/2014/main" id="{7DB9DE87-16BF-4A22-BCC5-D66D6CB5A93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6899" y="289739"/>
                </a:moveTo>
                <a:lnTo>
                  <a:pt x="1734564" y="404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4" name="9u7j_2_official_PredictedLigand_28">
            <a:extLst>
              <a:ext uri="{FF2B5EF4-FFF2-40B4-BE49-F238E27FC236}">
                <a16:creationId xmlns:a16="http://schemas.microsoft.com/office/drawing/2014/main" id="{F48DA8F0-7019-4398-A49D-40FCDBD4456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5" name="9u7j_2_official_PredictedLigand_29">
            <a:extLst>
              <a:ext uri="{FF2B5EF4-FFF2-40B4-BE49-F238E27FC236}">
                <a16:creationId xmlns:a16="http://schemas.microsoft.com/office/drawing/2014/main" id="{A8CDDE7F-BF4A-4310-8587-13DE791A07E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94902" y="821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6" name="9u7j_2_official_PredictedLigand_30">
            <a:extLst>
              <a:ext uri="{FF2B5EF4-FFF2-40B4-BE49-F238E27FC236}">
                <a16:creationId xmlns:a16="http://schemas.microsoft.com/office/drawing/2014/main" id="{220920D9-899B-497A-AFAE-1007DD68733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926887" y="6244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7" name="9u7j_2_official_PredictedLigand_31">
            <a:extLst>
              <a:ext uri="{FF2B5EF4-FFF2-40B4-BE49-F238E27FC236}">
                <a16:creationId xmlns:a16="http://schemas.microsoft.com/office/drawing/2014/main" id="{0D68DF56-D60A-4A47-B7DD-8E24045884A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8" name="9u7j_2_official_PredictedLigand_32">
            <a:extLst>
              <a:ext uri="{FF2B5EF4-FFF2-40B4-BE49-F238E27FC236}">
                <a16:creationId xmlns:a16="http://schemas.microsoft.com/office/drawing/2014/main" id="{F4C2E222-9785-43BC-B21C-FD5B81F3E92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618717" y="4083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9" name="9u7j_2_official_PredictedLigand_33">
            <a:extLst>
              <a:ext uri="{FF2B5EF4-FFF2-40B4-BE49-F238E27FC236}">
                <a16:creationId xmlns:a16="http://schemas.microsoft.com/office/drawing/2014/main" id="{A75C644C-C15C-418E-BDA6-63307D6D26F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997485" y="8922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0" name="9u7j_2_official_PredictedLigand_34">
            <a:extLst>
              <a:ext uri="{FF2B5EF4-FFF2-40B4-BE49-F238E27FC236}">
                <a16:creationId xmlns:a16="http://schemas.microsoft.com/office/drawing/2014/main" id="{D0376733-8F43-44E4-AAAD-11728904B35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31844" y="615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1" name="9u7j_2_official_PredictedLigand_35">
            <a:extLst>
              <a:ext uri="{FF2B5EF4-FFF2-40B4-BE49-F238E27FC236}">
                <a16:creationId xmlns:a16="http://schemas.microsoft.com/office/drawing/2014/main" id="{9786FD1F-7EDD-4A9A-A5F5-D2954B7804D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562229" y="2581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2" name="9u7j_2_official_PredictedLigand_36">
            <a:extLst>
              <a:ext uri="{FF2B5EF4-FFF2-40B4-BE49-F238E27FC236}">
                <a16:creationId xmlns:a16="http://schemas.microsoft.com/office/drawing/2014/main" id="{FA24F380-50A4-4F0A-BA50-B16D64027E2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625907" y="1918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3" name="9u7j_2_official_PredictedLigand_37">
            <a:extLst>
              <a:ext uri="{FF2B5EF4-FFF2-40B4-BE49-F238E27FC236}">
                <a16:creationId xmlns:a16="http://schemas.microsoft.com/office/drawing/2014/main" id="{120ADF6F-736E-4072-AD4F-19CB93499F9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644070" y="4633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4" name="9u7j_2_official_PredictedAtoms_0">
            <a:extLst>
              <a:ext uri="{FF2B5EF4-FFF2-40B4-BE49-F238E27FC236}">
                <a16:creationId xmlns:a16="http://schemas.microsoft.com/office/drawing/2014/main" id="{385CFA86-4C05-4A9D-A853-C881645B45A8}"/>
              </a:ext>
            </a:extLst>
          </p:cNvPr>
          <p:cNvSpPr>
            <a:spLocks noGrp="1"/>
          </p:cNvSpPr>
          <p:nvPr/>
        </p:nvSpPr>
        <p:spPr>
          <a:xfrm>
            <a:off x="972011" y="707259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5" name="9u7j_2_official_PredictedAtoms_1">
            <a:extLst>
              <a:ext uri="{FF2B5EF4-FFF2-40B4-BE49-F238E27FC236}">
                <a16:creationId xmlns:a16="http://schemas.microsoft.com/office/drawing/2014/main" id="{BF5BCDAB-29B9-405E-863A-D7F495F27528}"/>
              </a:ext>
            </a:extLst>
          </p:cNvPr>
          <p:cNvSpPr>
            <a:spLocks noGrp="1"/>
          </p:cNvSpPr>
          <p:nvPr/>
        </p:nvSpPr>
        <p:spPr>
          <a:xfrm>
            <a:off x="943835" y="69581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6" name="9u7j_2_official_PredictedAtoms_2">
            <a:extLst>
              <a:ext uri="{FF2B5EF4-FFF2-40B4-BE49-F238E27FC236}">
                <a16:creationId xmlns:a16="http://schemas.microsoft.com/office/drawing/2014/main" id="{BEF46729-3A5A-48E8-B6DB-54D0F96DC514}"/>
              </a:ext>
            </a:extLst>
          </p:cNvPr>
          <p:cNvSpPr>
            <a:spLocks noGrp="1"/>
          </p:cNvSpPr>
          <p:nvPr/>
        </p:nvSpPr>
        <p:spPr>
          <a:xfrm>
            <a:off x="1071223" y="69213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7" name="9u7j_2_official_PredictedAtoms_3">
            <a:extLst>
              <a:ext uri="{FF2B5EF4-FFF2-40B4-BE49-F238E27FC236}">
                <a16:creationId xmlns:a16="http://schemas.microsoft.com/office/drawing/2014/main" id="{B753AA30-22F0-48E3-A4C3-46719ACDF67F}"/>
              </a:ext>
            </a:extLst>
          </p:cNvPr>
          <p:cNvSpPr>
            <a:spLocks noGrp="1"/>
          </p:cNvSpPr>
          <p:nvPr/>
        </p:nvSpPr>
        <p:spPr>
          <a:xfrm>
            <a:off x="1089230" y="67745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8" name="9u7j_2_official_PredictedAtoms_4">
            <a:extLst>
              <a:ext uri="{FF2B5EF4-FFF2-40B4-BE49-F238E27FC236}">
                <a16:creationId xmlns:a16="http://schemas.microsoft.com/office/drawing/2014/main" id="{F372AC08-6B1A-4C12-9BF7-20725C2EF94E}"/>
              </a:ext>
            </a:extLst>
          </p:cNvPr>
          <p:cNvSpPr>
            <a:spLocks noGrp="1"/>
          </p:cNvSpPr>
          <p:nvPr/>
        </p:nvSpPr>
        <p:spPr>
          <a:xfrm>
            <a:off x="1214394" y="67317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9" name="9u7j_2_official_PredictedAtoms_5">
            <a:extLst>
              <a:ext uri="{FF2B5EF4-FFF2-40B4-BE49-F238E27FC236}">
                <a16:creationId xmlns:a16="http://schemas.microsoft.com/office/drawing/2014/main" id="{4A21C0C4-250D-49B0-AEA8-C761EEA4D79D}"/>
              </a:ext>
            </a:extLst>
          </p:cNvPr>
          <p:cNvSpPr>
            <a:spLocks noGrp="1"/>
          </p:cNvSpPr>
          <p:nvPr/>
        </p:nvSpPr>
        <p:spPr>
          <a:xfrm>
            <a:off x="1226160" y="65773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0" name="9u7j_2_official_PredictedAtoms_6">
            <a:extLst>
              <a:ext uri="{FF2B5EF4-FFF2-40B4-BE49-F238E27FC236}">
                <a16:creationId xmlns:a16="http://schemas.microsoft.com/office/drawing/2014/main" id="{8828FA7B-F8AF-4D36-98B3-27E33691421F}"/>
              </a:ext>
            </a:extLst>
          </p:cNvPr>
          <p:cNvSpPr>
            <a:spLocks noGrp="1"/>
          </p:cNvSpPr>
          <p:nvPr/>
        </p:nvSpPr>
        <p:spPr>
          <a:xfrm>
            <a:off x="1266698" y="64827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1" name="9u7j_2_official_PredictedAtoms_7">
            <a:extLst>
              <a:ext uri="{FF2B5EF4-FFF2-40B4-BE49-F238E27FC236}">
                <a16:creationId xmlns:a16="http://schemas.microsoft.com/office/drawing/2014/main" id="{E644290E-4BBB-4FB7-911E-B55AE4AD4FB2}"/>
              </a:ext>
            </a:extLst>
          </p:cNvPr>
          <p:cNvSpPr>
            <a:spLocks noGrp="1"/>
          </p:cNvSpPr>
          <p:nvPr/>
        </p:nvSpPr>
        <p:spPr>
          <a:xfrm>
            <a:off x="1180412" y="65260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2" name="9u7j_2_official_PredictedAtoms_8">
            <a:extLst>
              <a:ext uri="{FF2B5EF4-FFF2-40B4-BE49-F238E27FC236}">
                <a16:creationId xmlns:a16="http://schemas.microsoft.com/office/drawing/2014/main" id="{30AC6E2D-1D44-42CD-B100-98899FC3C467}"/>
              </a:ext>
            </a:extLst>
          </p:cNvPr>
          <p:cNvSpPr>
            <a:spLocks noGrp="1"/>
          </p:cNvSpPr>
          <p:nvPr/>
        </p:nvSpPr>
        <p:spPr>
          <a:xfrm>
            <a:off x="1239643" y="63232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3" name="9u7j_2_official_PredictedAtoms_9">
            <a:extLst>
              <a:ext uri="{FF2B5EF4-FFF2-40B4-BE49-F238E27FC236}">
                <a16:creationId xmlns:a16="http://schemas.microsoft.com/office/drawing/2014/main" id="{00833A66-09EB-48F8-AC4F-7DB067B21155}"/>
              </a:ext>
            </a:extLst>
          </p:cNvPr>
          <p:cNvSpPr>
            <a:spLocks noGrp="1"/>
          </p:cNvSpPr>
          <p:nvPr/>
        </p:nvSpPr>
        <p:spPr>
          <a:xfrm>
            <a:off x="1430610" y="65065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4" name="9u7j_2_official_PredictedAtoms_10">
            <a:extLst>
              <a:ext uri="{FF2B5EF4-FFF2-40B4-BE49-F238E27FC236}">
                <a16:creationId xmlns:a16="http://schemas.microsoft.com/office/drawing/2014/main" id="{8E514885-E095-4651-87F3-556AA334F79D}"/>
              </a:ext>
            </a:extLst>
          </p:cNvPr>
          <p:cNvSpPr>
            <a:spLocks noGrp="1"/>
          </p:cNvSpPr>
          <p:nvPr/>
        </p:nvSpPr>
        <p:spPr>
          <a:xfrm>
            <a:off x="1545904" y="64185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5" name="9u7j_2_official_PredictedAtoms_11">
            <a:extLst>
              <a:ext uri="{FF2B5EF4-FFF2-40B4-BE49-F238E27FC236}">
                <a16:creationId xmlns:a16="http://schemas.microsoft.com/office/drawing/2014/main" id="{7D206833-A62E-4C5A-8DFC-64E167FFBAD1}"/>
              </a:ext>
            </a:extLst>
          </p:cNvPr>
          <p:cNvSpPr>
            <a:spLocks noGrp="1"/>
          </p:cNvSpPr>
          <p:nvPr/>
        </p:nvSpPr>
        <p:spPr>
          <a:xfrm>
            <a:off x="1488225" y="62803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6" name="9u7j_2_official_PredictedAtoms_12">
            <a:extLst>
              <a:ext uri="{FF2B5EF4-FFF2-40B4-BE49-F238E27FC236}">
                <a16:creationId xmlns:a16="http://schemas.microsoft.com/office/drawing/2014/main" id="{5A89D63F-53D5-4D35-8DB6-FDE138076140}"/>
              </a:ext>
            </a:extLst>
          </p:cNvPr>
          <p:cNvSpPr>
            <a:spLocks noGrp="1"/>
          </p:cNvSpPr>
          <p:nvPr/>
        </p:nvSpPr>
        <p:spPr>
          <a:xfrm>
            <a:off x="1593479" y="65060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7" name="9u7j_2_official_PredictedAtoms_13">
            <a:extLst>
              <a:ext uri="{FF2B5EF4-FFF2-40B4-BE49-F238E27FC236}">
                <a16:creationId xmlns:a16="http://schemas.microsoft.com/office/drawing/2014/main" id="{49FBD4A4-C8B3-4DB0-954E-FE8250E60497}"/>
              </a:ext>
            </a:extLst>
          </p:cNvPr>
          <p:cNvSpPr>
            <a:spLocks noGrp="1"/>
          </p:cNvSpPr>
          <p:nvPr/>
        </p:nvSpPr>
        <p:spPr>
          <a:xfrm>
            <a:off x="1679309" y="63846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8" name="9u7j_2_official_PredictedAtoms_14">
            <a:extLst>
              <a:ext uri="{FF2B5EF4-FFF2-40B4-BE49-F238E27FC236}">
                <a16:creationId xmlns:a16="http://schemas.microsoft.com/office/drawing/2014/main" id="{69C5E905-224B-413C-983B-3B212B54E267}"/>
              </a:ext>
            </a:extLst>
          </p:cNvPr>
          <p:cNvSpPr>
            <a:spLocks noGrp="1"/>
          </p:cNvSpPr>
          <p:nvPr/>
        </p:nvSpPr>
        <p:spPr>
          <a:xfrm>
            <a:off x="1673926" y="63311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9" name="9u7j_2_official_PredictedAtoms_15">
            <a:extLst>
              <a:ext uri="{FF2B5EF4-FFF2-40B4-BE49-F238E27FC236}">
                <a16:creationId xmlns:a16="http://schemas.microsoft.com/office/drawing/2014/main" id="{427FAFC4-E256-4459-8631-DF16972F70E4}"/>
              </a:ext>
            </a:extLst>
          </p:cNvPr>
          <p:cNvSpPr>
            <a:spLocks noGrp="1"/>
          </p:cNvSpPr>
          <p:nvPr/>
        </p:nvSpPr>
        <p:spPr>
          <a:xfrm>
            <a:off x="1804084" y="63468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0" name="9u7j_2_official_PredictedAtoms_16">
            <a:extLst>
              <a:ext uri="{FF2B5EF4-FFF2-40B4-BE49-F238E27FC236}">
                <a16:creationId xmlns:a16="http://schemas.microsoft.com/office/drawing/2014/main" id="{119B5F65-669F-4AC3-8113-A99B648F571D}"/>
              </a:ext>
            </a:extLst>
          </p:cNvPr>
          <p:cNvSpPr>
            <a:spLocks noGrp="1"/>
          </p:cNvSpPr>
          <p:nvPr/>
        </p:nvSpPr>
        <p:spPr>
          <a:xfrm>
            <a:off x="1909306" y="64362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1" name="9u7j_2_official_PredictedAtoms_17">
            <a:extLst>
              <a:ext uri="{FF2B5EF4-FFF2-40B4-BE49-F238E27FC236}">
                <a16:creationId xmlns:a16="http://schemas.microsoft.com/office/drawing/2014/main" id="{73ACA3B1-E2A4-4F8F-ABA3-59511078F66E}"/>
              </a:ext>
            </a:extLst>
          </p:cNvPr>
          <p:cNvSpPr>
            <a:spLocks noGrp="1"/>
          </p:cNvSpPr>
          <p:nvPr/>
        </p:nvSpPr>
        <p:spPr>
          <a:xfrm>
            <a:off x="1946971" y="65507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2" name="9u7j_2_official_PredictedAtoms_18">
            <a:extLst>
              <a:ext uri="{FF2B5EF4-FFF2-40B4-BE49-F238E27FC236}">
                <a16:creationId xmlns:a16="http://schemas.microsoft.com/office/drawing/2014/main" id="{02869C43-4A21-4201-95B6-7542203B1E1B}"/>
              </a:ext>
            </a:extLst>
          </p:cNvPr>
          <p:cNvSpPr>
            <a:spLocks noGrp="1"/>
          </p:cNvSpPr>
          <p:nvPr/>
        </p:nvSpPr>
        <p:spPr>
          <a:xfrm>
            <a:off x="1977055" y="6682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3" name="9u7j_2_official_PredictedAtoms_19">
            <a:extLst>
              <a:ext uri="{FF2B5EF4-FFF2-40B4-BE49-F238E27FC236}">
                <a16:creationId xmlns:a16="http://schemas.microsoft.com/office/drawing/2014/main" id="{3B198617-C9B6-44F8-8C88-38863269FB4E}"/>
              </a:ext>
            </a:extLst>
          </p:cNvPr>
          <p:cNvSpPr>
            <a:spLocks noGrp="1"/>
          </p:cNvSpPr>
          <p:nvPr/>
        </p:nvSpPr>
        <p:spPr>
          <a:xfrm>
            <a:off x="1906013" y="66983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4" name="9u7j_2_official_PredictedAtoms_20">
            <a:extLst>
              <a:ext uri="{FF2B5EF4-FFF2-40B4-BE49-F238E27FC236}">
                <a16:creationId xmlns:a16="http://schemas.microsoft.com/office/drawing/2014/main" id="{C105E83F-7CC8-44F1-8D06-819EC84DC86F}"/>
              </a:ext>
            </a:extLst>
          </p:cNvPr>
          <p:cNvSpPr>
            <a:spLocks noGrp="1"/>
          </p:cNvSpPr>
          <p:nvPr/>
        </p:nvSpPr>
        <p:spPr>
          <a:xfrm>
            <a:off x="1921145" y="68273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5" name="9u7j_2_official_PredictedAtoms_21">
            <a:extLst>
              <a:ext uri="{FF2B5EF4-FFF2-40B4-BE49-F238E27FC236}">
                <a16:creationId xmlns:a16="http://schemas.microsoft.com/office/drawing/2014/main" id="{AD9572D4-420F-4F48-BE65-141F2FCBB8D1}"/>
              </a:ext>
            </a:extLst>
          </p:cNvPr>
          <p:cNvSpPr>
            <a:spLocks noGrp="1"/>
          </p:cNvSpPr>
          <p:nvPr/>
        </p:nvSpPr>
        <p:spPr>
          <a:xfrm>
            <a:off x="2009229" y="69334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6" name="9u7j_2_official_PredictedAtoms_22">
            <a:extLst>
              <a:ext uri="{FF2B5EF4-FFF2-40B4-BE49-F238E27FC236}">
                <a16:creationId xmlns:a16="http://schemas.microsoft.com/office/drawing/2014/main" id="{D1090A1E-877E-433F-8102-2EB145BF75AD}"/>
              </a:ext>
            </a:extLst>
          </p:cNvPr>
          <p:cNvSpPr>
            <a:spLocks noGrp="1"/>
          </p:cNvSpPr>
          <p:nvPr/>
        </p:nvSpPr>
        <p:spPr>
          <a:xfrm>
            <a:off x="2026720" y="70477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7" name="9u7j_2_official_PredictedAtoms_23">
            <a:extLst>
              <a:ext uri="{FF2B5EF4-FFF2-40B4-BE49-F238E27FC236}">
                <a16:creationId xmlns:a16="http://schemas.microsoft.com/office/drawing/2014/main" id="{BFE2F00E-115A-4F11-9FA9-201C80143D37}"/>
              </a:ext>
            </a:extLst>
          </p:cNvPr>
          <p:cNvSpPr>
            <a:spLocks noGrp="1"/>
          </p:cNvSpPr>
          <p:nvPr/>
        </p:nvSpPr>
        <p:spPr>
          <a:xfrm>
            <a:off x="2081893" y="69074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8" name="9u7j_2_official_PredictedAtoms_24">
            <a:extLst>
              <a:ext uri="{FF2B5EF4-FFF2-40B4-BE49-F238E27FC236}">
                <a16:creationId xmlns:a16="http://schemas.microsoft.com/office/drawing/2014/main" id="{C756318E-9684-475F-8214-2C86BB1B2A0D}"/>
              </a:ext>
            </a:extLst>
          </p:cNvPr>
          <p:cNvSpPr>
            <a:spLocks noGrp="1"/>
          </p:cNvSpPr>
          <p:nvPr/>
        </p:nvSpPr>
        <p:spPr>
          <a:xfrm>
            <a:off x="2065985" y="67843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9" name="9u7j_2_official_PredictedAtoms_25">
            <a:extLst>
              <a:ext uri="{FF2B5EF4-FFF2-40B4-BE49-F238E27FC236}">
                <a16:creationId xmlns:a16="http://schemas.microsoft.com/office/drawing/2014/main" id="{6C3A2EB7-C45B-4BB4-BBCC-D2D8501CF854}"/>
              </a:ext>
            </a:extLst>
          </p:cNvPr>
          <p:cNvSpPr>
            <a:spLocks noGrp="1"/>
          </p:cNvSpPr>
          <p:nvPr/>
        </p:nvSpPr>
        <p:spPr>
          <a:xfrm>
            <a:off x="2139295" y="67709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0" name="9u7j_2_official_PredictedAtoms_26">
            <a:extLst>
              <a:ext uri="{FF2B5EF4-FFF2-40B4-BE49-F238E27FC236}">
                <a16:creationId xmlns:a16="http://schemas.microsoft.com/office/drawing/2014/main" id="{17F2999A-D04F-48EE-A713-97696B6C6FEB}"/>
              </a:ext>
            </a:extLst>
          </p:cNvPr>
          <p:cNvSpPr>
            <a:spLocks noGrp="1"/>
          </p:cNvSpPr>
          <p:nvPr/>
        </p:nvSpPr>
        <p:spPr>
          <a:xfrm>
            <a:off x="1831125" y="65547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1" name="9u7j_2_official_PredictedAtoms_27">
            <a:extLst>
              <a:ext uri="{FF2B5EF4-FFF2-40B4-BE49-F238E27FC236}">
                <a16:creationId xmlns:a16="http://schemas.microsoft.com/office/drawing/2014/main" id="{93FEE3A8-494C-461F-98DD-72AE1F267E52}"/>
              </a:ext>
            </a:extLst>
          </p:cNvPr>
          <p:cNvSpPr>
            <a:spLocks noGrp="1"/>
          </p:cNvSpPr>
          <p:nvPr/>
        </p:nvSpPr>
        <p:spPr>
          <a:xfrm>
            <a:off x="1856478" y="66098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2" name="9u7j_2_official_PredictedAtoms_28">
            <a:extLst>
              <a:ext uri="{FF2B5EF4-FFF2-40B4-BE49-F238E27FC236}">
                <a16:creationId xmlns:a16="http://schemas.microsoft.com/office/drawing/2014/main" id="{4C8659B6-87C3-43D9-B4D4-263037335D2A}"/>
              </a:ext>
            </a:extLst>
          </p:cNvPr>
          <p:cNvSpPr>
            <a:spLocks noGrp="1"/>
          </p:cNvSpPr>
          <p:nvPr/>
        </p:nvSpPr>
        <p:spPr>
          <a:xfrm>
            <a:off x="1774637" y="64046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3" name="9u7j_2_official_PredictedAtoms_29">
            <a:extLst>
              <a:ext uri="{FF2B5EF4-FFF2-40B4-BE49-F238E27FC236}">
                <a16:creationId xmlns:a16="http://schemas.microsoft.com/office/drawing/2014/main" id="{50275D35-DD77-43D7-84B0-2C21519F878C}"/>
              </a:ext>
            </a:extLst>
          </p:cNvPr>
          <p:cNvSpPr>
            <a:spLocks noGrp="1"/>
          </p:cNvSpPr>
          <p:nvPr/>
        </p:nvSpPr>
        <p:spPr>
          <a:xfrm>
            <a:off x="1838315" y="63382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4" name="9u7j_2_official_PredictedAtoms_30">
            <a:extLst>
              <a:ext uri="{FF2B5EF4-FFF2-40B4-BE49-F238E27FC236}">
                <a16:creationId xmlns:a16="http://schemas.microsoft.com/office/drawing/2014/main" id="{088DDF2D-D2BB-4F75-B3B1-0EFE6E6AD282}"/>
              </a:ext>
            </a:extLst>
          </p:cNvPr>
          <p:cNvSpPr>
            <a:spLocks noGrp="1"/>
          </p:cNvSpPr>
          <p:nvPr/>
        </p:nvSpPr>
        <p:spPr>
          <a:xfrm>
            <a:off x="1226909" y="68099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5" name="9u7j_2_official_PredictedAtoms_31">
            <a:extLst>
              <a:ext uri="{FF2B5EF4-FFF2-40B4-BE49-F238E27FC236}">
                <a16:creationId xmlns:a16="http://schemas.microsoft.com/office/drawing/2014/main" id="{671A9997-41A9-4424-AE1A-20681722A7EF}"/>
              </a:ext>
            </a:extLst>
          </p:cNvPr>
          <p:cNvSpPr>
            <a:spLocks noGrp="1"/>
          </p:cNvSpPr>
          <p:nvPr/>
        </p:nvSpPr>
        <p:spPr>
          <a:xfrm>
            <a:off x="1144252" y="67618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6" name="9u7j_2_official_PredictedAtoms_32">
            <a:extLst>
              <a:ext uri="{FF2B5EF4-FFF2-40B4-BE49-F238E27FC236}">
                <a16:creationId xmlns:a16="http://schemas.microsoft.com/office/drawing/2014/main" id="{25C72194-E755-4DB5-A539-BAEC4D7A1BED}"/>
              </a:ext>
            </a:extLst>
          </p:cNvPr>
          <p:cNvSpPr>
            <a:spLocks noGrp="1"/>
          </p:cNvSpPr>
          <p:nvPr/>
        </p:nvSpPr>
        <p:spPr>
          <a:xfrm>
            <a:off x="1207310" y="69677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7" name="9u7j_2_official_PredictedAtoms_33">
            <a:extLst>
              <a:ext uri="{FF2B5EF4-FFF2-40B4-BE49-F238E27FC236}">
                <a16:creationId xmlns:a16="http://schemas.microsoft.com/office/drawing/2014/main" id="{B14FDB98-F843-4FB9-B5B3-A0FEB5C957B0}"/>
              </a:ext>
            </a:extLst>
          </p:cNvPr>
          <p:cNvSpPr>
            <a:spLocks noGrp="1"/>
          </p:cNvSpPr>
          <p:nvPr/>
        </p:nvSpPr>
        <p:spPr>
          <a:xfrm>
            <a:off x="1209893" y="70387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8" name="9u7j_2_official_PredictedAtoms_34">
            <a:extLst>
              <a:ext uri="{FF2B5EF4-FFF2-40B4-BE49-F238E27FC236}">
                <a16:creationId xmlns:a16="http://schemas.microsoft.com/office/drawing/2014/main" id="{A7524006-0B08-4993-A098-D0F2EDF89ADD}"/>
              </a:ext>
            </a:extLst>
          </p:cNvPr>
          <p:cNvSpPr>
            <a:spLocks noGrp="1"/>
          </p:cNvSpPr>
          <p:nvPr/>
        </p:nvSpPr>
        <p:spPr>
          <a:xfrm>
            <a:off x="1066329" y="69959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9" name="9u7j_2_official_PredictedAtoms_35">
            <a:extLst>
              <a:ext uri="{FF2B5EF4-FFF2-40B4-BE49-F238E27FC236}">
                <a16:creationId xmlns:a16="http://schemas.microsoft.com/office/drawing/2014/main" id="{4253A822-10F2-4DBC-BD0A-9B29C9C1979C}"/>
              </a:ext>
            </a:extLst>
          </p:cNvPr>
          <p:cNvSpPr>
            <a:spLocks noGrp="1"/>
          </p:cNvSpPr>
          <p:nvPr/>
        </p:nvSpPr>
        <p:spPr>
          <a:xfrm>
            <a:off x="1002687" y="71335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10" name="stage3-cases-main_34">
            <a:extLst>
              <a:ext uri="{FF2B5EF4-FFF2-40B4-BE49-F238E27FC236}">
                <a16:creationId xmlns:a16="http://schemas.microsoft.com/office/drawing/2014/main" id="{D198B700-6358-4B16-9B52-E5895FE0E3EE}"/>
              </a:ext>
            </a:extLst>
          </p:cNvPr>
          <p:cNvSpPr>
            <a:spLocks noGrp="1"/>
          </p:cNvSpPr>
          <p:nvPr/>
        </p:nvSpPr>
        <p:spPr>
          <a:xfrm>
            <a:off x="2286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2.03 Å   D 64%   Clash 0</a:t>
            </a:r>
          </a:p>
        </p:txBody>
      </p:sp>
      <p:sp>
        <p:nvSpPr>
          <p:cNvPr id="1111" name="9u7j_2_tuned_Receptor">
            <a:extLst>
              <a:ext uri="{FF2B5EF4-FFF2-40B4-BE49-F238E27FC236}">
                <a16:creationId xmlns:a16="http://schemas.microsoft.com/office/drawing/2014/main" id="{3073F191-ED03-42C2-AEA8-635173B805F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112" name="9u7j_2_tuned_ExperimentalDensity">
            <a:extLst>
              <a:ext uri="{FF2B5EF4-FFF2-40B4-BE49-F238E27FC236}">
                <a16:creationId xmlns:a16="http://schemas.microsoft.com/office/drawing/2014/main" id="{AA57F103-F779-47C2-9570-19E9303D22D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113" name="9u7j_2_tuned_ReferenceLigand_0">
            <a:extLst>
              <a:ext uri="{FF2B5EF4-FFF2-40B4-BE49-F238E27FC236}">
                <a16:creationId xmlns:a16="http://schemas.microsoft.com/office/drawing/2014/main" id="{192FC080-A7E7-449F-85F3-CBE20646B91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4" name="9u7j_2_tuned_ReferenceLigand_1">
            <a:extLst>
              <a:ext uri="{FF2B5EF4-FFF2-40B4-BE49-F238E27FC236}">
                <a16:creationId xmlns:a16="http://schemas.microsoft.com/office/drawing/2014/main" id="{07333597-F31D-43E5-BEB4-8119A84E0D0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5" name="9u7j_2_tuned_ReferenceLigand_2">
            <a:extLst>
              <a:ext uri="{FF2B5EF4-FFF2-40B4-BE49-F238E27FC236}">
                <a16:creationId xmlns:a16="http://schemas.microsoft.com/office/drawing/2014/main" id="{CDC045BC-4C00-4A63-915D-1E466543BC1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6" name="9u7j_2_tuned_ReferenceLigand_3">
            <a:extLst>
              <a:ext uri="{FF2B5EF4-FFF2-40B4-BE49-F238E27FC236}">
                <a16:creationId xmlns:a16="http://schemas.microsoft.com/office/drawing/2014/main" id="{5EF8B9E1-ABAF-4E2A-8CE1-1D673CAAC21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7" name="9u7j_2_tuned_ReferenceLigand_4">
            <a:extLst>
              <a:ext uri="{FF2B5EF4-FFF2-40B4-BE49-F238E27FC236}">
                <a16:creationId xmlns:a16="http://schemas.microsoft.com/office/drawing/2014/main" id="{F702E984-9EE9-4D0A-938D-70654893BBB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8" name="9u7j_2_tuned_ReferenceLigand_5">
            <a:extLst>
              <a:ext uri="{FF2B5EF4-FFF2-40B4-BE49-F238E27FC236}">
                <a16:creationId xmlns:a16="http://schemas.microsoft.com/office/drawing/2014/main" id="{831B3AC6-879F-492C-AACA-DAEC9DBDD96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9" name="9u7j_2_tuned_ReferenceLigand_6">
            <a:extLst>
              <a:ext uri="{FF2B5EF4-FFF2-40B4-BE49-F238E27FC236}">
                <a16:creationId xmlns:a16="http://schemas.microsoft.com/office/drawing/2014/main" id="{D49C2C8D-9A08-4979-9D43-0FABB45C0F2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0" name="9u7j_2_tuned_ReferenceLigand_7">
            <a:extLst>
              <a:ext uri="{FF2B5EF4-FFF2-40B4-BE49-F238E27FC236}">
                <a16:creationId xmlns:a16="http://schemas.microsoft.com/office/drawing/2014/main" id="{09074360-611E-4939-A05F-1BCF59E1440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1" name="9u7j_2_tuned_ReferenceLigand_8">
            <a:extLst>
              <a:ext uri="{FF2B5EF4-FFF2-40B4-BE49-F238E27FC236}">
                <a16:creationId xmlns:a16="http://schemas.microsoft.com/office/drawing/2014/main" id="{799EDEEA-71A2-4389-B538-1CC0CA1D0B6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2" name="9u7j_2_tuned_ReferenceLigand_9">
            <a:extLst>
              <a:ext uri="{FF2B5EF4-FFF2-40B4-BE49-F238E27FC236}">
                <a16:creationId xmlns:a16="http://schemas.microsoft.com/office/drawing/2014/main" id="{6491370A-26B8-4683-AAA5-88CA3F58C8A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3" name="9u7j_2_tuned_ReferenceLigand_10">
            <a:extLst>
              <a:ext uri="{FF2B5EF4-FFF2-40B4-BE49-F238E27FC236}">
                <a16:creationId xmlns:a16="http://schemas.microsoft.com/office/drawing/2014/main" id="{DB98D6AD-D333-45D3-AE6C-496383D1C8B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4" name="9u7j_2_tuned_ReferenceLigand_11">
            <a:extLst>
              <a:ext uri="{FF2B5EF4-FFF2-40B4-BE49-F238E27FC236}">
                <a16:creationId xmlns:a16="http://schemas.microsoft.com/office/drawing/2014/main" id="{355B7091-D847-4D6C-BD59-DB3FFAECE90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5" name="9u7j_2_tuned_ReferenceLigand_12">
            <a:extLst>
              <a:ext uri="{FF2B5EF4-FFF2-40B4-BE49-F238E27FC236}">
                <a16:creationId xmlns:a16="http://schemas.microsoft.com/office/drawing/2014/main" id="{231110C7-51EA-4FC9-9BE8-43964A45C12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6" name="9u7j_2_tuned_ReferenceLigand_13">
            <a:extLst>
              <a:ext uri="{FF2B5EF4-FFF2-40B4-BE49-F238E27FC236}">
                <a16:creationId xmlns:a16="http://schemas.microsoft.com/office/drawing/2014/main" id="{7128AC9C-9359-4BEA-9316-448E59264A2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7" name="9u7j_2_tuned_ReferenceLigand_14">
            <a:extLst>
              <a:ext uri="{FF2B5EF4-FFF2-40B4-BE49-F238E27FC236}">
                <a16:creationId xmlns:a16="http://schemas.microsoft.com/office/drawing/2014/main" id="{55692D23-DA19-402C-8C1C-F43C8685258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8" name="9u7j_2_tuned_ReferenceLigand_15">
            <a:extLst>
              <a:ext uri="{FF2B5EF4-FFF2-40B4-BE49-F238E27FC236}">
                <a16:creationId xmlns:a16="http://schemas.microsoft.com/office/drawing/2014/main" id="{E45B6871-4667-49B3-9D55-266B0C41BCC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9" name="9u7j_2_tuned_ReferenceLigand_16">
            <a:extLst>
              <a:ext uri="{FF2B5EF4-FFF2-40B4-BE49-F238E27FC236}">
                <a16:creationId xmlns:a16="http://schemas.microsoft.com/office/drawing/2014/main" id="{6F303013-CC5E-45B4-91BB-3B7F19FDF06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0" name="9u7j_2_tuned_ReferenceLigand_17">
            <a:extLst>
              <a:ext uri="{FF2B5EF4-FFF2-40B4-BE49-F238E27FC236}">
                <a16:creationId xmlns:a16="http://schemas.microsoft.com/office/drawing/2014/main" id="{CD46688D-2215-4BBC-83D0-B46C86797F0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1" name="9u7j_2_tuned_ReferenceLigand_18">
            <a:extLst>
              <a:ext uri="{FF2B5EF4-FFF2-40B4-BE49-F238E27FC236}">
                <a16:creationId xmlns:a16="http://schemas.microsoft.com/office/drawing/2014/main" id="{8E36E883-6228-4FE8-BE07-876CC31B5B4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2" name="9u7j_2_tuned_ReferenceLigand_19">
            <a:extLst>
              <a:ext uri="{FF2B5EF4-FFF2-40B4-BE49-F238E27FC236}">
                <a16:creationId xmlns:a16="http://schemas.microsoft.com/office/drawing/2014/main" id="{62B6ACAA-FC97-45CF-92DD-9335326E0ED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3" name="9u7j_2_tuned_ReferenceLigand_20">
            <a:extLst>
              <a:ext uri="{FF2B5EF4-FFF2-40B4-BE49-F238E27FC236}">
                <a16:creationId xmlns:a16="http://schemas.microsoft.com/office/drawing/2014/main" id="{F1904060-FD75-4636-91E2-9052F332D61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4" name="9u7j_2_tuned_ReferenceLigand_21">
            <a:extLst>
              <a:ext uri="{FF2B5EF4-FFF2-40B4-BE49-F238E27FC236}">
                <a16:creationId xmlns:a16="http://schemas.microsoft.com/office/drawing/2014/main" id="{251258AF-7291-4F33-B172-151CD10521C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5" name="9u7j_2_tuned_ReferenceLigand_22">
            <a:extLst>
              <a:ext uri="{FF2B5EF4-FFF2-40B4-BE49-F238E27FC236}">
                <a16:creationId xmlns:a16="http://schemas.microsoft.com/office/drawing/2014/main" id="{86E46BAC-A36F-4ADA-9E6C-C29F9780F0F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6" name="9u7j_2_tuned_ReferenceLigand_23">
            <a:extLst>
              <a:ext uri="{FF2B5EF4-FFF2-40B4-BE49-F238E27FC236}">
                <a16:creationId xmlns:a16="http://schemas.microsoft.com/office/drawing/2014/main" id="{BDDD0217-AC6F-4BBF-AF45-6EB01E1FF70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7" name="9u7j_2_tuned_ReferenceLigand_24">
            <a:extLst>
              <a:ext uri="{FF2B5EF4-FFF2-40B4-BE49-F238E27FC236}">
                <a16:creationId xmlns:a16="http://schemas.microsoft.com/office/drawing/2014/main" id="{ABE6B12D-9302-4859-A831-AE9F28AEE51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8" name="9u7j_2_tuned_ReferenceLigand_25">
            <a:extLst>
              <a:ext uri="{FF2B5EF4-FFF2-40B4-BE49-F238E27FC236}">
                <a16:creationId xmlns:a16="http://schemas.microsoft.com/office/drawing/2014/main" id="{396A8AE5-25A5-4B5E-9938-857FD1F2BBF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9" name="9u7j_2_tuned_ReferenceLigand_26">
            <a:extLst>
              <a:ext uri="{FF2B5EF4-FFF2-40B4-BE49-F238E27FC236}">
                <a16:creationId xmlns:a16="http://schemas.microsoft.com/office/drawing/2014/main" id="{8FD4D645-9323-477C-9B5E-FCEBE987BAB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0" name="9u7j_2_tuned_ReferenceLigand_27">
            <a:extLst>
              <a:ext uri="{FF2B5EF4-FFF2-40B4-BE49-F238E27FC236}">
                <a16:creationId xmlns:a16="http://schemas.microsoft.com/office/drawing/2014/main" id="{E03EFE1B-B94D-4C0B-AD8F-C426E77D911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1" name="9u7j_2_tuned_ReferenceLigand_28">
            <a:extLst>
              <a:ext uri="{FF2B5EF4-FFF2-40B4-BE49-F238E27FC236}">
                <a16:creationId xmlns:a16="http://schemas.microsoft.com/office/drawing/2014/main" id="{485FDED1-299C-4C75-B682-F0BB848265F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2" name="9u7j_2_tuned_ReferenceLigand_29">
            <a:extLst>
              <a:ext uri="{FF2B5EF4-FFF2-40B4-BE49-F238E27FC236}">
                <a16:creationId xmlns:a16="http://schemas.microsoft.com/office/drawing/2014/main" id="{A3A8E92B-540D-49AD-A5E6-D5205999ADE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3" name="9u7j_2_tuned_ReferenceLigand_30">
            <a:extLst>
              <a:ext uri="{FF2B5EF4-FFF2-40B4-BE49-F238E27FC236}">
                <a16:creationId xmlns:a16="http://schemas.microsoft.com/office/drawing/2014/main" id="{7FFACAC7-7613-423D-9627-CF4ED93A86A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4" name="9u7j_2_tuned_ReferenceLigand_31">
            <a:extLst>
              <a:ext uri="{FF2B5EF4-FFF2-40B4-BE49-F238E27FC236}">
                <a16:creationId xmlns:a16="http://schemas.microsoft.com/office/drawing/2014/main" id="{3D3D5CE1-EE79-4B33-993A-2B78CA3DE52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5" name="9u7j_2_tuned_ReferenceLigand_32">
            <a:extLst>
              <a:ext uri="{FF2B5EF4-FFF2-40B4-BE49-F238E27FC236}">
                <a16:creationId xmlns:a16="http://schemas.microsoft.com/office/drawing/2014/main" id="{5D0E7927-274C-4241-B0A7-208AB4D976D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6" name="9u7j_2_tuned_ReferenceLigand_33">
            <a:extLst>
              <a:ext uri="{FF2B5EF4-FFF2-40B4-BE49-F238E27FC236}">
                <a16:creationId xmlns:a16="http://schemas.microsoft.com/office/drawing/2014/main" id="{9603B01D-2FAB-458C-933E-F2FA2D8516F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7" name="9u7j_2_tuned_ReferenceLigand_34">
            <a:extLst>
              <a:ext uri="{FF2B5EF4-FFF2-40B4-BE49-F238E27FC236}">
                <a16:creationId xmlns:a16="http://schemas.microsoft.com/office/drawing/2014/main" id="{946E59CF-0D2E-47F3-808B-25D95F65F2E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8" name="9u7j_2_tuned_ReferenceLigand_35">
            <a:extLst>
              <a:ext uri="{FF2B5EF4-FFF2-40B4-BE49-F238E27FC236}">
                <a16:creationId xmlns:a16="http://schemas.microsoft.com/office/drawing/2014/main" id="{4DCB6CBC-7B25-4417-8FF5-E0E5EC99067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9" name="9u7j_2_tuned_ReferenceLigand_36">
            <a:extLst>
              <a:ext uri="{FF2B5EF4-FFF2-40B4-BE49-F238E27FC236}">
                <a16:creationId xmlns:a16="http://schemas.microsoft.com/office/drawing/2014/main" id="{F14BD944-7D1E-49E6-8048-6930D45B74F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0" name="9u7j_2_tuned_ReferenceLigand_37">
            <a:extLst>
              <a:ext uri="{FF2B5EF4-FFF2-40B4-BE49-F238E27FC236}">
                <a16:creationId xmlns:a16="http://schemas.microsoft.com/office/drawing/2014/main" id="{92BB0A6A-AE7E-4653-84D1-FF3BBBD5F2D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1" name="9u7j_2_tuned_PredictedLigand_0">
            <a:extLst>
              <a:ext uri="{FF2B5EF4-FFF2-40B4-BE49-F238E27FC236}">
                <a16:creationId xmlns:a16="http://schemas.microsoft.com/office/drawing/2014/main" id="{ECA04FD0-FB03-4DDF-85E3-A29167AB2B1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994371" y="3058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2" name="9u7j_2_tuned_PredictedLigand_1">
            <a:extLst>
              <a:ext uri="{FF2B5EF4-FFF2-40B4-BE49-F238E27FC236}">
                <a16:creationId xmlns:a16="http://schemas.microsoft.com/office/drawing/2014/main" id="{8757DC5A-3FD3-4156-951A-EA0B6165A08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77470" y="9767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3" name="9u7j_2_tuned_PredictedLigand_2">
            <a:extLst>
              <a:ext uri="{FF2B5EF4-FFF2-40B4-BE49-F238E27FC236}">
                <a16:creationId xmlns:a16="http://schemas.microsoft.com/office/drawing/2014/main" id="{75E3B8A1-13A7-40F7-8553-D5BDC66E97E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8914" y="845979"/>
                </a:moveTo>
                <a:lnTo>
                  <a:pt x="1913074" y="891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4" name="9u7j_2_tuned_PredictedLigand_3">
            <a:extLst>
              <a:ext uri="{FF2B5EF4-FFF2-40B4-BE49-F238E27FC236}">
                <a16:creationId xmlns:a16="http://schemas.microsoft.com/office/drawing/2014/main" id="{3EDE45A8-5CBD-4C29-B2D5-3CFB34A7C0A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177443" y="4204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5" name="9u7j_2_tuned_PredictedLigand_4">
            <a:extLst>
              <a:ext uri="{FF2B5EF4-FFF2-40B4-BE49-F238E27FC236}">
                <a16:creationId xmlns:a16="http://schemas.microsoft.com/office/drawing/2014/main" id="{0F899103-2BC9-4075-9B24-8EB5814C840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68" y="752257"/>
                </a:moveTo>
                <a:lnTo>
                  <a:pt x="1768914" y="8459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6" name="9u7j_2_tuned_PredictedLigand_5">
            <a:extLst>
              <a:ext uri="{FF2B5EF4-FFF2-40B4-BE49-F238E27FC236}">
                <a16:creationId xmlns:a16="http://schemas.microsoft.com/office/drawing/2014/main" id="{054B9DA2-71CA-4EA8-BA01-71329EFC420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1680" y="897665"/>
                </a:moveTo>
                <a:lnTo>
                  <a:pt x="927107" y="903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7" name="9u7j_2_tuned_PredictedLigand_6">
            <a:extLst>
              <a:ext uri="{FF2B5EF4-FFF2-40B4-BE49-F238E27FC236}">
                <a16:creationId xmlns:a16="http://schemas.microsoft.com/office/drawing/2014/main" id="{C07BCC8F-26DD-43EA-8272-BE0EE877CF4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073916" y="1665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8" name="9u7j_2_tuned_PredictedLigand_7">
            <a:extLst>
              <a:ext uri="{FF2B5EF4-FFF2-40B4-BE49-F238E27FC236}">
                <a16:creationId xmlns:a16="http://schemas.microsoft.com/office/drawing/2014/main" id="{5B34020D-F4B1-4F9A-B1AE-69A439372C6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448764" y="4283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9" name="9u7j_2_tuned_PredictedLigand_8">
            <a:extLst>
              <a:ext uri="{FF2B5EF4-FFF2-40B4-BE49-F238E27FC236}">
                <a16:creationId xmlns:a16="http://schemas.microsoft.com/office/drawing/2014/main" id="{20AEEEDA-002D-4B59-AD6C-7E7B352A023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4128" y="379510"/>
                </a:moveTo>
                <a:lnTo>
                  <a:pt x="1042685" y="3095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0" name="9u7j_2_tuned_PredictedLigand_9">
            <a:extLst>
              <a:ext uri="{FF2B5EF4-FFF2-40B4-BE49-F238E27FC236}">
                <a16:creationId xmlns:a16="http://schemas.microsoft.com/office/drawing/2014/main" id="{A38BDD06-CE2C-4609-A178-BCC63884BF0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81090" y="8336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1" name="9u7j_2_tuned_PredictedLigand_10">
            <a:extLst>
              <a:ext uri="{FF2B5EF4-FFF2-40B4-BE49-F238E27FC236}">
                <a16:creationId xmlns:a16="http://schemas.microsoft.com/office/drawing/2014/main" id="{F1558C8D-9EFC-447E-B772-8FAB09A1D60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7443" y="420456"/>
                </a:moveTo>
                <a:lnTo>
                  <a:pt x="1336856" y="3956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2" name="9u7j_2_tuned_PredictedLigand_11">
            <a:extLst>
              <a:ext uri="{FF2B5EF4-FFF2-40B4-BE49-F238E27FC236}">
                <a16:creationId xmlns:a16="http://schemas.microsoft.com/office/drawing/2014/main" id="{C858AF2D-999D-4A95-BB3A-74E8703C56A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2251" y="2379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3" name="9u7j_2_tuned_PredictedLigand_12">
            <a:extLst>
              <a:ext uri="{FF2B5EF4-FFF2-40B4-BE49-F238E27FC236}">
                <a16:creationId xmlns:a16="http://schemas.microsoft.com/office/drawing/2014/main" id="{31D2FFCF-FA01-4F41-9C90-1A84CD3775B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3514" y="661756"/>
                </a:moveTo>
                <a:lnTo>
                  <a:pt x="933143" y="52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4" name="9u7j_2_tuned_PredictedLigand_13">
            <a:extLst>
              <a:ext uri="{FF2B5EF4-FFF2-40B4-BE49-F238E27FC236}">
                <a16:creationId xmlns:a16="http://schemas.microsoft.com/office/drawing/2014/main" id="{1CCC8FD0-BEE8-4133-83A9-65EF91782CC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914128" y="3795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5" name="9u7j_2_tuned_PredictedLigand_14">
            <a:extLst>
              <a:ext uri="{FF2B5EF4-FFF2-40B4-BE49-F238E27FC236}">
                <a16:creationId xmlns:a16="http://schemas.microsoft.com/office/drawing/2014/main" id="{7DA707B6-3491-4DC9-B033-7B65D9D2500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107" y="903665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6" name="9u7j_2_tuned_PredictedLigand_15">
            <a:extLst>
              <a:ext uri="{FF2B5EF4-FFF2-40B4-BE49-F238E27FC236}">
                <a16:creationId xmlns:a16="http://schemas.microsoft.com/office/drawing/2014/main" id="{54193141-55DA-4D15-AF5E-75E5E5B2C93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574" y="692388"/>
                </a:moveTo>
                <a:lnTo>
                  <a:pt x="1707868" y="7522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7" name="9u7j_2_tuned_PredictedLigand_16">
            <a:extLst>
              <a:ext uri="{FF2B5EF4-FFF2-40B4-BE49-F238E27FC236}">
                <a16:creationId xmlns:a16="http://schemas.microsoft.com/office/drawing/2014/main" id="{EE7D0F28-DAF4-44A6-BA1A-422E2F779C1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211" y="779213"/>
                </a:moveTo>
                <a:lnTo>
                  <a:pt x="883514" y="6617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8" name="9u7j_2_tuned_PredictedLigand_17">
            <a:extLst>
              <a:ext uri="{FF2B5EF4-FFF2-40B4-BE49-F238E27FC236}">
                <a16:creationId xmlns:a16="http://schemas.microsoft.com/office/drawing/2014/main" id="{D224C559-D0BD-440B-8548-57A6C04E96A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1090" y="833603"/>
                </a:moveTo>
                <a:lnTo>
                  <a:pt x="1926905" y="7410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9" name="9u7j_2_tuned_PredictedLigand_18">
            <a:extLst>
              <a:ext uri="{FF2B5EF4-FFF2-40B4-BE49-F238E27FC236}">
                <a16:creationId xmlns:a16="http://schemas.microsoft.com/office/drawing/2014/main" id="{888266FC-40A6-4F68-8EE1-8DC8442D5C8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6544" y="4971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0" name="9u7j_2_tuned_PredictedLigand_19">
            <a:extLst>
              <a:ext uri="{FF2B5EF4-FFF2-40B4-BE49-F238E27FC236}">
                <a16:creationId xmlns:a16="http://schemas.microsoft.com/office/drawing/2014/main" id="{C23CEB07-262A-455A-962D-EBD4FB9CF74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1" name="9u7j_2_tuned_PredictedLigand_20">
            <a:extLst>
              <a:ext uri="{FF2B5EF4-FFF2-40B4-BE49-F238E27FC236}">
                <a16:creationId xmlns:a16="http://schemas.microsoft.com/office/drawing/2014/main" id="{96494395-DEA6-4A22-A6C4-04DE09BA974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800445" y="3266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2" name="9u7j_2_tuned_PredictedLigand_21">
            <a:extLst>
              <a:ext uri="{FF2B5EF4-FFF2-40B4-BE49-F238E27FC236}">
                <a16:creationId xmlns:a16="http://schemas.microsoft.com/office/drawing/2014/main" id="{C67DC305-8858-4B8C-9510-84F06217A5B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897511" y="5360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3" name="9u7j_2_tuned_PredictedLigand_22">
            <a:extLst>
              <a:ext uri="{FF2B5EF4-FFF2-40B4-BE49-F238E27FC236}">
                <a16:creationId xmlns:a16="http://schemas.microsoft.com/office/drawing/2014/main" id="{9806D7C8-EE19-4815-9013-D34C5050EAD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4" name="9u7j_2_tuned_PredictedLigand_23">
            <a:extLst>
              <a:ext uri="{FF2B5EF4-FFF2-40B4-BE49-F238E27FC236}">
                <a16:creationId xmlns:a16="http://schemas.microsoft.com/office/drawing/2014/main" id="{78242AC3-9770-45B3-94A2-551B26035A3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5" name="9u7j_2_tuned_PredictedLigand_24">
            <a:extLst>
              <a:ext uri="{FF2B5EF4-FFF2-40B4-BE49-F238E27FC236}">
                <a16:creationId xmlns:a16="http://schemas.microsoft.com/office/drawing/2014/main" id="{07FC5232-B568-4D6A-B270-66AAA542C5A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2010133" y="7034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6" name="9u7j_2_tuned_PredictedLigand_25">
            <a:extLst>
              <a:ext uri="{FF2B5EF4-FFF2-40B4-BE49-F238E27FC236}">
                <a16:creationId xmlns:a16="http://schemas.microsoft.com/office/drawing/2014/main" id="{F6999F71-0AA8-4839-8BCE-779B72279D5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691168" y="4278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7" name="9u7j_2_tuned_PredictedLigand_26">
            <a:extLst>
              <a:ext uri="{FF2B5EF4-FFF2-40B4-BE49-F238E27FC236}">
                <a16:creationId xmlns:a16="http://schemas.microsoft.com/office/drawing/2014/main" id="{E20F9CEE-E979-4155-B4BD-B29E4AA6BFE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581273" y="3692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8" name="9u7j_2_tuned_PredictedLigand_27">
            <a:extLst>
              <a:ext uri="{FF2B5EF4-FFF2-40B4-BE49-F238E27FC236}">
                <a16:creationId xmlns:a16="http://schemas.microsoft.com/office/drawing/2014/main" id="{933F721C-ABFB-4A88-9AB3-56128B917EB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1117246" y="861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9" name="9u7j_2_tuned_PredictedLigand_28">
            <a:extLst>
              <a:ext uri="{FF2B5EF4-FFF2-40B4-BE49-F238E27FC236}">
                <a16:creationId xmlns:a16="http://schemas.microsoft.com/office/drawing/2014/main" id="{48DD023A-DB86-4744-A8F7-DCACCBAF96E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544" y="497158"/>
                </a:moveTo>
                <a:lnTo>
                  <a:pt x="1378009" y="5222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0" name="9u7j_2_tuned_PredictedLigand_29">
            <a:extLst>
              <a:ext uri="{FF2B5EF4-FFF2-40B4-BE49-F238E27FC236}">
                <a16:creationId xmlns:a16="http://schemas.microsoft.com/office/drawing/2014/main" id="{8467F97B-38D5-4609-A188-AA307DC01A3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1054731" y="7457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1" name="9u7j_2_tuned_PredictedLigand_30">
            <a:extLst>
              <a:ext uri="{FF2B5EF4-FFF2-40B4-BE49-F238E27FC236}">
                <a16:creationId xmlns:a16="http://schemas.microsoft.com/office/drawing/2014/main" id="{7690C81B-AF4B-45AC-A410-BD84AC776A2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1959" y="620357"/>
                </a:moveTo>
                <a:lnTo>
                  <a:pt x="1727151" y="5792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2" name="9u7j_2_tuned_PredictedLigand_31">
            <a:extLst>
              <a:ext uri="{FF2B5EF4-FFF2-40B4-BE49-F238E27FC236}">
                <a16:creationId xmlns:a16="http://schemas.microsoft.com/office/drawing/2014/main" id="{CB262F81-E894-4DE2-B7F8-2BE65248173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862057" y="3984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3" name="9u7j_2_tuned_PredictedLigand_32">
            <a:extLst>
              <a:ext uri="{FF2B5EF4-FFF2-40B4-BE49-F238E27FC236}">
                <a16:creationId xmlns:a16="http://schemas.microsoft.com/office/drawing/2014/main" id="{B784D81D-3060-4D51-96C4-2DF84276991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1012102" y="6277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4" name="9u7j_2_tuned_PredictedLigand_33">
            <a:extLst>
              <a:ext uri="{FF2B5EF4-FFF2-40B4-BE49-F238E27FC236}">
                <a16:creationId xmlns:a16="http://schemas.microsoft.com/office/drawing/2014/main" id="{66EC4B9A-DEE9-492B-A25B-D36EB825918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5" name="9u7j_2_tuned_PredictedLigand_34">
            <a:extLst>
              <a:ext uri="{FF2B5EF4-FFF2-40B4-BE49-F238E27FC236}">
                <a16:creationId xmlns:a16="http://schemas.microsoft.com/office/drawing/2014/main" id="{1945715E-FE82-4E32-BB61-7E9579E2890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653290" y="2611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6" name="9u7j_2_tuned_PredictedLigand_35">
            <a:extLst>
              <a:ext uri="{FF2B5EF4-FFF2-40B4-BE49-F238E27FC236}">
                <a16:creationId xmlns:a16="http://schemas.microsoft.com/office/drawing/2014/main" id="{D5C9353D-FAB4-4C39-A46B-3E33D3ABEEC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98" y="499055"/>
                </a:moveTo>
                <a:lnTo>
                  <a:pt x="1601959" y="6203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7" name="9u7j_2_tuned_PredictedLigand_36">
            <a:extLst>
              <a:ext uri="{FF2B5EF4-FFF2-40B4-BE49-F238E27FC236}">
                <a16:creationId xmlns:a16="http://schemas.microsoft.com/office/drawing/2014/main" id="{779B98F2-D433-451F-98B4-E2A52F96AEA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09" y="522247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8" name="9u7j_2_tuned_PredictedLigand_37">
            <a:extLst>
              <a:ext uri="{FF2B5EF4-FFF2-40B4-BE49-F238E27FC236}">
                <a16:creationId xmlns:a16="http://schemas.microsoft.com/office/drawing/2014/main" id="{780A02FB-2AE1-45C7-9440-909AD93B390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995391" y="6835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9" name="9u7j_2_tuned_PredictedAtoms_0">
            <a:extLst>
              <a:ext uri="{FF2B5EF4-FFF2-40B4-BE49-F238E27FC236}">
                <a16:creationId xmlns:a16="http://schemas.microsoft.com/office/drawing/2014/main" id="{8697DDFD-EBC5-4E51-8BA7-9AE617507C62}"/>
              </a:ext>
            </a:extLst>
          </p:cNvPr>
          <p:cNvSpPr>
            <a:spLocks noGrp="1"/>
          </p:cNvSpPr>
          <p:nvPr/>
        </p:nvSpPr>
        <p:spPr>
          <a:xfrm>
            <a:off x="3995888" y="70441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0" name="9u7j_2_tuned_PredictedAtoms_1">
            <a:extLst>
              <a:ext uri="{FF2B5EF4-FFF2-40B4-BE49-F238E27FC236}">
                <a16:creationId xmlns:a16="http://schemas.microsoft.com/office/drawing/2014/main" id="{8ED635BC-A607-4D09-BCD7-150175A39102}"/>
              </a:ext>
            </a:extLst>
          </p:cNvPr>
          <p:cNvSpPr>
            <a:spLocks noGrp="1"/>
          </p:cNvSpPr>
          <p:nvPr/>
        </p:nvSpPr>
        <p:spPr>
          <a:xfrm>
            <a:off x="4111315" y="70501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1" name="9u7j_2_tuned_PredictedAtoms_2">
            <a:extLst>
              <a:ext uri="{FF2B5EF4-FFF2-40B4-BE49-F238E27FC236}">
                <a16:creationId xmlns:a16="http://schemas.microsoft.com/office/drawing/2014/main" id="{AFF564B3-56A0-4C05-B262-F2A985CC5924}"/>
              </a:ext>
            </a:extLst>
          </p:cNvPr>
          <p:cNvSpPr>
            <a:spLocks noGrp="1"/>
          </p:cNvSpPr>
          <p:nvPr/>
        </p:nvSpPr>
        <p:spPr>
          <a:xfrm>
            <a:off x="4100418" y="69256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2" name="9u7j_2_tuned_PredictedAtoms_3">
            <a:extLst>
              <a:ext uri="{FF2B5EF4-FFF2-40B4-BE49-F238E27FC236}">
                <a16:creationId xmlns:a16="http://schemas.microsoft.com/office/drawing/2014/main" id="{74AEEB57-67CB-4CB6-84C4-148A4CF60B86}"/>
              </a:ext>
            </a:extLst>
          </p:cNvPr>
          <p:cNvSpPr>
            <a:spLocks noGrp="1"/>
          </p:cNvSpPr>
          <p:nvPr/>
        </p:nvSpPr>
        <p:spPr>
          <a:xfrm>
            <a:off x="4067722" y="68082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3" name="9u7j_2_tuned_PredictedAtoms_4">
            <a:extLst>
              <a:ext uri="{FF2B5EF4-FFF2-40B4-BE49-F238E27FC236}">
                <a16:creationId xmlns:a16="http://schemas.microsoft.com/office/drawing/2014/main" id="{543D0520-0E1F-4AFA-B517-79A1E87FA1DF}"/>
              </a:ext>
            </a:extLst>
          </p:cNvPr>
          <p:cNvSpPr>
            <a:spLocks noGrp="1"/>
          </p:cNvSpPr>
          <p:nvPr/>
        </p:nvSpPr>
        <p:spPr>
          <a:xfrm>
            <a:off x="4117350" y="66739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4" name="9u7j_2_tuned_PredictedAtoms_5">
            <a:extLst>
              <a:ext uri="{FF2B5EF4-FFF2-40B4-BE49-F238E27FC236}">
                <a16:creationId xmlns:a16="http://schemas.microsoft.com/office/drawing/2014/main" id="{74640F4E-3DE0-49EF-925F-C85F54A7149F}"/>
              </a:ext>
            </a:extLst>
          </p:cNvPr>
          <p:cNvSpPr>
            <a:spLocks noGrp="1"/>
          </p:cNvSpPr>
          <p:nvPr/>
        </p:nvSpPr>
        <p:spPr>
          <a:xfrm>
            <a:off x="4098336" y="65259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5" name="9u7j_2_tuned_PredictedAtoms_6">
            <a:extLst>
              <a:ext uri="{FF2B5EF4-FFF2-40B4-BE49-F238E27FC236}">
                <a16:creationId xmlns:a16="http://schemas.microsoft.com/office/drawing/2014/main" id="{B39FEF6C-CCBC-467C-8B07-FFD0D83D54D8}"/>
              </a:ext>
            </a:extLst>
          </p:cNvPr>
          <p:cNvSpPr>
            <a:spLocks noGrp="1"/>
          </p:cNvSpPr>
          <p:nvPr/>
        </p:nvSpPr>
        <p:spPr>
          <a:xfrm>
            <a:off x="4226892" y="64560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6" name="9u7j_2_tuned_PredictedAtoms_7">
            <a:extLst>
              <a:ext uri="{FF2B5EF4-FFF2-40B4-BE49-F238E27FC236}">
                <a16:creationId xmlns:a16="http://schemas.microsoft.com/office/drawing/2014/main" id="{FE248A6A-5858-4E56-993B-339CC3ED4157}"/>
              </a:ext>
            </a:extLst>
          </p:cNvPr>
          <p:cNvSpPr>
            <a:spLocks noGrp="1"/>
          </p:cNvSpPr>
          <p:nvPr/>
        </p:nvSpPr>
        <p:spPr>
          <a:xfrm>
            <a:off x="4258124" y="63129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7" name="9u7j_2_tuned_PredictedAtoms_8">
            <a:extLst>
              <a:ext uri="{FF2B5EF4-FFF2-40B4-BE49-F238E27FC236}">
                <a16:creationId xmlns:a16="http://schemas.microsoft.com/office/drawing/2014/main" id="{9924B2AC-02A3-4EA5-9601-522394434286}"/>
              </a:ext>
            </a:extLst>
          </p:cNvPr>
          <p:cNvSpPr>
            <a:spLocks noGrp="1"/>
          </p:cNvSpPr>
          <p:nvPr/>
        </p:nvSpPr>
        <p:spPr>
          <a:xfrm>
            <a:off x="4178579" y="64523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8" name="9u7j_2_tuned_PredictedAtoms_9">
            <a:extLst>
              <a:ext uri="{FF2B5EF4-FFF2-40B4-BE49-F238E27FC236}">
                <a16:creationId xmlns:a16="http://schemas.microsoft.com/office/drawing/2014/main" id="{DC82EA04-BD1F-48C9-A38C-8C42F79520B7}"/>
              </a:ext>
            </a:extLst>
          </p:cNvPr>
          <p:cNvSpPr>
            <a:spLocks noGrp="1"/>
          </p:cNvSpPr>
          <p:nvPr/>
        </p:nvSpPr>
        <p:spPr>
          <a:xfrm>
            <a:off x="4361650" y="65669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9" name="9u7j_2_tuned_PredictedAtoms_10">
            <a:extLst>
              <a:ext uri="{FF2B5EF4-FFF2-40B4-BE49-F238E27FC236}">
                <a16:creationId xmlns:a16="http://schemas.microsoft.com/office/drawing/2014/main" id="{69617039-17D6-4EBC-B326-8C1423E3D37B}"/>
              </a:ext>
            </a:extLst>
          </p:cNvPr>
          <p:cNvSpPr>
            <a:spLocks noGrp="1"/>
          </p:cNvSpPr>
          <p:nvPr/>
        </p:nvSpPr>
        <p:spPr>
          <a:xfrm>
            <a:off x="4521063" y="6542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0" name="9u7j_2_tuned_PredictedAtoms_11">
            <a:extLst>
              <a:ext uri="{FF2B5EF4-FFF2-40B4-BE49-F238E27FC236}">
                <a16:creationId xmlns:a16="http://schemas.microsoft.com/office/drawing/2014/main" id="{A289D4AE-7DA2-4F54-ABC4-AFC4EEA1E791}"/>
              </a:ext>
            </a:extLst>
          </p:cNvPr>
          <p:cNvSpPr>
            <a:spLocks noGrp="1"/>
          </p:cNvSpPr>
          <p:nvPr/>
        </p:nvSpPr>
        <p:spPr>
          <a:xfrm>
            <a:off x="4632971" y="65748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1" name="9u7j_2_tuned_PredictedAtoms_12">
            <a:extLst>
              <a:ext uri="{FF2B5EF4-FFF2-40B4-BE49-F238E27FC236}">
                <a16:creationId xmlns:a16="http://schemas.microsoft.com/office/drawing/2014/main" id="{F0E43388-DB96-4FDD-91E4-A0F74B96BE99}"/>
              </a:ext>
            </a:extLst>
          </p:cNvPr>
          <p:cNvSpPr>
            <a:spLocks noGrp="1"/>
          </p:cNvSpPr>
          <p:nvPr/>
        </p:nvSpPr>
        <p:spPr>
          <a:xfrm>
            <a:off x="4536458" y="63844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2" name="9u7j_2_tuned_PredictedAtoms_13">
            <a:extLst>
              <a:ext uri="{FF2B5EF4-FFF2-40B4-BE49-F238E27FC236}">
                <a16:creationId xmlns:a16="http://schemas.microsoft.com/office/drawing/2014/main" id="{4AB9EFB3-1BBD-4D9C-B364-95FA5E9DC3F7}"/>
              </a:ext>
            </a:extLst>
          </p:cNvPr>
          <p:cNvSpPr>
            <a:spLocks noGrp="1"/>
          </p:cNvSpPr>
          <p:nvPr/>
        </p:nvSpPr>
        <p:spPr>
          <a:xfrm>
            <a:off x="4540751" y="66436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3" name="9u7j_2_tuned_PredictedAtoms_14">
            <a:extLst>
              <a:ext uri="{FF2B5EF4-FFF2-40B4-BE49-F238E27FC236}">
                <a16:creationId xmlns:a16="http://schemas.microsoft.com/office/drawing/2014/main" id="{D1533849-D032-4576-91CF-6F11FDEA6285}"/>
              </a:ext>
            </a:extLst>
          </p:cNvPr>
          <p:cNvSpPr>
            <a:spLocks noGrp="1"/>
          </p:cNvSpPr>
          <p:nvPr/>
        </p:nvSpPr>
        <p:spPr>
          <a:xfrm>
            <a:off x="4562216" y="6668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4" name="9u7j_2_tuned_PredictedAtoms_15">
            <a:extLst>
              <a:ext uri="{FF2B5EF4-FFF2-40B4-BE49-F238E27FC236}">
                <a16:creationId xmlns:a16="http://schemas.microsoft.com/office/drawing/2014/main" id="{9A87829D-F98C-4290-85C4-03E8347164B1}"/>
              </a:ext>
            </a:extLst>
          </p:cNvPr>
          <p:cNvSpPr>
            <a:spLocks noGrp="1"/>
          </p:cNvSpPr>
          <p:nvPr/>
        </p:nvSpPr>
        <p:spPr>
          <a:xfrm>
            <a:off x="4712405" y="66455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5" name="9u7j_2_tuned_PredictedAtoms_16">
            <a:extLst>
              <a:ext uri="{FF2B5EF4-FFF2-40B4-BE49-F238E27FC236}">
                <a16:creationId xmlns:a16="http://schemas.microsoft.com/office/drawing/2014/main" id="{80FE6184-14CC-4D49-9FC0-C9F5F844121C}"/>
              </a:ext>
            </a:extLst>
          </p:cNvPr>
          <p:cNvSpPr>
            <a:spLocks noGrp="1"/>
          </p:cNvSpPr>
          <p:nvPr/>
        </p:nvSpPr>
        <p:spPr>
          <a:xfrm>
            <a:off x="4786166" y="67668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6" name="9u7j_2_tuned_PredictedAtoms_17">
            <a:extLst>
              <a:ext uri="{FF2B5EF4-FFF2-40B4-BE49-F238E27FC236}">
                <a16:creationId xmlns:a16="http://schemas.microsoft.com/office/drawing/2014/main" id="{052EE9EB-1B87-4F66-BF4C-21FFC329B752}"/>
              </a:ext>
            </a:extLst>
          </p:cNvPr>
          <p:cNvSpPr>
            <a:spLocks noGrp="1"/>
          </p:cNvSpPr>
          <p:nvPr/>
        </p:nvSpPr>
        <p:spPr>
          <a:xfrm>
            <a:off x="4911358" y="67257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7" name="9u7j_2_tuned_PredictedAtoms_18">
            <a:extLst>
              <a:ext uri="{FF2B5EF4-FFF2-40B4-BE49-F238E27FC236}">
                <a16:creationId xmlns:a16="http://schemas.microsoft.com/office/drawing/2014/main" id="{3962801C-C9FB-4FAF-9D67-2DE8987F9AF8}"/>
              </a:ext>
            </a:extLst>
          </p:cNvPr>
          <p:cNvSpPr>
            <a:spLocks noGrp="1"/>
          </p:cNvSpPr>
          <p:nvPr/>
        </p:nvSpPr>
        <p:spPr>
          <a:xfrm>
            <a:off x="4970781" y="68388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8" name="9u7j_2_tuned_PredictedAtoms_19">
            <a:extLst>
              <a:ext uri="{FF2B5EF4-FFF2-40B4-BE49-F238E27FC236}">
                <a16:creationId xmlns:a16="http://schemas.microsoft.com/office/drawing/2014/main" id="{E485D1D8-323B-414A-B4F2-6A75F5ABE0E3}"/>
              </a:ext>
            </a:extLst>
          </p:cNvPr>
          <p:cNvSpPr>
            <a:spLocks noGrp="1"/>
          </p:cNvSpPr>
          <p:nvPr/>
        </p:nvSpPr>
        <p:spPr>
          <a:xfrm>
            <a:off x="4892075" y="68987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9" name="9u7j_2_tuned_PredictedAtoms_20">
            <a:extLst>
              <a:ext uri="{FF2B5EF4-FFF2-40B4-BE49-F238E27FC236}">
                <a16:creationId xmlns:a16="http://schemas.microsoft.com/office/drawing/2014/main" id="{D8723675-F958-48C0-A89C-968EEEF19B0B}"/>
              </a:ext>
            </a:extLst>
          </p:cNvPr>
          <p:cNvSpPr>
            <a:spLocks noGrp="1"/>
          </p:cNvSpPr>
          <p:nvPr/>
        </p:nvSpPr>
        <p:spPr>
          <a:xfrm>
            <a:off x="4953122" y="69924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0" name="9u7j_2_tuned_PredictedAtoms_21">
            <a:extLst>
              <a:ext uri="{FF2B5EF4-FFF2-40B4-BE49-F238E27FC236}">
                <a16:creationId xmlns:a16="http://schemas.microsoft.com/office/drawing/2014/main" id="{20FC5CC5-C28B-4D94-AE00-7356F78842BA}"/>
              </a:ext>
            </a:extLst>
          </p:cNvPr>
          <p:cNvSpPr>
            <a:spLocks noGrp="1"/>
          </p:cNvSpPr>
          <p:nvPr/>
        </p:nvSpPr>
        <p:spPr>
          <a:xfrm>
            <a:off x="5097282" y="70384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1" name="9u7j_2_tuned_PredictedAtoms_22">
            <a:extLst>
              <a:ext uri="{FF2B5EF4-FFF2-40B4-BE49-F238E27FC236}">
                <a16:creationId xmlns:a16="http://schemas.microsoft.com/office/drawing/2014/main" id="{BED522F6-DFD6-4FD5-8921-11DE4A063906}"/>
              </a:ext>
            </a:extLst>
          </p:cNvPr>
          <p:cNvSpPr>
            <a:spLocks noGrp="1"/>
          </p:cNvSpPr>
          <p:nvPr/>
        </p:nvSpPr>
        <p:spPr>
          <a:xfrm>
            <a:off x="5161677" y="71232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2" name="9u7j_2_tuned_PredictedAtoms_23">
            <a:extLst>
              <a:ext uri="{FF2B5EF4-FFF2-40B4-BE49-F238E27FC236}">
                <a16:creationId xmlns:a16="http://schemas.microsoft.com/office/drawing/2014/main" id="{9493A8D5-0E6F-403F-A114-4492D1FD85C0}"/>
              </a:ext>
            </a:extLst>
          </p:cNvPr>
          <p:cNvSpPr>
            <a:spLocks noGrp="1"/>
          </p:cNvSpPr>
          <p:nvPr/>
        </p:nvSpPr>
        <p:spPr>
          <a:xfrm>
            <a:off x="5165298" y="69800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3" name="9u7j_2_tuned_PredictedAtoms_24">
            <a:extLst>
              <a:ext uri="{FF2B5EF4-FFF2-40B4-BE49-F238E27FC236}">
                <a16:creationId xmlns:a16="http://schemas.microsoft.com/office/drawing/2014/main" id="{D8BFB204-62F6-46DE-8413-0171C395CD13}"/>
              </a:ext>
            </a:extLst>
          </p:cNvPr>
          <p:cNvSpPr>
            <a:spLocks noGrp="1"/>
          </p:cNvSpPr>
          <p:nvPr/>
        </p:nvSpPr>
        <p:spPr>
          <a:xfrm>
            <a:off x="5111112" y="68874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4" name="9u7j_2_tuned_PredictedAtoms_25">
            <a:extLst>
              <a:ext uri="{FF2B5EF4-FFF2-40B4-BE49-F238E27FC236}">
                <a16:creationId xmlns:a16="http://schemas.microsoft.com/office/drawing/2014/main" id="{7B8FEC2B-3EBD-4267-83EA-AD08BED8C024}"/>
              </a:ext>
            </a:extLst>
          </p:cNvPr>
          <p:cNvSpPr>
            <a:spLocks noGrp="1"/>
          </p:cNvSpPr>
          <p:nvPr/>
        </p:nvSpPr>
        <p:spPr>
          <a:xfrm>
            <a:off x="5194340" y="68499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5" name="9u7j_2_tuned_PredictedAtoms_26">
            <a:extLst>
              <a:ext uri="{FF2B5EF4-FFF2-40B4-BE49-F238E27FC236}">
                <a16:creationId xmlns:a16="http://schemas.microsoft.com/office/drawing/2014/main" id="{D2C2836C-5F7A-4EB5-8AAA-2AEA7EF68DE7}"/>
              </a:ext>
            </a:extLst>
          </p:cNvPr>
          <p:cNvSpPr>
            <a:spLocks noGrp="1"/>
          </p:cNvSpPr>
          <p:nvPr/>
        </p:nvSpPr>
        <p:spPr>
          <a:xfrm>
            <a:off x="4875376" y="65743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6" name="9u7j_2_tuned_PredictedAtoms_27">
            <a:extLst>
              <a:ext uri="{FF2B5EF4-FFF2-40B4-BE49-F238E27FC236}">
                <a16:creationId xmlns:a16="http://schemas.microsoft.com/office/drawing/2014/main" id="{1405C204-D19F-48A8-A1C7-2B99C66ACF5C}"/>
              </a:ext>
            </a:extLst>
          </p:cNvPr>
          <p:cNvSpPr>
            <a:spLocks noGrp="1"/>
          </p:cNvSpPr>
          <p:nvPr/>
        </p:nvSpPr>
        <p:spPr>
          <a:xfrm>
            <a:off x="4984653" y="64731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7" name="9u7j_2_tuned_PredictedAtoms_28">
            <a:extLst>
              <a:ext uri="{FF2B5EF4-FFF2-40B4-BE49-F238E27FC236}">
                <a16:creationId xmlns:a16="http://schemas.microsoft.com/office/drawing/2014/main" id="{46724C4D-9E50-4C6C-95E3-6D5432627D4E}"/>
              </a:ext>
            </a:extLst>
          </p:cNvPr>
          <p:cNvSpPr>
            <a:spLocks noGrp="1"/>
          </p:cNvSpPr>
          <p:nvPr/>
        </p:nvSpPr>
        <p:spPr>
          <a:xfrm>
            <a:off x="4765481" y="65157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8" name="9u7j_2_tuned_PredictedAtoms_29">
            <a:extLst>
              <a:ext uri="{FF2B5EF4-FFF2-40B4-BE49-F238E27FC236}">
                <a16:creationId xmlns:a16="http://schemas.microsoft.com/office/drawing/2014/main" id="{07BAC2AB-15A5-4EAD-BFC2-A0E6ECAC3E2A}"/>
              </a:ext>
            </a:extLst>
          </p:cNvPr>
          <p:cNvSpPr>
            <a:spLocks noGrp="1"/>
          </p:cNvSpPr>
          <p:nvPr/>
        </p:nvSpPr>
        <p:spPr>
          <a:xfrm>
            <a:off x="4837497" y="64076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9" name="9u7j_2_tuned_PredictedAtoms_30">
            <a:extLst>
              <a:ext uri="{FF2B5EF4-FFF2-40B4-BE49-F238E27FC236}">
                <a16:creationId xmlns:a16="http://schemas.microsoft.com/office/drawing/2014/main" id="{B920FFC7-CDBC-4204-9CF4-D9A73B9241D7}"/>
              </a:ext>
            </a:extLst>
          </p:cNvPr>
          <p:cNvSpPr>
            <a:spLocks noGrp="1"/>
          </p:cNvSpPr>
          <p:nvPr/>
        </p:nvSpPr>
        <p:spPr>
          <a:xfrm>
            <a:off x="4081718" y="66825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0" name="9u7j_2_tuned_PredictedAtoms_31">
            <a:extLst>
              <a:ext uri="{FF2B5EF4-FFF2-40B4-BE49-F238E27FC236}">
                <a16:creationId xmlns:a16="http://schemas.microsoft.com/office/drawing/2014/main" id="{8584739D-5A0F-457D-A203-9152D431E9AB}"/>
              </a:ext>
            </a:extLst>
          </p:cNvPr>
          <p:cNvSpPr>
            <a:spLocks noGrp="1"/>
          </p:cNvSpPr>
          <p:nvPr/>
        </p:nvSpPr>
        <p:spPr>
          <a:xfrm>
            <a:off x="4046264" y="6544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1" name="9u7j_2_tuned_PredictedAtoms_32">
            <a:extLst>
              <a:ext uri="{FF2B5EF4-FFF2-40B4-BE49-F238E27FC236}">
                <a16:creationId xmlns:a16="http://schemas.microsoft.com/office/drawing/2014/main" id="{7E871F94-8AA9-4FBB-AEEB-0998670AE90D}"/>
              </a:ext>
            </a:extLst>
          </p:cNvPr>
          <p:cNvSpPr>
            <a:spLocks noGrp="1"/>
          </p:cNvSpPr>
          <p:nvPr/>
        </p:nvSpPr>
        <p:spPr>
          <a:xfrm>
            <a:off x="4196310" y="67742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2" name="9u7j_2_tuned_PredictedAtoms_33">
            <a:extLst>
              <a:ext uri="{FF2B5EF4-FFF2-40B4-BE49-F238E27FC236}">
                <a16:creationId xmlns:a16="http://schemas.microsoft.com/office/drawing/2014/main" id="{6EF9B2F8-56B2-4AF5-8669-107022EB9DD8}"/>
              </a:ext>
            </a:extLst>
          </p:cNvPr>
          <p:cNvSpPr>
            <a:spLocks noGrp="1"/>
          </p:cNvSpPr>
          <p:nvPr/>
        </p:nvSpPr>
        <p:spPr>
          <a:xfrm>
            <a:off x="4179599" y="68300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3" name="9u7j_2_tuned_PredictedAtoms_34">
            <a:extLst>
              <a:ext uri="{FF2B5EF4-FFF2-40B4-BE49-F238E27FC236}">
                <a16:creationId xmlns:a16="http://schemas.microsoft.com/office/drawing/2014/main" id="{E3F6A512-5AFB-4D33-B215-98814AA6412F}"/>
              </a:ext>
            </a:extLst>
          </p:cNvPr>
          <p:cNvSpPr>
            <a:spLocks noGrp="1"/>
          </p:cNvSpPr>
          <p:nvPr/>
        </p:nvSpPr>
        <p:spPr>
          <a:xfrm>
            <a:off x="4238939" y="68922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4" name="9u7j_2_tuned_PredictedAtoms_35">
            <a:extLst>
              <a:ext uri="{FF2B5EF4-FFF2-40B4-BE49-F238E27FC236}">
                <a16:creationId xmlns:a16="http://schemas.microsoft.com/office/drawing/2014/main" id="{B822AAF3-98AE-4CFA-A770-B10BAA867E02}"/>
              </a:ext>
            </a:extLst>
          </p:cNvPr>
          <p:cNvSpPr>
            <a:spLocks noGrp="1"/>
          </p:cNvSpPr>
          <p:nvPr/>
        </p:nvSpPr>
        <p:spPr>
          <a:xfrm>
            <a:off x="4301453" y="70079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5" name="stage3-cases-main_36">
            <a:extLst>
              <a:ext uri="{FF2B5EF4-FFF2-40B4-BE49-F238E27FC236}">
                <a16:creationId xmlns:a16="http://schemas.microsoft.com/office/drawing/2014/main" id="{8A677AF3-41AB-4EAA-8BEB-EBF1943E4DF9}"/>
              </a:ext>
            </a:extLst>
          </p:cNvPr>
          <p:cNvSpPr>
            <a:spLocks noGrp="1"/>
          </p:cNvSpPr>
          <p:nvPr/>
        </p:nvSpPr>
        <p:spPr>
          <a:xfrm>
            <a:off x="32004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0.90 Å   D 89%   Clash 0</a:t>
            </a:r>
          </a:p>
        </p:txBody>
      </p:sp>
      <p:sp>
        <p:nvSpPr>
          <p:cNvPr id="1226" name="9u7j_2_build_Receptor">
            <a:extLst>
              <a:ext uri="{FF2B5EF4-FFF2-40B4-BE49-F238E27FC236}">
                <a16:creationId xmlns:a16="http://schemas.microsoft.com/office/drawing/2014/main" id="{6F89A219-6C3C-4911-98B7-659EC1715CB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227" name="9u7j_2_build_ExperimentalDensity">
            <a:extLst>
              <a:ext uri="{FF2B5EF4-FFF2-40B4-BE49-F238E27FC236}">
                <a16:creationId xmlns:a16="http://schemas.microsoft.com/office/drawing/2014/main" id="{A41A21A9-DEFB-488F-B9EB-4C1968DFE0C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228" name="9u7j_2_build_ReferenceLigand_0">
            <a:extLst>
              <a:ext uri="{FF2B5EF4-FFF2-40B4-BE49-F238E27FC236}">
                <a16:creationId xmlns:a16="http://schemas.microsoft.com/office/drawing/2014/main" id="{5666B994-A631-418D-9E8B-998977F38B4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9" name="9u7j_2_build_ReferenceLigand_1">
            <a:extLst>
              <a:ext uri="{FF2B5EF4-FFF2-40B4-BE49-F238E27FC236}">
                <a16:creationId xmlns:a16="http://schemas.microsoft.com/office/drawing/2014/main" id="{7946E1DF-5222-4830-845E-90DF31AA82C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0" name="9u7j_2_build_ReferenceLigand_2">
            <a:extLst>
              <a:ext uri="{FF2B5EF4-FFF2-40B4-BE49-F238E27FC236}">
                <a16:creationId xmlns:a16="http://schemas.microsoft.com/office/drawing/2014/main" id="{9C9B1AB9-CC37-45D4-9D92-3C7BE488774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1" name="9u7j_2_build_ReferenceLigand_3">
            <a:extLst>
              <a:ext uri="{FF2B5EF4-FFF2-40B4-BE49-F238E27FC236}">
                <a16:creationId xmlns:a16="http://schemas.microsoft.com/office/drawing/2014/main" id="{F465ADDE-9425-414C-B52B-A11889087F0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2" name="9u7j_2_build_ReferenceLigand_4">
            <a:extLst>
              <a:ext uri="{FF2B5EF4-FFF2-40B4-BE49-F238E27FC236}">
                <a16:creationId xmlns:a16="http://schemas.microsoft.com/office/drawing/2014/main" id="{3C0F4AF0-BCFA-4BC8-9861-C6BCC109A85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3" name="9u7j_2_build_ReferenceLigand_5">
            <a:extLst>
              <a:ext uri="{FF2B5EF4-FFF2-40B4-BE49-F238E27FC236}">
                <a16:creationId xmlns:a16="http://schemas.microsoft.com/office/drawing/2014/main" id="{4210E3F5-724E-499F-AFD9-3135CC4767C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4" name="9u7j_2_build_ReferenceLigand_6">
            <a:extLst>
              <a:ext uri="{FF2B5EF4-FFF2-40B4-BE49-F238E27FC236}">
                <a16:creationId xmlns:a16="http://schemas.microsoft.com/office/drawing/2014/main" id="{69B16ACF-F512-40A4-A7F6-1C34A64B90E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5" name="9u7j_2_build_ReferenceLigand_7">
            <a:extLst>
              <a:ext uri="{FF2B5EF4-FFF2-40B4-BE49-F238E27FC236}">
                <a16:creationId xmlns:a16="http://schemas.microsoft.com/office/drawing/2014/main" id="{A65B653A-14F1-41A9-87A8-B99BB37F778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6" name="9u7j_2_build_ReferenceLigand_8">
            <a:extLst>
              <a:ext uri="{FF2B5EF4-FFF2-40B4-BE49-F238E27FC236}">
                <a16:creationId xmlns:a16="http://schemas.microsoft.com/office/drawing/2014/main" id="{88E27DAE-AC01-43B0-B675-6DA6C25CE2F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7" name="9u7j_2_build_ReferenceLigand_9">
            <a:extLst>
              <a:ext uri="{FF2B5EF4-FFF2-40B4-BE49-F238E27FC236}">
                <a16:creationId xmlns:a16="http://schemas.microsoft.com/office/drawing/2014/main" id="{E52B9361-8D02-4C1D-9932-4D0921B3DEA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8" name="9u7j_2_build_ReferenceLigand_10">
            <a:extLst>
              <a:ext uri="{FF2B5EF4-FFF2-40B4-BE49-F238E27FC236}">
                <a16:creationId xmlns:a16="http://schemas.microsoft.com/office/drawing/2014/main" id="{EEE1A496-3127-412E-8179-CF0EC58AD6B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9" name="9u7j_2_build_ReferenceLigand_11">
            <a:extLst>
              <a:ext uri="{FF2B5EF4-FFF2-40B4-BE49-F238E27FC236}">
                <a16:creationId xmlns:a16="http://schemas.microsoft.com/office/drawing/2014/main" id="{DE2A45A8-8A07-464E-9233-521ECCA5795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0" name="9u7j_2_build_ReferenceLigand_12">
            <a:extLst>
              <a:ext uri="{FF2B5EF4-FFF2-40B4-BE49-F238E27FC236}">
                <a16:creationId xmlns:a16="http://schemas.microsoft.com/office/drawing/2014/main" id="{F832204C-E4E5-4FA5-9F08-96F2B6F574E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1" name="9u7j_2_build_ReferenceLigand_13">
            <a:extLst>
              <a:ext uri="{FF2B5EF4-FFF2-40B4-BE49-F238E27FC236}">
                <a16:creationId xmlns:a16="http://schemas.microsoft.com/office/drawing/2014/main" id="{AAB86E49-CC74-4B05-967F-06421DEB29D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2" name="9u7j_2_build_ReferenceLigand_14">
            <a:extLst>
              <a:ext uri="{FF2B5EF4-FFF2-40B4-BE49-F238E27FC236}">
                <a16:creationId xmlns:a16="http://schemas.microsoft.com/office/drawing/2014/main" id="{2015D46E-366F-4E6B-9446-E9FBABBF874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3" name="9u7j_2_build_ReferenceLigand_15">
            <a:extLst>
              <a:ext uri="{FF2B5EF4-FFF2-40B4-BE49-F238E27FC236}">
                <a16:creationId xmlns:a16="http://schemas.microsoft.com/office/drawing/2014/main" id="{41E5FBD5-337F-4C55-90CF-9B9BC645F90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4" name="9u7j_2_build_ReferenceLigand_16">
            <a:extLst>
              <a:ext uri="{FF2B5EF4-FFF2-40B4-BE49-F238E27FC236}">
                <a16:creationId xmlns:a16="http://schemas.microsoft.com/office/drawing/2014/main" id="{A851B7EC-24E0-467B-A0A4-6B44B0F5623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5" name="9u7j_2_build_ReferenceLigand_17">
            <a:extLst>
              <a:ext uri="{FF2B5EF4-FFF2-40B4-BE49-F238E27FC236}">
                <a16:creationId xmlns:a16="http://schemas.microsoft.com/office/drawing/2014/main" id="{AB981C4F-87BC-4671-B16A-0A94AE37B29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6" name="9u7j_2_build_ReferenceLigand_18">
            <a:extLst>
              <a:ext uri="{FF2B5EF4-FFF2-40B4-BE49-F238E27FC236}">
                <a16:creationId xmlns:a16="http://schemas.microsoft.com/office/drawing/2014/main" id="{55CFEDBE-7016-470D-8FC7-7715A7CE71C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7" name="9u7j_2_build_ReferenceLigand_19">
            <a:extLst>
              <a:ext uri="{FF2B5EF4-FFF2-40B4-BE49-F238E27FC236}">
                <a16:creationId xmlns:a16="http://schemas.microsoft.com/office/drawing/2014/main" id="{A2C3671E-0448-45BA-B4D6-50AE866809E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8" name="9u7j_2_build_ReferenceLigand_20">
            <a:extLst>
              <a:ext uri="{FF2B5EF4-FFF2-40B4-BE49-F238E27FC236}">
                <a16:creationId xmlns:a16="http://schemas.microsoft.com/office/drawing/2014/main" id="{4FF9EAAC-CE62-4586-96C2-D8EFE389DEC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9" name="9u7j_2_build_ReferenceLigand_21">
            <a:extLst>
              <a:ext uri="{FF2B5EF4-FFF2-40B4-BE49-F238E27FC236}">
                <a16:creationId xmlns:a16="http://schemas.microsoft.com/office/drawing/2014/main" id="{A2DD5539-2432-48EC-A2BA-E962A15E374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0" name="9u7j_2_build_ReferenceLigand_22">
            <a:extLst>
              <a:ext uri="{FF2B5EF4-FFF2-40B4-BE49-F238E27FC236}">
                <a16:creationId xmlns:a16="http://schemas.microsoft.com/office/drawing/2014/main" id="{F54AF173-A53D-41E7-BFDC-86B108C0630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1" name="9u7j_2_build_ReferenceLigand_23">
            <a:extLst>
              <a:ext uri="{FF2B5EF4-FFF2-40B4-BE49-F238E27FC236}">
                <a16:creationId xmlns:a16="http://schemas.microsoft.com/office/drawing/2014/main" id="{4FF5ED13-7469-4086-9765-51E767E864E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2" name="9u7j_2_build_ReferenceLigand_24">
            <a:extLst>
              <a:ext uri="{FF2B5EF4-FFF2-40B4-BE49-F238E27FC236}">
                <a16:creationId xmlns:a16="http://schemas.microsoft.com/office/drawing/2014/main" id="{A3B7E5B9-771E-4A12-88D4-CC8D21D2B61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3" name="9u7j_2_build_ReferenceLigand_25">
            <a:extLst>
              <a:ext uri="{FF2B5EF4-FFF2-40B4-BE49-F238E27FC236}">
                <a16:creationId xmlns:a16="http://schemas.microsoft.com/office/drawing/2014/main" id="{B8B96BE0-C6DC-41D2-AED8-3B9F5206617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4" name="9u7j_2_build_ReferenceLigand_26">
            <a:extLst>
              <a:ext uri="{FF2B5EF4-FFF2-40B4-BE49-F238E27FC236}">
                <a16:creationId xmlns:a16="http://schemas.microsoft.com/office/drawing/2014/main" id="{76C19ABC-58F2-44D7-BD4B-585B74BD2F8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5" name="9u7j_2_build_ReferenceLigand_27">
            <a:extLst>
              <a:ext uri="{FF2B5EF4-FFF2-40B4-BE49-F238E27FC236}">
                <a16:creationId xmlns:a16="http://schemas.microsoft.com/office/drawing/2014/main" id="{39B7E20F-D16F-4B5B-A882-7F950004DF9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6" name="9u7j_2_build_ReferenceLigand_28">
            <a:extLst>
              <a:ext uri="{FF2B5EF4-FFF2-40B4-BE49-F238E27FC236}">
                <a16:creationId xmlns:a16="http://schemas.microsoft.com/office/drawing/2014/main" id="{C1002A7E-BC68-4C71-81B1-E641CD69C43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7" name="9u7j_2_build_ReferenceLigand_29">
            <a:extLst>
              <a:ext uri="{FF2B5EF4-FFF2-40B4-BE49-F238E27FC236}">
                <a16:creationId xmlns:a16="http://schemas.microsoft.com/office/drawing/2014/main" id="{2C642101-A713-4190-A4F2-D86F93031D7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8" name="9u7j_2_build_ReferenceLigand_30">
            <a:extLst>
              <a:ext uri="{FF2B5EF4-FFF2-40B4-BE49-F238E27FC236}">
                <a16:creationId xmlns:a16="http://schemas.microsoft.com/office/drawing/2014/main" id="{642AFEDD-E4E6-4953-B159-3C4346D1C8B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9" name="9u7j_2_build_ReferenceLigand_31">
            <a:extLst>
              <a:ext uri="{FF2B5EF4-FFF2-40B4-BE49-F238E27FC236}">
                <a16:creationId xmlns:a16="http://schemas.microsoft.com/office/drawing/2014/main" id="{87F93751-5299-46E5-9A2F-A9CF2165E2A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0" name="9u7j_2_build_ReferenceLigand_32">
            <a:extLst>
              <a:ext uri="{FF2B5EF4-FFF2-40B4-BE49-F238E27FC236}">
                <a16:creationId xmlns:a16="http://schemas.microsoft.com/office/drawing/2014/main" id="{A745C20F-C399-4D9F-83AF-5B378B01599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1" name="9u7j_2_build_ReferenceLigand_33">
            <a:extLst>
              <a:ext uri="{FF2B5EF4-FFF2-40B4-BE49-F238E27FC236}">
                <a16:creationId xmlns:a16="http://schemas.microsoft.com/office/drawing/2014/main" id="{21D4FE7B-2FA1-4C0A-929E-9EE7CA836D0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2" name="9u7j_2_build_ReferenceLigand_34">
            <a:extLst>
              <a:ext uri="{FF2B5EF4-FFF2-40B4-BE49-F238E27FC236}">
                <a16:creationId xmlns:a16="http://schemas.microsoft.com/office/drawing/2014/main" id="{77FD1A3B-C7D6-4926-8453-72E04568BDE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3" name="9u7j_2_build_ReferenceLigand_35">
            <a:extLst>
              <a:ext uri="{FF2B5EF4-FFF2-40B4-BE49-F238E27FC236}">
                <a16:creationId xmlns:a16="http://schemas.microsoft.com/office/drawing/2014/main" id="{D193776C-0E21-4086-93A3-EFA351B9B8F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4" name="9u7j_2_build_ReferenceLigand_36">
            <a:extLst>
              <a:ext uri="{FF2B5EF4-FFF2-40B4-BE49-F238E27FC236}">
                <a16:creationId xmlns:a16="http://schemas.microsoft.com/office/drawing/2014/main" id="{B1945A38-D404-4A58-A00A-6F1E30498C8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5" name="9u7j_2_build_ReferenceLigand_37">
            <a:extLst>
              <a:ext uri="{FF2B5EF4-FFF2-40B4-BE49-F238E27FC236}">
                <a16:creationId xmlns:a16="http://schemas.microsoft.com/office/drawing/2014/main" id="{DFA2E6B9-F6D2-4486-93D0-25D160FBFB8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6" name="9u7j_2_build_PredictedLigand_0">
            <a:extLst>
              <a:ext uri="{FF2B5EF4-FFF2-40B4-BE49-F238E27FC236}">
                <a16:creationId xmlns:a16="http://schemas.microsoft.com/office/drawing/2014/main" id="{C61E112A-EA30-4DCA-B5F4-D658E52146B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719677" y="7031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7" name="9u7j_2_build_PredictedLigand_1">
            <a:extLst>
              <a:ext uri="{FF2B5EF4-FFF2-40B4-BE49-F238E27FC236}">
                <a16:creationId xmlns:a16="http://schemas.microsoft.com/office/drawing/2014/main" id="{6221D442-C0CB-4902-944E-798FB2A9846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07909" y="4880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8" name="9u7j_2_build_PredictedLigand_2">
            <a:extLst>
              <a:ext uri="{FF2B5EF4-FFF2-40B4-BE49-F238E27FC236}">
                <a16:creationId xmlns:a16="http://schemas.microsoft.com/office/drawing/2014/main" id="{A2621727-6AF4-445E-A609-AD6132E54B9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893009" y="943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9" name="9u7j_2_build_PredictedLigand_3">
            <a:extLst>
              <a:ext uri="{FF2B5EF4-FFF2-40B4-BE49-F238E27FC236}">
                <a16:creationId xmlns:a16="http://schemas.microsoft.com/office/drawing/2014/main" id="{882E8E18-57C5-414E-A556-5D492D35211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15371" y="232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0" name="9u7j_2_build_PredictedLigand_4">
            <a:extLst>
              <a:ext uri="{FF2B5EF4-FFF2-40B4-BE49-F238E27FC236}">
                <a16:creationId xmlns:a16="http://schemas.microsoft.com/office/drawing/2014/main" id="{AAE3A70A-2582-46C4-9F38-917BB9C83CF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867703" y="8395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1" name="9u7j_2_build_PredictedLigand_5">
            <a:extLst>
              <a:ext uri="{FF2B5EF4-FFF2-40B4-BE49-F238E27FC236}">
                <a16:creationId xmlns:a16="http://schemas.microsoft.com/office/drawing/2014/main" id="{2972A333-B3E1-41EC-A428-E7AF1A58221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163016" y="381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2" name="9u7j_2_build_PredictedLigand_6">
            <a:extLst>
              <a:ext uri="{FF2B5EF4-FFF2-40B4-BE49-F238E27FC236}">
                <a16:creationId xmlns:a16="http://schemas.microsoft.com/office/drawing/2014/main" id="{A2C306FF-E855-4D89-ADEF-12009C891AC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955337" y="837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3" name="9u7j_2_build_PredictedLigand_7">
            <a:extLst>
              <a:ext uri="{FF2B5EF4-FFF2-40B4-BE49-F238E27FC236}">
                <a16:creationId xmlns:a16="http://schemas.microsoft.com/office/drawing/2014/main" id="{14C8541F-1D12-4C97-BDFC-38B9490E3FE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6953" y="415162"/>
                </a:moveTo>
                <a:lnTo>
                  <a:pt x="1304512" y="3779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4" name="9u7j_2_build_PredictedLigand_8">
            <a:extLst>
              <a:ext uri="{FF2B5EF4-FFF2-40B4-BE49-F238E27FC236}">
                <a16:creationId xmlns:a16="http://schemas.microsoft.com/office/drawing/2014/main" id="{B82F1779-9884-486E-AA39-8E3A74D232C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3016" y="381815"/>
                </a:moveTo>
                <a:lnTo>
                  <a:pt x="1055042" y="4814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5" name="9u7j_2_build_PredictedLigand_9">
            <a:extLst>
              <a:ext uri="{FF2B5EF4-FFF2-40B4-BE49-F238E27FC236}">
                <a16:creationId xmlns:a16="http://schemas.microsoft.com/office/drawing/2014/main" id="{FF301FBA-2CE2-48B3-9746-F688AB89569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710002" y="7963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6" name="9u7j_2_build_PredictedLigand_10">
            <a:extLst>
              <a:ext uri="{FF2B5EF4-FFF2-40B4-BE49-F238E27FC236}">
                <a16:creationId xmlns:a16="http://schemas.microsoft.com/office/drawing/2014/main" id="{2A6A8D36-7BBB-476C-9480-40CBA716967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2070926" y="890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7" name="9u7j_2_build_PredictedLigand_11">
            <a:extLst>
              <a:ext uri="{FF2B5EF4-FFF2-40B4-BE49-F238E27FC236}">
                <a16:creationId xmlns:a16="http://schemas.microsoft.com/office/drawing/2014/main" id="{593D1099-DE69-418E-9027-B5F851A88EC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042" y="481480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8" name="9u7j_2_build_PredictedLigand_12">
            <a:extLst>
              <a:ext uri="{FF2B5EF4-FFF2-40B4-BE49-F238E27FC236}">
                <a16:creationId xmlns:a16="http://schemas.microsoft.com/office/drawing/2014/main" id="{A9F9C19A-AA4F-4A91-8101-EFB5F000C58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750618" y="10017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9" name="9u7j_2_build_PredictedLigand_13">
            <a:extLst>
              <a:ext uri="{FF2B5EF4-FFF2-40B4-BE49-F238E27FC236}">
                <a16:creationId xmlns:a16="http://schemas.microsoft.com/office/drawing/2014/main" id="{747C479D-C9A9-42EF-9E2A-12010545154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618" y="1001709"/>
                </a:moveTo>
                <a:lnTo>
                  <a:pt x="561659" y="7373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0" name="9u7j_2_build_PredictedLigand_14">
            <a:extLst>
              <a:ext uri="{FF2B5EF4-FFF2-40B4-BE49-F238E27FC236}">
                <a16:creationId xmlns:a16="http://schemas.microsoft.com/office/drawing/2014/main" id="{CB783F65-14D9-4B8D-BCAE-9048CB0533D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55715" y="12577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1" name="9u7j_2_build_PredictedLigand_15">
            <a:extLst>
              <a:ext uri="{FF2B5EF4-FFF2-40B4-BE49-F238E27FC236}">
                <a16:creationId xmlns:a16="http://schemas.microsoft.com/office/drawing/2014/main" id="{A53A1025-C7F1-4229-91E4-442A30584D6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684334" y="548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2" name="9u7j_2_build_PredictedLigand_16">
            <a:extLst>
              <a:ext uri="{FF2B5EF4-FFF2-40B4-BE49-F238E27FC236}">
                <a16:creationId xmlns:a16="http://schemas.microsoft.com/office/drawing/2014/main" id="{0F6D9B68-B583-4BA7-B9F4-B0DD307C004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6006" y="499951"/>
                </a:moveTo>
                <a:lnTo>
                  <a:pt x="884669" y="6214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3" name="9u7j_2_build_PredictedLigand_17">
            <a:extLst>
              <a:ext uri="{FF2B5EF4-FFF2-40B4-BE49-F238E27FC236}">
                <a16:creationId xmlns:a16="http://schemas.microsoft.com/office/drawing/2014/main" id="{CCAC49D8-86C4-4309-AC68-07CB09774F7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576474" y="700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4" name="9u7j_2_build_PredictedLigand_18">
            <a:extLst>
              <a:ext uri="{FF2B5EF4-FFF2-40B4-BE49-F238E27FC236}">
                <a16:creationId xmlns:a16="http://schemas.microsoft.com/office/drawing/2014/main" id="{F2F88029-352E-4AA7-845F-B07D7560DAC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26953" y="415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5" name="9u7j_2_build_PredictedLigand_19">
            <a:extLst>
              <a:ext uri="{FF2B5EF4-FFF2-40B4-BE49-F238E27FC236}">
                <a16:creationId xmlns:a16="http://schemas.microsoft.com/office/drawing/2014/main" id="{39E7C169-0C27-4FB4-9631-C4DAC47AB52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6" name="9u7j_2_build_PredictedLigand_20">
            <a:extLst>
              <a:ext uri="{FF2B5EF4-FFF2-40B4-BE49-F238E27FC236}">
                <a16:creationId xmlns:a16="http://schemas.microsoft.com/office/drawing/2014/main" id="{FEDDF13A-D24C-4565-9002-0A149BF5D3A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334" y="548541"/>
                </a:moveTo>
                <a:lnTo>
                  <a:pt x="1540424" y="4459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7" name="9u7j_2_build_PredictedLigand_21">
            <a:extLst>
              <a:ext uri="{FF2B5EF4-FFF2-40B4-BE49-F238E27FC236}">
                <a16:creationId xmlns:a16="http://schemas.microsoft.com/office/drawing/2014/main" id="{0B6224E2-1C51-4CA7-B4C9-247B81EAABF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4669" y="621455"/>
                </a:moveTo>
                <a:lnTo>
                  <a:pt x="841070" y="6800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8" name="9u7j_2_build_PredictedLigand_22">
            <a:extLst>
              <a:ext uri="{FF2B5EF4-FFF2-40B4-BE49-F238E27FC236}">
                <a16:creationId xmlns:a16="http://schemas.microsoft.com/office/drawing/2014/main" id="{F9860817-A193-46EE-B36C-4FC6D76BA9B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9" name="9u7j_2_build_PredictedLigand_23">
            <a:extLst>
              <a:ext uri="{FF2B5EF4-FFF2-40B4-BE49-F238E27FC236}">
                <a16:creationId xmlns:a16="http://schemas.microsoft.com/office/drawing/2014/main" id="{66D5E552-71B2-4FA4-86C0-4AA1F81D232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39" y="765673"/>
                </a:moveTo>
                <a:lnTo>
                  <a:pt x="1671632" y="71068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0" name="9u7j_2_build_PredictedLigand_24">
            <a:extLst>
              <a:ext uri="{FF2B5EF4-FFF2-40B4-BE49-F238E27FC236}">
                <a16:creationId xmlns:a16="http://schemas.microsoft.com/office/drawing/2014/main" id="{E475BD9B-C8EA-446E-8355-07823D94FBB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17986" y="12447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1" name="9u7j_2_build_PredictedLigand_25">
            <a:extLst>
              <a:ext uri="{FF2B5EF4-FFF2-40B4-BE49-F238E27FC236}">
                <a16:creationId xmlns:a16="http://schemas.microsoft.com/office/drawing/2014/main" id="{C4B3EDF6-FEDA-4D46-B1E9-567926063EA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2" name="9u7j_2_build_PredictedLigand_26">
            <a:extLst>
              <a:ext uri="{FF2B5EF4-FFF2-40B4-BE49-F238E27FC236}">
                <a16:creationId xmlns:a16="http://schemas.microsoft.com/office/drawing/2014/main" id="{17EE66EA-F5EA-4EF0-A17A-2E3EA44E4F2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0415" y="741677"/>
                </a:moveTo>
                <a:lnTo>
                  <a:pt x="1765839" y="765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3" name="9u7j_2_build_PredictedLigand_27">
            <a:extLst>
              <a:ext uri="{FF2B5EF4-FFF2-40B4-BE49-F238E27FC236}">
                <a16:creationId xmlns:a16="http://schemas.microsoft.com/office/drawing/2014/main" id="{3E58AC34-E07B-401B-963C-32866210DEB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026" y="824620"/>
                </a:moveTo>
                <a:lnTo>
                  <a:pt x="989986" y="8583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4" name="9u7j_2_build_PredictedLigand_28">
            <a:extLst>
              <a:ext uri="{FF2B5EF4-FFF2-40B4-BE49-F238E27FC236}">
                <a16:creationId xmlns:a16="http://schemas.microsoft.com/office/drawing/2014/main" id="{9402F5C3-1AE2-4547-AA53-708B3B947EF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5" name="9u7j_2_build_PredictedLigand_29">
            <a:extLst>
              <a:ext uri="{FF2B5EF4-FFF2-40B4-BE49-F238E27FC236}">
                <a16:creationId xmlns:a16="http://schemas.microsoft.com/office/drawing/2014/main" id="{F2C8EED1-118F-4746-9738-3652C943984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616540" y="3185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6" name="9u7j_2_build_PredictedLigand_30">
            <a:extLst>
              <a:ext uri="{FF2B5EF4-FFF2-40B4-BE49-F238E27FC236}">
                <a16:creationId xmlns:a16="http://schemas.microsoft.com/office/drawing/2014/main" id="{17C59D03-A72B-43B9-B594-C065DFC24D7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9986" y="858308"/>
                </a:moveTo>
                <a:lnTo>
                  <a:pt x="1007426" y="9977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7" name="9u7j_2_build_PredictedLigand_31">
            <a:extLst>
              <a:ext uri="{FF2B5EF4-FFF2-40B4-BE49-F238E27FC236}">
                <a16:creationId xmlns:a16="http://schemas.microsoft.com/office/drawing/2014/main" id="{A575D996-938E-4DCE-855B-897DF8C79B6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86296" y="5209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8" name="9u7j_2_build_PredictedLigand_32">
            <a:extLst>
              <a:ext uri="{FF2B5EF4-FFF2-40B4-BE49-F238E27FC236}">
                <a16:creationId xmlns:a16="http://schemas.microsoft.com/office/drawing/2014/main" id="{1CD139DC-AF7A-4ABE-A66A-6D6B1204C01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4" y="805877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9" name="9u7j_2_build_PredictedLigand_33">
            <a:extLst>
              <a:ext uri="{FF2B5EF4-FFF2-40B4-BE49-F238E27FC236}">
                <a16:creationId xmlns:a16="http://schemas.microsoft.com/office/drawing/2014/main" id="{668A5422-27B0-4E9B-9FDF-575FD75ED69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925992" y="6435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0" name="9u7j_2_build_PredictedLigand_34">
            <a:extLst>
              <a:ext uri="{FF2B5EF4-FFF2-40B4-BE49-F238E27FC236}">
                <a16:creationId xmlns:a16="http://schemas.microsoft.com/office/drawing/2014/main" id="{88BB0D3E-4AB9-4D51-BE1D-9D5F46665A1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1007880" y="5337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1" name="9u7j_2_build_PredictedLigand_35">
            <a:extLst>
              <a:ext uri="{FF2B5EF4-FFF2-40B4-BE49-F238E27FC236}">
                <a16:creationId xmlns:a16="http://schemas.microsoft.com/office/drawing/2014/main" id="{880AADA1-827D-4EDC-9E60-1EB266118F7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1008961" y="4135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2" name="9u7j_2_build_PredictedLigand_36">
            <a:extLst>
              <a:ext uri="{FF2B5EF4-FFF2-40B4-BE49-F238E27FC236}">
                <a16:creationId xmlns:a16="http://schemas.microsoft.com/office/drawing/2014/main" id="{F319B953-EF92-48D7-A417-28113EBDFDC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7808" y="699493"/>
                </a:moveTo>
                <a:lnTo>
                  <a:pt x="1998324" y="8058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3" name="9u7j_2_build_PredictedLigand_37">
            <a:extLst>
              <a:ext uri="{FF2B5EF4-FFF2-40B4-BE49-F238E27FC236}">
                <a16:creationId xmlns:a16="http://schemas.microsoft.com/office/drawing/2014/main" id="{03332CB5-BD2A-47D6-B81F-FEEE4254678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843668" y="6111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4" name="9u7j_2_build_PredictedAtoms_0">
            <a:extLst>
              <a:ext uri="{FF2B5EF4-FFF2-40B4-BE49-F238E27FC236}">
                <a16:creationId xmlns:a16="http://schemas.microsoft.com/office/drawing/2014/main" id="{43393D66-8F70-4176-9A90-33A53F3DF326}"/>
              </a:ext>
            </a:extLst>
          </p:cNvPr>
          <p:cNvSpPr>
            <a:spLocks noGrp="1"/>
          </p:cNvSpPr>
          <p:nvPr/>
        </p:nvSpPr>
        <p:spPr>
          <a:xfrm>
            <a:off x="8243815" y="68459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5" name="9u7j_2_build_PredictedAtoms_1">
            <a:extLst>
              <a:ext uri="{FF2B5EF4-FFF2-40B4-BE49-F238E27FC236}">
                <a16:creationId xmlns:a16="http://schemas.microsoft.com/office/drawing/2014/main" id="{7BB60F1A-4B2F-4DF2-8B5B-615CA1673472}"/>
              </a:ext>
            </a:extLst>
          </p:cNvPr>
          <p:cNvSpPr>
            <a:spLocks noGrp="1"/>
          </p:cNvSpPr>
          <p:nvPr/>
        </p:nvSpPr>
        <p:spPr>
          <a:xfrm>
            <a:off x="8154331" y="69523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6" name="9u7j_2_build_PredictedAtoms_2">
            <a:extLst>
              <a:ext uri="{FF2B5EF4-FFF2-40B4-BE49-F238E27FC236}">
                <a16:creationId xmlns:a16="http://schemas.microsoft.com/office/drawing/2014/main" id="{EFE434CB-2DFE-47D0-B5EE-660E992376C3}"/>
              </a:ext>
            </a:extLst>
          </p:cNvPr>
          <p:cNvSpPr>
            <a:spLocks noGrp="1"/>
          </p:cNvSpPr>
          <p:nvPr/>
        </p:nvSpPr>
        <p:spPr>
          <a:xfrm>
            <a:off x="8076422" y="68881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7" name="9u7j_2_build_PredictedAtoms_3">
            <a:extLst>
              <a:ext uri="{FF2B5EF4-FFF2-40B4-BE49-F238E27FC236}">
                <a16:creationId xmlns:a16="http://schemas.microsoft.com/office/drawing/2014/main" id="{D4C2038C-CB67-46B6-918F-71F8885AFD8E}"/>
              </a:ext>
            </a:extLst>
          </p:cNvPr>
          <p:cNvSpPr>
            <a:spLocks noGrp="1"/>
          </p:cNvSpPr>
          <p:nvPr/>
        </p:nvSpPr>
        <p:spPr>
          <a:xfrm>
            <a:off x="7921847" y="69121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8" name="9u7j_2_build_PredictedAtoms_4">
            <a:extLst>
              <a:ext uri="{FF2B5EF4-FFF2-40B4-BE49-F238E27FC236}">
                <a16:creationId xmlns:a16="http://schemas.microsoft.com/office/drawing/2014/main" id="{DF43FBF4-1FD3-4593-A891-84118147B768}"/>
              </a:ext>
            </a:extLst>
          </p:cNvPr>
          <p:cNvSpPr>
            <a:spLocks noGrp="1"/>
          </p:cNvSpPr>
          <p:nvPr/>
        </p:nvSpPr>
        <p:spPr>
          <a:xfrm>
            <a:off x="7827640" y="6857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9" name="9u7j_2_build_PredictedAtoms_5">
            <a:extLst>
              <a:ext uri="{FF2B5EF4-FFF2-40B4-BE49-F238E27FC236}">
                <a16:creationId xmlns:a16="http://schemas.microsoft.com/office/drawing/2014/main" id="{2AAA55A0-69F1-49C6-AACD-6FBF43780325}"/>
              </a:ext>
            </a:extLst>
          </p:cNvPr>
          <p:cNvSpPr>
            <a:spLocks noGrp="1"/>
          </p:cNvSpPr>
          <p:nvPr/>
        </p:nvSpPr>
        <p:spPr>
          <a:xfrm>
            <a:off x="7840341" y="66950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0" name="9u7j_2_build_PredictedAtoms_6">
            <a:extLst>
              <a:ext uri="{FF2B5EF4-FFF2-40B4-BE49-F238E27FC236}">
                <a16:creationId xmlns:a16="http://schemas.microsoft.com/office/drawing/2014/main" id="{A8870B97-6219-4984-A2DF-70FC456066FC}"/>
              </a:ext>
            </a:extLst>
          </p:cNvPr>
          <p:cNvSpPr>
            <a:spLocks noGrp="1"/>
          </p:cNvSpPr>
          <p:nvPr/>
        </p:nvSpPr>
        <p:spPr>
          <a:xfrm>
            <a:off x="7696431" y="65923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1" name="9u7j_2_build_PredictedAtoms_7">
            <a:extLst>
              <a:ext uri="{FF2B5EF4-FFF2-40B4-BE49-F238E27FC236}">
                <a16:creationId xmlns:a16="http://schemas.microsoft.com/office/drawing/2014/main" id="{A1022529-88C7-4D73-A832-873585D5C9B8}"/>
              </a:ext>
            </a:extLst>
          </p:cNvPr>
          <p:cNvSpPr>
            <a:spLocks noGrp="1"/>
          </p:cNvSpPr>
          <p:nvPr/>
        </p:nvSpPr>
        <p:spPr>
          <a:xfrm>
            <a:off x="7772548" y="64650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2" name="9u7j_2_build_PredictedAtoms_8">
            <a:extLst>
              <a:ext uri="{FF2B5EF4-FFF2-40B4-BE49-F238E27FC236}">
                <a16:creationId xmlns:a16="http://schemas.microsoft.com/office/drawing/2014/main" id="{EB7E5B68-5812-464A-8B5D-7C7FE7601192}"/>
              </a:ext>
            </a:extLst>
          </p:cNvPr>
          <p:cNvSpPr>
            <a:spLocks noGrp="1"/>
          </p:cNvSpPr>
          <p:nvPr/>
        </p:nvSpPr>
        <p:spPr>
          <a:xfrm>
            <a:off x="7642303" y="66674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3" name="9u7j_2_build_PredictedAtoms_9">
            <a:extLst>
              <a:ext uri="{FF2B5EF4-FFF2-40B4-BE49-F238E27FC236}">
                <a16:creationId xmlns:a16="http://schemas.microsoft.com/office/drawing/2014/main" id="{5E7822F9-106F-4376-8A60-514C9BBA0197}"/>
              </a:ext>
            </a:extLst>
          </p:cNvPr>
          <p:cNvSpPr>
            <a:spLocks noGrp="1"/>
          </p:cNvSpPr>
          <p:nvPr/>
        </p:nvSpPr>
        <p:spPr>
          <a:xfrm>
            <a:off x="7582961" y="65616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4" name="9u7j_2_build_PredictedAtoms_10">
            <a:extLst>
              <a:ext uri="{FF2B5EF4-FFF2-40B4-BE49-F238E27FC236}">
                <a16:creationId xmlns:a16="http://schemas.microsoft.com/office/drawing/2014/main" id="{7662DC1C-9706-4787-B17D-F950B99464C5}"/>
              </a:ext>
            </a:extLst>
          </p:cNvPr>
          <p:cNvSpPr>
            <a:spLocks noGrp="1"/>
          </p:cNvSpPr>
          <p:nvPr/>
        </p:nvSpPr>
        <p:spPr>
          <a:xfrm>
            <a:off x="7460520" y="65244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5" name="9u7j_2_build_PredictedAtoms_11">
            <a:extLst>
              <a:ext uri="{FF2B5EF4-FFF2-40B4-BE49-F238E27FC236}">
                <a16:creationId xmlns:a16="http://schemas.microsoft.com/office/drawing/2014/main" id="{4DBC1A3B-35CD-444E-AA41-E3613641C8F5}"/>
              </a:ext>
            </a:extLst>
          </p:cNvPr>
          <p:cNvSpPr>
            <a:spLocks noGrp="1"/>
          </p:cNvSpPr>
          <p:nvPr/>
        </p:nvSpPr>
        <p:spPr>
          <a:xfrm>
            <a:off x="7463916" y="66345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6" name="9u7j_2_build_PredictedAtoms_12">
            <a:extLst>
              <a:ext uri="{FF2B5EF4-FFF2-40B4-BE49-F238E27FC236}">
                <a16:creationId xmlns:a16="http://schemas.microsoft.com/office/drawing/2014/main" id="{0E0A0C32-52BE-42E4-80AB-C19F538D8967}"/>
              </a:ext>
            </a:extLst>
          </p:cNvPr>
          <p:cNvSpPr>
            <a:spLocks noGrp="1"/>
          </p:cNvSpPr>
          <p:nvPr/>
        </p:nvSpPr>
        <p:spPr>
          <a:xfrm>
            <a:off x="7471378" y="63786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7" name="9u7j_2_build_PredictedAtoms_13">
            <a:extLst>
              <a:ext uri="{FF2B5EF4-FFF2-40B4-BE49-F238E27FC236}">
                <a16:creationId xmlns:a16="http://schemas.microsoft.com/office/drawing/2014/main" id="{944A8B8E-4142-46C7-B714-D8E7BEE9FC86}"/>
              </a:ext>
            </a:extLst>
          </p:cNvPr>
          <p:cNvSpPr>
            <a:spLocks noGrp="1"/>
          </p:cNvSpPr>
          <p:nvPr/>
        </p:nvSpPr>
        <p:spPr>
          <a:xfrm>
            <a:off x="7319023" y="65282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8" name="9u7j_2_build_PredictedAtoms_14">
            <a:extLst>
              <a:ext uri="{FF2B5EF4-FFF2-40B4-BE49-F238E27FC236}">
                <a16:creationId xmlns:a16="http://schemas.microsoft.com/office/drawing/2014/main" id="{CA1B0A17-0461-4118-B043-37A3C1C6CD4D}"/>
              </a:ext>
            </a:extLst>
          </p:cNvPr>
          <p:cNvSpPr>
            <a:spLocks noGrp="1"/>
          </p:cNvSpPr>
          <p:nvPr/>
        </p:nvSpPr>
        <p:spPr>
          <a:xfrm>
            <a:off x="7211049" y="66279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9" name="9u7j_2_build_PredictedAtoms_15">
            <a:extLst>
              <a:ext uri="{FF2B5EF4-FFF2-40B4-BE49-F238E27FC236}">
                <a16:creationId xmlns:a16="http://schemas.microsoft.com/office/drawing/2014/main" id="{51E13DF5-F710-459C-AF2E-B015637AC97C}"/>
              </a:ext>
            </a:extLst>
          </p:cNvPr>
          <p:cNvSpPr>
            <a:spLocks noGrp="1"/>
          </p:cNvSpPr>
          <p:nvPr/>
        </p:nvSpPr>
        <p:spPr>
          <a:xfrm>
            <a:off x="7102014" y="66464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0" name="9u7j_2_build_PredictedAtoms_16">
            <a:extLst>
              <a:ext uri="{FF2B5EF4-FFF2-40B4-BE49-F238E27FC236}">
                <a16:creationId xmlns:a16="http://schemas.microsoft.com/office/drawing/2014/main" id="{A119851E-5905-41B2-A66A-09A58228B456}"/>
              </a:ext>
            </a:extLst>
          </p:cNvPr>
          <p:cNvSpPr>
            <a:spLocks noGrp="1"/>
          </p:cNvSpPr>
          <p:nvPr/>
        </p:nvSpPr>
        <p:spPr>
          <a:xfrm>
            <a:off x="7040677" y="67679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1" name="9u7j_2_build_PredictedAtoms_17">
            <a:extLst>
              <a:ext uri="{FF2B5EF4-FFF2-40B4-BE49-F238E27FC236}">
                <a16:creationId xmlns:a16="http://schemas.microsoft.com/office/drawing/2014/main" id="{095B1556-0A98-4018-B71E-93EF4913CC33}"/>
              </a:ext>
            </a:extLst>
          </p:cNvPr>
          <p:cNvSpPr>
            <a:spLocks noGrp="1"/>
          </p:cNvSpPr>
          <p:nvPr/>
        </p:nvSpPr>
        <p:spPr>
          <a:xfrm>
            <a:off x="6997077" y="68265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2" name="9u7j_2_build_PredictedAtoms_18">
            <a:extLst>
              <a:ext uri="{FF2B5EF4-FFF2-40B4-BE49-F238E27FC236}">
                <a16:creationId xmlns:a16="http://schemas.microsoft.com/office/drawing/2014/main" id="{90BD392B-5149-4E35-9386-F565717E0ED2}"/>
              </a:ext>
            </a:extLst>
          </p:cNvPr>
          <p:cNvSpPr>
            <a:spLocks noGrp="1"/>
          </p:cNvSpPr>
          <p:nvPr/>
        </p:nvSpPr>
        <p:spPr>
          <a:xfrm>
            <a:off x="7002034" y="69711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3" name="9u7j_2_build_PredictedAtoms_19">
            <a:extLst>
              <a:ext uri="{FF2B5EF4-FFF2-40B4-BE49-F238E27FC236}">
                <a16:creationId xmlns:a16="http://schemas.microsoft.com/office/drawing/2014/main" id="{217602E2-0123-4EC1-B081-FCF38829780C}"/>
              </a:ext>
            </a:extLst>
          </p:cNvPr>
          <p:cNvSpPr>
            <a:spLocks noGrp="1"/>
          </p:cNvSpPr>
          <p:nvPr/>
        </p:nvSpPr>
        <p:spPr>
          <a:xfrm>
            <a:off x="7145993" y="70047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4" name="9u7j_2_build_PredictedAtoms_20">
            <a:extLst>
              <a:ext uri="{FF2B5EF4-FFF2-40B4-BE49-F238E27FC236}">
                <a16:creationId xmlns:a16="http://schemas.microsoft.com/office/drawing/2014/main" id="{A855A8D5-7135-42FD-9DB0-E74036B764C9}"/>
              </a:ext>
            </a:extLst>
          </p:cNvPr>
          <p:cNvSpPr>
            <a:spLocks noGrp="1"/>
          </p:cNvSpPr>
          <p:nvPr/>
        </p:nvSpPr>
        <p:spPr>
          <a:xfrm>
            <a:off x="7163434" y="71442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5" name="9u7j_2_build_PredictedAtoms_21">
            <a:extLst>
              <a:ext uri="{FF2B5EF4-FFF2-40B4-BE49-F238E27FC236}">
                <a16:creationId xmlns:a16="http://schemas.microsoft.com/office/drawing/2014/main" id="{7D84EC1C-ECF6-465F-9DC5-70F90CFCE6CB}"/>
              </a:ext>
            </a:extLst>
          </p:cNvPr>
          <p:cNvSpPr>
            <a:spLocks noGrp="1"/>
          </p:cNvSpPr>
          <p:nvPr/>
        </p:nvSpPr>
        <p:spPr>
          <a:xfrm>
            <a:off x="7173993" y="73912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6" name="9u7j_2_build_PredictedAtoms_22">
            <a:extLst>
              <a:ext uri="{FF2B5EF4-FFF2-40B4-BE49-F238E27FC236}">
                <a16:creationId xmlns:a16="http://schemas.microsoft.com/office/drawing/2014/main" id="{1E9D96DB-D588-4030-88F2-3B90D22DACBF}"/>
              </a:ext>
            </a:extLst>
          </p:cNvPr>
          <p:cNvSpPr>
            <a:spLocks noGrp="1"/>
          </p:cNvSpPr>
          <p:nvPr/>
        </p:nvSpPr>
        <p:spPr>
          <a:xfrm>
            <a:off x="7211722" y="74042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7" name="9u7j_2_build_PredictedAtoms_23">
            <a:extLst>
              <a:ext uri="{FF2B5EF4-FFF2-40B4-BE49-F238E27FC236}">
                <a16:creationId xmlns:a16="http://schemas.microsoft.com/office/drawing/2014/main" id="{5AD4817B-194D-4B13-ABD0-762A6C7279B8}"/>
              </a:ext>
            </a:extLst>
          </p:cNvPr>
          <p:cNvSpPr>
            <a:spLocks noGrp="1"/>
          </p:cNvSpPr>
          <p:nvPr/>
        </p:nvSpPr>
        <p:spPr>
          <a:xfrm>
            <a:off x="6906625" y="71481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8" name="9u7j_2_build_PredictedAtoms_24">
            <a:extLst>
              <a:ext uri="{FF2B5EF4-FFF2-40B4-BE49-F238E27FC236}">
                <a16:creationId xmlns:a16="http://schemas.microsoft.com/office/drawing/2014/main" id="{E793F802-A86B-4A92-8E2B-2BA3E474450A}"/>
              </a:ext>
            </a:extLst>
          </p:cNvPr>
          <p:cNvSpPr>
            <a:spLocks noGrp="1"/>
          </p:cNvSpPr>
          <p:nvPr/>
        </p:nvSpPr>
        <p:spPr>
          <a:xfrm>
            <a:off x="6717666" y="68837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9" name="9u7j_2_build_PredictedAtoms_25">
            <a:extLst>
              <a:ext uri="{FF2B5EF4-FFF2-40B4-BE49-F238E27FC236}">
                <a16:creationId xmlns:a16="http://schemas.microsoft.com/office/drawing/2014/main" id="{B146464E-EFD2-4A8B-9FD6-B1210DD60485}"/>
              </a:ext>
            </a:extLst>
          </p:cNvPr>
          <p:cNvSpPr>
            <a:spLocks noGrp="1"/>
          </p:cNvSpPr>
          <p:nvPr/>
        </p:nvSpPr>
        <p:spPr>
          <a:xfrm>
            <a:off x="6732482" y="68465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0" name="9u7j_2_build_PredictedAtoms_26">
            <a:extLst>
              <a:ext uri="{FF2B5EF4-FFF2-40B4-BE49-F238E27FC236}">
                <a16:creationId xmlns:a16="http://schemas.microsoft.com/office/drawing/2014/main" id="{0073616E-3B2D-447F-9B1B-470DBD8B640F}"/>
              </a:ext>
            </a:extLst>
          </p:cNvPr>
          <p:cNvSpPr>
            <a:spLocks noGrp="1"/>
          </p:cNvSpPr>
          <p:nvPr/>
        </p:nvSpPr>
        <p:spPr>
          <a:xfrm>
            <a:off x="7081999" y="67900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1" name="9u7j_2_build_PredictedAtoms_27">
            <a:extLst>
              <a:ext uri="{FF2B5EF4-FFF2-40B4-BE49-F238E27FC236}">
                <a16:creationId xmlns:a16="http://schemas.microsoft.com/office/drawing/2014/main" id="{905E9AAB-7F98-4B5E-B2AE-7A0291F5B72B}"/>
              </a:ext>
            </a:extLst>
          </p:cNvPr>
          <p:cNvSpPr>
            <a:spLocks noGrp="1"/>
          </p:cNvSpPr>
          <p:nvPr/>
        </p:nvSpPr>
        <p:spPr>
          <a:xfrm>
            <a:off x="6999676" y="67576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2" name="9u7j_2_build_PredictedAtoms_28">
            <a:extLst>
              <a:ext uri="{FF2B5EF4-FFF2-40B4-BE49-F238E27FC236}">
                <a16:creationId xmlns:a16="http://schemas.microsoft.com/office/drawing/2014/main" id="{964C44B9-343B-4349-9577-ED2FEF13E09A}"/>
              </a:ext>
            </a:extLst>
          </p:cNvPr>
          <p:cNvSpPr>
            <a:spLocks noGrp="1"/>
          </p:cNvSpPr>
          <p:nvPr/>
        </p:nvSpPr>
        <p:spPr>
          <a:xfrm>
            <a:off x="7163887" y="66801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3" name="9u7j_2_build_PredictedAtoms_29">
            <a:extLst>
              <a:ext uri="{FF2B5EF4-FFF2-40B4-BE49-F238E27FC236}">
                <a16:creationId xmlns:a16="http://schemas.microsoft.com/office/drawing/2014/main" id="{0963BCFB-0D45-4AAA-BF70-27AC5FA0CDA8}"/>
              </a:ext>
            </a:extLst>
          </p:cNvPr>
          <p:cNvSpPr>
            <a:spLocks noGrp="1"/>
          </p:cNvSpPr>
          <p:nvPr/>
        </p:nvSpPr>
        <p:spPr>
          <a:xfrm>
            <a:off x="7164968" y="65600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4" name="9u7j_2_build_PredictedAtoms_30">
            <a:extLst>
              <a:ext uri="{FF2B5EF4-FFF2-40B4-BE49-F238E27FC236}">
                <a16:creationId xmlns:a16="http://schemas.microsoft.com/office/drawing/2014/main" id="{7ABB88CA-6197-4267-BE17-8A78FCAE43E1}"/>
              </a:ext>
            </a:extLst>
          </p:cNvPr>
          <p:cNvSpPr>
            <a:spLocks noGrp="1"/>
          </p:cNvSpPr>
          <p:nvPr/>
        </p:nvSpPr>
        <p:spPr>
          <a:xfrm>
            <a:off x="7866010" y="69428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5" name="9u7j_2_build_PredictedAtoms_31">
            <a:extLst>
              <a:ext uri="{FF2B5EF4-FFF2-40B4-BE49-F238E27FC236}">
                <a16:creationId xmlns:a16="http://schemas.microsoft.com/office/drawing/2014/main" id="{F9131DC6-21A4-4094-B625-E3564603C58C}"/>
              </a:ext>
            </a:extLst>
          </p:cNvPr>
          <p:cNvSpPr>
            <a:spLocks noGrp="1"/>
          </p:cNvSpPr>
          <p:nvPr/>
        </p:nvSpPr>
        <p:spPr>
          <a:xfrm>
            <a:off x="7875685" y="68496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6" name="9u7j_2_build_PredictedAtoms_32">
            <a:extLst>
              <a:ext uri="{FF2B5EF4-FFF2-40B4-BE49-F238E27FC236}">
                <a16:creationId xmlns:a16="http://schemas.microsoft.com/office/drawing/2014/main" id="{3060043B-D350-4E17-A300-77778484D442}"/>
              </a:ext>
            </a:extLst>
          </p:cNvPr>
          <p:cNvSpPr>
            <a:spLocks noGrp="1"/>
          </p:cNvSpPr>
          <p:nvPr/>
        </p:nvSpPr>
        <p:spPr>
          <a:xfrm>
            <a:off x="8023711" y="69860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7" name="9u7j_2_build_PredictedAtoms_33">
            <a:extLst>
              <a:ext uri="{FF2B5EF4-FFF2-40B4-BE49-F238E27FC236}">
                <a16:creationId xmlns:a16="http://schemas.microsoft.com/office/drawing/2014/main" id="{76141EBD-85CE-416E-A41E-29008722DB52}"/>
              </a:ext>
            </a:extLst>
          </p:cNvPr>
          <p:cNvSpPr>
            <a:spLocks noGrp="1"/>
          </p:cNvSpPr>
          <p:nvPr/>
        </p:nvSpPr>
        <p:spPr>
          <a:xfrm>
            <a:off x="8049016" y="709017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8" name="9u7j_2_build_PredictedAtoms_34">
            <a:extLst>
              <a:ext uri="{FF2B5EF4-FFF2-40B4-BE49-F238E27FC236}">
                <a16:creationId xmlns:a16="http://schemas.microsoft.com/office/drawing/2014/main" id="{82A5B6DD-00C3-460D-8BCB-133E8FB96554}"/>
              </a:ext>
            </a:extLst>
          </p:cNvPr>
          <p:cNvSpPr>
            <a:spLocks noGrp="1"/>
          </p:cNvSpPr>
          <p:nvPr/>
        </p:nvSpPr>
        <p:spPr>
          <a:xfrm>
            <a:off x="8111344" y="6984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9" name="9u7j_2_build_PredictedAtoms_35">
            <a:extLst>
              <a:ext uri="{FF2B5EF4-FFF2-40B4-BE49-F238E27FC236}">
                <a16:creationId xmlns:a16="http://schemas.microsoft.com/office/drawing/2014/main" id="{3A0BCC31-8578-4B50-B82D-6743395855D9}"/>
              </a:ext>
            </a:extLst>
          </p:cNvPr>
          <p:cNvSpPr>
            <a:spLocks noGrp="1"/>
          </p:cNvSpPr>
          <p:nvPr/>
        </p:nvSpPr>
        <p:spPr>
          <a:xfrm>
            <a:off x="8226933" y="70368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0" name="9u7j_2_build_Clashes_0">
            <a:extLst>
              <a:ext uri="{FF2B5EF4-FFF2-40B4-BE49-F238E27FC236}">
                <a16:creationId xmlns:a16="http://schemas.microsoft.com/office/drawing/2014/main" id="{C8B7EABD-6F93-49DA-AAC3-77CBFC7F03B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1" name="9u7j_2_build_Clashes_1">
            <a:extLst>
              <a:ext uri="{FF2B5EF4-FFF2-40B4-BE49-F238E27FC236}">
                <a16:creationId xmlns:a16="http://schemas.microsoft.com/office/drawing/2014/main" id="{B61F87B7-A0F5-456C-A1A7-01415351FFE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2" name="9u7j_2_build_Clashes_2">
            <a:extLst>
              <a:ext uri="{FF2B5EF4-FFF2-40B4-BE49-F238E27FC236}">
                <a16:creationId xmlns:a16="http://schemas.microsoft.com/office/drawing/2014/main" id="{C4804ECB-A94C-4759-B6B6-70AD4DA54A0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36122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3" name="9u7j_2_build_Clashes_3">
            <a:extLst>
              <a:ext uri="{FF2B5EF4-FFF2-40B4-BE49-F238E27FC236}">
                <a16:creationId xmlns:a16="http://schemas.microsoft.com/office/drawing/2014/main" id="{F3465DAC-BB31-4F45-B22D-E46ABFBCCC0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4" name="9u7j_2_build_Clashes_4">
            <a:extLst>
              <a:ext uri="{FF2B5EF4-FFF2-40B4-BE49-F238E27FC236}">
                <a16:creationId xmlns:a16="http://schemas.microsoft.com/office/drawing/2014/main" id="{8CAAD7A5-0317-4D92-9314-84E906A8EF5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5" name="9u7j_2_build_Clashes_5">
            <a:extLst>
              <a:ext uri="{FF2B5EF4-FFF2-40B4-BE49-F238E27FC236}">
                <a16:creationId xmlns:a16="http://schemas.microsoft.com/office/drawing/2014/main" id="{E589FFC6-EEF4-42F3-9F65-6C047E178A3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6" name="9u7j_2_build_Clashes_6">
            <a:extLst>
              <a:ext uri="{FF2B5EF4-FFF2-40B4-BE49-F238E27FC236}">
                <a16:creationId xmlns:a16="http://schemas.microsoft.com/office/drawing/2014/main" id="{894FB609-AE62-4BA6-AF09-D87FA369E84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52209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7" name="9u7j_2_build_Clashes_7">
            <a:extLst>
              <a:ext uri="{FF2B5EF4-FFF2-40B4-BE49-F238E27FC236}">
                <a16:creationId xmlns:a16="http://schemas.microsoft.com/office/drawing/2014/main" id="{8FDA1448-D36E-4503-B128-951A5A4BE21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8" name="9u7j_2_build_Clashes_8">
            <a:extLst>
              <a:ext uri="{FF2B5EF4-FFF2-40B4-BE49-F238E27FC236}">
                <a16:creationId xmlns:a16="http://schemas.microsoft.com/office/drawing/2014/main" id="{E22E9FF0-B02B-4DD5-A633-21FC9A6468D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9" name="9u7j_2_build_Clashes_9">
            <a:extLst>
              <a:ext uri="{FF2B5EF4-FFF2-40B4-BE49-F238E27FC236}">
                <a16:creationId xmlns:a16="http://schemas.microsoft.com/office/drawing/2014/main" id="{6C186A46-4178-4370-AFD3-6E9C0BE8193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0" name="9u7j_2_build_ClashingReceptorAtoms_1">
            <a:extLst>
              <a:ext uri="{FF2B5EF4-FFF2-40B4-BE49-F238E27FC236}">
                <a16:creationId xmlns:a16="http://schemas.microsoft.com/office/drawing/2014/main" id="{483E9528-BEC0-463A-99F3-BF1454934B48}"/>
              </a:ext>
            </a:extLst>
          </p:cNvPr>
          <p:cNvSpPr>
            <a:spLocks noGrp="1"/>
          </p:cNvSpPr>
          <p:nvPr/>
        </p:nvSpPr>
        <p:spPr>
          <a:xfrm>
            <a:off x="7146116" y="738509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51" name="9u7j_2_build_ClashingReceptorAtoms_2">
            <a:extLst>
              <a:ext uri="{FF2B5EF4-FFF2-40B4-BE49-F238E27FC236}">
                <a16:creationId xmlns:a16="http://schemas.microsoft.com/office/drawing/2014/main" id="{EDCFCCAD-32C7-4885-892A-42CBDCE49E70}"/>
              </a:ext>
            </a:extLst>
          </p:cNvPr>
          <p:cNvSpPr>
            <a:spLocks noGrp="1"/>
          </p:cNvSpPr>
          <p:nvPr/>
        </p:nvSpPr>
        <p:spPr>
          <a:xfrm>
            <a:off x="7015013" y="736015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52" name="9u7j_2_build_ClashingReceptorAtoms_3">
            <a:extLst>
              <a:ext uri="{FF2B5EF4-FFF2-40B4-BE49-F238E27FC236}">
                <a16:creationId xmlns:a16="http://schemas.microsoft.com/office/drawing/2014/main" id="{256B8573-7824-46EC-9DA0-EF953A255930}"/>
              </a:ext>
            </a:extLst>
          </p:cNvPr>
          <p:cNvSpPr>
            <a:spLocks noGrp="1"/>
          </p:cNvSpPr>
          <p:nvPr/>
        </p:nvSpPr>
        <p:spPr>
          <a:xfrm>
            <a:off x="7237509" y="72901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53" name="stage3-cases-main_38">
            <a:extLst>
              <a:ext uri="{FF2B5EF4-FFF2-40B4-BE49-F238E27FC236}">
                <a16:creationId xmlns:a16="http://schemas.microsoft.com/office/drawing/2014/main" id="{4016C4A4-2EE2-4F2D-8E57-7EB1DFA8B30E}"/>
              </a:ext>
            </a:extLst>
          </p:cNvPr>
          <p:cNvSpPr>
            <a:spLocks noGrp="1"/>
          </p:cNvSpPr>
          <p:nvPr/>
        </p:nvSpPr>
        <p:spPr>
          <a:xfrm>
            <a:off x="61722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8.29 Å   D 67%   Clash 10</a:t>
            </a:r>
          </a:p>
        </p:txBody>
      </p:sp>
      <p:sp>
        <p:nvSpPr>
          <p:cNvPr id="1354" name="stage3-cases-main_39">
            <a:extLst>
              <a:ext uri="{FF2B5EF4-FFF2-40B4-BE49-F238E27FC236}">
                <a16:creationId xmlns:a16="http://schemas.microsoft.com/office/drawing/2014/main" id="{80591472-A153-48DC-BB93-AE028E1C1C21}"/>
              </a:ext>
            </a:extLst>
          </p:cNvPr>
          <p:cNvSpPr>
            <a:spLocks noGrp="1"/>
          </p:cNvSpPr>
          <p:nvPr/>
        </p:nvSpPr>
        <p:spPr>
          <a:xfrm>
            <a:off x="247650" y="76771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e  9WUP · FAD (A:1103)</a:t>
            </a:r>
          </a:p>
        </p:txBody>
      </p:sp>
      <p:sp>
        <p:nvSpPr>
          <p:cNvPr id="1355" name="stage3-cases-main_40">
            <a:extLst>
              <a:ext uri="{FF2B5EF4-FFF2-40B4-BE49-F238E27FC236}">
                <a16:creationId xmlns:a16="http://schemas.microsoft.com/office/drawing/2014/main" id="{24E191F7-EEB3-4977-AC90-77D774A55D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509520" y="7820025"/>
                </a:moveTo>
                <a:lnTo>
                  <a:pt x="8953500" y="78200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1356" name="stage3-cases-main_41">
            <a:extLst>
              <a:ext uri="{FF2B5EF4-FFF2-40B4-BE49-F238E27FC236}">
                <a16:creationId xmlns:a16="http://schemas.microsoft.com/office/drawing/2014/main" id="{D5914A2D-EAF3-4DD6-931C-A3BBAC31FA02}"/>
              </a:ext>
            </a:extLst>
          </p:cNvPr>
          <p:cNvSpPr>
            <a:spLocks noGrp="1"/>
          </p:cNvSpPr>
          <p:nvPr/>
        </p:nvSpPr>
        <p:spPr>
          <a:xfrm>
            <a:off x="9001125" y="77057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1357" name="9wup_2_official_Receptor">
            <a:extLst>
              <a:ext uri="{FF2B5EF4-FFF2-40B4-BE49-F238E27FC236}">
                <a16:creationId xmlns:a16="http://schemas.microsoft.com/office/drawing/2014/main" id="{3CDD37B7-D97E-41B5-ADEC-829269E6B65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358" name="9wup_2_official_ExperimentalDensity">
            <a:extLst>
              <a:ext uri="{FF2B5EF4-FFF2-40B4-BE49-F238E27FC236}">
                <a16:creationId xmlns:a16="http://schemas.microsoft.com/office/drawing/2014/main" id="{4C59CC59-229C-4611-AA6E-75026A8634A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359" name="9wup_2_official_ReferenceLigand_0">
            <a:extLst>
              <a:ext uri="{FF2B5EF4-FFF2-40B4-BE49-F238E27FC236}">
                <a16:creationId xmlns:a16="http://schemas.microsoft.com/office/drawing/2014/main" id="{449D0316-152A-4489-AE70-644C27B4F65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0" name="9wup_2_official_ReferenceLigand_1">
            <a:extLst>
              <a:ext uri="{FF2B5EF4-FFF2-40B4-BE49-F238E27FC236}">
                <a16:creationId xmlns:a16="http://schemas.microsoft.com/office/drawing/2014/main" id="{555CCB1D-B490-4112-8AAA-0FF4DED68E7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1" name="9wup_2_official_ReferenceLigand_2">
            <a:extLst>
              <a:ext uri="{FF2B5EF4-FFF2-40B4-BE49-F238E27FC236}">
                <a16:creationId xmlns:a16="http://schemas.microsoft.com/office/drawing/2014/main" id="{AF18ECE6-CAF2-4D3B-B155-94C00B5CB3E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2" name="9wup_2_official_ReferenceLigand_3">
            <a:extLst>
              <a:ext uri="{FF2B5EF4-FFF2-40B4-BE49-F238E27FC236}">
                <a16:creationId xmlns:a16="http://schemas.microsoft.com/office/drawing/2014/main" id="{A342E770-85AB-47A1-99D0-224B87DE728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3" name="9wup_2_official_ReferenceLigand_4">
            <a:extLst>
              <a:ext uri="{FF2B5EF4-FFF2-40B4-BE49-F238E27FC236}">
                <a16:creationId xmlns:a16="http://schemas.microsoft.com/office/drawing/2014/main" id="{94E61BEC-81EE-40BD-9C13-FB591C35867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4" name="9wup_2_official_ReferenceLigand_5">
            <a:extLst>
              <a:ext uri="{FF2B5EF4-FFF2-40B4-BE49-F238E27FC236}">
                <a16:creationId xmlns:a16="http://schemas.microsoft.com/office/drawing/2014/main" id="{5494DB68-0D28-4AB0-BC80-BBAB8BA9CB9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5" name="9wup_2_official_ReferenceLigand_6">
            <a:extLst>
              <a:ext uri="{FF2B5EF4-FFF2-40B4-BE49-F238E27FC236}">
                <a16:creationId xmlns:a16="http://schemas.microsoft.com/office/drawing/2014/main" id="{49421413-219F-41CC-9BB1-F5D574370CD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6" name="9wup_2_official_ReferenceLigand_7">
            <a:extLst>
              <a:ext uri="{FF2B5EF4-FFF2-40B4-BE49-F238E27FC236}">
                <a16:creationId xmlns:a16="http://schemas.microsoft.com/office/drawing/2014/main" id="{2A88168A-294D-4144-B73A-4E82C1F254F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7" name="9wup_2_official_ReferenceLigand_8">
            <a:extLst>
              <a:ext uri="{FF2B5EF4-FFF2-40B4-BE49-F238E27FC236}">
                <a16:creationId xmlns:a16="http://schemas.microsoft.com/office/drawing/2014/main" id="{401B6C67-3EC3-47B2-A647-22DF7DD72BE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8" name="9wup_2_official_ReferenceLigand_9">
            <a:extLst>
              <a:ext uri="{FF2B5EF4-FFF2-40B4-BE49-F238E27FC236}">
                <a16:creationId xmlns:a16="http://schemas.microsoft.com/office/drawing/2014/main" id="{E0FB3DB8-981C-410A-8EBE-98AD81A0462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9" name="9wup_2_official_ReferenceLigand_10">
            <a:extLst>
              <a:ext uri="{FF2B5EF4-FFF2-40B4-BE49-F238E27FC236}">
                <a16:creationId xmlns:a16="http://schemas.microsoft.com/office/drawing/2014/main" id="{8EBA4C75-D9E9-44DB-9979-25162406647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0" name="9wup_2_official_ReferenceLigand_11">
            <a:extLst>
              <a:ext uri="{FF2B5EF4-FFF2-40B4-BE49-F238E27FC236}">
                <a16:creationId xmlns:a16="http://schemas.microsoft.com/office/drawing/2014/main" id="{557FD769-27F8-4D51-8612-96F71471F0B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1" name="9wup_2_official_ReferenceLigand_12">
            <a:extLst>
              <a:ext uri="{FF2B5EF4-FFF2-40B4-BE49-F238E27FC236}">
                <a16:creationId xmlns:a16="http://schemas.microsoft.com/office/drawing/2014/main" id="{04555B97-C436-44A0-A42E-E1E78CD5136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2" name="9wup_2_official_ReferenceLigand_13">
            <a:extLst>
              <a:ext uri="{FF2B5EF4-FFF2-40B4-BE49-F238E27FC236}">
                <a16:creationId xmlns:a16="http://schemas.microsoft.com/office/drawing/2014/main" id="{93C8D282-08F7-4F55-A902-CCAD1A4C16E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3" name="9wup_2_official_ReferenceLigand_14">
            <a:extLst>
              <a:ext uri="{FF2B5EF4-FFF2-40B4-BE49-F238E27FC236}">
                <a16:creationId xmlns:a16="http://schemas.microsoft.com/office/drawing/2014/main" id="{20B2D58A-36BE-4026-93F9-E4398B16701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4" name="9wup_2_official_ReferenceLigand_15">
            <a:extLst>
              <a:ext uri="{FF2B5EF4-FFF2-40B4-BE49-F238E27FC236}">
                <a16:creationId xmlns:a16="http://schemas.microsoft.com/office/drawing/2014/main" id="{8C76E220-0805-4993-B78B-AADCFAB7C18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5" name="9wup_2_official_ReferenceLigand_16">
            <a:extLst>
              <a:ext uri="{FF2B5EF4-FFF2-40B4-BE49-F238E27FC236}">
                <a16:creationId xmlns:a16="http://schemas.microsoft.com/office/drawing/2014/main" id="{4E90A90F-8EAD-4B2A-8A56-1FC9A443C72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6" name="9wup_2_official_ReferenceLigand_17">
            <a:extLst>
              <a:ext uri="{FF2B5EF4-FFF2-40B4-BE49-F238E27FC236}">
                <a16:creationId xmlns:a16="http://schemas.microsoft.com/office/drawing/2014/main" id="{068321F8-6199-4B72-808E-DD875F42099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7" name="9wup_2_official_ReferenceLigand_18">
            <a:extLst>
              <a:ext uri="{FF2B5EF4-FFF2-40B4-BE49-F238E27FC236}">
                <a16:creationId xmlns:a16="http://schemas.microsoft.com/office/drawing/2014/main" id="{AC4B7A83-A109-409D-BCB4-5737F707ADB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8" name="9wup_2_official_ReferenceLigand_19">
            <a:extLst>
              <a:ext uri="{FF2B5EF4-FFF2-40B4-BE49-F238E27FC236}">
                <a16:creationId xmlns:a16="http://schemas.microsoft.com/office/drawing/2014/main" id="{043B3180-7F5C-4903-9814-6A26BB8739E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9" name="9wup_2_official_ReferenceLigand_20">
            <a:extLst>
              <a:ext uri="{FF2B5EF4-FFF2-40B4-BE49-F238E27FC236}">
                <a16:creationId xmlns:a16="http://schemas.microsoft.com/office/drawing/2014/main" id="{9AB3F60E-9F7B-4A90-896E-5B800584B66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0" name="9wup_2_official_ReferenceLigand_21">
            <a:extLst>
              <a:ext uri="{FF2B5EF4-FFF2-40B4-BE49-F238E27FC236}">
                <a16:creationId xmlns:a16="http://schemas.microsoft.com/office/drawing/2014/main" id="{DA072D5A-6D1D-41AC-9C5F-05E7E07C925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1" name="9wup_2_official_ReferenceLigand_22">
            <a:extLst>
              <a:ext uri="{FF2B5EF4-FFF2-40B4-BE49-F238E27FC236}">
                <a16:creationId xmlns:a16="http://schemas.microsoft.com/office/drawing/2014/main" id="{2FDC8358-E88F-4A81-9D92-2EBB36D7CE4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2" name="9wup_2_official_ReferenceLigand_23">
            <a:extLst>
              <a:ext uri="{FF2B5EF4-FFF2-40B4-BE49-F238E27FC236}">
                <a16:creationId xmlns:a16="http://schemas.microsoft.com/office/drawing/2014/main" id="{A190B668-C449-45E9-94E7-D8848FDBA74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3" name="9wup_2_official_ReferenceLigand_24">
            <a:extLst>
              <a:ext uri="{FF2B5EF4-FFF2-40B4-BE49-F238E27FC236}">
                <a16:creationId xmlns:a16="http://schemas.microsoft.com/office/drawing/2014/main" id="{4C05694F-ABE1-4919-9E60-F14AB47E752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4" name="9wup_2_official_ReferenceLigand_25">
            <a:extLst>
              <a:ext uri="{FF2B5EF4-FFF2-40B4-BE49-F238E27FC236}">
                <a16:creationId xmlns:a16="http://schemas.microsoft.com/office/drawing/2014/main" id="{85D598E8-1986-488A-88BD-0342CC9E4FC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5" name="9wup_2_official_ReferenceLigand_26">
            <a:extLst>
              <a:ext uri="{FF2B5EF4-FFF2-40B4-BE49-F238E27FC236}">
                <a16:creationId xmlns:a16="http://schemas.microsoft.com/office/drawing/2014/main" id="{72326AE6-4076-4BC5-A169-C402E2F1F13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6" name="9wup_2_official_ReferenceLigand_27">
            <a:extLst>
              <a:ext uri="{FF2B5EF4-FFF2-40B4-BE49-F238E27FC236}">
                <a16:creationId xmlns:a16="http://schemas.microsoft.com/office/drawing/2014/main" id="{3A77D8BE-59C7-414A-9291-2E81C167756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7" name="9wup_2_official_ReferenceLigand_28">
            <a:extLst>
              <a:ext uri="{FF2B5EF4-FFF2-40B4-BE49-F238E27FC236}">
                <a16:creationId xmlns:a16="http://schemas.microsoft.com/office/drawing/2014/main" id="{97B96BB4-8746-4F59-928A-B41D7A72AF8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8" name="9wup_2_official_ReferenceLigand_29">
            <a:extLst>
              <a:ext uri="{FF2B5EF4-FFF2-40B4-BE49-F238E27FC236}">
                <a16:creationId xmlns:a16="http://schemas.microsoft.com/office/drawing/2014/main" id="{7B8FAB61-8689-4C5D-B0A4-B816B9B2C2A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9" name="9wup_2_official_ReferenceLigand_30">
            <a:extLst>
              <a:ext uri="{FF2B5EF4-FFF2-40B4-BE49-F238E27FC236}">
                <a16:creationId xmlns:a16="http://schemas.microsoft.com/office/drawing/2014/main" id="{989DF189-FEA9-4317-8C52-CA31B339DBD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0" name="9wup_2_official_ReferenceLigand_31">
            <a:extLst>
              <a:ext uri="{FF2B5EF4-FFF2-40B4-BE49-F238E27FC236}">
                <a16:creationId xmlns:a16="http://schemas.microsoft.com/office/drawing/2014/main" id="{3451965C-129E-4E32-847E-F08CD456F59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1" name="9wup_2_official_ReferenceLigand_32">
            <a:extLst>
              <a:ext uri="{FF2B5EF4-FFF2-40B4-BE49-F238E27FC236}">
                <a16:creationId xmlns:a16="http://schemas.microsoft.com/office/drawing/2014/main" id="{1903AA86-3817-4741-99CC-309FD1C0144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2" name="9wup_2_official_ReferenceLigand_33">
            <a:extLst>
              <a:ext uri="{FF2B5EF4-FFF2-40B4-BE49-F238E27FC236}">
                <a16:creationId xmlns:a16="http://schemas.microsoft.com/office/drawing/2014/main" id="{AD072E23-8DBA-43BF-A876-81B03128947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3" name="9wup_2_official_ReferenceLigand_34">
            <a:extLst>
              <a:ext uri="{FF2B5EF4-FFF2-40B4-BE49-F238E27FC236}">
                <a16:creationId xmlns:a16="http://schemas.microsoft.com/office/drawing/2014/main" id="{62FE30BB-D518-4BB3-BFC5-EBA338E5EC5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4" name="9wup_2_official_ReferenceLigand_35">
            <a:extLst>
              <a:ext uri="{FF2B5EF4-FFF2-40B4-BE49-F238E27FC236}">
                <a16:creationId xmlns:a16="http://schemas.microsoft.com/office/drawing/2014/main" id="{2CB3284D-B340-41B6-B695-A2B220A5482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5" name="9wup_2_official_ReferenceLigand_36">
            <a:extLst>
              <a:ext uri="{FF2B5EF4-FFF2-40B4-BE49-F238E27FC236}">
                <a16:creationId xmlns:a16="http://schemas.microsoft.com/office/drawing/2014/main" id="{71665572-F9AF-4B26-9B30-CBE58A7C370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6" name="9wup_2_official_ReferenceLigand_37">
            <a:extLst>
              <a:ext uri="{FF2B5EF4-FFF2-40B4-BE49-F238E27FC236}">
                <a16:creationId xmlns:a16="http://schemas.microsoft.com/office/drawing/2014/main" id="{09A362A5-037F-477F-9F9C-00B7F790276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7" name="9wup_2_official_ReferenceLigand_38">
            <a:extLst>
              <a:ext uri="{FF2B5EF4-FFF2-40B4-BE49-F238E27FC236}">
                <a16:creationId xmlns:a16="http://schemas.microsoft.com/office/drawing/2014/main" id="{24D5CF51-0400-49F9-98BE-2CC5C941D9E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8" name="9wup_2_official_ReferenceLigand_39">
            <a:extLst>
              <a:ext uri="{FF2B5EF4-FFF2-40B4-BE49-F238E27FC236}">
                <a16:creationId xmlns:a16="http://schemas.microsoft.com/office/drawing/2014/main" id="{CE538E71-E163-4524-80A5-E44078F5694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9" name="9wup_2_official_ReferenceLigand_40">
            <a:extLst>
              <a:ext uri="{FF2B5EF4-FFF2-40B4-BE49-F238E27FC236}">
                <a16:creationId xmlns:a16="http://schemas.microsoft.com/office/drawing/2014/main" id="{83867E76-3595-42DC-A552-0E7163D1B71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0" name="9wup_2_official_ReferenceLigand_41">
            <a:extLst>
              <a:ext uri="{FF2B5EF4-FFF2-40B4-BE49-F238E27FC236}">
                <a16:creationId xmlns:a16="http://schemas.microsoft.com/office/drawing/2014/main" id="{BA06E711-622A-4071-9FBD-45F2CA01117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1" name="9wup_2_official_ReferenceLigand_42">
            <a:extLst>
              <a:ext uri="{FF2B5EF4-FFF2-40B4-BE49-F238E27FC236}">
                <a16:creationId xmlns:a16="http://schemas.microsoft.com/office/drawing/2014/main" id="{F3C25987-21D1-4960-9EC2-9171F5E71D3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2" name="9wup_2_official_ReferenceLigand_43">
            <a:extLst>
              <a:ext uri="{FF2B5EF4-FFF2-40B4-BE49-F238E27FC236}">
                <a16:creationId xmlns:a16="http://schemas.microsoft.com/office/drawing/2014/main" id="{D520FBF9-70C1-4AC4-9CA5-6A8A999600A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3" name="9wup_2_official_ReferenceLigand_44">
            <a:extLst>
              <a:ext uri="{FF2B5EF4-FFF2-40B4-BE49-F238E27FC236}">
                <a16:creationId xmlns:a16="http://schemas.microsoft.com/office/drawing/2014/main" id="{C838527C-9130-44A4-9C06-26B26292AD3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4" name="9wup_2_official_ReferenceLigand_45">
            <a:extLst>
              <a:ext uri="{FF2B5EF4-FFF2-40B4-BE49-F238E27FC236}">
                <a16:creationId xmlns:a16="http://schemas.microsoft.com/office/drawing/2014/main" id="{560C89EF-5EB9-4C1D-9E7E-E6D3DB7E420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5" name="9wup_2_official_ReferenceLigand_46">
            <a:extLst>
              <a:ext uri="{FF2B5EF4-FFF2-40B4-BE49-F238E27FC236}">
                <a16:creationId xmlns:a16="http://schemas.microsoft.com/office/drawing/2014/main" id="{521FCDA1-6446-474C-BFF1-B5A821C7EE6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6" name="9wup_2_official_ReferenceLigand_47">
            <a:extLst>
              <a:ext uri="{FF2B5EF4-FFF2-40B4-BE49-F238E27FC236}">
                <a16:creationId xmlns:a16="http://schemas.microsoft.com/office/drawing/2014/main" id="{DFB4B8E9-3C5C-4F84-93B2-B8EA8492695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7" name="9wup_2_official_ReferenceLigand_48">
            <a:extLst>
              <a:ext uri="{FF2B5EF4-FFF2-40B4-BE49-F238E27FC236}">
                <a16:creationId xmlns:a16="http://schemas.microsoft.com/office/drawing/2014/main" id="{2C73DEBD-1113-44D0-9E59-AAB898EEC9D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8" name="9wup_2_official_ReferenceLigand_49">
            <a:extLst>
              <a:ext uri="{FF2B5EF4-FFF2-40B4-BE49-F238E27FC236}">
                <a16:creationId xmlns:a16="http://schemas.microsoft.com/office/drawing/2014/main" id="{B353049B-6719-4BE2-995D-4EDA2D9D9F4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9" name="9wup_2_official_ReferenceLigand_50">
            <a:extLst>
              <a:ext uri="{FF2B5EF4-FFF2-40B4-BE49-F238E27FC236}">
                <a16:creationId xmlns:a16="http://schemas.microsoft.com/office/drawing/2014/main" id="{2D05C9CB-95F8-4B0B-BAC2-AEC52B06932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0" name="9wup_2_official_ReferenceLigand_51">
            <a:extLst>
              <a:ext uri="{FF2B5EF4-FFF2-40B4-BE49-F238E27FC236}">
                <a16:creationId xmlns:a16="http://schemas.microsoft.com/office/drawing/2014/main" id="{2D880AE0-5E4E-4223-8F93-A9FA5419CE3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1" name="9wup_2_official_ReferenceLigand_52">
            <a:extLst>
              <a:ext uri="{FF2B5EF4-FFF2-40B4-BE49-F238E27FC236}">
                <a16:creationId xmlns:a16="http://schemas.microsoft.com/office/drawing/2014/main" id="{59C73C21-E034-4151-8A69-BABE8B67E62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2" name="9wup_2_official_ReferenceLigand_53">
            <a:extLst>
              <a:ext uri="{FF2B5EF4-FFF2-40B4-BE49-F238E27FC236}">
                <a16:creationId xmlns:a16="http://schemas.microsoft.com/office/drawing/2014/main" id="{79773A6B-F38F-455B-A730-FC68E3F0EFF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3" name="9wup_2_official_ReferenceLigand_54">
            <a:extLst>
              <a:ext uri="{FF2B5EF4-FFF2-40B4-BE49-F238E27FC236}">
                <a16:creationId xmlns:a16="http://schemas.microsoft.com/office/drawing/2014/main" id="{C501819B-C89D-42A8-9B38-BB122EC14C2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4" name="9wup_2_official_ReferenceLigand_55">
            <a:extLst>
              <a:ext uri="{FF2B5EF4-FFF2-40B4-BE49-F238E27FC236}">
                <a16:creationId xmlns:a16="http://schemas.microsoft.com/office/drawing/2014/main" id="{4745730E-C4BB-40E7-8931-2118B482705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5" name="9wup_2_official_ReferenceLigand_56">
            <a:extLst>
              <a:ext uri="{FF2B5EF4-FFF2-40B4-BE49-F238E27FC236}">
                <a16:creationId xmlns:a16="http://schemas.microsoft.com/office/drawing/2014/main" id="{4EE00398-435F-439A-9F5D-6B72AEC4A37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6" name="9wup_2_official_ReferenceLigand_57">
            <a:extLst>
              <a:ext uri="{FF2B5EF4-FFF2-40B4-BE49-F238E27FC236}">
                <a16:creationId xmlns:a16="http://schemas.microsoft.com/office/drawing/2014/main" id="{B85FEC8D-8637-41B5-94BA-D5CCF6785E5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7" name="9wup_2_official_PredictedLigand_0">
            <a:extLst>
              <a:ext uri="{FF2B5EF4-FFF2-40B4-BE49-F238E27FC236}">
                <a16:creationId xmlns:a16="http://schemas.microsoft.com/office/drawing/2014/main" id="{C48C9828-A666-42C9-B98C-D3537CB1CC0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73921" y="6961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18" name="9wup_2_official_PredictedLigand_1">
            <a:extLst>
              <a:ext uri="{FF2B5EF4-FFF2-40B4-BE49-F238E27FC236}">
                <a16:creationId xmlns:a16="http://schemas.microsoft.com/office/drawing/2014/main" id="{9D19762E-2236-4DDE-A969-83FEBAAEC17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80265" y="502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19" name="9wup_2_official_PredictedLigand_2">
            <a:extLst>
              <a:ext uri="{FF2B5EF4-FFF2-40B4-BE49-F238E27FC236}">
                <a16:creationId xmlns:a16="http://schemas.microsoft.com/office/drawing/2014/main" id="{A2F93EEC-DCA9-401F-A250-7414966CBCC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76476" y="789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0" name="9wup_2_official_PredictedLigand_3">
            <a:extLst>
              <a:ext uri="{FF2B5EF4-FFF2-40B4-BE49-F238E27FC236}">
                <a16:creationId xmlns:a16="http://schemas.microsoft.com/office/drawing/2014/main" id="{B425D695-9FDD-4490-B8FB-D57DB701920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509389" y="6788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1" name="9wup_2_official_PredictedLigand_4">
            <a:extLst>
              <a:ext uri="{FF2B5EF4-FFF2-40B4-BE49-F238E27FC236}">
                <a16:creationId xmlns:a16="http://schemas.microsoft.com/office/drawing/2014/main" id="{F78603A8-F2C8-4897-9FD3-5D9FE189D31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2148" y="664586"/>
                </a:moveTo>
                <a:lnTo>
                  <a:pt x="1387964" y="6333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2" name="9wup_2_official_PredictedLigand_5">
            <a:extLst>
              <a:ext uri="{FF2B5EF4-FFF2-40B4-BE49-F238E27FC236}">
                <a16:creationId xmlns:a16="http://schemas.microsoft.com/office/drawing/2014/main" id="{F2B2A298-1A86-43C6-AD2F-F24806EB747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500907" y="8999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3" name="9wup_2_official_PredictedLigand_6">
            <a:extLst>
              <a:ext uri="{FF2B5EF4-FFF2-40B4-BE49-F238E27FC236}">
                <a16:creationId xmlns:a16="http://schemas.microsoft.com/office/drawing/2014/main" id="{33B72282-F510-4A4E-882F-A02AC78D903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389" y="678806"/>
                </a:moveTo>
                <a:lnTo>
                  <a:pt x="1581581" y="8017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4" name="9wup_2_official_PredictedLigand_7">
            <a:extLst>
              <a:ext uri="{FF2B5EF4-FFF2-40B4-BE49-F238E27FC236}">
                <a16:creationId xmlns:a16="http://schemas.microsoft.com/office/drawing/2014/main" id="{F93B08E1-2A62-498F-9F79-3448DD08740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39125" y="8292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5" name="9wup_2_official_PredictedLigand_8">
            <a:extLst>
              <a:ext uri="{FF2B5EF4-FFF2-40B4-BE49-F238E27FC236}">
                <a16:creationId xmlns:a16="http://schemas.microsoft.com/office/drawing/2014/main" id="{6A7BA3B2-964E-410B-9431-59E78E5C9C8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994" y="588425"/>
                </a:moveTo>
                <a:lnTo>
                  <a:pt x="1292148" y="6645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6" name="9wup_2_official_PredictedLigand_9">
            <a:extLst>
              <a:ext uri="{FF2B5EF4-FFF2-40B4-BE49-F238E27FC236}">
                <a16:creationId xmlns:a16="http://schemas.microsoft.com/office/drawing/2014/main" id="{6B0590B4-7ED5-4892-8CA3-7453890B5EF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920" y="596151"/>
                </a:moveTo>
                <a:lnTo>
                  <a:pt x="1156667" y="6375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7" name="9wup_2_official_PredictedLigand_10">
            <a:extLst>
              <a:ext uri="{FF2B5EF4-FFF2-40B4-BE49-F238E27FC236}">
                <a16:creationId xmlns:a16="http://schemas.microsoft.com/office/drawing/2014/main" id="{48107B9C-5C7F-4671-91AD-C0784114EA3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264994" y="5884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8" name="9wup_2_official_PredictedLigand_11">
            <a:extLst>
              <a:ext uri="{FF2B5EF4-FFF2-40B4-BE49-F238E27FC236}">
                <a16:creationId xmlns:a16="http://schemas.microsoft.com/office/drawing/2014/main" id="{C3E4343F-376C-4998-ACB5-09CD62D44DE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9125" y="829241"/>
                </a:moveTo>
                <a:lnTo>
                  <a:pt x="1616378" y="9296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9" name="9wup_2_official_PredictedLigand_12">
            <a:extLst>
              <a:ext uri="{FF2B5EF4-FFF2-40B4-BE49-F238E27FC236}">
                <a16:creationId xmlns:a16="http://schemas.microsoft.com/office/drawing/2014/main" id="{7FD7B24C-6730-469B-8033-998177AA014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84161" y="9473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0" name="9wup_2_official_PredictedLigand_13">
            <a:extLst>
              <a:ext uri="{FF2B5EF4-FFF2-40B4-BE49-F238E27FC236}">
                <a16:creationId xmlns:a16="http://schemas.microsoft.com/office/drawing/2014/main" id="{B6CF4F6E-AC24-4F7E-9D83-920C6D0C9B8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176788" y="7667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1" name="9wup_2_official_PredictedLigand_14">
            <a:extLst>
              <a:ext uri="{FF2B5EF4-FFF2-40B4-BE49-F238E27FC236}">
                <a16:creationId xmlns:a16="http://schemas.microsoft.com/office/drawing/2014/main" id="{CCED4BC3-E074-43A1-B7CD-2B3382EF727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064298" y="836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2" name="9wup_2_official_PredictedLigand_15">
            <a:extLst>
              <a:ext uri="{FF2B5EF4-FFF2-40B4-BE49-F238E27FC236}">
                <a16:creationId xmlns:a16="http://schemas.microsoft.com/office/drawing/2014/main" id="{60E9B90C-B53B-4D5A-AC6C-4B664453983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258829" y="7944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3" name="9wup_2_official_PredictedLigand_16">
            <a:extLst>
              <a:ext uri="{FF2B5EF4-FFF2-40B4-BE49-F238E27FC236}">
                <a16:creationId xmlns:a16="http://schemas.microsoft.com/office/drawing/2014/main" id="{638EF19E-9E68-4023-A5D8-B658722A39F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378" y="929696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4" name="9wup_2_official_PredictedLigand_17">
            <a:extLst>
              <a:ext uri="{FF2B5EF4-FFF2-40B4-BE49-F238E27FC236}">
                <a16:creationId xmlns:a16="http://schemas.microsoft.com/office/drawing/2014/main" id="{605EAC9C-25F3-475C-B855-4D8AC0EF3BE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17990" y="8687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5" name="9wup_2_official_PredictedLigand_18">
            <a:extLst>
              <a:ext uri="{FF2B5EF4-FFF2-40B4-BE49-F238E27FC236}">
                <a16:creationId xmlns:a16="http://schemas.microsoft.com/office/drawing/2014/main" id="{854F6D79-887E-4452-8ADF-ED78CF2B03E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840705" y="12647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6" name="9wup_2_official_PredictedLigand_19">
            <a:extLst>
              <a:ext uri="{FF2B5EF4-FFF2-40B4-BE49-F238E27FC236}">
                <a16:creationId xmlns:a16="http://schemas.microsoft.com/office/drawing/2014/main" id="{4DB6B062-B134-4E09-AE76-DE59F11F568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8607" y="1068436"/>
                </a:moveTo>
                <a:lnTo>
                  <a:pt x="802867" y="11679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7" name="9wup_2_official_PredictedLigand_20">
            <a:extLst>
              <a:ext uri="{FF2B5EF4-FFF2-40B4-BE49-F238E27FC236}">
                <a16:creationId xmlns:a16="http://schemas.microsoft.com/office/drawing/2014/main" id="{AEB493D6-60E8-4D5E-8393-AA6840C671B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978" y="925516"/>
                </a:moveTo>
                <a:lnTo>
                  <a:pt x="1777550" y="867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8" name="9wup_2_official_PredictedLigand_21">
            <a:extLst>
              <a:ext uri="{FF2B5EF4-FFF2-40B4-BE49-F238E27FC236}">
                <a16:creationId xmlns:a16="http://schemas.microsoft.com/office/drawing/2014/main" id="{C5F86FFF-E73B-4340-99D8-93DEBA90988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90" y="868785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9" name="9wup_2_official_PredictedLigand_22">
            <a:extLst>
              <a:ext uri="{FF2B5EF4-FFF2-40B4-BE49-F238E27FC236}">
                <a16:creationId xmlns:a16="http://schemas.microsoft.com/office/drawing/2014/main" id="{E4F04759-7546-4875-96A7-913855D45BA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284" y="961700"/>
                </a:moveTo>
                <a:lnTo>
                  <a:pt x="868607" y="10684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0" name="9wup_2_official_PredictedLigand_23">
            <a:extLst>
              <a:ext uri="{FF2B5EF4-FFF2-40B4-BE49-F238E27FC236}">
                <a16:creationId xmlns:a16="http://schemas.microsoft.com/office/drawing/2014/main" id="{5C6E8C76-450E-4508-AF42-D8619F56289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689719" y="1164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1" name="9wup_2_official_PredictedLigand_24">
            <a:extLst>
              <a:ext uri="{FF2B5EF4-FFF2-40B4-BE49-F238E27FC236}">
                <a16:creationId xmlns:a16="http://schemas.microsoft.com/office/drawing/2014/main" id="{02FEBA89-C125-4C09-A5E1-532C0D5357C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494" y="863720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2" name="9wup_2_official_PredictedLigand_25">
            <a:extLst>
              <a:ext uri="{FF2B5EF4-FFF2-40B4-BE49-F238E27FC236}">
                <a16:creationId xmlns:a16="http://schemas.microsoft.com/office/drawing/2014/main" id="{CFA1B413-26ED-4005-9EEA-9B6A7E1C6A0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3" name="9wup_2_official_PredictedLigand_26">
            <a:extLst>
              <a:ext uri="{FF2B5EF4-FFF2-40B4-BE49-F238E27FC236}">
                <a16:creationId xmlns:a16="http://schemas.microsoft.com/office/drawing/2014/main" id="{50092581-B6DC-4764-BBDC-274FBC96CD6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1602" y="648782"/>
                </a:moveTo>
                <a:lnTo>
                  <a:pt x="841816" y="7557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4" name="9wup_2_official_PredictedLigand_27">
            <a:extLst>
              <a:ext uri="{FF2B5EF4-FFF2-40B4-BE49-F238E27FC236}">
                <a16:creationId xmlns:a16="http://schemas.microsoft.com/office/drawing/2014/main" id="{B8B69B7A-B04E-4903-AFB4-B6FB504FF9B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13767" y="4284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5" name="9wup_2_official_PredictedLigand_28">
            <a:extLst>
              <a:ext uri="{FF2B5EF4-FFF2-40B4-BE49-F238E27FC236}">
                <a16:creationId xmlns:a16="http://schemas.microsoft.com/office/drawing/2014/main" id="{89B0C367-89A9-4A35-9627-3FA91ED4678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01602" y="6487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6" name="9wup_2_official_PredictedLigand_29">
            <a:extLst>
              <a:ext uri="{FF2B5EF4-FFF2-40B4-BE49-F238E27FC236}">
                <a16:creationId xmlns:a16="http://schemas.microsoft.com/office/drawing/2014/main" id="{3142F5DF-28E1-40E1-BCED-CB737438E71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7" name="9wup_2_official_PredictedLigand_30">
            <a:extLst>
              <a:ext uri="{FF2B5EF4-FFF2-40B4-BE49-F238E27FC236}">
                <a16:creationId xmlns:a16="http://schemas.microsoft.com/office/drawing/2014/main" id="{2A533CF9-F637-4C29-9597-F802E76A8B6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8" name="9wup_2_official_PredictedLigand_31">
            <a:extLst>
              <a:ext uri="{FF2B5EF4-FFF2-40B4-BE49-F238E27FC236}">
                <a16:creationId xmlns:a16="http://schemas.microsoft.com/office/drawing/2014/main" id="{06D6C86B-4C3E-431B-B633-45586D8E9EE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9719" y="1164038"/>
                </a:moveTo>
                <a:lnTo>
                  <a:pt x="638197" y="1058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9" name="9wup_2_official_PredictedLigand_32">
            <a:extLst>
              <a:ext uri="{FF2B5EF4-FFF2-40B4-BE49-F238E27FC236}">
                <a16:creationId xmlns:a16="http://schemas.microsoft.com/office/drawing/2014/main" id="{97E3E8F6-8DB9-4F59-B50F-8D854422488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0" name="9wup_2_official_PredictedLigand_33">
            <a:extLst>
              <a:ext uri="{FF2B5EF4-FFF2-40B4-BE49-F238E27FC236}">
                <a16:creationId xmlns:a16="http://schemas.microsoft.com/office/drawing/2014/main" id="{6EE6440F-22EB-4815-9FD1-120F393C632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982" y="701263"/>
                </a:moveTo>
                <a:lnTo>
                  <a:pt x="2056305" y="7495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1" name="9wup_2_official_PredictedLigand_34">
            <a:extLst>
              <a:ext uri="{FF2B5EF4-FFF2-40B4-BE49-F238E27FC236}">
                <a16:creationId xmlns:a16="http://schemas.microsoft.com/office/drawing/2014/main" id="{6072CC61-B7BC-4B4C-904B-AD60C94DF91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849805" y="5387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2" name="9wup_2_official_PredictedLigand_35">
            <a:extLst>
              <a:ext uri="{FF2B5EF4-FFF2-40B4-BE49-F238E27FC236}">
                <a16:creationId xmlns:a16="http://schemas.microsoft.com/office/drawing/2014/main" id="{739062CE-1CCA-4160-9B07-B84F1163CE1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708539" y="9546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3" name="9wup_2_official_PredictedLigand_36">
            <a:extLst>
              <a:ext uri="{FF2B5EF4-FFF2-40B4-BE49-F238E27FC236}">
                <a16:creationId xmlns:a16="http://schemas.microsoft.com/office/drawing/2014/main" id="{3509FF03-319F-4D38-940D-2CE07C803B5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4579" y="592981"/>
                </a:moveTo>
                <a:lnTo>
                  <a:pt x="2159982" y="7012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4" name="9wup_2_official_PredictedLigand_37">
            <a:extLst>
              <a:ext uri="{FF2B5EF4-FFF2-40B4-BE49-F238E27FC236}">
                <a16:creationId xmlns:a16="http://schemas.microsoft.com/office/drawing/2014/main" id="{1C0FC1C7-3458-4EBF-85CB-F15803400BE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658179" y="8475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5" name="9wup_2_official_PredictedLigand_38">
            <a:extLst>
              <a:ext uri="{FF2B5EF4-FFF2-40B4-BE49-F238E27FC236}">
                <a16:creationId xmlns:a16="http://schemas.microsoft.com/office/drawing/2014/main" id="{5CCF2FAB-975D-4106-A5F9-8F1EAC1E76F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179" y="847585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6" name="9wup_2_official_PredictedLigand_39">
            <a:extLst>
              <a:ext uri="{FF2B5EF4-FFF2-40B4-BE49-F238E27FC236}">
                <a16:creationId xmlns:a16="http://schemas.microsoft.com/office/drawing/2014/main" id="{B6503A67-AAB9-466D-A1A5-2EB175FC77A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7550" y="867409"/>
                </a:moveTo>
                <a:lnTo>
                  <a:pt x="1793834" y="8206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7" name="9wup_2_official_PredictedLigand_40">
            <a:extLst>
              <a:ext uri="{FF2B5EF4-FFF2-40B4-BE49-F238E27FC236}">
                <a16:creationId xmlns:a16="http://schemas.microsoft.com/office/drawing/2014/main" id="{5D07C715-23AC-4161-9EC3-71BE8F19B24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661478" y="421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8" name="9wup_2_official_PredictedLigand_41">
            <a:extLst>
              <a:ext uri="{FF2B5EF4-FFF2-40B4-BE49-F238E27FC236}">
                <a16:creationId xmlns:a16="http://schemas.microsoft.com/office/drawing/2014/main" id="{C720A7F8-DCB3-405A-AD7D-8D37F42C7ED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0497" y="749725"/>
                </a:moveTo>
                <a:lnTo>
                  <a:pt x="667317" y="6407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9" name="9wup_2_official_PredictedLigand_42">
            <a:extLst>
              <a:ext uri="{FF2B5EF4-FFF2-40B4-BE49-F238E27FC236}">
                <a16:creationId xmlns:a16="http://schemas.microsoft.com/office/drawing/2014/main" id="{8B9D4D33-7B13-464D-BE00-3866EA28DE0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317" y="640753"/>
                </a:moveTo>
                <a:lnTo>
                  <a:pt x="727903" y="5348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0" name="9wup_2_official_PredictedLigand_43">
            <a:extLst>
              <a:ext uri="{FF2B5EF4-FFF2-40B4-BE49-F238E27FC236}">
                <a16:creationId xmlns:a16="http://schemas.microsoft.com/office/drawing/2014/main" id="{99CC6DB1-0AC6-4408-B302-61202807DAF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534164" y="10575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1" name="9wup_2_official_PredictedLigand_44">
            <a:extLst>
              <a:ext uri="{FF2B5EF4-FFF2-40B4-BE49-F238E27FC236}">
                <a16:creationId xmlns:a16="http://schemas.microsoft.com/office/drawing/2014/main" id="{3F14B647-0423-4847-B432-30751CD24BD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305" y="749501"/>
                </a:moveTo>
                <a:lnTo>
                  <a:pt x="1975010" y="6862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2" name="9wup_2_official_PredictedLigand_45">
            <a:extLst>
              <a:ext uri="{FF2B5EF4-FFF2-40B4-BE49-F238E27FC236}">
                <a16:creationId xmlns:a16="http://schemas.microsoft.com/office/drawing/2014/main" id="{8BF79344-7A7F-47D5-8844-A711CAC2F1A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94579" y="5929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3" name="9wup_2_official_PredictedLigand_46">
            <a:extLst>
              <a:ext uri="{FF2B5EF4-FFF2-40B4-BE49-F238E27FC236}">
                <a16:creationId xmlns:a16="http://schemas.microsoft.com/office/drawing/2014/main" id="{0BE69D23-D6ED-4631-847C-CD984F42215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509681" y="9686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4" name="9wup_2_official_PredictedLigand_47">
            <a:extLst>
              <a:ext uri="{FF2B5EF4-FFF2-40B4-BE49-F238E27FC236}">
                <a16:creationId xmlns:a16="http://schemas.microsoft.com/office/drawing/2014/main" id="{EF01E71E-B7C9-4CA9-B8D2-E809351231E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5" name="9wup_2_official_PredictedLigand_48">
            <a:extLst>
              <a:ext uri="{FF2B5EF4-FFF2-40B4-BE49-F238E27FC236}">
                <a16:creationId xmlns:a16="http://schemas.microsoft.com/office/drawing/2014/main" id="{244526C7-9790-43B4-B33E-EFAA950E304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6" name="9wup_2_official_PredictedLigand_49">
            <a:extLst>
              <a:ext uri="{FF2B5EF4-FFF2-40B4-BE49-F238E27FC236}">
                <a16:creationId xmlns:a16="http://schemas.microsoft.com/office/drawing/2014/main" id="{900D0B32-848C-470F-9CC7-27A68F1D777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592488" y="8789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7" name="9wup_2_official_PredictedLigand_50">
            <a:extLst>
              <a:ext uri="{FF2B5EF4-FFF2-40B4-BE49-F238E27FC236}">
                <a16:creationId xmlns:a16="http://schemas.microsoft.com/office/drawing/2014/main" id="{576FC722-E8AB-4AAE-9010-2E29E3FDDC4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8" name="9wup_2_official_PredictedLigand_51">
            <a:extLst>
              <a:ext uri="{FF2B5EF4-FFF2-40B4-BE49-F238E27FC236}">
                <a16:creationId xmlns:a16="http://schemas.microsoft.com/office/drawing/2014/main" id="{9A067310-3D96-4E8A-9FE4-3E4D7F6A76A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45270" y="4084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9" name="9wup_2_official_PredictedLigand_52">
            <a:extLst>
              <a:ext uri="{FF2B5EF4-FFF2-40B4-BE49-F238E27FC236}">
                <a16:creationId xmlns:a16="http://schemas.microsoft.com/office/drawing/2014/main" id="{DA198795-3E81-48F0-9C9D-207C7134FD0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825" y="573391"/>
                </a:moveTo>
                <a:lnTo>
                  <a:pt x="2112318" y="5224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0" name="9wup_2_official_PredictedLigand_53">
            <a:extLst>
              <a:ext uri="{FF2B5EF4-FFF2-40B4-BE49-F238E27FC236}">
                <a16:creationId xmlns:a16="http://schemas.microsoft.com/office/drawing/2014/main" id="{88231951-EEB6-4F66-B375-ECC43EDB43E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676097" y="8350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1" name="9wup_2_official_PredictedLigand_54">
            <a:extLst>
              <a:ext uri="{FF2B5EF4-FFF2-40B4-BE49-F238E27FC236}">
                <a16:creationId xmlns:a16="http://schemas.microsoft.com/office/drawing/2014/main" id="{11DC46C7-3FF2-4F40-8FA6-ED742C0A201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874" y="710907"/>
                </a:moveTo>
                <a:lnTo>
                  <a:pt x="1819830" y="617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2" name="9wup_2_official_PredictedLigand_55">
            <a:extLst>
              <a:ext uri="{FF2B5EF4-FFF2-40B4-BE49-F238E27FC236}">
                <a16:creationId xmlns:a16="http://schemas.microsoft.com/office/drawing/2014/main" id="{6D740091-3FDA-4EB4-9A49-4048BC323BB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0857" y="533076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3" name="9wup_2_official_PredictedLigand_56">
            <a:extLst>
              <a:ext uri="{FF2B5EF4-FFF2-40B4-BE49-F238E27FC236}">
                <a16:creationId xmlns:a16="http://schemas.microsoft.com/office/drawing/2014/main" id="{1CCF9791-B395-49D3-98BE-ED6344C0944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9830" y="617828"/>
                </a:moveTo>
                <a:lnTo>
                  <a:pt x="1900857" y="5330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4" name="9wup_2_official_PredictedLigand_57">
            <a:extLst>
              <a:ext uri="{FF2B5EF4-FFF2-40B4-BE49-F238E27FC236}">
                <a16:creationId xmlns:a16="http://schemas.microsoft.com/office/drawing/2014/main" id="{0F6E1F30-C29D-425A-829B-8ABC5B480D2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680165" y="917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5" name="9wup_2_official_PredictedAtoms_0">
            <a:extLst>
              <a:ext uri="{FF2B5EF4-FFF2-40B4-BE49-F238E27FC236}">
                <a16:creationId xmlns:a16="http://schemas.microsoft.com/office/drawing/2014/main" id="{135F0E3A-92F8-4CA7-A7DE-EF63F5AD1AE9}"/>
              </a:ext>
            </a:extLst>
          </p:cNvPr>
          <p:cNvSpPr>
            <a:spLocks noGrp="1"/>
          </p:cNvSpPr>
          <p:nvPr/>
        </p:nvSpPr>
        <p:spPr>
          <a:xfrm>
            <a:off x="1267328" y="85333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6" name="9wup_2_official_PredictedAtoms_1">
            <a:extLst>
              <a:ext uri="{FF2B5EF4-FFF2-40B4-BE49-F238E27FC236}">
                <a16:creationId xmlns:a16="http://schemas.microsoft.com/office/drawing/2014/main" id="{EE6D6DCC-EC37-4C13-B1A2-99B0B147A54C}"/>
              </a:ext>
            </a:extLst>
          </p:cNvPr>
          <p:cNvSpPr>
            <a:spLocks noGrp="1"/>
          </p:cNvSpPr>
          <p:nvPr/>
        </p:nvSpPr>
        <p:spPr>
          <a:xfrm>
            <a:off x="1369074" y="85746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7" name="9wup_2_official_PredictedAtoms_2">
            <a:extLst>
              <a:ext uri="{FF2B5EF4-FFF2-40B4-BE49-F238E27FC236}">
                <a16:creationId xmlns:a16="http://schemas.microsoft.com/office/drawing/2014/main" id="{0558A315-918B-4B12-BA5D-C0382F4EAD97}"/>
              </a:ext>
            </a:extLst>
          </p:cNvPr>
          <p:cNvSpPr>
            <a:spLocks noGrp="1"/>
          </p:cNvSpPr>
          <p:nvPr/>
        </p:nvSpPr>
        <p:spPr>
          <a:xfrm>
            <a:off x="1477402" y="8525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8" name="9wup_2_official_PredictedAtoms_3">
            <a:extLst>
              <a:ext uri="{FF2B5EF4-FFF2-40B4-BE49-F238E27FC236}">
                <a16:creationId xmlns:a16="http://schemas.microsoft.com/office/drawing/2014/main" id="{94B7C72E-70D9-46C0-85F1-CE9FAEDCF51F}"/>
              </a:ext>
            </a:extLst>
          </p:cNvPr>
          <p:cNvSpPr>
            <a:spLocks noGrp="1"/>
          </p:cNvSpPr>
          <p:nvPr/>
        </p:nvSpPr>
        <p:spPr>
          <a:xfrm>
            <a:off x="1504555" y="86017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9" name="9wup_2_official_PredictedAtoms_4">
            <a:extLst>
              <a:ext uri="{FF2B5EF4-FFF2-40B4-BE49-F238E27FC236}">
                <a16:creationId xmlns:a16="http://schemas.microsoft.com/office/drawing/2014/main" id="{75409A4B-D286-430A-B301-0200E759F829}"/>
              </a:ext>
            </a:extLst>
          </p:cNvPr>
          <p:cNvSpPr>
            <a:spLocks noGrp="1"/>
          </p:cNvSpPr>
          <p:nvPr/>
        </p:nvSpPr>
        <p:spPr>
          <a:xfrm>
            <a:off x="1600372" y="85705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0" name="9wup_2_official_PredictedAtoms_5">
            <a:extLst>
              <a:ext uri="{FF2B5EF4-FFF2-40B4-BE49-F238E27FC236}">
                <a16:creationId xmlns:a16="http://schemas.microsoft.com/office/drawing/2014/main" id="{AA4727EF-F328-43A3-A1A2-41A6CCF9480F}"/>
              </a:ext>
            </a:extLst>
          </p:cNvPr>
          <p:cNvSpPr>
            <a:spLocks noGrp="1"/>
          </p:cNvSpPr>
          <p:nvPr/>
        </p:nvSpPr>
        <p:spPr>
          <a:xfrm>
            <a:off x="1586329" y="86333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1" name="9wup_2_official_PredictedAtoms_6">
            <a:extLst>
              <a:ext uri="{FF2B5EF4-FFF2-40B4-BE49-F238E27FC236}">
                <a16:creationId xmlns:a16="http://schemas.microsoft.com/office/drawing/2014/main" id="{9A274E9A-ECD9-47E0-9F87-C2CEC8DB489D}"/>
              </a:ext>
            </a:extLst>
          </p:cNvPr>
          <p:cNvSpPr>
            <a:spLocks noGrp="1"/>
          </p:cNvSpPr>
          <p:nvPr/>
        </p:nvSpPr>
        <p:spPr>
          <a:xfrm>
            <a:off x="1592672" y="84397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2" name="9wup_2_official_PredictedAtoms_7">
            <a:extLst>
              <a:ext uri="{FF2B5EF4-FFF2-40B4-BE49-F238E27FC236}">
                <a16:creationId xmlns:a16="http://schemas.microsoft.com/office/drawing/2014/main" id="{9F18CA06-2F99-49E6-AEDB-6CE734B78A19}"/>
              </a:ext>
            </a:extLst>
          </p:cNvPr>
          <p:cNvSpPr>
            <a:spLocks noGrp="1"/>
          </p:cNvSpPr>
          <p:nvPr/>
        </p:nvSpPr>
        <p:spPr>
          <a:xfrm>
            <a:off x="1721796" y="86159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3" name="9wup_2_official_PredictedAtoms_8">
            <a:extLst>
              <a:ext uri="{FF2B5EF4-FFF2-40B4-BE49-F238E27FC236}">
                <a16:creationId xmlns:a16="http://schemas.microsoft.com/office/drawing/2014/main" id="{CDDFB4BF-98B1-44D3-8817-62511809BA7A}"/>
              </a:ext>
            </a:extLst>
          </p:cNvPr>
          <p:cNvSpPr>
            <a:spLocks noGrp="1"/>
          </p:cNvSpPr>
          <p:nvPr/>
        </p:nvSpPr>
        <p:spPr>
          <a:xfrm>
            <a:off x="1793988" y="87389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4" name="9wup_2_official_PredictedAtoms_9">
            <a:extLst>
              <a:ext uri="{FF2B5EF4-FFF2-40B4-BE49-F238E27FC236}">
                <a16:creationId xmlns:a16="http://schemas.microsoft.com/office/drawing/2014/main" id="{9CA5EF47-6FF8-46A0-93B6-22B24AAD20FB}"/>
              </a:ext>
            </a:extLst>
          </p:cNvPr>
          <p:cNvSpPr>
            <a:spLocks noGrp="1"/>
          </p:cNvSpPr>
          <p:nvPr/>
        </p:nvSpPr>
        <p:spPr>
          <a:xfrm>
            <a:off x="1713315" y="88371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5" name="9wup_2_official_PredictedAtoms_10">
            <a:extLst>
              <a:ext uri="{FF2B5EF4-FFF2-40B4-BE49-F238E27FC236}">
                <a16:creationId xmlns:a16="http://schemas.microsoft.com/office/drawing/2014/main" id="{EB73DC64-C2DE-47DB-BB48-4D57D51B073B}"/>
              </a:ext>
            </a:extLst>
          </p:cNvPr>
          <p:cNvSpPr>
            <a:spLocks noGrp="1"/>
          </p:cNvSpPr>
          <p:nvPr/>
        </p:nvSpPr>
        <p:spPr>
          <a:xfrm>
            <a:off x="1888884" y="87269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6" name="9wup_2_official_PredictedAtoms_11">
            <a:extLst>
              <a:ext uri="{FF2B5EF4-FFF2-40B4-BE49-F238E27FC236}">
                <a16:creationId xmlns:a16="http://schemas.microsoft.com/office/drawing/2014/main" id="{E233A769-F97A-42EA-9E90-EEFC68CC047A}"/>
              </a:ext>
            </a:extLst>
          </p:cNvPr>
          <p:cNvSpPr>
            <a:spLocks noGrp="1"/>
          </p:cNvSpPr>
          <p:nvPr/>
        </p:nvSpPr>
        <p:spPr>
          <a:xfrm>
            <a:off x="1851532" y="87664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7" name="9wup_2_official_PredictedAtoms_12">
            <a:extLst>
              <a:ext uri="{FF2B5EF4-FFF2-40B4-BE49-F238E27FC236}">
                <a16:creationId xmlns:a16="http://schemas.microsoft.com/office/drawing/2014/main" id="{FAEC1FEB-7463-4DB6-BA7D-7947DD0993D5}"/>
              </a:ext>
            </a:extLst>
          </p:cNvPr>
          <p:cNvSpPr>
            <a:spLocks noGrp="1"/>
          </p:cNvSpPr>
          <p:nvPr/>
        </p:nvSpPr>
        <p:spPr>
          <a:xfrm>
            <a:off x="1828786" y="88668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8" name="9wup_2_official_PredictedAtoms_13">
            <a:extLst>
              <a:ext uri="{FF2B5EF4-FFF2-40B4-BE49-F238E27FC236}">
                <a16:creationId xmlns:a16="http://schemas.microsoft.com/office/drawing/2014/main" id="{7B86A68E-598B-4DDC-8A75-4CE2B57936D8}"/>
              </a:ext>
            </a:extLst>
          </p:cNvPr>
          <p:cNvSpPr>
            <a:spLocks noGrp="1"/>
          </p:cNvSpPr>
          <p:nvPr/>
        </p:nvSpPr>
        <p:spPr>
          <a:xfrm>
            <a:off x="1883385" y="88626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9" name="9wup_2_official_PredictedAtoms_14">
            <a:extLst>
              <a:ext uri="{FF2B5EF4-FFF2-40B4-BE49-F238E27FC236}">
                <a16:creationId xmlns:a16="http://schemas.microsoft.com/office/drawing/2014/main" id="{25D0DA81-E173-4810-A322-7CEF260E0EA3}"/>
              </a:ext>
            </a:extLst>
          </p:cNvPr>
          <p:cNvSpPr>
            <a:spLocks noGrp="1"/>
          </p:cNvSpPr>
          <p:nvPr/>
        </p:nvSpPr>
        <p:spPr>
          <a:xfrm>
            <a:off x="1989957" y="88045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0" name="9wup_2_official_PredictedAtoms_15">
            <a:extLst>
              <a:ext uri="{FF2B5EF4-FFF2-40B4-BE49-F238E27FC236}">
                <a16:creationId xmlns:a16="http://schemas.microsoft.com/office/drawing/2014/main" id="{0FE3605E-90A3-4F95-9FFE-6D6112F5623E}"/>
              </a:ext>
            </a:extLst>
          </p:cNvPr>
          <p:cNvSpPr>
            <a:spLocks noGrp="1"/>
          </p:cNvSpPr>
          <p:nvPr/>
        </p:nvSpPr>
        <p:spPr>
          <a:xfrm>
            <a:off x="2006242" y="87578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1" name="9wup_2_official_PredictedAtoms_16">
            <a:extLst>
              <a:ext uri="{FF2B5EF4-FFF2-40B4-BE49-F238E27FC236}">
                <a16:creationId xmlns:a16="http://schemas.microsoft.com/office/drawing/2014/main" id="{288FE18E-6CEA-4987-B473-D54EAB245536}"/>
              </a:ext>
            </a:extLst>
          </p:cNvPr>
          <p:cNvSpPr>
            <a:spLocks noGrp="1"/>
          </p:cNvSpPr>
          <p:nvPr/>
        </p:nvSpPr>
        <p:spPr>
          <a:xfrm>
            <a:off x="2073282" y="86480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2" name="9wup_2_official_PredictedAtoms_17">
            <a:extLst>
              <a:ext uri="{FF2B5EF4-FFF2-40B4-BE49-F238E27FC236}">
                <a16:creationId xmlns:a16="http://schemas.microsoft.com/office/drawing/2014/main" id="{2822A8C8-A2ED-4C52-9BEE-36D6C17334C4}"/>
              </a:ext>
            </a:extLst>
          </p:cNvPr>
          <p:cNvSpPr>
            <a:spLocks noGrp="1"/>
          </p:cNvSpPr>
          <p:nvPr/>
        </p:nvSpPr>
        <p:spPr>
          <a:xfrm>
            <a:off x="2032238" y="85550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3" name="9wup_2_official_PredictedAtoms_18">
            <a:extLst>
              <a:ext uri="{FF2B5EF4-FFF2-40B4-BE49-F238E27FC236}">
                <a16:creationId xmlns:a16="http://schemas.microsoft.com/office/drawing/2014/main" id="{F5132AA7-C748-45AF-B222-38FCFEB1594A}"/>
              </a:ext>
            </a:extLst>
          </p:cNvPr>
          <p:cNvSpPr>
            <a:spLocks noGrp="1"/>
          </p:cNvSpPr>
          <p:nvPr/>
        </p:nvSpPr>
        <p:spPr>
          <a:xfrm>
            <a:off x="2113265" y="84702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4" name="9wup_2_official_PredictedAtoms_19">
            <a:extLst>
              <a:ext uri="{FF2B5EF4-FFF2-40B4-BE49-F238E27FC236}">
                <a16:creationId xmlns:a16="http://schemas.microsoft.com/office/drawing/2014/main" id="{D915B1E8-5ABE-46DA-AD4F-5F285FE925B5}"/>
              </a:ext>
            </a:extLst>
          </p:cNvPr>
          <p:cNvSpPr>
            <a:spLocks noGrp="1"/>
          </p:cNvSpPr>
          <p:nvPr/>
        </p:nvSpPr>
        <p:spPr>
          <a:xfrm>
            <a:off x="2213232" y="8510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5" name="9wup_2_official_PredictedAtoms_20">
            <a:extLst>
              <a:ext uri="{FF2B5EF4-FFF2-40B4-BE49-F238E27FC236}">
                <a16:creationId xmlns:a16="http://schemas.microsoft.com/office/drawing/2014/main" id="{B004B095-C194-4EC3-B878-7548BB3C83A7}"/>
              </a:ext>
            </a:extLst>
          </p:cNvPr>
          <p:cNvSpPr>
            <a:spLocks noGrp="1"/>
          </p:cNvSpPr>
          <p:nvPr/>
        </p:nvSpPr>
        <p:spPr>
          <a:xfrm>
            <a:off x="2324726" y="84596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6" name="9wup_2_official_PredictedAtoms_21">
            <a:extLst>
              <a:ext uri="{FF2B5EF4-FFF2-40B4-BE49-F238E27FC236}">
                <a16:creationId xmlns:a16="http://schemas.microsoft.com/office/drawing/2014/main" id="{18E1B343-FB2F-40F3-AE6C-F8259566977F}"/>
              </a:ext>
            </a:extLst>
          </p:cNvPr>
          <p:cNvSpPr>
            <a:spLocks noGrp="1"/>
          </p:cNvSpPr>
          <p:nvPr/>
        </p:nvSpPr>
        <p:spPr>
          <a:xfrm>
            <a:off x="2357678" y="83456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7" name="9wup_2_official_PredictedAtoms_22">
            <a:extLst>
              <a:ext uri="{FF2B5EF4-FFF2-40B4-BE49-F238E27FC236}">
                <a16:creationId xmlns:a16="http://schemas.microsoft.com/office/drawing/2014/main" id="{F16DE3FA-EC10-483A-A820-8D56D3C5F159}"/>
              </a:ext>
            </a:extLst>
          </p:cNvPr>
          <p:cNvSpPr>
            <a:spLocks noGrp="1"/>
          </p:cNvSpPr>
          <p:nvPr/>
        </p:nvSpPr>
        <p:spPr>
          <a:xfrm>
            <a:off x="2406987" y="85301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8" name="9wup_2_official_PredictedAtoms_23">
            <a:extLst>
              <a:ext uri="{FF2B5EF4-FFF2-40B4-BE49-F238E27FC236}">
                <a16:creationId xmlns:a16="http://schemas.microsoft.com/office/drawing/2014/main" id="{80CBFFBA-9425-490E-AF89-7BC895405CF7}"/>
              </a:ext>
            </a:extLst>
          </p:cNvPr>
          <p:cNvSpPr>
            <a:spLocks noGrp="1"/>
          </p:cNvSpPr>
          <p:nvPr/>
        </p:nvSpPr>
        <p:spPr>
          <a:xfrm>
            <a:off x="2372389" y="86384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9" name="9wup_2_official_PredictedAtoms_24">
            <a:extLst>
              <a:ext uri="{FF2B5EF4-FFF2-40B4-BE49-F238E27FC236}">
                <a16:creationId xmlns:a16="http://schemas.microsoft.com/office/drawing/2014/main" id="{400A81B6-9CB2-44F7-9FCF-4AF479798EA1}"/>
              </a:ext>
            </a:extLst>
          </p:cNvPr>
          <p:cNvSpPr>
            <a:spLocks noGrp="1"/>
          </p:cNvSpPr>
          <p:nvPr/>
        </p:nvSpPr>
        <p:spPr>
          <a:xfrm>
            <a:off x="2268713" y="86866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0" name="9wup_2_official_PredictedAtoms_25">
            <a:extLst>
              <a:ext uri="{FF2B5EF4-FFF2-40B4-BE49-F238E27FC236}">
                <a16:creationId xmlns:a16="http://schemas.microsoft.com/office/drawing/2014/main" id="{70D74C06-336D-4268-979B-E827169828FF}"/>
              </a:ext>
            </a:extLst>
          </p:cNvPr>
          <p:cNvSpPr>
            <a:spLocks noGrp="1"/>
          </p:cNvSpPr>
          <p:nvPr/>
        </p:nvSpPr>
        <p:spPr>
          <a:xfrm>
            <a:off x="2187417" y="86233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1" name="9wup_2_official_PredictedAtoms_26">
            <a:extLst>
              <a:ext uri="{FF2B5EF4-FFF2-40B4-BE49-F238E27FC236}">
                <a16:creationId xmlns:a16="http://schemas.microsoft.com/office/drawing/2014/main" id="{057A6359-E9D6-4363-ADC4-6BEB8E920A7F}"/>
              </a:ext>
            </a:extLst>
          </p:cNvPr>
          <p:cNvSpPr>
            <a:spLocks noGrp="1"/>
          </p:cNvSpPr>
          <p:nvPr/>
        </p:nvSpPr>
        <p:spPr>
          <a:xfrm>
            <a:off x="1888505" y="87722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2" name="9wup_2_official_PredictedAtoms_27">
            <a:extLst>
              <a:ext uri="{FF2B5EF4-FFF2-40B4-BE49-F238E27FC236}">
                <a16:creationId xmlns:a16="http://schemas.microsoft.com/office/drawing/2014/main" id="{77097CAA-0636-47B9-905C-58C71B82BD43}"/>
              </a:ext>
            </a:extLst>
          </p:cNvPr>
          <p:cNvSpPr>
            <a:spLocks noGrp="1"/>
          </p:cNvSpPr>
          <p:nvPr/>
        </p:nvSpPr>
        <p:spPr>
          <a:xfrm>
            <a:off x="1892573" y="88543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3" name="9wup_2_official_PredictedAtoms_28">
            <a:extLst>
              <a:ext uri="{FF2B5EF4-FFF2-40B4-BE49-F238E27FC236}">
                <a16:creationId xmlns:a16="http://schemas.microsoft.com/office/drawing/2014/main" id="{0DAF29F8-5C39-440D-A4F3-0518010DF545}"/>
              </a:ext>
            </a:extLst>
          </p:cNvPr>
          <p:cNvSpPr>
            <a:spLocks noGrp="1"/>
          </p:cNvSpPr>
          <p:nvPr/>
        </p:nvSpPr>
        <p:spPr>
          <a:xfrm>
            <a:off x="1804896" y="881613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4" name="9wup_2_official_PredictedAtoms_29">
            <a:extLst>
              <a:ext uri="{FF2B5EF4-FFF2-40B4-BE49-F238E27FC236}">
                <a16:creationId xmlns:a16="http://schemas.microsoft.com/office/drawing/2014/main" id="{A1609424-72FD-419F-806A-A2DDD073BA43}"/>
              </a:ext>
            </a:extLst>
          </p:cNvPr>
          <p:cNvSpPr>
            <a:spLocks noGrp="1"/>
          </p:cNvSpPr>
          <p:nvPr/>
        </p:nvSpPr>
        <p:spPr>
          <a:xfrm>
            <a:off x="1722088" y="89058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5" name="9wup_2_official_PredictedAtoms_30">
            <a:extLst>
              <a:ext uri="{FF2B5EF4-FFF2-40B4-BE49-F238E27FC236}">
                <a16:creationId xmlns:a16="http://schemas.microsoft.com/office/drawing/2014/main" id="{5B620136-82DA-4872-A460-541677069B76}"/>
              </a:ext>
            </a:extLst>
          </p:cNvPr>
          <p:cNvSpPr>
            <a:spLocks noGrp="1"/>
          </p:cNvSpPr>
          <p:nvPr/>
        </p:nvSpPr>
        <p:spPr>
          <a:xfrm>
            <a:off x="1389196" y="87039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6" name="9wup_2_official_PredictedAtoms_31">
            <a:extLst>
              <a:ext uri="{FF2B5EF4-FFF2-40B4-BE49-F238E27FC236}">
                <a16:creationId xmlns:a16="http://schemas.microsoft.com/office/drawing/2014/main" id="{EA960C20-B848-442C-839C-9E9FB1F68F2E}"/>
              </a:ext>
            </a:extLst>
          </p:cNvPr>
          <p:cNvSpPr>
            <a:spLocks noGrp="1"/>
          </p:cNvSpPr>
          <p:nvPr/>
        </p:nvSpPr>
        <p:spPr>
          <a:xfrm>
            <a:off x="1471237" y="87316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7" name="9wup_2_official_PredictedAtoms_32">
            <a:extLst>
              <a:ext uri="{FF2B5EF4-FFF2-40B4-BE49-F238E27FC236}">
                <a16:creationId xmlns:a16="http://schemas.microsoft.com/office/drawing/2014/main" id="{81434295-EDE8-4F70-AA7C-8C7679E09410}"/>
              </a:ext>
            </a:extLst>
          </p:cNvPr>
          <p:cNvSpPr>
            <a:spLocks noGrp="1"/>
          </p:cNvSpPr>
          <p:nvPr/>
        </p:nvSpPr>
        <p:spPr>
          <a:xfrm>
            <a:off x="1276705" y="87739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8" name="9wup_2_official_PredictedAtoms_33">
            <a:extLst>
              <a:ext uri="{FF2B5EF4-FFF2-40B4-BE49-F238E27FC236}">
                <a16:creationId xmlns:a16="http://schemas.microsoft.com/office/drawing/2014/main" id="{644F4FC0-DA2D-40EF-B5AB-FD3F0796810F}"/>
              </a:ext>
            </a:extLst>
          </p:cNvPr>
          <p:cNvSpPr>
            <a:spLocks noGrp="1"/>
          </p:cNvSpPr>
          <p:nvPr/>
        </p:nvSpPr>
        <p:spPr>
          <a:xfrm>
            <a:off x="1296568" y="888451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9" name="9wup_2_official_PredictedAtoms_34">
            <a:extLst>
              <a:ext uri="{FF2B5EF4-FFF2-40B4-BE49-F238E27FC236}">
                <a16:creationId xmlns:a16="http://schemas.microsoft.com/office/drawing/2014/main" id="{A6CB6A98-4899-48C4-ADCF-7F1B1FBE062B}"/>
              </a:ext>
            </a:extLst>
          </p:cNvPr>
          <p:cNvSpPr>
            <a:spLocks noGrp="1"/>
          </p:cNvSpPr>
          <p:nvPr/>
        </p:nvSpPr>
        <p:spPr>
          <a:xfrm>
            <a:off x="1230398" y="88059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0" name="9wup_2_official_PredictedAtoms_35">
            <a:extLst>
              <a:ext uri="{FF2B5EF4-FFF2-40B4-BE49-F238E27FC236}">
                <a16:creationId xmlns:a16="http://schemas.microsoft.com/office/drawing/2014/main" id="{F62FB93C-CF91-45EC-A662-4A415AAB4088}"/>
              </a:ext>
            </a:extLst>
          </p:cNvPr>
          <p:cNvSpPr>
            <a:spLocks noGrp="1"/>
          </p:cNvSpPr>
          <p:nvPr/>
        </p:nvSpPr>
        <p:spPr>
          <a:xfrm>
            <a:off x="1104902" y="88009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1" name="9wup_2_official_PredictedAtoms_36">
            <a:extLst>
              <a:ext uri="{FF2B5EF4-FFF2-40B4-BE49-F238E27FC236}">
                <a16:creationId xmlns:a16="http://schemas.microsoft.com/office/drawing/2014/main" id="{9317518B-6F68-4156-9223-E431B59D0BD5}"/>
              </a:ext>
            </a:extLst>
          </p:cNvPr>
          <p:cNvSpPr>
            <a:spLocks noGrp="1"/>
          </p:cNvSpPr>
          <p:nvPr/>
        </p:nvSpPr>
        <p:spPr>
          <a:xfrm>
            <a:off x="1038692" y="88988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2" name="9wup_2_official_PredictedAtoms_37">
            <a:extLst>
              <a:ext uri="{FF2B5EF4-FFF2-40B4-BE49-F238E27FC236}">
                <a16:creationId xmlns:a16="http://schemas.microsoft.com/office/drawing/2014/main" id="{380DD4A4-902B-4F53-BB8D-8FCC491F5BCC}"/>
              </a:ext>
            </a:extLst>
          </p:cNvPr>
          <p:cNvSpPr>
            <a:spLocks noGrp="1"/>
          </p:cNvSpPr>
          <p:nvPr/>
        </p:nvSpPr>
        <p:spPr>
          <a:xfrm>
            <a:off x="1081015" y="90056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3" name="9wup_2_official_PredictedAtoms_38">
            <a:extLst>
              <a:ext uri="{FF2B5EF4-FFF2-40B4-BE49-F238E27FC236}">
                <a16:creationId xmlns:a16="http://schemas.microsoft.com/office/drawing/2014/main" id="{2855D038-BC77-446B-B570-DFD102BEF26F}"/>
              </a:ext>
            </a:extLst>
          </p:cNvPr>
          <p:cNvSpPr>
            <a:spLocks noGrp="1"/>
          </p:cNvSpPr>
          <p:nvPr/>
        </p:nvSpPr>
        <p:spPr>
          <a:xfrm>
            <a:off x="1015275" y="91051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4" name="9wup_2_official_PredictedAtoms_39">
            <a:extLst>
              <a:ext uri="{FF2B5EF4-FFF2-40B4-BE49-F238E27FC236}">
                <a16:creationId xmlns:a16="http://schemas.microsoft.com/office/drawing/2014/main" id="{4DDCCDE8-6EAE-41E5-BD85-C079880C0C99}"/>
              </a:ext>
            </a:extLst>
          </p:cNvPr>
          <p:cNvSpPr>
            <a:spLocks noGrp="1"/>
          </p:cNvSpPr>
          <p:nvPr/>
        </p:nvSpPr>
        <p:spPr>
          <a:xfrm>
            <a:off x="1053113" y="92019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5" name="9wup_2_official_PredictedAtoms_40">
            <a:extLst>
              <a:ext uri="{FF2B5EF4-FFF2-40B4-BE49-F238E27FC236}">
                <a16:creationId xmlns:a16="http://schemas.microsoft.com/office/drawing/2014/main" id="{EBA214A0-AA9A-4330-8160-913457275D89}"/>
              </a:ext>
            </a:extLst>
          </p:cNvPr>
          <p:cNvSpPr>
            <a:spLocks noGrp="1"/>
          </p:cNvSpPr>
          <p:nvPr/>
        </p:nvSpPr>
        <p:spPr>
          <a:xfrm>
            <a:off x="902127" y="91012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6" name="9wup_2_official_PredictedAtoms_41">
            <a:extLst>
              <a:ext uri="{FF2B5EF4-FFF2-40B4-BE49-F238E27FC236}">
                <a16:creationId xmlns:a16="http://schemas.microsoft.com/office/drawing/2014/main" id="{A3DF04BF-F699-4E72-8F70-95FD2C86C3C0}"/>
              </a:ext>
            </a:extLst>
          </p:cNvPr>
          <p:cNvSpPr>
            <a:spLocks noGrp="1"/>
          </p:cNvSpPr>
          <p:nvPr/>
        </p:nvSpPr>
        <p:spPr>
          <a:xfrm>
            <a:off x="850605" y="89957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7" name="9wup_2_official_PredictedAtoms_42">
            <a:extLst>
              <a:ext uri="{FF2B5EF4-FFF2-40B4-BE49-F238E27FC236}">
                <a16:creationId xmlns:a16="http://schemas.microsoft.com/office/drawing/2014/main" id="{768DC593-C0F9-4DB0-8FF2-A16B5999995C}"/>
              </a:ext>
            </a:extLst>
          </p:cNvPr>
          <p:cNvSpPr>
            <a:spLocks noGrp="1"/>
          </p:cNvSpPr>
          <p:nvPr/>
        </p:nvSpPr>
        <p:spPr>
          <a:xfrm>
            <a:off x="746572" y="89947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8" name="9wup_2_official_PredictedAtoms_43">
            <a:extLst>
              <a:ext uri="{FF2B5EF4-FFF2-40B4-BE49-F238E27FC236}">
                <a16:creationId xmlns:a16="http://schemas.microsoft.com/office/drawing/2014/main" id="{27B2B6BB-225C-48D4-A019-7C4FB62839A0}"/>
              </a:ext>
            </a:extLst>
          </p:cNvPr>
          <p:cNvSpPr>
            <a:spLocks noGrp="1"/>
          </p:cNvSpPr>
          <p:nvPr/>
        </p:nvSpPr>
        <p:spPr>
          <a:xfrm>
            <a:off x="920947" y="88918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9" name="9wup_2_official_PredictedAtoms_44">
            <a:extLst>
              <a:ext uri="{FF2B5EF4-FFF2-40B4-BE49-F238E27FC236}">
                <a16:creationId xmlns:a16="http://schemas.microsoft.com/office/drawing/2014/main" id="{7125B5B1-42F7-4AAA-B4ED-C2A289D8A2E4}"/>
              </a:ext>
            </a:extLst>
          </p:cNvPr>
          <p:cNvSpPr>
            <a:spLocks noGrp="1"/>
          </p:cNvSpPr>
          <p:nvPr/>
        </p:nvSpPr>
        <p:spPr>
          <a:xfrm>
            <a:off x="870586" y="87847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0" name="9wup_2_official_PredictedAtoms_45">
            <a:extLst>
              <a:ext uri="{FF2B5EF4-FFF2-40B4-BE49-F238E27FC236}">
                <a16:creationId xmlns:a16="http://schemas.microsoft.com/office/drawing/2014/main" id="{9DAC653F-EFEF-40AD-BA67-910F64DA2DBC}"/>
              </a:ext>
            </a:extLst>
          </p:cNvPr>
          <p:cNvSpPr>
            <a:spLocks noGrp="1"/>
          </p:cNvSpPr>
          <p:nvPr/>
        </p:nvSpPr>
        <p:spPr>
          <a:xfrm>
            <a:off x="932904" y="868690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1" name="9wup_2_official_PredictedAtoms_46">
            <a:extLst>
              <a:ext uri="{FF2B5EF4-FFF2-40B4-BE49-F238E27FC236}">
                <a16:creationId xmlns:a16="http://schemas.microsoft.com/office/drawing/2014/main" id="{2B6B927B-8440-4AC9-80FA-DF7180E4A88E}"/>
              </a:ext>
            </a:extLst>
          </p:cNvPr>
          <p:cNvSpPr>
            <a:spLocks noGrp="1"/>
          </p:cNvSpPr>
          <p:nvPr/>
        </p:nvSpPr>
        <p:spPr>
          <a:xfrm>
            <a:off x="879725" y="85779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2" name="9wup_2_official_PredictedAtoms_47">
            <a:extLst>
              <a:ext uri="{FF2B5EF4-FFF2-40B4-BE49-F238E27FC236}">
                <a16:creationId xmlns:a16="http://schemas.microsoft.com/office/drawing/2014/main" id="{F56040C2-2EF9-4562-818E-0BA38FB81025}"/>
              </a:ext>
            </a:extLst>
          </p:cNvPr>
          <p:cNvSpPr>
            <a:spLocks noGrp="1"/>
          </p:cNvSpPr>
          <p:nvPr/>
        </p:nvSpPr>
        <p:spPr>
          <a:xfrm>
            <a:off x="940311" y="84720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3" name="9wup_2_official_PredictedAtoms_48">
            <a:extLst>
              <a:ext uri="{FF2B5EF4-FFF2-40B4-BE49-F238E27FC236}">
                <a16:creationId xmlns:a16="http://schemas.microsoft.com/office/drawing/2014/main" id="{0B238BF1-AF6F-4EA9-B499-954DA95AA9F9}"/>
              </a:ext>
            </a:extLst>
          </p:cNvPr>
          <p:cNvSpPr>
            <a:spLocks noGrp="1"/>
          </p:cNvSpPr>
          <p:nvPr/>
        </p:nvSpPr>
        <p:spPr>
          <a:xfrm>
            <a:off x="873885" y="83590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4" name="9wup_2_official_PredictedAtoms_49">
            <a:extLst>
              <a:ext uri="{FF2B5EF4-FFF2-40B4-BE49-F238E27FC236}">
                <a16:creationId xmlns:a16="http://schemas.microsoft.com/office/drawing/2014/main" id="{34A98A10-1857-42F5-8AFE-311465E53D57}"/>
              </a:ext>
            </a:extLst>
          </p:cNvPr>
          <p:cNvSpPr>
            <a:spLocks noGrp="1"/>
          </p:cNvSpPr>
          <p:nvPr/>
        </p:nvSpPr>
        <p:spPr>
          <a:xfrm>
            <a:off x="1062213" y="84758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5" name="9wup_2_official_PredictedAtoms_50">
            <a:extLst>
              <a:ext uri="{FF2B5EF4-FFF2-40B4-BE49-F238E27FC236}">
                <a16:creationId xmlns:a16="http://schemas.microsoft.com/office/drawing/2014/main" id="{3B2CEA8A-E194-4122-B0C3-AE271CDC6978}"/>
              </a:ext>
            </a:extLst>
          </p:cNvPr>
          <p:cNvSpPr>
            <a:spLocks noGrp="1"/>
          </p:cNvSpPr>
          <p:nvPr/>
        </p:nvSpPr>
        <p:spPr>
          <a:xfrm>
            <a:off x="1126175" y="83656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6" name="9wup_2_official_PredictedAtoms_51">
            <a:extLst>
              <a:ext uri="{FF2B5EF4-FFF2-40B4-BE49-F238E27FC236}">
                <a16:creationId xmlns:a16="http://schemas.microsoft.com/office/drawing/2014/main" id="{A7B31BAE-32BA-4B25-B0E7-E602AE74844B}"/>
              </a:ext>
            </a:extLst>
          </p:cNvPr>
          <p:cNvSpPr>
            <a:spLocks noGrp="1"/>
          </p:cNvSpPr>
          <p:nvPr/>
        </p:nvSpPr>
        <p:spPr>
          <a:xfrm>
            <a:off x="1114009" y="85859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7" name="9wup_2_official_PredictedAtoms_52">
            <a:extLst>
              <a:ext uri="{FF2B5EF4-FFF2-40B4-BE49-F238E27FC236}">
                <a16:creationId xmlns:a16="http://schemas.microsoft.com/office/drawing/2014/main" id="{CEEC73FB-C6DC-47F0-8AE6-6232C46FBE79}"/>
              </a:ext>
            </a:extLst>
          </p:cNvPr>
          <p:cNvSpPr>
            <a:spLocks noGrp="1"/>
          </p:cNvSpPr>
          <p:nvPr/>
        </p:nvSpPr>
        <p:spPr>
          <a:xfrm>
            <a:off x="1054224" y="86929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8" name="stage3-cases-main_43">
            <a:extLst>
              <a:ext uri="{FF2B5EF4-FFF2-40B4-BE49-F238E27FC236}">
                <a16:creationId xmlns:a16="http://schemas.microsoft.com/office/drawing/2014/main" id="{CA745820-DE91-4432-A40A-3DB476623687}"/>
              </a:ext>
            </a:extLst>
          </p:cNvPr>
          <p:cNvSpPr>
            <a:spLocks noGrp="1"/>
          </p:cNvSpPr>
          <p:nvPr/>
        </p:nvSpPr>
        <p:spPr>
          <a:xfrm>
            <a:off x="2286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3.83 Å   D 66%   Clash 0</a:t>
            </a:r>
          </a:p>
        </p:txBody>
      </p:sp>
      <p:sp>
        <p:nvSpPr>
          <p:cNvPr id="1529" name="9wup_2_tuned_Receptor">
            <a:extLst>
              <a:ext uri="{FF2B5EF4-FFF2-40B4-BE49-F238E27FC236}">
                <a16:creationId xmlns:a16="http://schemas.microsoft.com/office/drawing/2014/main" id="{8A18F68F-6880-405A-94BA-2550C694F9C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530" name="9wup_2_tuned_ExperimentalDensity">
            <a:extLst>
              <a:ext uri="{FF2B5EF4-FFF2-40B4-BE49-F238E27FC236}">
                <a16:creationId xmlns:a16="http://schemas.microsoft.com/office/drawing/2014/main" id="{DB12CF76-2F1D-4F06-A498-53C75F66FE7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531" name="9wup_2_tuned_ReferenceLigand_0">
            <a:extLst>
              <a:ext uri="{FF2B5EF4-FFF2-40B4-BE49-F238E27FC236}">
                <a16:creationId xmlns:a16="http://schemas.microsoft.com/office/drawing/2014/main" id="{FFAB52DC-62D3-4F25-A81A-49A5333CA47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2" name="9wup_2_tuned_ReferenceLigand_1">
            <a:extLst>
              <a:ext uri="{FF2B5EF4-FFF2-40B4-BE49-F238E27FC236}">
                <a16:creationId xmlns:a16="http://schemas.microsoft.com/office/drawing/2014/main" id="{C5E7EEF9-F494-4EB1-BA13-C359D226287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3" name="9wup_2_tuned_ReferenceLigand_2">
            <a:extLst>
              <a:ext uri="{FF2B5EF4-FFF2-40B4-BE49-F238E27FC236}">
                <a16:creationId xmlns:a16="http://schemas.microsoft.com/office/drawing/2014/main" id="{33DB45BA-FFF2-4F08-A6EE-87ADAD45C34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4" name="9wup_2_tuned_ReferenceLigand_3">
            <a:extLst>
              <a:ext uri="{FF2B5EF4-FFF2-40B4-BE49-F238E27FC236}">
                <a16:creationId xmlns:a16="http://schemas.microsoft.com/office/drawing/2014/main" id="{798CF543-BAF2-41A7-BA29-B939BE7DD5B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5" name="9wup_2_tuned_ReferenceLigand_4">
            <a:extLst>
              <a:ext uri="{FF2B5EF4-FFF2-40B4-BE49-F238E27FC236}">
                <a16:creationId xmlns:a16="http://schemas.microsoft.com/office/drawing/2014/main" id="{CC4A57FD-C4FF-40A6-A464-32B2A512818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6" name="9wup_2_tuned_ReferenceLigand_5">
            <a:extLst>
              <a:ext uri="{FF2B5EF4-FFF2-40B4-BE49-F238E27FC236}">
                <a16:creationId xmlns:a16="http://schemas.microsoft.com/office/drawing/2014/main" id="{870DAACE-9DE7-41B3-A492-29D997142CF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7" name="9wup_2_tuned_ReferenceLigand_6">
            <a:extLst>
              <a:ext uri="{FF2B5EF4-FFF2-40B4-BE49-F238E27FC236}">
                <a16:creationId xmlns:a16="http://schemas.microsoft.com/office/drawing/2014/main" id="{C62DF9DE-A3BA-414A-B57F-607BF27B1D3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8" name="9wup_2_tuned_ReferenceLigand_7">
            <a:extLst>
              <a:ext uri="{FF2B5EF4-FFF2-40B4-BE49-F238E27FC236}">
                <a16:creationId xmlns:a16="http://schemas.microsoft.com/office/drawing/2014/main" id="{69C3EC13-BCBF-4524-80FE-5D65B00074E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9" name="9wup_2_tuned_ReferenceLigand_8">
            <a:extLst>
              <a:ext uri="{FF2B5EF4-FFF2-40B4-BE49-F238E27FC236}">
                <a16:creationId xmlns:a16="http://schemas.microsoft.com/office/drawing/2014/main" id="{6A02CC50-6FAF-4131-AF36-372B450B0D9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0" name="9wup_2_tuned_ReferenceLigand_9">
            <a:extLst>
              <a:ext uri="{FF2B5EF4-FFF2-40B4-BE49-F238E27FC236}">
                <a16:creationId xmlns:a16="http://schemas.microsoft.com/office/drawing/2014/main" id="{58203356-FE2D-4196-BF83-953A3540139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1" name="9wup_2_tuned_ReferenceLigand_10">
            <a:extLst>
              <a:ext uri="{FF2B5EF4-FFF2-40B4-BE49-F238E27FC236}">
                <a16:creationId xmlns:a16="http://schemas.microsoft.com/office/drawing/2014/main" id="{7FF7EF9E-0606-497C-B1DA-36F7A08F47F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2" name="9wup_2_tuned_ReferenceLigand_11">
            <a:extLst>
              <a:ext uri="{FF2B5EF4-FFF2-40B4-BE49-F238E27FC236}">
                <a16:creationId xmlns:a16="http://schemas.microsoft.com/office/drawing/2014/main" id="{1B06614F-6DCD-43F0-8E5F-368261A372E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3" name="9wup_2_tuned_ReferenceLigand_12">
            <a:extLst>
              <a:ext uri="{FF2B5EF4-FFF2-40B4-BE49-F238E27FC236}">
                <a16:creationId xmlns:a16="http://schemas.microsoft.com/office/drawing/2014/main" id="{82920CCC-1818-48CA-BC86-03A4972B2FF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4" name="9wup_2_tuned_ReferenceLigand_13">
            <a:extLst>
              <a:ext uri="{FF2B5EF4-FFF2-40B4-BE49-F238E27FC236}">
                <a16:creationId xmlns:a16="http://schemas.microsoft.com/office/drawing/2014/main" id="{F5230FD8-236E-47FD-8E62-5640B1FBF77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5" name="9wup_2_tuned_ReferenceLigand_14">
            <a:extLst>
              <a:ext uri="{FF2B5EF4-FFF2-40B4-BE49-F238E27FC236}">
                <a16:creationId xmlns:a16="http://schemas.microsoft.com/office/drawing/2014/main" id="{13D3EBFA-3918-4CFD-84E9-16A54EDB49E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6" name="9wup_2_tuned_ReferenceLigand_15">
            <a:extLst>
              <a:ext uri="{FF2B5EF4-FFF2-40B4-BE49-F238E27FC236}">
                <a16:creationId xmlns:a16="http://schemas.microsoft.com/office/drawing/2014/main" id="{8A016D66-5107-4FED-BA0F-122CCE77711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7" name="9wup_2_tuned_ReferenceLigand_16">
            <a:extLst>
              <a:ext uri="{FF2B5EF4-FFF2-40B4-BE49-F238E27FC236}">
                <a16:creationId xmlns:a16="http://schemas.microsoft.com/office/drawing/2014/main" id="{8A2F80D0-54A0-4130-801D-D830E4AAC8E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8" name="9wup_2_tuned_ReferenceLigand_17">
            <a:extLst>
              <a:ext uri="{FF2B5EF4-FFF2-40B4-BE49-F238E27FC236}">
                <a16:creationId xmlns:a16="http://schemas.microsoft.com/office/drawing/2014/main" id="{ADD6B92B-AC2D-450C-895F-087B9636876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9" name="9wup_2_tuned_ReferenceLigand_18">
            <a:extLst>
              <a:ext uri="{FF2B5EF4-FFF2-40B4-BE49-F238E27FC236}">
                <a16:creationId xmlns:a16="http://schemas.microsoft.com/office/drawing/2014/main" id="{858BA19D-18A5-4488-AD48-BB8361D2FD5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0" name="9wup_2_tuned_ReferenceLigand_19">
            <a:extLst>
              <a:ext uri="{FF2B5EF4-FFF2-40B4-BE49-F238E27FC236}">
                <a16:creationId xmlns:a16="http://schemas.microsoft.com/office/drawing/2014/main" id="{85F70F5F-2E6A-4299-8725-464929A6790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1" name="9wup_2_tuned_ReferenceLigand_20">
            <a:extLst>
              <a:ext uri="{FF2B5EF4-FFF2-40B4-BE49-F238E27FC236}">
                <a16:creationId xmlns:a16="http://schemas.microsoft.com/office/drawing/2014/main" id="{5034870B-D17A-43C5-AC3E-E0A668C6D84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2" name="9wup_2_tuned_ReferenceLigand_21">
            <a:extLst>
              <a:ext uri="{FF2B5EF4-FFF2-40B4-BE49-F238E27FC236}">
                <a16:creationId xmlns:a16="http://schemas.microsoft.com/office/drawing/2014/main" id="{2F3299D4-3F27-4288-8C54-7091E072679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3" name="9wup_2_tuned_ReferenceLigand_22">
            <a:extLst>
              <a:ext uri="{FF2B5EF4-FFF2-40B4-BE49-F238E27FC236}">
                <a16:creationId xmlns:a16="http://schemas.microsoft.com/office/drawing/2014/main" id="{AED05C6F-8A58-45A4-B469-F0A6140A4D9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4" name="9wup_2_tuned_ReferenceLigand_23">
            <a:extLst>
              <a:ext uri="{FF2B5EF4-FFF2-40B4-BE49-F238E27FC236}">
                <a16:creationId xmlns:a16="http://schemas.microsoft.com/office/drawing/2014/main" id="{EC002C8E-7322-419C-8B11-6B1BD4CBCCA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5" name="9wup_2_tuned_ReferenceLigand_24">
            <a:extLst>
              <a:ext uri="{FF2B5EF4-FFF2-40B4-BE49-F238E27FC236}">
                <a16:creationId xmlns:a16="http://schemas.microsoft.com/office/drawing/2014/main" id="{BC9F8C18-F0E9-45F9-8AB5-1BBB2214AE3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6" name="9wup_2_tuned_ReferenceLigand_25">
            <a:extLst>
              <a:ext uri="{FF2B5EF4-FFF2-40B4-BE49-F238E27FC236}">
                <a16:creationId xmlns:a16="http://schemas.microsoft.com/office/drawing/2014/main" id="{57DA81A3-D1ED-4DE8-90DF-E812B3D6988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7" name="9wup_2_tuned_ReferenceLigand_26">
            <a:extLst>
              <a:ext uri="{FF2B5EF4-FFF2-40B4-BE49-F238E27FC236}">
                <a16:creationId xmlns:a16="http://schemas.microsoft.com/office/drawing/2014/main" id="{996BD6E9-2371-482C-B0D4-085A76790E7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8" name="9wup_2_tuned_ReferenceLigand_27">
            <a:extLst>
              <a:ext uri="{FF2B5EF4-FFF2-40B4-BE49-F238E27FC236}">
                <a16:creationId xmlns:a16="http://schemas.microsoft.com/office/drawing/2014/main" id="{A2F3C916-BC2C-4859-87CA-6A37AB0A7BC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9" name="9wup_2_tuned_ReferenceLigand_28">
            <a:extLst>
              <a:ext uri="{FF2B5EF4-FFF2-40B4-BE49-F238E27FC236}">
                <a16:creationId xmlns:a16="http://schemas.microsoft.com/office/drawing/2014/main" id="{F5B98759-2768-49C9-843C-C0ECC81DFFF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0" name="9wup_2_tuned_ReferenceLigand_29">
            <a:extLst>
              <a:ext uri="{FF2B5EF4-FFF2-40B4-BE49-F238E27FC236}">
                <a16:creationId xmlns:a16="http://schemas.microsoft.com/office/drawing/2014/main" id="{1B5B75B3-FFDA-4B8B-A21D-DB66A004D97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1" name="9wup_2_tuned_ReferenceLigand_30">
            <a:extLst>
              <a:ext uri="{FF2B5EF4-FFF2-40B4-BE49-F238E27FC236}">
                <a16:creationId xmlns:a16="http://schemas.microsoft.com/office/drawing/2014/main" id="{3CEFA2B1-0E98-4839-BC3E-D5ECC010D05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2" name="9wup_2_tuned_ReferenceLigand_31">
            <a:extLst>
              <a:ext uri="{FF2B5EF4-FFF2-40B4-BE49-F238E27FC236}">
                <a16:creationId xmlns:a16="http://schemas.microsoft.com/office/drawing/2014/main" id="{4B9E6B2B-25C0-4E21-B973-EFA7F5BD91E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3" name="9wup_2_tuned_ReferenceLigand_32">
            <a:extLst>
              <a:ext uri="{FF2B5EF4-FFF2-40B4-BE49-F238E27FC236}">
                <a16:creationId xmlns:a16="http://schemas.microsoft.com/office/drawing/2014/main" id="{0CA54015-3670-4021-8A00-7BB90A35BCA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4" name="9wup_2_tuned_ReferenceLigand_33">
            <a:extLst>
              <a:ext uri="{FF2B5EF4-FFF2-40B4-BE49-F238E27FC236}">
                <a16:creationId xmlns:a16="http://schemas.microsoft.com/office/drawing/2014/main" id="{1DB676DB-7A15-4E49-BFD5-B04B08EF974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5" name="9wup_2_tuned_ReferenceLigand_34">
            <a:extLst>
              <a:ext uri="{FF2B5EF4-FFF2-40B4-BE49-F238E27FC236}">
                <a16:creationId xmlns:a16="http://schemas.microsoft.com/office/drawing/2014/main" id="{D43A242B-13C7-4DD7-A873-58ED64DC3DA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6" name="9wup_2_tuned_ReferenceLigand_35">
            <a:extLst>
              <a:ext uri="{FF2B5EF4-FFF2-40B4-BE49-F238E27FC236}">
                <a16:creationId xmlns:a16="http://schemas.microsoft.com/office/drawing/2014/main" id="{FAEDA8FC-6520-4512-B8FB-BBEAA8AD2B2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7" name="9wup_2_tuned_ReferenceLigand_36">
            <a:extLst>
              <a:ext uri="{FF2B5EF4-FFF2-40B4-BE49-F238E27FC236}">
                <a16:creationId xmlns:a16="http://schemas.microsoft.com/office/drawing/2014/main" id="{CF115EBE-B3A5-4810-AB77-C0C54160853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8" name="9wup_2_tuned_ReferenceLigand_37">
            <a:extLst>
              <a:ext uri="{FF2B5EF4-FFF2-40B4-BE49-F238E27FC236}">
                <a16:creationId xmlns:a16="http://schemas.microsoft.com/office/drawing/2014/main" id="{19E36DD3-1E32-400B-94AF-7452437DDF3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9" name="9wup_2_tuned_ReferenceLigand_38">
            <a:extLst>
              <a:ext uri="{FF2B5EF4-FFF2-40B4-BE49-F238E27FC236}">
                <a16:creationId xmlns:a16="http://schemas.microsoft.com/office/drawing/2014/main" id="{E3A89DFE-B441-4AD6-AE41-A1F54B3B0EA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0" name="9wup_2_tuned_ReferenceLigand_39">
            <a:extLst>
              <a:ext uri="{FF2B5EF4-FFF2-40B4-BE49-F238E27FC236}">
                <a16:creationId xmlns:a16="http://schemas.microsoft.com/office/drawing/2014/main" id="{24C7C821-497B-4EBF-8438-5B1BA5083CA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1" name="9wup_2_tuned_ReferenceLigand_40">
            <a:extLst>
              <a:ext uri="{FF2B5EF4-FFF2-40B4-BE49-F238E27FC236}">
                <a16:creationId xmlns:a16="http://schemas.microsoft.com/office/drawing/2014/main" id="{FC65F98D-BA2E-4DBB-8022-7681D696576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2" name="9wup_2_tuned_ReferenceLigand_41">
            <a:extLst>
              <a:ext uri="{FF2B5EF4-FFF2-40B4-BE49-F238E27FC236}">
                <a16:creationId xmlns:a16="http://schemas.microsoft.com/office/drawing/2014/main" id="{1877FA7F-83C0-4C58-AD57-58928D7A10D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3" name="9wup_2_tuned_ReferenceLigand_42">
            <a:extLst>
              <a:ext uri="{FF2B5EF4-FFF2-40B4-BE49-F238E27FC236}">
                <a16:creationId xmlns:a16="http://schemas.microsoft.com/office/drawing/2014/main" id="{D429A784-AF22-41CD-A798-BFFC34060E8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4" name="9wup_2_tuned_ReferenceLigand_43">
            <a:extLst>
              <a:ext uri="{FF2B5EF4-FFF2-40B4-BE49-F238E27FC236}">
                <a16:creationId xmlns:a16="http://schemas.microsoft.com/office/drawing/2014/main" id="{DE1E39B9-9D4E-450D-B0DA-A3F827583C8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5" name="9wup_2_tuned_ReferenceLigand_44">
            <a:extLst>
              <a:ext uri="{FF2B5EF4-FFF2-40B4-BE49-F238E27FC236}">
                <a16:creationId xmlns:a16="http://schemas.microsoft.com/office/drawing/2014/main" id="{7345E335-B59D-4416-91C2-9993C3A9089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6" name="9wup_2_tuned_ReferenceLigand_45">
            <a:extLst>
              <a:ext uri="{FF2B5EF4-FFF2-40B4-BE49-F238E27FC236}">
                <a16:creationId xmlns:a16="http://schemas.microsoft.com/office/drawing/2014/main" id="{69DEAADB-5115-4896-AB04-A2CFF3CE94B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7" name="9wup_2_tuned_ReferenceLigand_46">
            <a:extLst>
              <a:ext uri="{FF2B5EF4-FFF2-40B4-BE49-F238E27FC236}">
                <a16:creationId xmlns:a16="http://schemas.microsoft.com/office/drawing/2014/main" id="{9D25F654-E66B-41DD-AD21-40539F4DF59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8" name="9wup_2_tuned_ReferenceLigand_47">
            <a:extLst>
              <a:ext uri="{FF2B5EF4-FFF2-40B4-BE49-F238E27FC236}">
                <a16:creationId xmlns:a16="http://schemas.microsoft.com/office/drawing/2014/main" id="{302025E6-08CE-459F-88DC-DDD519BEAC5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9" name="9wup_2_tuned_ReferenceLigand_48">
            <a:extLst>
              <a:ext uri="{FF2B5EF4-FFF2-40B4-BE49-F238E27FC236}">
                <a16:creationId xmlns:a16="http://schemas.microsoft.com/office/drawing/2014/main" id="{71B53BBA-BB99-401F-BB92-92889503FA0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0" name="9wup_2_tuned_ReferenceLigand_49">
            <a:extLst>
              <a:ext uri="{FF2B5EF4-FFF2-40B4-BE49-F238E27FC236}">
                <a16:creationId xmlns:a16="http://schemas.microsoft.com/office/drawing/2014/main" id="{7F86F41D-851B-4320-95E0-9DC0B6C5E71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1" name="9wup_2_tuned_ReferenceLigand_50">
            <a:extLst>
              <a:ext uri="{FF2B5EF4-FFF2-40B4-BE49-F238E27FC236}">
                <a16:creationId xmlns:a16="http://schemas.microsoft.com/office/drawing/2014/main" id="{D6A8F7A1-FEEB-4886-9BEC-83A96E89330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2" name="9wup_2_tuned_ReferenceLigand_51">
            <a:extLst>
              <a:ext uri="{FF2B5EF4-FFF2-40B4-BE49-F238E27FC236}">
                <a16:creationId xmlns:a16="http://schemas.microsoft.com/office/drawing/2014/main" id="{E440168D-0004-44E8-8CCA-0A729EE22B1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3" name="9wup_2_tuned_ReferenceLigand_52">
            <a:extLst>
              <a:ext uri="{FF2B5EF4-FFF2-40B4-BE49-F238E27FC236}">
                <a16:creationId xmlns:a16="http://schemas.microsoft.com/office/drawing/2014/main" id="{0AC1EC03-59BA-4F95-9D87-538FE55DF4F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4" name="9wup_2_tuned_ReferenceLigand_53">
            <a:extLst>
              <a:ext uri="{FF2B5EF4-FFF2-40B4-BE49-F238E27FC236}">
                <a16:creationId xmlns:a16="http://schemas.microsoft.com/office/drawing/2014/main" id="{19F161C8-F01C-4054-A675-42F41A05715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5" name="9wup_2_tuned_ReferenceLigand_54">
            <a:extLst>
              <a:ext uri="{FF2B5EF4-FFF2-40B4-BE49-F238E27FC236}">
                <a16:creationId xmlns:a16="http://schemas.microsoft.com/office/drawing/2014/main" id="{255D36CD-F5BF-460E-AF9F-BDAA34CBADA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6" name="9wup_2_tuned_ReferenceLigand_55">
            <a:extLst>
              <a:ext uri="{FF2B5EF4-FFF2-40B4-BE49-F238E27FC236}">
                <a16:creationId xmlns:a16="http://schemas.microsoft.com/office/drawing/2014/main" id="{0854F403-5562-480A-A5A4-914FD3F5207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7" name="9wup_2_tuned_ReferenceLigand_56">
            <a:extLst>
              <a:ext uri="{FF2B5EF4-FFF2-40B4-BE49-F238E27FC236}">
                <a16:creationId xmlns:a16="http://schemas.microsoft.com/office/drawing/2014/main" id="{DC26E3B5-EAAB-4977-B90F-225F733BDB3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8" name="9wup_2_tuned_ReferenceLigand_57">
            <a:extLst>
              <a:ext uri="{FF2B5EF4-FFF2-40B4-BE49-F238E27FC236}">
                <a16:creationId xmlns:a16="http://schemas.microsoft.com/office/drawing/2014/main" id="{4D2590C0-3E94-4E03-93E7-D9CB2C083BD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9" name="9wup_2_tuned_PredictedLigand_0">
            <a:extLst>
              <a:ext uri="{FF2B5EF4-FFF2-40B4-BE49-F238E27FC236}">
                <a16:creationId xmlns:a16="http://schemas.microsoft.com/office/drawing/2014/main" id="{E3B1C1DC-76F9-4563-BDAE-4E3A6B789F5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43037" y="695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0" name="9wup_2_tuned_PredictedLigand_1">
            <a:extLst>
              <a:ext uri="{FF2B5EF4-FFF2-40B4-BE49-F238E27FC236}">
                <a16:creationId xmlns:a16="http://schemas.microsoft.com/office/drawing/2014/main" id="{49B8EEA1-8B9C-4ED8-AAB3-80748D3A57D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65014" y="497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1" name="9wup_2_tuned_PredictedLigand_2">
            <a:extLst>
              <a:ext uri="{FF2B5EF4-FFF2-40B4-BE49-F238E27FC236}">
                <a16:creationId xmlns:a16="http://schemas.microsoft.com/office/drawing/2014/main" id="{3EECDC2B-09CA-4507-8882-C5101EF781B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0787" y="736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2" name="9wup_2_tuned_PredictedLigand_3">
            <a:extLst>
              <a:ext uri="{FF2B5EF4-FFF2-40B4-BE49-F238E27FC236}">
                <a16:creationId xmlns:a16="http://schemas.microsoft.com/office/drawing/2014/main" id="{776D0DA8-633B-415A-9543-9F4E775C81D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686" y="629793"/>
                </a:moveTo>
                <a:lnTo>
                  <a:pt x="1345209" y="6210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3" name="9wup_2_tuned_PredictedLigand_4">
            <a:extLst>
              <a:ext uri="{FF2B5EF4-FFF2-40B4-BE49-F238E27FC236}">
                <a16:creationId xmlns:a16="http://schemas.microsoft.com/office/drawing/2014/main" id="{58D7715D-FFDD-4122-9073-3B96F9A8001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481332" y="8890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4" name="9wup_2_tuned_PredictedLigand_5">
            <a:extLst>
              <a:ext uri="{FF2B5EF4-FFF2-40B4-BE49-F238E27FC236}">
                <a16:creationId xmlns:a16="http://schemas.microsoft.com/office/drawing/2014/main" id="{80D4104E-F155-40F5-B8F5-04C5DBFB40C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452212" y="6725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5" name="9wup_2_tuned_PredictedLigand_6">
            <a:extLst>
              <a:ext uri="{FF2B5EF4-FFF2-40B4-BE49-F238E27FC236}">
                <a16:creationId xmlns:a16="http://schemas.microsoft.com/office/drawing/2014/main" id="{F4F36C61-6A2E-455E-8A18-5C0DFF42B4B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212" y="672518"/>
                </a:moveTo>
                <a:lnTo>
                  <a:pt x="1547195" y="7752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6" name="9wup_2_tuned_PredictedLigand_7">
            <a:extLst>
              <a:ext uri="{FF2B5EF4-FFF2-40B4-BE49-F238E27FC236}">
                <a16:creationId xmlns:a16="http://schemas.microsoft.com/office/drawing/2014/main" id="{DEF755BB-A9AF-4733-9777-06724F84A87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3625" y="7908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7" name="9wup_2_tuned_PredictedLigand_8">
            <a:extLst>
              <a:ext uri="{FF2B5EF4-FFF2-40B4-BE49-F238E27FC236}">
                <a16:creationId xmlns:a16="http://schemas.microsoft.com/office/drawing/2014/main" id="{0347D3A0-F6A2-4C5A-BAD4-406233B756D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1476" y="535403"/>
                </a:moveTo>
                <a:lnTo>
                  <a:pt x="1230686" y="6297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8" name="9wup_2_tuned_PredictedLigand_9">
            <a:extLst>
              <a:ext uri="{FF2B5EF4-FFF2-40B4-BE49-F238E27FC236}">
                <a16:creationId xmlns:a16="http://schemas.microsoft.com/office/drawing/2014/main" id="{09EF0009-5D41-483B-9C39-2AB86A5C60A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625" y="790874"/>
                </a:moveTo>
                <a:lnTo>
                  <a:pt x="1615770" y="9068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9" name="9wup_2_tuned_PredictedLigand_10">
            <a:extLst>
              <a:ext uri="{FF2B5EF4-FFF2-40B4-BE49-F238E27FC236}">
                <a16:creationId xmlns:a16="http://schemas.microsoft.com/office/drawing/2014/main" id="{DDF6C8FE-32AE-4B84-8CBB-F2A5D013E84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57531" y="7541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0" name="9wup_2_tuned_PredictedLigand_11">
            <a:extLst>
              <a:ext uri="{FF2B5EF4-FFF2-40B4-BE49-F238E27FC236}">
                <a16:creationId xmlns:a16="http://schemas.microsoft.com/office/drawing/2014/main" id="{73A4012C-7CA4-43FA-ACE4-6CB2AF7E2E4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211476" y="5354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1" name="9wup_2_tuned_PredictedLigand_12">
            <a:extLst>
              <a:ext uri="{FF2B5EF4-FFF2-40B4-BE49-F238E27FC236}">
                <a16:creationId xmlns:a16="http://schemas.microsoft.com/office/drawing/2014/main" id="{2F811C8A-52E9-43C7-9DA3-3FBB783FA7D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916765" y="671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2" name="9wup_2_tuned_PredictedLigand_13">
            <a:extLst>
              <a:ext uri="{FF2B5EF4-FFF2-40B4-BE49-F238E27FC236}">
                <a16:creationId xmlns:a16="http://schemas.microsoft.com/office/drawing/2014/main" id="{1B06327C-4F21-48BF-8967-D01F115B9AE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053557" y="6694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3" name="9wup_2_tuned_PredictedLigand_14">
            <a:extLst>
              <a:ext uri="{FF2B5EF4-FFF2-40B4-BE49-F238E27FC236}">
                <a16:creationId xmlns:a16="http://schemas.microsoft.com/office/drawing/2014/main" id="{D5A41DDC-CAF3-4A08-A2CF-FC9A0BA1D1F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1108586" y="7695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4" name="9wup_2_tuned_PredictedLigand_15">
            <a:extLst>
              <a:ext uri="{FF2B5EF4-FFF2-40B4-BE49-F238E27FC236}">
                <a16:creationId xmlns:a16="http://schemas.microsoft.com/office/drawing/2014/main" id="{CF7862C1-94BE-465A-A609-6D39E4B3FD4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239" y="461541"/>
                </a:moveTo>
                <a:lnTo>
                  <a:pt x="1115491" y="5571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5" name="9wup_2_tuned_PredictedLigand_16">
            <a:extLst>
              <a:ext uri="{FF2B5EF4-FFF2-40B4-BE49-F238E27FC236}">
                <a16:creationId xmlns:a16="http://schemas.microsoft.com/office/drawing/2014/main" id="{1B009E8C-B356-400F-A965-FB86B3F33D1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5770" y="90680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6" name="9wup_2_tuned_PredictedLigand_17">
            <a:extLst>
              <a:ext uri="{FF2B5EF4-FFF2-40B4-BE49-F238E27FC236}">
                <a16:creationId xmlns:a16="http://schemas.microsoft.com/office/drawing/2014/main" id="{BE077FE6-AF7B-47E2-8549-E5C2B482EA7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78210" y="6992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7" name="9wup_2_tuned_PredictedLigand_18">
            <a:extLst>
              <a:ext uri="{FF2B5EF4-FFF2-40B4-BE49-F238E27FC236}">
                <a16:creationId xmlns:a16="http://schemas.microsoft.com/office/drawing/2014/main" id="{5B55BC8B-722A-45CC-8C07-D752509262E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840" y="914904"/>
                </a:moveTo>
                <a:lnTo>
                  <a:pt x="1815776" y="858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8" name="9wup_2_tuned_PredictedLigand_19">
            <a:extLst>
              <a:ext uri="{FF2B5EF4-FFF2-40B4-BE49-F238E27FC236}">
                <a16:creationId xmlns:a16="http://schemas.microsoft.com/office/drawing/2014/main" id="{F648C62C-1187-460E-8A2A-C4838D17E42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7104" y="697967"/>
                </a:moveTo>
                <a:lnTo>
                  <a:pt x="2105863" y="7450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9" name="9wup_2_tuned_PredictedLigand_20">
            <a:extLst>
              <a:ext uri="{FF2B5EF4-FFF2-40B4-BE49-F238E27FC236}">
                <a16:creationId xmlns:a16="http://schemas.microsoft.com/office/drawing/2014/main" id="{6D73E4E3-A9B4-496A-B613-9B3BEF6F31B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8210" y="699220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0" name="9wup_2_tuned_PredictedLigand_21">
            <a:extLst>
              <a:ext uri="{FF2B5EF4-FFF2-40B4-BE49-F238E27FC236}">
                <a16:creationId xmlns:a16="http://schemas.microsoft.com/office/drawing/2014/main" id="{8AF2D7B4-149F-403C-B9FE-66B32F46704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1" name="9wup_2_tuned_PredictedLigand_22">
            <a:extLst>
              <a:ext uri="{FF2B5EF4-FFF2-40B4-BE49-F238E27FC236}">
                <a16:creationId xmlns:a16="http://schemas.microsoft.com/office/drawing/2014/main" id="{B6809938-1F7F-4AA9-AC96-1CB89E14EE4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4447" y="589353"/>
                </a:moveTo>
                <a:lnTo>
                  <a:pt x="2217104" y="6979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2" name="9wup_2_tuned_PredictedLigand_23">
            <a:extLst>
              <a:ext uri="{FF2B5EF4-FFF2-40B4-BE49-F238E27FC236}">
                <a16:creationId xmlns:a16="http://schemas.microsoft.com/office/drawing/2014/main" id="{E2154628-380E-402F-9B1C-475B51F4D75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776" y="858970"/>
                </a:moveTo>
                <a:lnTo>
                  <a:pt x="1845344" y="8349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3" name="9wup_2_tuned_PredictedLigand_24">
            <a:extLst>
              <a:ext uri="{FF2B5EF4-FFF2-40B4-BE49-F238E27FC236}">
                <a16:creationId xmlns:a16="http://schemas.microsoft.com/office/drawing/2014/main" id="{DEADE78C-F6AB-48F4-81AE-00B55B044E9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282" y="677282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4" name="9wup_2_tuned_PredictedLigand_25">
            <a:extLst>
              <a:ext uri="{FF2B5EF4-FFF2-40B4-BE49-F238E27FC236}">
                <a16:creationId xmlns:a16="http://schemas.microsoft.com/office/drawing/2014/main" id="{7E27029E-1A0C-46A8-88A0-B4E1A22CA74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5" name="9wup_2_tuned_PredictedLigand_26">
            <a:extLst>
              <a:ext uri="{FF2B5EF4-FFF2-40B4-BE49-F238E27FC236}">
                <a16:creationId xmlns:a16="http://schemas.microsoft.com/office/drawing/2014/main" id="{C596FE87-C685-4265-AD20-E512FA48193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1670" y="560501"/>
                </a:moveTo>
                <a:lnTo>
                  <a:pt x="801997" y="4701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6" name="9wup_2_tuned_PredictedLigand_27">
            <a:extLst>
              <a:ext uri="{FF2B5EF4-FFF2-40B4-BE49-F238E27FC236}">
                <a16:creationId xmlns:a16="http://schemas.microsoft.com/office/drawing/2014/main" id="{46B718C4-A775-4F37-801E-A98E5BE76EB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1997" y="470165"/>
                </a:moveTo>
                <a:lnTo>
                  <a:pt x="784435" y="3525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7" name="9wup_2_tuned_PredictedLigand_28">
            <a:extLst>
              <a:ext uri="{FF2B5EF4-FFF2-40B4-BE49-F238E27FC236}">
                <a16:creationId xmlns:a16="http://schemas.microsoft.com/office/drawing/2014/main" id="{B52E4390-487B-4832-961E-924BFBE62A7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866890" y="271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8" name="9wup_2_tuned_PredictedLigand_29">
            <a:extLst>
              <a:ext uri="{FF2B5EF4-FFF2-40B4-BE49-F238E27FC236}">
                <a16:creationId xmlns:a16="http://schemas.microsoft.com/office/drawing/2014/main" id="{5C5E7FA6-4159-4372-9C3E-B7DE25D6563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6896" y="891615"/>
                </a:moveTo>
                <a:lnTo>
                  <a:pt x="665227" y="7654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9" name="9wup_2_tuned_PredictedLigand_30">
            <a:extLst>
              <a:ext uri="{FF2B5EF4-FFF2-40B4-BE49-F238E27FC236}">
                <a16:creationId xmlns:a16="http://schemas.microsoft.com/office/drawing/2014/main" id="{90374918-51D6-4534-AD82-8AF5037A889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0" name="9wup_2_tuned_PredictedLigand_31">
            <a:extLst>
              <a:ext uri="{FF2B5EF4-FFF2-40B4-BE49-F238E27FC236}">
                <a16:creationId xmlns:a16="http://schemas.microsoft.com/office/drawing/2014/main" id="{AE7B850E-8308-402C-9532-3DAE7C0A51B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63" y="745071"/>
                </a:moveTo>
                <a:lnTo>
                  <a:pt x="2022214" y="6859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1" name="9wup_2_tuned_PredictedLigand_32">
            <a:extLst>
              <a:ext uri="{FF2B5EF4-FFF2-40B4-BE49-F238E27FC236}">
                <a16:creationId xmlns:a16="http://schemas.microsoft.com/office/drawing/2014/main" id="{64E88692-C6DB-4EB2-8CE6-8EC6F5892C9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666876" y="31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2" name="9wup_2_tuned_PredictedLigand_33">
            <a:extLst>
              <a:ext uri="{FF2B5EF4-FFF2-40B4-BE49-F238E27FC236}">
                <a16:creationId xmlns:a16="http://schemas.microsoft.com/office/drawing/2014/main" id="{4A7868AD-E70A-4880-93B0-C51FA6B705A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3" name="9wup_2_tuned_PredictedLigand_34">
            <a:extLst>
              <a:ext uri="{FF2B5EF4-FFF2-40B4-BE49-F238E27FC236}">
                <a16:creationId xmlns:a16="http://schemas.microsoft.com/office/drawing/2014/main" id="{0CBA104E-C91F-418E-8182-A7AE5B3124A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86896" y="8916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4" name="9wup_2_tuned_PredictedLigand_35">
            <a:extLst>
              <a:ext uri="{FF2B5EF4-FFF2-40B4-BE49-F238E27FC236}">
                <a16:creationId xmlns:a16="http://schemas.microsoft.com/office/drawing/2014/main" id="{1B67567C-4C39-4D80-916B-D55287BF036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520834" y="6139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5" name="9wup_2_tuned_PredictedLigand_36">
            <a:extLst>
              <a:ext uri="{FF2B5EF4-FFF2-40B4-BE49-F238E27FC236}">
                <a16:creationId xmlns:a16="http://schemas.microsoft.com/office/drawing/2014/main" id="{1440FD33-9D06-435D-8CC0-74607135202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604588" y="524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6" name="9wup_2_tuned_PredictedLigand_37">
            <a:extLst>
              <a:ext uri="{FF2B5EF4-FFF2-40B4-BE49-F238E27FC236}">
                <a16:creationId xmlns:a16="http://schemas.microsoft.com/office/drawing/2014/main" id="{2610EB5E-1894-43C1-840D-3E7EDBB457A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876" y="319235"/>
                </a:moveTo>
                <a:lnTo>
                  <a:pt x="573603" y="3986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7" name="9wup_2_tuned_PredictedLigand_38">
            <a:extLst>
              <a:ext uri="{FF2B5EF4-FFF2-40B4-BE49-F238E27FC236}">
                <a16:creationId xmlns:a16="http://schemas.microsoft.com/office/drawing/2014/main" id="{CBDD3B73-D1F9-4896-9841-CBA7B247E9F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20834" y="613936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8" name="9wup_2_tuned_PredictedLigand_39">
            <a:extLst>
              <a:ext uri="{FF2B5EF4-FFF2-40B4-BE49-F238E27FC236}">
                <a16:creationId xmlns:a16="http://schemas.microsoft.com/office/drawing/2014/main" id="{160A5693-7B02-44B0-9EF4-61AB99ED7CA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472331" y="3589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9" name="9wup_2_tuned_PredictedLigand_40">
            <a:extLst>
              <a:ext uri="{FF2B5EF4-FFF2-40B4-BE49-F238E27FC236}">
                <a16:creationId xmlns:a16="http://schemas.microsoft.com/office/drawing/2014/main" id="{8A5ED7ED-C7FF-44E4-ACED-C20A1193260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144" y="729450"/>
                </a:moveTo>
                <a:lnTo>
                  <a:pt x="458635" y="8175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0" name="9wup_2_tuned_PredictedLigand_41">
            <a:extLst>
              <a:ext uri="{FF2B5EF4-FFF2-40B4-BE49-F238E27FC236}">
                <a16:creationId xmlns:a16="http://schemas.microsoft.com/office/drawing/2014/main" id="{E9D92051-F4BF-4008-9586-529C9604877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597523" y="9804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1" name="9wup_2_tuned_PredictedLigand_42">
            <a:extLst>
              <a:ext uri="{FF2B5EF4-FFF2-40B4-BE49-F238E27FC236}">
                <a16:creationId xmlns:a16="http://schemas.microsoft.com/office/drawing/2014/main" id="{424A1D2F-9E1C-4B45-AF9F-E33597C120F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31211" y="11083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2" name="9wup_2_tuned_PredictedLigand_43">
            <a:extLst>
              <a:ext uri="{FF2B5EF4-FFF2-40B4-BE49-F238E27FC236}">
                <a16:creationId xmlns:a16="http://schemas.microsoft.com/office/drawing/2014/main" id="{54890772-0351-4EC2-850E-5466FB413F8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8635" y="817559"/>
                </a:moveTo>
                <a:lnTo>
                  <a:pt x="481052" y="9386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3" name="9wup_2_tuned_PredictedLigand_44">
            <a:extLst>
              <a:ext uri="{FF2B5EF4-FFF2-40B4-BE49-F238E27FC236}">
                <a16:creationId xmlns:a16="http://schemas.microsoft.com/office/drawing/2014/main" id="{7C131F00-1AB3-4A5F-B009-8C5E336A832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244447" y="5893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4" name="9wup_2_tuned_PredictedLigand_45">
            <a:extLst>
              <a:ext uri="{FF2B5EF4-FFF2-40B4-BE49-F238E27FC236}">
                <a16:creationId xmlns:a16="http://schemas.microsoft.com/office/drawing/2014/main" id="{11B1B820-9528-436F-9F65-5B7C48146B4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382290" y="1027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5" name="9wup_2_tuned_PredictedLigand_46">
            <a:extLst>
              <a:ext uri="{FF2B5EF4-FFF2-40B4-BE49-F238E27FC236}">
                <a16:creationId xmlns:a16="http://schemas.microsoft.com/office/drawing/2014/main" id="{5F3CF0CD-6B78-4FCF-97C9-B7A333C3318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6" name="9wup_2_tuned_PredictedLigand_47">
            <a:extLst>
              <a:ext uri="{FF2B5EF4-FFF2-40B4-BE49-F238E27FC236}">
                <a16:creationId xmlns:a16="http://schemas.microsoft.com/office/drawing/2014/main" id="{7AE6D5D7-73EC-4B75-BA88-44FC29070F9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7" name="9wup_2_tuned_PredictedLigand_48">
            <a:extLst>
              <a:ext uri="{FF2B5EF4-FFF2-40B4-BE49-F238E27FC236}">
                <a16:creationId xmlns:a16="http://schemas.microsoft.com/office/drawing/2014/main" id="{1A60839D-D886-4E54-B972-3AF5FA62AFA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576996" y="9932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8" name="9wup_2_tuned_PredictedLigand_49">
            <a:extLst>
              <a:ext uri="{FF2B5EF4-FFF2-40B4-BE49-F238E27FC236}">
                <a16:creationId xmlns:a16="http://schemas.microsoft.com/office/drawing/2014/main" id="{8965E5C3-D9A2-4192-9619-106C2FC50ED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9" name="9wup_2_tuned_PredictedLigand_50">
            <a:extLst>
              <a:ext uri="{FF2B5EF4-FFF2-40B4-BE49-F238E27FC236}">
                <a16:creationId xmlns:a16="http://schemas.microsoft.com/office/drawing/2014/main" id="{F515CC51-26D7-4961-A054-C309F443AA6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211" y="571457"/>
                </a:moveTo>
                <a:lnTo>
                  <a:pt x="2161517" y="5231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0" name="9wup_2_tuned_PredictedLigand_51">
            <a:extLst>
              <a:ext uri="{FF2B5EF4-FFF2-40B4-BE49-F238E27FC236}">
                <a16:creationId xmlns:a16="http://schemas.microsoft.com/office/drawing/2014/main" id="{A02FBF4D-31CD-44BD-8139-CA0799E117E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640476" y="8926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1" name="9wup_2_tuned_PredictedLigand_52">
            <a:extLst>
              <a:ext uri="{FF2B5EF4-FFF2-40B4-BE49-F238E27FC236}">
                <a16:creationId xmlns:a16="http://schemas.microsoft.com/office/drawing/2014/main" id="{EB18F226-7C79-4028-B462-2FFDA94EFAD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732639" y="8564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2" name="9wup_2_tuned_PredictedLigand_53">
            <a:extLst>
              <a:ext uri="{FF2B5EF4-FFF2-40B4-BE49-F238E27FC236}">
                <a16:creationId xmlns:a16="http://schemas.microsoft.com/office/drawing/2014/main" id="{AE6D3B4D-11D6-4117-B182-5DC3CE2B0E0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192391" y="4168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3" name="9wup_2_tuned_PredictedLigand_54">
            <a:extLst>
              <a:ext uri="{FF2B5EF4-FFF2-40B4-BE49-F238E27FC236}">
                <a16:creationId xmlns:a16="http://schemas.microsoft.com/office/drawing/2014/main" id="{3121C0E0-91A3-4ADB-9C09-0AC33825F01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531" y="717531"/>
                </a:moveTo>
                <a:lnTo>
                  <a:pt x="1858668" y="6223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4" name="9wup_2_tuned_PredictedLigand_55">
            <a:extLst>
              <a:ext uri="{FF2B5EF4-FFF2-40B4-BE49-F238E27FC236}">
                <a16:creationId xmlns:a16="http://schemas.microsoft.com/office/drawing/2014/main" id="{2109E601-67B9-4061-881C-F2D43039E01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9914" y="533417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5" name="9wup_2_tuned_PredictedLigand_56">
            <a:extLst>
              <a:ext uri="{FF2B5EF4-FFF2-40B4-BE49-F238E27FC236}">
                <a16:creationId xmlns:a16="http://schemas.microsoft.com/office/drawing/2014/main" id="{BF8AD017-42E7-442B-AD19-A4C466E93B8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668" y="622346"/>
                </a:moveTo>
                <a:lnTo>
                  <a:pt x="1939914" y="5334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6" name="9wup_2_tuned_PredictedLigand_57">
            <a:extLst>
              <a:ext uri="{FF2B5EF4-FFF2-40B4-BE49-F238E27FC236}">
                <a16:creationId xmlns:a16="http://schemas.microsoft.com/office/drawing/2014/main" id="{0F4BCD13-310C-4D22-83A0-9EADCCF8848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740614" y="9428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7" name="9wup_2_tuned_PredictedAtoms_0">
            <a:extLst>
              <a:ext uri="{FF2B5EF4-FFF2-40B4-BE49-F238E27FC236}">
                <a16:creationId xmlns:a16="http://schemas.microsoft.com/office/drawing/2014/main" id="{8A99AC1D-71A3-41A4-90DD-058ECDD3ED6E}"/>
              </a:ext>
            </a:extLst>
          </p:cNvPr>
          <p:cNvSpPr>
            <a:spLocks noGrp="1"/>
          </p:cNvSpPr>
          <p:nvPr/>
        </p:nvSpPr>
        <p:spPr>
          <a:xfrm>
            <a:off x="4234447" y="83987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48" name="9wup_2_tuned_PredictedAtoms_1">
            <a:extLst>
              <a:ext uri="{FF2B5EF4-FFF2-40B4-BE49-F238E27FC236}">
                <a16:creationId xmlns:a16="http://schemas.microsoft.com/office/drawing/2014/main" id="{11DB14C0-6078-4FDE-99A5-7E477D8C604D}"/>
              </a:ext>
            </a:extLst>
          </p:cNvPr>
          <p:cNvSpPr>
            <a:spLocks noGrp="1"/>
          </p:cNvSpPr>
          <p:nvPr/>
        </p:nvSpPr>
        <p:spPr>
          <a:xfrm>
            <a:off x="4299699" y="84943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49" name="9wup_2_tuned_PredictedAtoms_2">
            <a:extLst>
              <a:ext uri="{FF2B5EF4-FFF2-40B4-BE49-F238E27FC236}">
                <a16:creationId xmlns:a16="http://schemas.microsoft.com/office/drawing/2014/main" id="{12385156-A774-4D2C-B014-114458BAA670}"/>
              </a:ext>
            </a:extLst>
          </p:cNvPr>
          <p:cNvSpPr>
            <a:spLocks noGrp="1"/>
          </p:cNvSpPr>
          <p:nvPr/>
        </p:nvSpPr>
        <p:spPr>
          <a:xfrm>
            <a:off x="4395684" y="84725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0" name="9wup_2_tuned_PredictedAtoms_3">
            <a:extLst>
              <a:ext uri="{FF2B5EF4-FFF2-40B4-BE49-F238E27FC236}">
                <a16:creationId xmlns:a16="http://schemas.microsoft.com/office/drawing/2014/main" id="{2BC7CC2A-040B-49B0-AF04-151400315F91}"/>
              </a:ext>
            </a:extLst>
          </p:cNvPr>
          <p:cNvSpPr>
            <a:spLocks noGrp="1"/>
          </p:cNvSpPr>
          <p:nvPr/>
        </p:nvSpPr>
        <p:spPr>
          <a:xfrm>
            <a:off x="4414894" y="85669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1" name="9wup_2_tuned_PredictedAtoms_4">
            <a:extLst>
              <a:ext uri="{FF2B5EF4-FFF2-40B4-BE49-F238E27FC236}">
                <a16:creationId xmlns:a16="http://schemas.microsoft.com/office/drawing/2014/main" id="{60DFFAE5-F840-4920-93B1-35E2E6A44B0E}"/>
              </a:ext>
            </a:extLst>
          </p:cNvPr>
          <p:cNvSpPr>
            <a:spLocks noGrp="1"/>
          </p:cNvSpPr>
          <p:nvPr/>
        </p:nvSpPr>
        <p:spPr>
          <a:xfrm>
            <a:off x="4529416" y="85582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2" name="9wup_2_tuned_PredictedAtoms_5">
            <a:extLst>
              <a:ext uri="{FF2B5EF4-FFF2-40B4-BE49-F238E27FC236}">
                <a16:creationId xmlns:a16="http://schemas.microsoft.com/office/drawing/2014/main" id="{5B1627AF-D162-4CA9-ACCF-27E556C086EE}"/>
              </a:ext>
            </a:extLst>
          </p:cNvPr>
          <p:cNvSpPr>
            <a:spLocks noGrp="1"/>
          </p:cNvSpPr>
          <p:nvPr/>
        </p:nvSpPr>
        <p:spPr>
          <a:xfrm>
            <a:off x="4549221" y="84350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3" name="9wup_2_tuned_PredictedAtoms_6">
            <a:extLst>
              <a:ext uri="{FF2B5EF4-FFF2-40B4-BE49-F238E27FC236}">
                <a16:creationId xmlns:a16="http://schemas.microsoft.com/office/drawing/2014/main" id="{CA299420-4858-4D27-9D1A-7CF44D9B4398}"/>
              </a:ext>
            </a:extLst>
          </p:cNvPr>
          <p:cNvSpPr>
            <a:spLocks noGrp="1"/>
          </p:cNvSpPr>
          <p:nvPr/>
        </p:nvSpPr>
        <p:spPr>
          <a:xfrm>
            <a:off x="4527245" y="86330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4" name="9wup_2_tuned_PredictedAtoms_7">
            <a:extLst>
              <a:ext uri="{FF2B5EF4-FFF2-40B4-BE49-F238E27FC236}">
                <a16:creationId xmlns:a16="http://schemas.microsoft.com/office/drawing/2014/main" id="{26E3F509-D8FD-4E58-B28B-0D291D2DF3F4}"/>
              </a:ext>
            </a:extLst>
          </p:cNvPr>
          <p:cNvSpPr>
            <a:spLocks noGrp="1"/>
          </p:cNvSpPr>
          <p:nvPr/>
        </p:nvSpPr>
        <p:spPr>
          <a:xfrm>
            <a:off x="4636419" y="8609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5" name="9wup_2_tuned_PredictedAtoms_8">
            <a:extLst>
              <a:ext uri="{FF2B5EF4-FFF2-40B4-BE49-F238E27FC236}">
                <a16:creationId xmlns:a16="http://schemas.microsoft.com/office/drawing/2014/main" id="{22E89990-C038-4A62-89F4-FBB4A2033FF3}"/>
              </a:ext>
            </a:extLst>
          </p:cNvPr>
          <p:cNvSpPr>
            <a:spLocks noGrp="1"/>
          </p:cNvSpPr>
          <p:nvPr/>
        </p:nvSpPr>
        <p:spPr>
          <a:xfrm>
            <a:off x="4731402" y="87124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6" name="9wup_2_tuned_PredictedAtoms_9">
            <a:extLst>
              <a:ext uri="{FF2B5EF4-FFF2-40B4-BE49-F238E27FC236}">
                <a16:creationId xmlns:a16="http://schemas.microsoft.com/office/drawing/2014/main" id="{D6B87298-B7BA-460B-8AB6-46C2D4F75B86}"/>
              </a:ext>
            </a:extLst>
          </p:cNvPr>
          <p:cNvSpPr>
            <a:spLocks noGrp="1"/>
          </p:cNvSpPr>
          <p:nvPr/>
        </p:nvSpPr>
        <p:spPr>
          <a:xfrm>
            <a:off x="4804994" y="86737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7" name="9wup_2_tuned_PredictedAtoms_10">
            <a:extLst>
              <a:ext uri="{FF2B5EF4-FFF2-40B4-BE49-F238E27FC236}">
                <a16:creationId xmlns:a16="http://schemas.microsoft.com/office/drawing/2014/main" id="{6CC7B1FD-39A6-4D91-BF7A-772E979E3BC9}"/>
              </a:ext>
            </a:extLst>
          </p:cNvPr>
          <p:cNvSpPr>
            <a:spLocks noGrp="1"/>
          </p:cNvSpPr>
          <p:nvPr/>
        </p:nvSpPr>
        <p:spPr>
          <a:xfrm>
            <a:off x="4665539" y="88261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8" name="9wup_2_tuned_PredictedAtoms_11">
            <a:extLst>
              <a:ext uri="{FF2B5EF4-FFF2-40B4-BE49-F238E27FC236}">
                <a16:creationId xmlns:a16="http://schemas.microsoft.com/office/drawing/2014/main" id="{B959FE42-C88B-49E1-80F0-F436D040BDF0}"/>
              </a:ext>
            </a:extLst>
          </p:cNvPr>
          <p:cNvSpPr>
            <a:spLocks noGrp="1"/>
          </p:cNvSpPr>
          <p:nvPr/>
        </p:nvSpPr>
        <p:spPr>
          <a:xfrm>
            <a:off x="4807833" y="87280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9" name="9wup_2_tuned_PredictedAtoms_12">
            <a:extLst>
              <a:ext uri="{FF2B5EF4-FFF2-40B4-BE49-F238E27FC236}">
                <a16:creationId xmlns:a16="http://schemas.microsoft.com/office/drawing/2014/main" id="{196CFE1F-901B-4F3B-B25A-20A23043A874}"/>
              </a:ext>
            </a:extLst>
          </p:cNvPr>
          <p:cNvSpPr>
            <a:spLocks noGrp="1"/>
          </p:cNvSpPr>
          <p:nvPr/>
        </p:nvSpPr>
        <p:spPr>
          <a:xfrm>
            <a:off x="4799977" y="88439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0" name="9wup_2_tuned_PredictedAtoms_13">
            <a:extLst>
              <a:ext uri="{FF2B5EF4-FFF2-40B4-BE49-F238E27FC236}">
                <a16:creationId xmlns:a16="http://schemas.microsoft.com/office/drawing/2014/main" id="{AA09193F-4304-4547-8D3E-4FAB59D6404C}"/>
              </a:ext>
            </a:extLst>
          </p:cNvPr>
          <p:cNvSpPr>
            <a:spLocks noGrp="1"/>
          </p:cNvSpPr>
          <p:nvPr/>
        </p:nvSpPr>
        <p:spPr>
          <a:xfrm>
            <a:off x="4886047" y="88520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1" name="9wup_2_tuned_PredictedAtoms_14">
            <a:extLst>
              <a:ext uri="{FF2B5EF4-FFF2-40B4-BE49-F238E27FC236}">
                <a16:creationId xmlns:a16="http://schemas.microsoft.com/office/drawing/2014/main" id="{6B08168D-25B5-478D-AED7-DD5AFB5289B6}"/>
              </a:ext>
            </a:extLst>
          </p:cNvPr>
          <p:cNvSpPr>
            <a:spLocks noGrp="1"/>
          </p:cNvSpPr>
          <p:nvPr/>
        </p:nvSpPr>
        <p:spPr>
          <a:xfrm>
            <a:off x="4999984" y="87961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2" name="9wup_2_tuned_PredictedAtoms_15">
            <a:extLst>
              <a:ext uri="{FF2B5EF4-FFF2-40B4-BE49-F238E27FC236}">
                <a16:creationId xmlns:a16="http://schemas.microsoft.com/office/drawing/2014/main" id="{145A170F-2E53-4AD8-B3EB-1C928F841869}"/>
              </a:ext>
            </a:extLst>
          </p:cNvPr>
          <p:cNvSpPr>
            <a:spLocks noGrp="1"/>
          </p:cNvSpPr>
          <p:nvPr/>
        </p:nvSpPr>
        <p:spPr>
          <a:xfrm>
            <a:off x="5029551" y="87721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3" name="9wup_2_tuned_PredictedAtoms_16">
            <a:extLst>
              <a:ext uri="{FF2B5EF4-FFF2-40B4-BE49-F238E27FC236}">
                <a16:creationId xmlns:a16="http://schemas.microsoft.com/office/drawing/2014/main" id="{1896DCC2-7720-4F98-9E6E-9E4267325E93}"/>
              </a:ext>
            </a:extLst>
          </p:cNvPr>
          <p:cNvSpPr>
            <a:spLocks noGrp="1"/>
          </p:cNvSpPr>
          <p:nvPr/>
        </p:nvSpPr>
        <p:spPr>
          <a:xfrm>
            <a:off x="5091739" y="86547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4" name="9wup_2_tuned_PredictedAtoms_17">
            <a:extLst>
              <a:ext uri="{FF2B5EF4-FFF2-40B4-BE49-F238E27FC236}">
                <a16:creationId xmlns:a16="http://schemas.microsoft.com/office/drawing/2014/main" id="{434C26C2-35A4-441F-A4C6-539B4AFD2192}"/>
              </a:ext>
            </a:extLst>
          </p:cNvPr>
          <p:cNvSpPr>
            <a:spLocks noGrp="1"/>
          </p:cNvSpPr>
          <p:nvPr/>
        </p:nvSpPr>
        <p:spPr>
          <a:xfrm>
            <a:off x="5042875" y="85595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5" name="9wup_2_tuned_PredictedAtoms_18">
            <a:extLst>
              <a:ext uri="{FF2B5EF4-FFF2-40B4-BE49-F238E27FC236}">
                <a16:creationId xmlns:a16="http://schemas.microsoft.com/office/drawing/2014/main" id="{CC1DE2E3-C812-490C-8179-90F4F474BB4D}"/>
              </a:ext>
            </a:extLst>
          </p:cNvPr>
          <p:cNvSpPr>
            <a:spLocks noGrp="1"/>
          </p:cNvSpPr>
          <p:nvPr/>
        </p:nvSpPr>
        <p:spPr>
          <a:xfrm>
            <a:off x="5124121" y="84705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6" name="9wup_2_tuned_PredictedAtoms_19">
            <a:extLst>
              <a:ext uri="{FF2B5EF4-FFF2-40B4-BE49-F238E27FC236}">
                <a16:creationId xmlns:a16="http://schemas.microsoft.com/office/drawing/2014/main" id="{71030F3B-2D4E-4E14-9399-7A076851F25B}"/>
              </a:ext>
            </a:extLst>
          </p:cNvPr>
          <p:cNvSpPr>
            <a:spLocks noGrp="1"/>
          </p:cNvSpPr>
          <p:nvPr/>
        </p:nvSpPr>
        <p:spPr>
          <a:xfrm>
            <a:off x="5229418" y="85086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7" name="9wup_2_tuned_PredictedAtoms_20">
            <a:extLst>
              <a:ext uri="{FF2B5EF4-FFF2-40B4-BE49-F238E27FC236}">
                <a16:creationId xmlns:a16="http://schemas.microsoft.com/office/drawing/2014/main" id="{B09E2BDA-F16F-4F18-AD25-0D46839DEE72}"/>
              </a:ext>
            </a:extLst>
          </p:cNvPr>
          <p:cNvSpPr>
            <a:spLocks noGrp="1"/>
          </p:cNvSpPr>
          <p:nvPr/>
        </p:nvSpPr>
        <p:spPr>
          <a:xfrm>
            <a:off x="5345725" y="84603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8" name="9wup_2_tuned_PredictedAtoms_21">
            <a:extLst>
              <a:ext uri="{FF2B5EF4-FFF2-40B4-BE49-F238E27FC236}">
                <a16:creationId xmlns:a16="http://schemas.microsoft.com/office/drawing/2014/main" id="{240BF7AF-A8A3-4576-9836-38C09C030BFF}"/>
              </a:ext>
            </a:extLst>
          </p:cNvPr>
          <p:cNvSpPr>
            <a:spLocks noGrp="1"/>
          </p:cNvSpPr>
          <p:nvPr/>
        </p:nvSpPr>
        <p:spPr>
          <a:xfrm>
            <a:off x="5376598" y="83540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9" name="9wup_2_tuned_PredictedAtoms_22">
            <a:extLst>
              <a:ext uri="{FF2B5EF4-FFF2-40B4-BE49-F238E27FC236}">
                <a16:creationId xmlns:a16="http://schemas.microsoft.com/office/drawing/2014/main" id="{BDB9780A-EE62-4F88-A982-EBF43D0B516C}"/>
              </a:ext>
            </a:extLst>
          </p:cNvPr>
          <p:cNvSpPr>
            <a:spLocks noGrp="1"/>
          </p:cNvSpPr>
          <p:nvPr/>
        </p:nvSpPr>
        <p:spPr>
          <a:xfrm>
            <a:off x="5428655" y="85265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0" name="9wup_2_tuned_PredictedAtoms_23">
            <a:extLst>
              <a:ext uri="{FF2B5EF4-FFF2-40B4-BE49-F238E27FC236}">
                <a16:creationId xmlns:a16="http://schemas.microsoft.com/office/drawing/2014/main" id="{1EDF1753-987C-421C-8117-533F5B3E98B1}"/>
              </a:ext>
            </a:extLst>
          </p:cNvPr>
          <p:cNvSpPr>
            <a:spLocks noGrp="1"/>
          </p:cNvSpPr>
          <p:nvPr/>
        </p:nvSpPr>
        <p:spPr>
          <a:xfrm>
            <a:off x="5401312" y="86351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1" name="9wup_2_tuned_PredictedAtoms_24">
            <a:extLst>
              <a:ext uri="{FF2B5EF4-FFF2-40B4-BE49-F238E27FC236}">
                <a16:creationId xmlns:a16="http://schemas.microsoft.com/office/drawing/2014/main" id="{428BEF34-7C66-45BC-A9A0-766A1ADF0864}"/>
              </a:ext>
            </a:extLst>
          </p:cNvPr>
          <p:cNvSpPr>
            <a:spLocks noGrp="1"/>
          </p:cNvSpPr>
          <p:nvPr/>
        </p:nvSpPr>
        <p:spPr>
          <a:xfrm>
            <a:off x="5290070" y="86822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2" name="9wup_2_tuned_PredictedAtoms_25">
            <a:extLst>
              <a:ext uri="{FF2B5EF4-FFF2-40B4-BE49-F238E27FC236}">
                <a16:creationId xmlns:a16="http://schemas.microsoft.com/office/drawing/2014/main" id="{FB6FE474-EE04-46C1-8739-3B45903EA8C6}"/>
              </a:ext>
            </a:extLst>
          </p:cNvPr>
          <p:cNvSpPr>
            <a:spLocks noGrp="1"/>
          </p:cNvSpPr>
          <p:nvPr/>
        </p:nvSpPr>
        <p:spPr>
          <a:xfrm>
            <a:off x="5206421" y="86231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3" name="9wup_2_tuned_PredictedAtoms_26">
            <a:extLst>
              <a:ext uri="{FF2B5EF4-FFF2-40B4-BE49-F238E27FC236}">
                <a16:creationId xmlns:a16="http://schemas.microsoft.com/office/drawing/2014/main" id="{C51A6AE0-7DE3-481D-AB13-3DE82DD2E723}"/>
              </a:ext>
            </a:extLst>
          </p:cNvPr>
          <p:cNvSpPr>
            <a:spLocks noGrp="1"/>
          </p:cNvSpPr>
          <p:nvPr/>
        </p:nvSpPr>
        <p:spPr>
          <a:xfrm>
            <a:off x="4916846" y="87936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4" name="9wup_2_tuned_PredictedAtoms_27">
            <a:extLst>
              <a:ext uri="{FF2B5EF4-FFF2-40B4-BE49-F238E27FC236}">
                <a16:creationId xmlns:a16="http://schemas.microsoft.com/office/drawing/2014/main" id="{A2114F04-EF1A-4B88-9F2A-CE1BEBA8814D}"/>
              </a:ext>
            </a:extLst>
          </p:cNvPr>
          <p:cNvSpPr>
            <a:spLocks noGrp="1"/>
          </p:cNvSpPr>
          <p:nvPr/>
        </p:nvSpPr>
        <p:spPr>
          <a:xfrm>
            <a:off x="4924821" y="88800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5" name="9wup_2_tuned_PredictedAtoms_28">
            <a:extLst>
              <a:ext uri="{FF2B5EF4-FFF2-40B4-BE49-F238E27FC236}">
                <a16:creationId xmlns:a16="http://schemas.microsoft.com/office/drawing/2014/main" id="{EC35891F-1252-4460-96C5-C3373054A627}"/>
              </a:ext>
            </a:extLst>
          </p:cNvPr>
          <p:cNvSpPr>
            <a:spLocks noGrp="1"/>
          </p:cNvSpPr>
          <p:nvPr/>
        </p:nvSpPr>
        <p:spPr>
          <a:xfrm>
            <a:off x="4824684" y="88298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6" name="9wup_2_tuned_PredictedAtoms_29">
            <a:extLst>
              <a:ext uri="{FF2B5EF4-FFF2-40B4-BE49-F238E27FC236}">
                <a16:creationId xmlns:a16="http://schemas.microsoft.com/office/drawing/2014/main" id="{9067FDA3-8CCC-4D78-A71A-538076992C8B}"/>
              </a:ext>
            </a:extLst>
          </p:cNvPr>
          <p:cNvSpPr>
            <a:spLocks noGrp="1"/>
          </p:cNvSpPr>
          <p:nvPr/>
        </p:nvSpPr>
        <p:spPr>
          <a:xfrm>
            <a:off x="4761204" y="89304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7" name="9wup_2_tuned_PredictedAtoms_30">
            <a:extLst>
              <a:ext uri="{FF2B5EF4-FFF2-40B4-BE49-F238E27FC236}">
                <a16:creationId xmlns:a16="http://schemas.microsoft.com/office/drawing/2014/main" id="{C082DE87-6473-4786-B387-52C7C983076D}"/>
              </a:ext>
            </a:extLst>
          </p:cNvPr>
          <p:cNvSpPr>
            <a:spLocks noGrp="1"/>
          </p:cNvSpPr>
          <p:nvPr/>
        </p:nvSpPr>
        <p:spPr>
          <a:xfrm>
            <a:off x="4237764" y="86065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8" name="9wup_2_tuned_PredictedAtoms_31">
            <a:extLst>
              <a:ext uri="{FF2B5EF4-FFF2-40B4-BE49-F238E27FC236}">
                <a16:creationId xmlns:a16="http://schemas.microsoft.com/office/drawing/2014/main" id="{97B8A61C-FF1B-46F9-A617-9B6E04A72C1A}"/>
              </a:ext>
            </a:extLst>
          </p:cNvPr>
          <p:cNvSpPr>
            <a:spLocks noGrp="1"/>
          </p:cNvSpPr>
          <p:nvPr/>
        </p:nvSpPr>
        <p:spPr>
          <a:xfrm>
            <a:off x="4292793" y="87067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9" name="9wup_2_tuned_PredictedAtoms_32">
            <a:extLst>
              <a:ext uri="{FF2B5EF4-FFF2-40B4-BE49-F238E27FC236}">
                <a16:creationId xmlns:a16="http://schemas.microsoft.com/office/drawing/2014/main" id="{79004508-F83A-4FD3-8D20-CFB0E24BF574}"/>
              </a:ext>
            </a:extLst>
          </p:cNvPr>
          <p:cNvSpPr>
            <a:spLocks noGrp="1"/>
          </p:cNvSpPr>
          <p:nvPr/>
        </p:nvSpPr>
        <p:spPr>
          <a:xfrm>
            <a:off x="4100972" y="86087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0" name="9wup_2_tuned_PredictedAtoms_33">
            <a:extLst>
              <a:ext uri="{FF2B5EF4-FFF2-40B4-BE49-F238E27FC236}">
                <a16:creationId xmlns:a16="http://schemas.microsoft.com/office/drawing/2014/main" id="{1CC93B52-C6AB-4F2B-8D94-7A23337CC691}"/>
              </a:ext>
            </a:extLst>
          </p:cNvPr>
          <p:cNvSpPr>
            <a:spLocks noGrp="1"/>
          </p:cNvSpPr>
          <p:nvPr/>
        </p:nvSpPr>
        <p:spPr>
          <a:xfrm>
            <a:off x="4041739" y="86912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1" name="9wup_2_tuned_PredictedAtoms_34">
            <a:extLst>
              <a:ext uri="{FF2B5EF4-FFF2-40B4-BE49-F238E27FC236}">
                <a16:creationId xmlns:a16="http://schemas.microsoft.com/office/drawing/2014/main" id="{CCF2206A-632B-410F-8684-173F2F6AD33B}"/>
              </a:ext>
            </a:extLst>
          </p:cNvPr>
          <p:cNvSpPr>
            <a:spLocks noGrp="1"/>
          </p:cNvSpPr>
          <p:nvPr/>
        </p:nvSpPr>
        <p:spPr>
          <a:xfrm>
            <a:off x="4062418" y="86364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2" name="9wup_2_tuned_PredictedAtoms_35">
            <a:extLst>
              <a:ext uri="{FF2B5EF4-FFF2-40B4-BE49-F238E27FC236}">
                <a16:creationId xmlns:a16="http://schemas.microsoft.com/office/drawing/2014/main" id="{61C34637-6156-40C6-A576-4ED428120655}"/>
              </a:ext>
            </a:extLst>
          </p:cNvPr>
          <p:cNvSpPr>
            <a:spLocks noGrp="1"/>
          </p:cNvSpPr>
          <p:nvPr/>
        </p:nvSpPr>
        <p:spPr>
          <a:xfrm>
            <a:off x="3934490" y="86144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3" name="9wup_2_tuned_PredictedAtoms_36">
            <a:extLst>
              <a:ext uri="{FF2B5EF4-FFF2-40B4-BE49-F238E27FC236}">
                <a16:creationId xmlns:a16="http://schemas.microsoft.com/office/drawing/2014/main" id="{B237C9F2-FE99-41BE-89EC-378AA2B76BE2}"/>
              </a:ext>
            </a:extLst>
          </p:cNvPr>
          <p:cNvSpPr>
            <a:spLocks noGrp="1"/>
          </p:cNvSpPr>
          <p:nvPr/>
        </p:nvSpPr>
        <p:spPr>
          <a:xfrm>
            <a:off x="3905877" y="84976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4" name="9wup_2_tuned_PredictedAtoms_37">
            <a:extLst>
              <a:ext uri="{FF2B5EF4-FFF2-40B4-BE49-F238E27FC236}">
                <a16:creationId xmlns:a16="http://schemas.microsoft.com/office/drawing/2014/main" id="{70029C5B-E126-44ED-B745-AC45EA0FA023}"/>
              </a:ext>
            </a:extLst>
          </p:cNvPr>
          <p:cNvSpPr>
            <a:spLocks noGrp="1"/>
          </p:cNvSpPr>
          <p:nvPr/>
        </p:nvSpPr>
        <p:spPr>
          <a:xfrm>
            <a:off x="3986204" y="84073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5" name="9wup_2_tuned_PredictedAtoms_38">
            <a:extLst>
              <a:ext uri="{FF2B5EF4-FFF2-40B4-BE49-F238E27FC236}">
                <a16:creationId xmlns:a16="http://schemas.microsoft.com/office/drawing/2014/main" id="{1FA12183-B3C7-49C8-981B-49C35D487A81}"/>
              </a:ext>
            </a:extLst>
          </p:cNvPr>
          <p:cNvSpPr>
            <a:spLocks noGrp="1"/>
          </p:cNvSpPr>
          <p:nvPr/>
        </p:nvSpPr>
        <p:spPr>
          <a:xfrm>
            <a:off x="3968643" y="82897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6" name="9wup_2_tuned_PredictedAtoms_39">
            <a:extLst>
              <a:ext uri="{FF2B5EF4-FFF2-40B4-BE49-F238E27FC236}">
                <a16:creationId xmlns:a16="http://schemas.microsoft.com/office/drawing/2014/main" id="{03F367EE-889C-4324-A238-8A8198C82343}"/>
              </a:ext>
            </a:extLst>
          </p:cNvPr>
          <p:cNvSpPr>
            <a:spLocks noGrp="1"/>
          </p:cNvSpPr>
          <p:nvPr/>
        </p:nvSpPr>
        <p:spPr>
          <a:xfrm>
            <a:off x="4051098" y="8208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7" name="9wup_2_tuned_PredictedAtoms_40">
            <a:extLst>
              <a:ext uri="{FF2B5EF4-FFF2-40B4-BE49-F238E27FC236}">
                <a16:creationId xmlns:a16="http://schemas.microsoft.com/office/drawing/2014/main" id="{DE6FB63B-7D61-4778-A427-44C427D0D1E3}"/>
              </a:ext>
            </a:extLst>
          </p:cNvPr>
          <p:cNvSpPr>
            <a:spLocks noGrp="1"/>
          </p:cNvSpPr>
          <p:nvPr/>
        </p:nvSpPr>
        <p:spPr>
          <a:xfrm>
            <a:off x="3851083" y="82564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8" name="9wup_2_tuned_PredictedAtoms_41">
            <a:extLst>
              <a:ext uri="{FF2B5EF4-FFF2-40B4-BE49-F238E27FC236}">
                <a16:creationId xmlns:a16="http://schemas.microsoft.com/office/drawing/2014/main" id="{E378D9D2-E4BA-460A-AB70-7279386501BE}"/>
              </a:ext>
            </a:extLst>
          </p:cNvPr>
          <p:cNvSpPr>
            <a:spLocks noGrp="1"/>
          </p:cNvSpPr>
          <p:nvPr/>
        </p:nvSpPr>
        <p:spPr>
          <a:xfrm>
            <a:off x="3757810" y="8335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9" name="9wup_2_tuned_PredictedAtoms_42">
            <a:extLst>
              <a:ext uri="{FF2B5EF4-FFF2-40B4-BE49-F238E27FC236}">
                <a16:creationId xmlns:a16="http://schemas.microsoft.com/office/drawing/2014/main" id="{E2303A59-D3C9-490D-8BB8-2225B70A5D25}"/>
              </a:ext>
            </a:extLst>
          </p:cNvPr>
          <p:cNvSpPr>
            <a:spLocks noGrp="1"/>
          </p:cNvSpPr>
          <p:nvPr/>
        </p:nvSpPr>
        <p:spPr>
          <a:xfrm>
            <a:off x="3656538" y="82961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0" name="9wup_2_tuned_PredictedAtoms_43">
            <a:extLst>
              <a:ext uri="{FF2B5EF4-FFF2-40B4-BE49-F238E27FC236}">
                <a16:creationId xmlns:a16="http://schemas.microsoft.com/office/drawing/2014/main" id="{A627A151-F9C0-43FE-A0CC-307F25B36467}"/>
              </a:ext>
            </a:extLst>
          </p:cNvPr>
          <p:cNvSpPr>
            <a:spLocks noGrp="1"/>
          </p:cNvSpPr>
          <p:nvPr/>
        </p:nvSpPr>
        <p:spPr>
          <a:xfrm>
            <a:off x="3788795" y="84617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1" name="9wup_2_tuned_PredictedAtoms_44">
            <a:extLst>
              <a:ext uri="{FF2B5EF4-FFF2-40B4-BE49-F238E27FC236}">
                <a16:creationId xmlns:a16="http://schemas.microsoft.com/office/drawing/2014/main" id="{5AD199F9-7333-4A56-86D1-DF1D7BA8EFB2}"/>
              </a:ext>
            </a:extLst>
          </p:cNvPr>
          <p:cNvSpPr>
            <a:spLocks noGrp="1"/>
          </p:cNvSpPr>
          <p:nvPr/>
        </p:nvSpPr>
        <p:spPr>
          <a:xfrm>
            <a:off x="3705042" y="85511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2" name="9wup_2_tuned_PredictedAtoms_45">
            <a:extLst>
              <a:ext uri="{FF2B5EF4-FFF2-40B4-BE49-F238E27FC236}">
                <a16:creationId xmlns:a16="http://schemas.microsoft.com/office/drawing/2014/main" id="{53A41D22-8B26-482D-90D6-161F6F286534}"/>
              </a:ext>
            </a:extLst>
          </p:cNvPr>
          <p:cNvSpPr>
            <a:spLocks noGrp="1"/>
          </p:cNvSpPr>
          <p:nvPr/>
        </p:nvSpPr>
        <p:spPr>
          <a:xfrm>
            <a:off x="3733352" y="86666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3" name="9wup_2_tuned_PredictedAtoms_46">
            <a:extLst>
              <a:ext uri="{FF2B5EF4-FFF2-40B4-BE49-F238E27FC236}">
                <a16:creationId xmlns:a16="http://schemas.microsoft.com/office/drawing/2014/main" id="{9FFFFB00-E0D2-4D02-B19D-C4DAD11F0F2E}"/>
              </a:ext>
            </a:extLst>
          </p:cNvPr>
          <p:cNvSpPr>
            <a:spLocks noGrp="1"/>
          </p:cNvSpPr>
          <p:nvPr/>
        </p:nvSpPr>
        <p:spPr>
          <a:xfrm>
            <a:off x="3642843" y="87547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4" name="9wup_2_tuned_PredictedAtoms_47">
            <a:extLst>
              <a:ext uri="{FF2B5EF4-FFF2-40B4-BE49-F238E27FC236}">
                <a16:creationId xmlns:a16="http://schemas.microsoft.com/office/drawing/2014/main" id="{F41D1BAD-EE6F-4537-A09F-AD6B0CE8B500}"/>
              </a:ext>
            </a:extLst>
          </p:cNvPr>
          <p:cNvSpPr>
            <a:spLocks noGrp="1"/>
          </p:cNvSpPr>
          <p:nvPr/>
        </p:nvSpPr>
        <p:spPr>
          <a:xfrm>
            <a:off x="3665260" y="88757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5" name="9wup_2_tuned_PredictedAtoms_48">
            <a:extLst>
              <a:ext uri="{FF2B5EF4-FFF2-40B4-BE49-F238E27FC236}">
                <a16:creationId xmlns:a16="http://schemas.microsoft.com/office/drawing/2014/main" id="{E156E89A-6E8F-465D-B5D5-002E2343A2FE}"/>
              </a:ext>
            </a:extLst>
          </p:cNvPr>
          <p:cNvSpPr>
            <a:spLocks noGrp="1"/>
          </p:cNvSpPr>
          <p:nvPr/>
        </p:nvSpPr>
        <p:spPr>
          <a:xfrm>
            <a:off x="3566497" y="89643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6" name="9wup_2_tuned_PredictedAtoms_49">
            <a:extLst>
              <a:ext uri="{FF2B5EF4-FFF2-40B4-BE49-F238E27FC236}">
                <a16:creationId xmlns:a16="http://schemas.microsoft.com/office/drawing/2014/main" id="{CAF8798D-A5B0-426A-99D7-148363E595CB}"/>
              </a:ext>
            </a:extLst>
          </p:cNvPr>
          <p:cNvSpPr>
            <a:spLocks noGrp="1"/>
          </p:cNvSpPr>
          <p:nvPr/>
        </p:nvSpPr>
        <p:spPr>
          <a:xfrm>
            <a:off x="3781730" y="89176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7" name="9wup_2_tuned_PredictedAtoms_50">
            <a:extLst>
              <a:ext uri="{FF2B5EF4-FFF2-40B4-BE49-F238E27FC236}">
                <a16:creationId xmlns:a16="http://schemas.microsoft.com/office/drawing/2014/main" id="{EDC838F1-5F42-4D96-A9C5-908BA9E02458}"/>
              </a:ext>
            </a:extLst>
          </p:cNvPr>
          <p:cNvSpPr>
            <a:spLocks noGrp="1"/>
          </p:cNvSpPr>
          <p:nvPr/>
        </p:nvSpPr>
        <p:spPr>
          <a:xfrm>
            <a:off x="3815418" y="90455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8" name="9wup_2_tuned_PredictedAtoms_51">
            <a:extLst>
              <a:ext uri="{FF2B5EF4-FFF2-40B4-BE49-F238E27FC236}">
                <a16:creationId xmlns:a16="http://schemas.microsoft.com/office/drawing/2014/main" id="{6D67C976-C181-43D4-B465-EA8DE8122F38}"/>
              </a:ext>
            </a:extLst>
          </p:cNvPr>
          <p:cNvSpPr>
            <a:spLocks noGrp="1"/>
          </p:cNvSpPr>
          <p:nvPr/>
        </p:nvSpPr>
        <p:spPr>
          <a:xfrm>
            <a:off x="3871103" y="88287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9" name="9wup_2_tuned_PredictedAtoms_52">
            <a:extLst>
              <a:ext uri="{FF2B5EF4-FFF2-40B4-BE49-F238E27FC236}">
                <a16:creationId xmlns:a16="http://schemas.microsoft.com/office/drawing/2014/main" id="{96F438A6-92A5-48D7-8704-55FACB8089CD}"/>
              </a:ext>
            </a:extLst>
          </p:cNvPr>
          <p:cNvSpPr>
            <a:spLocks noGrp="1"/>
          </p:cNvSpPr>
          <p:nvPr/>
        </p:nvSpPr>
        <p:spPr>
          <a:xfrm>
            <a:off x="3849434" y="87026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00" name="stage3-cases-main_45">
            <a:extLst>
              <a:ext uri="{FF2B5EF4-FFF2-40B4-BE49-F238E27FC236}">
                <a16:creationId xmlns:a16="http://schemas.microsoft.com/office/drawing/2014/main" id="{3F6CE290-361F-46F5-9CE9-EC8565341AF4}"/>
              </a:ext>
            </a:extLst>
          </p:cNvPr>
          <p:cNvSpPr>
            <a:spLocks noGrp="1"/>
          </p:cNvSpPr>
          <p:nvPr/>
        </p:nvSpPr>
        <p:spPr>
          <a:xfrm>
            <a:off x="32004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0.52 Å   D 87%   Clash 0</a:t>
            </a:r>
          </a:p>
        </p:txBody>
      </p:sp>
      <p:sp>
        <p:nvSpPr>
          <p:cNvPr id="1701" name="9wup_2_build_Receptor">
            <a:extLst>
              <a:ext uri="{FF2B5EF4-FFF2-40B4-BE49-F238E27FC236}">
                <a16:creationId xmlns:a16="http://schemas.microsoft.com/office/drawing/2014/main" id="{0967B803-A843-499E-89A4-37491A736C6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702" name="9wup_2_build_ExperimentalDensity">
            <a:extLst>
              <a:ext uri="{FF2B5EF4-FFF2-40B4-BE49-F238E27FC236}">
                <a16:creationId xmlns:a16="http://schemas.microsoft.com/office/drawing/2014/main" id="{FCE5DC15-A776-45BB-8ACE-140EC373572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703" name="9wup_2_build_ReferenceLigand_0">
            <a:extLst>
              <a:ext uri="{FF2B5EF4-FFF2-40B4-BE49-F238E27FC236}">
                <a16:creationId xmlns:a16="http://schemas.microsoft.com/office/drawing/2014/main" id="{97CCCC92-C82C-412D-A9A3-5FAE8E82BE2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4" name="9wup_2_build_ReferenceLigand_1">
            <a:extLst>
              <a:ext uri="{FF2B5EF4-FFF2-40B4-BE49-F238E27FC236}">
                <a16:creationId xmlns:a16="http://schemas.microsoft.com/office/drawing/2014/main" id="{C7FA57F6-A5E7-4BE9-BD08-ABA1258C369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5" name="9wup_2_build_ReferenceLigand_2">
            <a:extLst>
              <a:ext uri="{FF2B5EF4-FFF2-40B4-BE49-F238E27FC236}">
                <a16:creationId xmlns:a16="http://schemas.microsoft.com/office/drawing/2014/main" id="{71E9B4E0-3C17-4739-ACED-E5467F4E5DA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6" name="9wup_2_build_ReferenceLigand_3">
            <a:extLst>
              <a:ext uri="{FF2B5EF4-FFF2-40B4-BE49-F238E27FC236}">
                <a16:creationId xmlns:a16="http://schemas.microsoft.com/office/drawing/2014/main" id="{04943456-9782-4AF5-AC4F-33FA7EB8BE0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7" name="9wup_2_build_ReferenceLigand_4">
            <a:extLst>
              <a:ext uri="{FF2B5EF4-FFF2-40B4-BE49-F238E27FC236}">
                <a16:creationId xmlns:a16="http://schemas.microsoft.com/office/drawing/2014/main" id="{AF9F3CD1-A22C-4E45-83E1-6FE2443C44A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8" name="9wup_2_build_ReferenceLigand_5">
            <a:extLst>
              <a:ext uri="{FF2B5EF4-FFF2-40B4-BE49-F238E27FC236}">
                <a16:creationId xmlns:a16="http://schemas.microsoft.com/office/drawing/2014/main" id="{0E6133FD-7911-44A8-BE62-CCF2D833462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9" name="9wup_2_build_ReferenceLigand_6">
            <a:extLst>
              <a:ext uri="{FF2B5EF4-FFF2-40B4-BE49-F238E27FC236}">
                <a16:creationId xmlns:a16="http://schemas.microsoft.com/office/drawing/2014/main" id="{1AC08FA9-D3C3-40BA-9014-B67516CCF57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0" name="9wup_2_build_ReferenceLigand_7">
            <a:extLst>
              <a:ext uri="{FF2B5EF4-FFF2-40B4-BE49-F238E27FC236}">
                <a16:creationId xmlns:a16="http://schemas.microsoft.com/office/drawing/2014/main" id="{84F52100-D496-4456-AE2C-D360BBCACC1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1" name="9wup_2_build_ReferenceLigand_8">
            <a:extLst>
              <a:ext uri="{FF2B5EF4-FFF2-40B4-BE49-F238E27FC236}">
                <a16:creationId xmlns:a16="http://schemas.microsoft.com/office/drawing/2014/main" id="{A6AE0A80-5339-4961-9D1C-657D6FF3AAD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2" name="9wup_2_build_ReferenceLigand_9">
            <a:extLst>
              <a:ext uri="{FF2B5EF4-FFF2-40B4-BE49-F238E27FC236}">
                <a16:creationId xmlns:a16="http://schemas.microsoft.com/office/drawing/2014/main" id="{E8F3D1BD-6BD9-45DD-9CE6-E42B43A9248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3" name="9wup_2_build_ReferenceLigand_10">
            <a:extLst>
              <a:ext uri="{FF2B5EF4-FFF2-40B4-BE49-F238E27FC236}">
                <a16:creationId xmlns:a16="http://schemas.microsoft.com/office/drawing/2014/main" id="{770ED52A-CD81-4E40-870D-3C7BE1EB18C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4" name="9wup_2_build_ReferenceLigand_11">
            <a:extLst>
              <a:ext uri="{FF2B5EF4-FFF2-40B4-BE49-F238E27FC236}">
                <a16:creationId xmlns:a16="http://schemas.microsoft.com/office/drawing/2014/main" id="{C182B131-BD38-4C31-9A5D-DB7CB5D13F4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5" name="9wup_2_build_ReferenceLigand_12">
            <a:extLst>
              <a:ext uri="{FF2B5EF4-FFF2-40B4-BE49-F238E27FC236}">
                <a16:creationId xmlns:a16="http://schemas.microsoft.com/office/drawing/2014/main" id="{DCB70E83-46B1-4057-997A-96872BB5891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6" name="9wup_2_build_ReferenceLigand_13">
            <a:extLst>
              <a:ext uri="{FF2B5EF4-FFF2-40B4-BE49-F238E27FC236}">
                <a16:creationId xmlns:a16="http://schemas.microsoft.com/office/drawing/2014/main" id="{3BA81603-AF8B-4557-994A-8DBCB497285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7" name="9wup_2_build_ReferenceLigand_14">
            <a:extLst>
              <a:ext uri="{FF2B5EF4-FFF2-40B4-BE49-F238E27FC236}">
                <a16:creationId xmlns:a16="http://schemas.microsoft.com/office/drawing/2014/main" id="{4898893C-EEF0-4142-87C6-1F88F379DA6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8" name="9wup_2_build_ReferenceLigand_15">
            <a:extLst>
              <a:ext uri="{FF2B5EF4-FFF2-40B4-BE49-F238E27FC236}">
                <a16:creationId xmlns:a16="http://schemas.microsoft.com/office/drawing/2014/main" id="{FAF3AA4C-4A38-4F38-9D05-5416E242CBE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9" name="9wup_2_build_ReferenceLigand_16">
            <a:extLst>
              <a:ext uri="{FF2B5EF4-FFF2-40B4-BE49-F238E27FC236}">
                <a16:creationId xmlns:a16="http://schemas.microsoft.com/office/drawing/2014/main" id="{85C24D34-A3B2-4594-AFDE-98976DDE796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0" name="9wup_2_build_ReferenceLigand_17">
            <a:extLst>
              <a:ext uri="{FF2B5EF4-FFF2-40B4-BE49-F238E27FC236}">
                <a16:creationId xmlns:a16="http://schemas.microsoft.com/office/drawing/2014/main" id="{DFB4FDF1-24F0-4F86-A150-EEBF3D9D22E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1" name="9wup_2_build_ReferenceLigand_18">
            <a:extLst>
              <a:ext uri="{FF2B5EF4-FFF2-40B4-BE49-F238E27FC236}">
                <a16:creationId xmlns:a16="http://schemas.microsoft.com/office/drawing/2014/main" id="{F295618C-9C3C-4F08-B718-F52E4E123E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2" name="9wup_2_build_ReferenceLigand_19">
            <a:extLst>
              <a:ext uri="{FF2B5EF4-FFF2-40B4-BE49-F238E27FC236}">
                <a16:creationId xmlns:a16="http://schemas.microsoft.com/office/drawing/2014/main" id="{BEF62366-6D8C-4844-B1B3-962F0B75E42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3" name="9wup_2_build_ReferenceLigand_20">
            <a:extLst>
              <a:ext uri="{FF2B5EF4-FFF2-40B4-BE49-F238E27FC236}">
                <a16:creationId xmlns:a16="http://schemas.microsoft.com/office/drawing/2014/main" id="{07FB21B1-B884-421D-A3E1-A46EB0C756F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4" name="9wup_2_build_ReferenceLigand_21">
            <a:extLst>
              <a:ext uri="{FF2B5EF4-FFF2-40B4-BE49-F238E27FC236}">
                <a16:creationId xmlns:a16="http://schemas.microsoft.com/office/drawing/2014/main" id="{65D405E1-05EE-4CEA-B9DD-17E8A2F8D6C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5" name="9wup_2_build_ReferenceLigand_22">
            <a:extLst>
              <a:ext uri="{FF2B5EF4-FFF2-40B4-BE49-F238E27FC236}">
                <a16:creationId xmlns:a16="http://schemas.microsoft.com/office/drawing/2014/main" id="{604647D6-BD86-45AC-9FA5-41427AB212F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6" name="9wup_2_build_ReferenceLigand_23">
            <a:extLst>
              <a:ext uri="{FF2B5EF4-FFF2-40B4-BE49-F238E27FC236}">
                <a16:creationId xmlns:a16="http://schemas.microsoft.com/office/drawing/2014/main" id="{3AA55EC2-B68F-47DA-A8C9-E357FC8FF96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7" name="9wup_2_build_ReferenceLigand_24">
            <a:extLst>
              <a:ext uri="{FF2B5EF4-FFF2-40B4-BE49-F238E27FC236}">
                <a16:creationId xmlns:a16="http://schemas.microsoft.com/office/drawing/2014/main" id="{C01AF005-9F79-4F79-8727-7A47B6DFC65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8" name="9wup_2_build_ReferenceLigand_25">
            <a:extLst>
              <a:ext uri="{FF2B5EF4-FFF2-40B4-BE49-F238E27FC236}">
                <a16:creationId xmlns:a16="http://schemas.microsoft.com/office/drawing/2014/main" id="{6EA1A1AB-C286-4777-9C8F-632426B5C26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9" name="9wup_2_build_ReferenceLigand_26">
            <a:extLst>
              <a:ext uri="{FF2B5EF4-FFF2-40B4-BE49-F238E27FC236}">
                <a16:creationId xmlns:a16="http://schemas.microsoft.com/office/drawing/2014/main" id="{B5A1C3CB-7F35-4858-AC63-F81376CBE7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0" name="9wup_2_build_ReferenceLigand_27">
            <a:extLst>
              <a:ext uri="{FF2B5EF4-FFF2-40B4-BE49-F238E27FC236}">
                <a16:creationId xmlns:a16="http://schemas.microsoft.com/office/drawing/2014/main" id="{228E1627-A619-4046-A77B-769F80C6710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1" name="9wup_2_build_ReferenceLigand_28">
            <a:extLst>
              <a:ext uri="{FF2B5EF4-FFF2-40B4-BE49-F238E27FC236}">
                <a16:creationId xmlns:a16="http://schemas.microsoft.com/office/drawing/2014/main" id="{AD0C0CEB-F7F9-4B29-903D-215AF4C7A8E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2" name="9wup_2_build_ReferenceLigand_29">
            <a:extLst>
              <a:ext uri="{FF2B5EF4-FFF2-40B4-BE49-F238E27FC236}">
                <a16:creationId xmlns:a16="http://schemas.microsoft.com/office/drawing/2014/main" id="{14DBDBBE-D2DC-4173-9278-CD67656CDEB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3" name="9wup_2_build_ReferenceLigand_30">
            <a:extLst>
              <a:ext uri="{FF2B5EF4-FFF2-40B4-BE49-F238E27FC236}">
                <a16:creationId xmlns:a16="http://schemas.microsoft.com/office/drawing/2014/main" id="{37744BFC-14AA-4266-BFBE-3AC120F9349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4" name="9wup_2_build_ReferenceLigand_31">
            <a:extLst>
              <a:ext uri="{FF2B5EF4-FFF2-40B4-BE49-F238E27FC236}">
                <a16:creationId xmlns:a16="http://schemas.microsoft.com/office/drawing/2014/main" id="{5DCAE6C5-FF7F-445C-9579-DDC6C954351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5" name="9wup_2_build_ReferenceLigand_32">
            <a:extLst>
              <a:ext uri="{FF2B5EF4-FFF2-40B4-BE49-F238E27FC236}">
                <a16:creationId xmlns:a16="http://schemas.microsoft.com/office/drawing/2014/main" id="{8AABC842-21AB-4C0A-B914-8C03A95378C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6" name="9wup_2_build_ReferenceLigand_33">
            <a:extLst>
              <a:ext uri="{FF2B5EF4-FFF2-40B4-BE49-F238E27FC236}">
                <a16:creationId xmlns:a16="http://schemas.microsoft.com/office/drawing/2014/main" id="{090996B2-9287-4D85-8059-3AB4E228E25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7" name="9wup_2_build_ReferenceLigand_34">
            <a:extLst>
              <a:ext uri="{FF2B5EF4-FFF2-40B4-BE49-F238E27FC236}">
                <a16:creationId xmlns:a16="http://schemas.microsoft.com/office/drawing/2014/main" id="{73D7D715-4698-46B6-BD13-90DD66E456A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8" name="9wup_2_build_ReferenceLigand_35">
            <a:extLst>
              <a:ext uri="{FF2B5EF4-FFF2-40B4-BE49-F238E27FC236}">
                <a16:creationId xmlns:a16="http://schemas.microsoft.com/office/drawing/2014/main" id="{67E30DE9-330F-4B8F-A432-5960D61CC02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9" name="9wup_2_build_ReferenceLigand_36">
            <a:extLst>
              <a:ext uri="{FF2B5EF4-FFF2-40B4-BE49-F238E27FC236}">
                <a16:creationId xmlns:a16="http://schemas.microsoft.com/office/drawing/2014/main" id="{EE239C62-8F09-4B10-BB09-D79F45DD6A4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0" name="9wup_2_build_ReferenceLigand_37">
            <a:extLst>
              <a:ext uri="{FF2B5EF4-FFF2-40B4-BE49-F238E27FC236}">
                <a16:creationId xmlns:a16="http://schemas.microsoft.com/office/drawing/2014/main" id="{5200812F-8EBA-4AE5-A748-948AB1BE29B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1" name="9wup_2_build_ReferenceLigand_38">
            <a:extLst>
              <a:ext uri="{FF2B5EF4-FFF2-40B4-BE49-F238E27FC236}">
                <a16:creationId xmlns:a16="http://schemas.microsoft.com/office/drawing/2014/main" id="{F7F93C77-27AE-4092-8590-5CD6BFAEBEF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2" name="9wup_2_build_ReferenceLigand_39">
            <a:extLst>
              <a:ext uri="{FF2B5EF4-FFF2-40B4-BE49-F238E27FC236}">
                <a16:creationId xmlns:a16="http://schemas.microsoft.com/office/drawing/2014/main" id="{36184708-931F-4D51-A9CC-9777B0DF5F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3" name="9wup_2_build_ReferenceLigand_40">
            <a:extLst>
              <a:ext uri="{FF2B5EF4-FFF2-40B4-BE49-F238E27FC236}">
                <a16:creationId xmlns:a16="http://schemas.microsoft.com/office/drawing/2014/main" id="{D7397088-BC45-4EAA-9917-CB67EF77ADB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4" name="9wup_2_build_ReferenceLigand_41">
            <a:extLst>
              <a:ext uri="{FF2B5EF4-FFF2-40B4-BE49-F238E27FC236}">
                <a16:creationId xmlns:a16="http://schemas.microsoft.com/office/drawing/2014/main" id="{F14C9EB0-C376-4DCE-9395-AAF43E442E5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5" name="9wup_2_build_ReferenceLigand_42">
            <a:extLst>
              <a:ext uri="{FF2B5EF4-FFF2-40B4-BE49-F238E27FC236}">
                <a16:creationId xmlns:a16="http://schemas.microsoft.com/office/drawing/2014/main" id="{E3FFB54B-AA02-42EE-B021-DF32022B19E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6" name="9wup_2_build_ReferenceLigand_43">
            <a:extLst>
              <a:ext uri="{FF2B5EF4-FFF2-40B4-BE49-F238E27FC236}">
                <a16:creationId xmlns:a16="http://schemas.microsoft.com/office/drawing/2014/main" id="{7A332346-555D-45FC-92DE-C9D647D4EEB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7" name="9wup_2_build_ReferenceLigand_44">
            <a:extLst>
              <a:ext uri="{FF2B5EF4-FFF2-40B4-BE49-F238E27FC236}">
                <a16:creationId xmlns:a16="http://schemas.microsoft.com/office/drawing/2014/main" id="{B9CD220E-1E25-48ED-883D-A4B88FF79B4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8" name="9wup_2_build_ReferenceLigand_45">
            <a:extLst>
              <a:ext uri="{FF2B5EF4-FFF2-40B4-BE49-F238E27FC236}">
                <a16:creationId xmlns:a16="http://schemas.microsoft.com/office/drawing/2014/main" id="{F13F4C56-2418-4143-A6F1-7497F276489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9" name="9wup_2_build_ReferenceLigand_46">
            <a:extLst>
              <a:ext uri="{FF2B5EF4-FFF2-40B4-BE49-F238E27FC236}">
                <a16:creationId xmlns:a16="http://schemas.microsoft.com/office/drawing/2014/main" id="{7E085D23-FC06-4450-97A9-489EE79AABB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0" name="9wup_2_build_ReferenceLigand_47">
            <a:extLst>
              <a:ext uri="{FF2B5EF4-FFF2-40B4-BE49-F238E27FC236}">
                <a16:creationId xmlns:a16="http://schemas.microsoft.com/office/drawing/2014/main" id="{1C2B1EC4-BE50-4E4F-8D13-30AC2DAB302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1" name="9wup_2_build_ReferenceLigand_48">
            <a:extLst>
              <a:ext uri="{FF2B5EF4-FFF2-40B4-BE49-F238E27FC236}">
                <a16:creationId xmlns:a16="http://schemas.microsoft.com/office/drawing/2014/main" id="{848B48D5-B9F1-4CA7-A4BE-C336F636359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2" name="9wup_2_build_ReferenceLigand_49">
            <a:extLst>
              <a:ext uri="{FF2B5EF4-FFF2-40B4-BE49-F238E27FC236}">
                <a16:creationId xmlns:a16="http://schemas.microsoft.com/office/drawing/2014/main" id="{E48ACE5D-3422-4A01-BE59-AD8C8687AE4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3" name="9wup_2_build_ReferenceLigand_50">
            <a:extLst>
              <a:ext uri="{FF2B5EF4-FFF2-40B4-BE49-F238E27FC236}">
                <a16:creationId xmlns:a16="http://schemas.microsoft.com/office/drawing/2014/main" id="{CD49130C-2D6F-4694-9D4C-99B990657BB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4" name="9wup_2_build_ReferenceLigand_51">
            <a:extLst>
              <a:ext uri="{FF2B5EF4-FFF2-40B4-BE49-F238E27FC236}">
                <a16:creationId xmlns:a16="http://schemas.microsoft.com/office/drawing/2014/main" id="{5AFFF977-81CA-4316-8F73-74EE90E1460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5" name="9wup_2_build_ReferenceLigand_52">
            <a:extLst>
              <a:ext uri="{FF2B5EF4-FFF2-40B4-BE49-F238E27FC236}">
                <a16:creationId xmlns:a16="http://schemas.microsoft.com/office/drawing/2014/main" id="{1693E816-09CC-41F4-A9B5-1DB3EA0B739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6" name="9wup_2_build_ReferenceLigand_53">
            <a:extLst>
              <a:ext uri="{FF2B5EF4-FFF2-40B4-BE49-F238E27FC236}">
                <a16:creationId xmlns:a16="http://schemas.microsoft.com/office/drawing/2014/main" id="{85A06805-1D12-4C72-AAF8-D069BFE0B81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7" name="9wup_2_build_ReferenceLigand_54">
            <a:extLst>
              <a:ext uri="{FF2B5EF4-FFF2-40B4-BE49-F238E27FC236}">
                <a16:creationId xmlns:a16="http://schemas.microsoft.com/office/drawing/2014/main" id="{3D974A64-5E3D-4539-A34E-7924E9583ED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8" name="9wup_2_build_ReferenceLigand_55">
            <a:extLst>
              <a:ext uri="{FF2B5EF4-FFF2-40B4-BE49-F238E27FC236}">
                <a16:creationId xmlns:a16="http://schemas.microsoft.com/office/drawing/2014/main" id="{606CDF2D-1782-4911-B7CD-D2C0873EA08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9" name="9wup_2_build_ReferenceLigand_56">
            <a:extLst>
              <a:ext uri="{FF2B5EF4-FFF2-40B4-BE49-F238E27FC236}">
                <a16:creationId xmlns:a16="http://schemas.microsoft.com/office/drawing/2014/main" id="{685A9F2A-DEC6-479B-9541-AB61C05F7F4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0" name="9wup_2_build_ReferenceLigand_57">
            <a:extLst>
              <a:ext uri="{FF2B5EF4-FFF2-40B4-BE49-F238E27FC236}">
                <a16:creationId xmlns:a16="http://schemas.microsoft.com/office/drawing/2014/main" id="{4C70BEB0-93DD-469C-A666-1432934ADCD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1" name="9wup_2_build_PredictedLigand_0">
            <a:extLst>
              <a:ext uri="{FF2B5EF4-FFF2-40B4-BE49-F238E27FC236}">
                <a16:creationId xmlns:a16="http://schemas.microsoft.com/office/drawing/2014/main" id="{42D2DDD8-0090-41B6-B070-27B99F46D02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01675" y="6705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2" name="9wup_2_build_PredictedLigand_1">
            <a:extLst>
              <a:ext uri="{FF2B5EF4-FFF2-40B4-BE49-F238E27FC236}">
                <a16:creationId xmlns:a16="http://schemas.microsoft.com/office/drawing/2014/main" id="{8104824E-A677-4049-A027-E3660579A3E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61275" y="4883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3" name="9wup_2_build_PredictedLigand_2">
            <a:extLst>
              <a:ext uri="{FF2B5EF4-FFF2-40B4-BE49-F238E27FC236}">
                <a16:creationId xmlns:a16="http://schemas.microsoft.com/office/drawing/2014/main" id="{E6E253E0-7443-4C71-8CE0-8C66C0E1564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91486" y="7458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4" name="9wup_2_build_PredictedLigand_3">
            <a:extLst>
              <a:ext uri="{FF2B5EF4-FFF2-40B4-BE49-F238E27FC236}">
                <a16:creationId xmlns:a16="http://schemas.microsoft.com/office/drawing/2014/main" id="{4B4A1E5E-BE1E-441B-82FF-F5184A4F908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546" y="615488"/>
                </a:moveTo>
                <a:lnTo>
                  <a:pt x="1317137" y="616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5" name="9wup_2_build_PredictedLigand_4">
            <a:extLst>
              <a:ext uri="{FF2B5EF4-FFF2-40B4-BE49-F238E27FC236}">
                <a16:creationId xmlns:a16="http://schemas.microsoft.com/office/drawing/2014/main" id="{9DD7DC77-361E-458F-A845-5E73EBDA637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405676" y="666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6" name="9wup_2_build_PredictedLigand_5">
            <a:extLst>
              <a:ext uri="{FF2B5EF4-FFF2-40B4-BE49-F238E27FC236}">
                <a16:creationId xmlns:a16="http://schemas.microsoft.com/office/drawing/2014/main" id="{AB709526-2338-4008-974F-2FC1DC41BB9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441219" y="879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7" name="9wup_2_build_PredictedLigand_6">
            <a:extLst>
              <a:ext uri="{FF2B5EF4-FFF2-40B4-BE49-F238E27FC236}">
                <a16:creationId xmlns:a16="http://schemas.microsoft.com/office/drawing/2014/main" id="{D9B25B73-341E-420C-AD36-DBEA2645954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5676" y="666169"/>
                </a:moveTo>
                <a:lnTo>
                  <a:pt x="1496174" y="7684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8" name="9wup_2_build_PredictedLigand_7">
            <a:extLst>
              <a:ext uri="{FF2B5EF4-FFF2-40B4-BE49-F238E27FC236}">
                <a16:creationId xmlns:a16="http://schemas.microsoft.com/office/drawing/2014/main" id="{BC9F0407-491A-4610-A881-C2B638E699E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28158" y="7637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9" name="9wup_2_build_PredictedLigand_8">
            <a:extLst>
              <a:ext uri="{FF2B5EF4-FFF2-40B4-BE49-F238E27FC236}">
                <a16:creationId xmlns:a16="http://schemas.microsoft.com/office/drawing/2014/main" id="{16D35727-1546-498F-9EE4-3C36F23B603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3474" y="630957"/>
                </a:moveTo>
                <a:lnTo>
                  <a:pt x="1194546" y="615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0" name="9wup_2_build_PredictedLigand_9">
            <a:extLst>
              <a:ext uri="{FF2B5EF4-FFF2-40B4-BE49-F238E27FC236}">
                <a16:creationId xmlns:a16="http://schemas.microsoft.com/office/drawing/2014/main" id="{FBD74153-F597-4813-8C8C-CE2480AE3B8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97" y="635348"/>
                </a:moveTo>
                <a:lnTo>
                  <a:pt x="1091461" y="6775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1" name="9wup_2_build_PredictedLigand_10">
            <a:extLst>
              <a:ext uri="{FF2B5EF4-FFF2-40B4-BE49-F238E27FC236}">
                <a16:creationId xmlns:a16="http://schemas.microsoft.com/office/drawing/2014/main" id="{AF424482-CEFD-4240-AAAF-170397E53AE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213474" y="630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2" name="9wup_2_build_PredictedLigand_11">
            <a:extLst>
              <a:ext uri="{FF2B5EF4-FFF2-40B4-BE49-F238E27FC236}">
                <a16:creationId xmlns:a16="http://schemas.microsoft.com/office/drawing/2014/main" id="{CE02FFEA-ED6C-4D56-98C4-677A60B0432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58" y="763777"/>
                </a:moveTo>
                <a:lnTo>
                  <a:pt x="1646919" y="7554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3" name="9wup_2_build_PredictedLigand_12">
            <a:extLst>
              <a:ext uri="{FF2B5EF4-FFF2-40B4-BE49-F238E27FC236}">
                <a16:creationId xmlns:a16="http://schemas.microsoft.com/office/drawing/2014/main" id="{9FEAE9B9-DD3C-4BDE-89DB-E7D64AC4D11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088299" y="7148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4" name="9wup_2_build_PredictedLigand_13">
            <a:extLst>
              <a:ext uri="{FF2B5EF4-FFF2-40B4-BE49-F238E27FC236}">
                <a16:creationId xmlns:a16="http://schemas.microsoft.com/office/drawing/2014/main" id="{D67053B0-BAC8-476A-8740-88B980FDC2E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6919" y="755400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5" name="9wup_2_build_PredictedLigand_14">
            <a:extLst>
              <a:ext uri="{FF2B5EF4-FFF2-40B4-BE49-F238E27FC236}">
                <a16:creationId xmlns:a16="http://schemas.microsoft.com/office/drawing/2014/main" id="{A84AA61A-2143-4504-A74D-FD032A6680B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1096015" y="8263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6" name="9wup_2_build_PredictedLigand_15">
            <a:extLst>
              <a:ext uri="{FF2B5EF4-FFF2-40B4-BE49-F238E27FC236}">
                <a16:creationId xmlns:a16="http://schemas.microsoft.com/office/drawing/2014/main" id="{6C69FFCD-934D-45B1-B13A-749D50476CB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974785" y="654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7" name="9wup_2_build_PredictedLigand_16">
            <a:extLst>
              <a:ext uri="{FF2B5EF4-FFF2-40B4-BE49-F238E27FC236}">
                <a16:creationId xmlns:a16="http://schemas.microsoft.com/office/drawing/2014/main" id="{1823D505-36CF-4FD5-B0CA-72E07E48FE9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3587" y="658635"/>
                </a:moveTo>
                <a:lnTo>
                  <a:pt x="2250847" y="6851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8" name="9wup_2_build_PredictedLigand_17">
            <a:extLst>
              <a:ext uri="{FF2B5EF4-FFF2-40B4-BE49-F238E27FC236}">
                <a16:creationId xmlns:a16="http://schemas.microsoft.com/office/drawing/2014/main" id="{ACDAF8E4-2202-4431-9D09-57B8F34E22E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9" name="9wup_2_build_PredictedLigand_18">
            <a:extLst>
              <a:ext uri="{FF2B5EF4-FFF2-40B4-BE49-F238E27FC236}">
                <a16:creationId xmlns:a16="http://schemas.microsoft.com/office/drawing/2014/main" id="{30813CC1-8740-460A-BA90-8674BDE9816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0847" y="685190"/>
                </a:moveTo>
                <a:lnTo>
                  <a:pt x="2151382" y="74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0" name="9wup_2_build_PredictedLigand_19">
            <a:extLst>
              <a:ext uri="{FF2B5EF4-FFF2-40B4-BE49-F238E27FC236}">
                <a16:creationId xmlns:a16="http://schemas.microsoft.com/office/drawing/2014/main" id="{2B73AC36-091D-495C-B19C-6C08D83FA6F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1382" y="745226"/>
                </a:moveTo>
                <a:lnTo>
                  <a:pt x="2101811" y="636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1" name="9wup_2_build_PredictedLigand_20">
            <a:extLst>
              <a:ext uri="{FF2B5EF4-FFF2-40B4-BE49-F238E27FC236}">
                <a16:creationId xmlns:a16="http://schemas.microsoft.com/office/drawing/2014/main" id="{58F1D094-A946-44A3-BF9F-5C17FCA8365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52168" y="824812"/>
                </a:moveTo>
                <a:lnTo>
                  <a:pt x="725770" y="8546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2" name="9wup_2_build_PredictedLigand_21">
            <a:extLst>
              <a:ext uri="{FF2B5EF4-FFF2-40B4-BE49-F238E27FC236}">
                <a16:creationId xmlns:a16="http://schemas.microsoft.com/office/drawing/2014/main" id="{B998AB0E-80BA-4B50-BB0F-3D0EEE2A92A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0276" y="785226"/>
                </a:moveTo>
                <a:lnTo>
                  <a:pt x="1738432" y="7000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3" name="9wup_2_build_PredictedLigand_22">
            <a:extLst>
              <a:ext uri="{FF2B5EF4-FFF2-40B4-BE49-F238E27FC236}">
                <a16:creationId xmlns:a16="http://schemas.microsoft.com/office/drawing/2014/main" id="{E6871178-D1A5-4F54-A880-30F3D1F266E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449065" y="8632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4" name="9wup_2_build_PredictedLigand_23">
            <a:extLst>
              <a:ext uri="{FF2B5EF4-FFF2-40B4-BE49-F238E27FC236}">
                <a16:creationId xmlns:a16="http://schemas.microsoft.com/office/drawing/2014/main" id="{38E35D0C-58BD-4E9E-ACE0-B68F414505E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5" name="9wup_2_build_PredictedLigand_24">
            <a:extLst>
              <a:ext uri="{FF2B5EF4-FFF2-40B4-BE49-F238E27FC236}">
                <a16:creationId xmlns:a16="http://schemas.microsoft.com/office/drawing/2014/main" id="{9BD9147F-8594-4220-B64E-D7685F7C6D6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1026793" y="562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6" name="9wup_2_build_PredictedLigand_25">
            <a:extLst>
              <a:ext uri="{FF2B5EF4-FFF2-40B4-BE49-F238E27FC236}">
                <a16:creationId xmlns:a16="http://schemas.microsoft.com/office/drawing/2014/main" id="{4AB2B4C5-FB58-4909-8166-4B9F38F8C17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6058" y="688747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7" name="9wup_2_build_PredictedLigand_26">
            <a:extLst>
              <a:ext uri="{FF2B5EF4-FFF2-40B4-BE49-F238E27FC236}">
                <a16:creationId xmlns:a16="http://schemas.microsoft.com/office/drawing/2014/main" id="{1AE3FE36-DBFD-46D5-A098-B5831F2CB1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561762" y="8259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8" name="9wup_2_build_PredictedLigand_27">
            <a:extLst>
              <a:ext uri="{FF2B5EF4-FFF2-40B4-BE49-F238E27FC236}">
                <a16:creationId xmlns:a16="http://schemas.microsoft.com/office/drawing/2014/main" id="{515D1F31-5B88-46E9-A3A1-3965CBAB698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40676" y="1782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9" name="9wup_2_build_PredictedLigand_28">
            <a:extLst>
              <a:ext uri="{FF2B5EF4-FFF2-40B4-BE49-F238E27FC236}">
                <a16:creationId xmlns:a16="http://schemas.microsoft.com/office/drawing/2014/main" id="{F4C660B6-FE83-4541-A016-19BCB676B26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0" name="9wup_2_build_PredictedLigand_29">
            <a:extLst>
              <a:ext uri="{FF2B5EF4-FFF2-40B4-BE49-F238E27FC236}">
                <a16:creationId xmlns:a16="http://schemas.microsoft.com/office/drawing/2014/main" id="{DCF10F50-E600-45F3-8630-85FAFFDCBDA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710170" y="90864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1" name="9wup_2_build_PredictedLigand_30">
            <a:extLst>
              <a:ext uri="{FF2B5EF4-FFF2-40B4-BE49-F238E27FC236}">
                <a16:creationId xmlns:a16="http://schemas.microsoft.com/office/drawing/2014/main" id="{BAE8CF3E-C1E0-448E-AD0C-9CEFBB96692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892851" y="709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2" name="9wup_2_build_PredictedLigand_31">
            <a:extLst>
              <a:ext uri="{FF2B5EF4-FFF2-40B4-BE49-F238E27FC236}">
                <a16:creationId xmlns:a16="http://schemas.microsoft.com/office/drawing/2014/main" id="{628E043C-27AC-4A5D-9C65-711717F4D5B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299" y="1086618"/>
                </a:moveTo>
                <a:lnTo>
                  <a:pt x="532470" y="8599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3" name="9wup_2_build_PredictedLigand_32">
            <a:extLst>
              <a:ext uri="{FF2B5EF4-FFF2-40B4-BE49-F238E27FC236}">
                <a16:creationId xmlns:a16="http://schemas.microsoft.com/office/drawing/2014/main" id="{FB4FEF41-D24E-488C-ACB8-D78A975BC7C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46970" y="9710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4" name="9wup_2_build_PredictedLigand_33">
            <a:extLst>
              <a:ext uri="{FF2B5EF4-FFF2-40B4-BE49-F238E27FC236}">
                <a16:creationId xmlns:a16="http://schemas.microsoft.com/office/drawing/2014/main" id="{EC638779-4067-448E-AACB-7153AF0437B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16" y="452665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5" name="9wup_2_build_PredictedLigand_34">
            <a:extLst>
              <a:ext uri="{FF2B5EF4-FFF2-40B4-BE49-F238E27FC236}">
                <a16:creationId xmlns:a16="http://schemas.microsoft.com/office/drawing/2014/main" id="{6F7CD4EE-A39F-4AE1-ACDF-18EA3EE15BA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921858" y="1848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6" name="9wup_2_build_PredictedLigand_35">
            <a:extLst>
              <a:ext uri="{FF2B5EF4-FFF2-40B4-BE49-F238E27FC236}">
                <a16:creationId xmlns:a16="http://schemas.microsoft.com/office/drawing/2014/main" id="{7CFA9588-19E2-4985-B60C-65151A26B7F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49081" y="57065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7" name="9wup_2_build_PredictedLigand_36">
            <a:extLst>
              <a:ext uri="{FF2B5EF4-FFF2-40B4-BE49-F238E27FC236}">
                <a16:creationId xmlns:a16="http://schemas.microsoft.com/office/drawing/2014/main" id="{4F226C2F-2E28-487B-A236-D66CBC792E8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293587" y="658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8" name="9wup_2_build_PredictedLigand_37">
            <a:extLst>
              <a:ext uri="{FF2B5EF4-FFF2-40B4-BE49-F238E27FC236}">
                <a16:creationId xmlns:a16="http://schemas.microsoft.com/office/drawing/2014/main" id="{9A89B2AB-05B9-452D-BA61-EC76EBB0878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9" name="9wup_2_build_PredictedLigand_38">
            <a:extLst>
              <a:ext uri="{FF2B5EF4-FFF2-40B4-BE49-F238E27FC236}">
                <a16:creationId xmlns:a16="http://schemas.microsoft.com/office/drawing/2014/main" id="{0E99253F-AC07-428D-8606-A045B0CE0D7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851" y="709862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0" name="9wup_2_build_PredictedLigand_39">
            <a:extLst>
              <a:ext uri="{FF2B5EF4-FFF2-40B4-BE49-F238E27FC236}">
                <a16:creationId xmlns:a16="http://schemas.microsoft.com/office/drawing/2014/main" id="{C798E3FB-1A3B-4929-91A0-F88CA01415E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3405" y="543295"/>
                </a:moveTo>
                <a:lnTo>
                  <a:pt x="1992216" y="4526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1" name="9wup_2_build_PredictedLigand_40">
            <a:extLst>
              <a:ext uri="{FF2B5EF4-FFF2-40B4-BE49-F238E27FC236}">
                <a16:creationId xmlns:a16="http://schemas.microsoft.com/office/drawing/2014/main" id="{218CB934-D608-4F39-90E1-6C3EEA5A656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081" y="570654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2" name="9wup_2_build_PredictedLigand_41">
            <a:extLst>
              <a:ext uri="{FF2B5EF4-FFF2-40B4-BE49-F238E27FC236}">
                <a16:creationId xmlns:a16="http://schemas.microsoft.com/office/drawing/2014/main" id="{529FA321-79AE-4FE4-97E3-A7D1AC2A901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8432" y="700001"/>
                </a:moveTo>
                <a:lnTo>
                  <a:pt x="1838587" y="7587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3" name="9wup_2_build_PredictedLigand_42">
            <a:extLst>
              <a:ext uri="{FF2B5EF4-FFF2-40B4-BE49-F238E27FC236}">
                <a16:creationId xmlns:a16="http://schemas.microsoft.com/office/drawing/2014/main" id="{307AB3A0-03C0-4B9C-BE10-833FA521DF4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591908" y="1408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4" name="9wup_2_build_PredictedLigand_43">
            <a:extLst>
              <a:ext uri="{FF2B5EF4-FFF2-40B4-BE49-F238E27FC236}">
                <a16:creationId xmlns:a16="http://schemas.microsoft.com/office/drawing/2014/main" id="{426B9F73-20FB-441F-963A-0A8E14377E9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8089" y="392496"/>
                </a:moveTo>
                <a:lnTo>
                  <a:pt x="755100" y="5038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5" name="9wup_2_build_PredictedLigand_44">
            <a:extLst>
              <a:ext uri="{FF2B5EF4-FFF2-40B4-BE49-F238E27FC236}">
                <a16:creationId xmlns:a16="http://schemas.microsoft.com/office/drawing/2014/main" id="{1EA63C80-5357-41DF-A483-CFF6DBDFE45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40699" y="8802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6" name="9wup_2_build_PredictedLigand_45">
            <a:extLst>
              <a:ext uri="{FF2B5EF4-FFF2-40B4-BE49-F238E27FC236}">
                <a16:creationId xmlns:a16="http://schemas.microsoft.com/office/drawing/2014/main" id="{616D52F4-AE00-4A2E-93D3-4E4A1B23C65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7" name="9wup_2_build_PredictedLigand_46">
            <a:extLst>
              <a:ext uri="{FF2B5EF4-FFF2-40B4-BE49-F238E27FC236}">
                <a16:creationId xmlns:a16="http://schemas.microsoft.com/office/drawing/2014/main" id="{9F936996-0B90-4BFE-B901-8B3C686D583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5372" y="200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8" name="9wup_2_build_PredictedLigand_47">
            <a:extLst>
              <a:ext uri="{FF2B5EF4-FFF2-40B4-BE49-F238E27FC236}">
                <a16:creationId xmlns:a16="http://schemas.microsoft.com/office/drawing/2014/main" id="{C121A12D-3892-4B27-8DCF-D14F444E677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828089" y="39249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9" name="9wup_2_build_PredictedLigand_48">
            <a:extLst>
              <a:ext uri="{FF2B5EF4-FFF2-40B4-BE49-F238E27FC236}">
                <a16:creationId xmlns:a16="http://schemas.microsoft.com/office/drawing/2014/main" id="{3478421A-A6C3-48BB-B07A-A937AC2F397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835" y="543934"/>
                </a:moveTo>
                <a:lnTo>
                  <a:pt x="2201515" y="5077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0" name="9wup_2_build_PredictedLigand_49">
            <a:extLst>
              <a:ext uri="{FF2B5EF4-FFF2-40B4-BE49-F238E27FC236}">
                <a16:creationId xmlns:a16="http://schemas.microsoft.com/office/drawing/2014/main" id="{D517F2BA-4A5E-4BD6-BEB4-76F1BC3B6FB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5770" y="854648"/>
                </a:moveTo>
                <a:lnTo>
                  <a:pt x="1018319" y="1115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1" name="9wup_2_build_PredictedLigand_50">
            <a:extLst>
              <a:ext uri="{FF2B5EF4-FFF2-40B4-BE49-F238E27FC236}">
                <a16:creationId xmlns:a16="http://schemas.microsoft.com/office/drawing/2014/main" id="{33B09B43-FB41-4CD2-AC91-5338983346F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871237" y="9582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2" name="9wup_2_build_PredictedLigand_51">
            <a:extLst>
              <a:ext uri="{FF2B5EF4-FFF2-40B4-BE49-F238E27FC236}">
                <a16:creationId xmlns:a16="http://schemas.microsoft.com/office/drawing/2014/main" id="{7B74FF70-8600-4DE0-AE37-AB95A0A0E98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3" name="9wup_2_build_PredictedLigand_52">
            <a:extLst>
              <a:ext uri="{FF2B5EF4-FFF2-40B4-BE49-F238E27FC236}">
                <a16:creationId xmlns:a16="http://schemas.microsoft.com/office/drawing/2014/main" id="{9E0216F7-DAF1-4105-A0A4-B46D6D9DD63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4929" y="484477"/>
                </a:moveTo>
                <a:lnTo>
                  <a:pt x="577054" y="3830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4" name="9wup_2_build_PredictedLigand_53">
            <a:extLst>
              <a:ext uri="{FF2B5EF4-FFF2-40B4-BE49-F238E27FC236}">
                <a16:creationId xmlns:a16="http://schemas.microsoft.com/office/drawing/2014/main" id="{E1C4A224-B376-4D43-AD1B-814F4D686BA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928" y="728440"/>
                </a:moveTo>
                <a:lnTo>
                  <a:pt x="1893405" y="5432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5" name="9wup_2_build_PredictedLigand_54">
            <a:extLst>
              <a:ext uri="{FF2B5EF4-FFF2-40B4-BE49-F238E27FC236}">
                <a16:creationId xmlns:a16="http://schemas.microsoft.com/office/drawing/2014/main" id="{62EE8C32-C991-4F3B-8AF7-3BCDB205998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712299" y="10866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6" name="9wup_2_build_PredictedLigand_55">
            <a:extLst>
              <a:ext uri="{FF2B5EF4-FFF2-40B4-BE49-F238E27FC236}">
                <a16:creationId xmlns:a16="http://schemas.microsoft.com/office/drawing/2014/main" id="{50B537FC-F626-42CB-97F6-59F210C81EE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38956" y="10927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7" name="9wup_2_build_PredictedLigand_56">
            <a:extLst>
              <a:ext uri="{FF2B5EF4-FFF2-40B4-BE49-F238E27FC236}">
                <a16:creationId xmlns:a16="http://schemas.microsoft.com/office/drawing/2014/main" id="{47CFA757-3100-4BA4-B277-23BD2EBF4C1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190909" y="3867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8" name="9wup_2_build_PredictedLigand_57">
            <a:extLst>
              <a:ext uri="{FF2B5EF4-FFF2-40B4-BE49-F238E27FC236}">
                <a16:creationId xmlns:a16="http://schemas.microsoft.com/office/drawing/2014/main" id="{AC6EC53B-E151-43B1-8B71-FAE7708E421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9" name="9wup_2_build_PredictedAtoms_0">
            <a:extLst>
              <a:ext uri="{FF2B5EF4-FFF2-40B4-BE49-F238E27FC236}">
                <a16:creationId xmlns:a16="http://schemas.microsoft.com/office/drawing/2014/main" id="{8E37FE16-7C6A-49F9-A70E-EDC5F1ECD94A}"/>
              </a:ext>
            </a:extLst>
          </p:cNvPr>
          <p:cNvSpPr>
            <a:spLocks noGrp="1"/>
          </p:cNvSpPr>
          <p:nvPr/>
        </p:nvSpPr>
        <p:spPr>
          <a:xfrm>
            <a:off x="7167704" y="85725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0" name="9wup_2_build_PredictedAtoms_1">
            <a:extLst>
              <a:ext uri="{FF2B5EF4-FFF2-40B4-BE49-F238E27FC236}">
                <a16:creationId xmlns:a16="http://schemas.microsoft.com/office/drawing/2014/main" id="{00D8DCC3-5FFA-4EFF-962E-A6F4AB626ED4}"/>
              </a:ext>
            </a:extLst>
          </p:cNvPr>
          <p:cNvSpPr>
            <a:spLocks noGrp="1"/>
          </p:cNvSpPr>
          <p:nvPr/>
        </p:nvSpPr>
        <p:spPr>
          <a:xfrm>
            <a:off x="7247469" y="86147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1" name="9wup_2_build_PredictedAtoms_2">
            <a:extLst>
              <a:ext uri="{FF2B5EF4-FFF2-40B4-BE49-F238E27FC236}">
                <a16:creationId xmlns:a16="http://schemas.microsoft.com/office/drawing/2014/main" id="{190BE1D4-8523-4FBC-B128-F6A036D9B113}"/>
              </a:ext>
            </a:extLst>
          </p:cNvPr>
          <p:cNvSpPr>
            <a:spLocks noGrp="1"/>
          </p:cNvSpPr>
          <p:nvPr/>
        </p:nvSpPr>
        <p:spPr>
          <a:xfrm>
            <a:off x="7369481" y="85681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2" name="9wup_2_build_PredictedAtoms_3">
            <a:extLst>
              <a:ext uri="{FF2B5EF4-FFF2-40B4-BE49-F238E27FC236}">
                <a16:creationId xmlns:a16="http://schemas.microsoft.com/office/drawing/2014/main" id="{51C03358-0620-4B35-BC83-97F4B51189AE}"/>
              </a:ext>
            </a:extLst>
          </p:cNvPr>
          <p:cNvSpPr>
            <a:spLocks noGrp="1"/>
          </p:cNvSpPr>
          <p:nvPr/>
        </p:nvSpPr>
        <p:spPr>
          <a:xfrm>
            <a:off x="7350554" y="85526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3" name="9wup_2_build_PredictedAtoms_4">
            <a:extLst>
              <a:ext uri="{FF2B5EF4-FFF2-40B4-BE49-F238E27FC236}">
                <a16:creationId xmlns:a16="http://schemas.microsoft.com/office/drawing/2014/main" id="{390BA90D-9530-409A-A093-4586EBDF44A8}"/>
              </a:ext>
            </a:extLst>
          </p:cNvPr>
          <p:cNvSpPr>
            <a:spLocks noGrp="1"/>
          </p:cNvSpPr>
          <p:nvPr/>
        </p:nvSpPr>
        <p:spPr>
          <a:xfrm>
            <a:off x="7473144" y="85539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4" name="9wup_2_build_PredictedAtoms_5">
            <a:extLst>
              <a:ext uri="{FF2B5EF4-FFF2-40B4-BE49-F238E27FC236}">
                <a16:creationId xmlns:a16="http://schemas.microsoft.com/office/drawing/2014/main" id="{C1D67F0F-1874-4714-804A-03F2A22627F1}"/>
              </a:ext>
            </a:extLst>
          </p:cNvPr>
          <p:cNvSpPr>
            <a:spLocks noGrp="1"/>
          </p:cNvSpPr>
          <p:nvPr/>
        </p:nvSpPr>
        <p:spPr>
          <a:xfrm>
            <a:off x="7457682" y="86077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5" name="9wup_2_build_PredictedAtoms_6">
            <a:extLst>
              <a:ext uri="{FF2B5EF4-FFF2-40B4-BE49-F238E27FC236}">
                <a16:creationId xmlns:a16="http://schemas.microsoft.com/office/drawing/2014/main" id="{91C313E2-AB72-4399-B76D-A041EC3F53E9}"/>
              </a:ext>
            </a:extLst>
          </p:cNvPr>
          <p:cNvSpPr>
            <a:spLocks noGrp="1"/>
          </p:cNvSpPr>
          <p:nvPr/>
        </p:nvSpPr>
        <p:spPr>
          <a:xfrm>
            <a:off x="7517282" y="842549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6" name="9wup_2_build_PredictedAtoms_7">
            <a:extLst>
              <a:ext uri="{FF2B5EF4-FFF2-40B4-BE49-F238E27FC236}">
                <a16:creationId xmlns:a16="http://schemas.microsoft.com/office/drawing/2014/main" id="{96E842C8-E2A1-4005-B48D-D9171D8F6DF7}"/>
              </a:ext>
            </a:extLst>
          </p:cNvPr>
          <p:cNvSpPr>
            <a:spLocks noGrp="1"/>
          </p:cNvSpPr>
          <p:nvPr/>
        </p:nvSpPr>
        <p:spPr>
          <a:xfrm>
            <a:off x="7561684" y="86033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7" name="9wup_2_build_PredictedAtoms_8">
            <a:extLst>
              <a:ext uri="{FF2B5EF4-FFF2-40B4-BE49-F238E27FC236}">
                <a16:creationId xmlns:a16="http://schemas.microsoft.com/office/drawing/2014/main" id="{3D1192D6-5F99-4561-BA73-BD1AA7743E3A}"/>
              </a:ext>
            </a:extLst>
          </p:cNvPr>
          <p:cNvSpPr>
            <a:spLocks noGrp="1"/>
          </p:cNvSpPr>
          <p:nvPr/>
        </p:nvSpPr>
        <p:spPr>
          <a:xfrm>
            <a:off x="7652182" y="87056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8" name="9wup_2_build_PredictedAtoms_9">
            <a:extLst>
              <a:ext uri="{FF2B5EF4-FFF2-40B4-BE49-F238E27FC236}">
                <a16:creationId xmlns:a16="http://schemas.microsoft.com/office/drawing/2014/main" id="{48D5259E-A5DA-40CC-A329-50949DB8D2F7}"/>
              </a:ext>
            </a:extLst>
          </p:cNvPr>
          <p:cNvSpPr>
            <a:spLocks noGrp="1"/>
          </p:cNvSpPr>
          <p:nvPr/>
        </p:nvSpPr>
        <p:spPr>
          <a:xfrm>
            <a:off x="7597227" y="88165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9" name="9wup_2_build_PredictedAtoms_10">
            <a:extLst>
              <a:ext uri="{FF2B5EF4-FFF2-40B4-BE49-F238E27FC236}">
                <a16:creationId xmlns:a16="http://schemas.microsoft.com/office/drawing/2014/main" id="{601A00AB-3F59-4F13-8883-1129B5783E67}"/>
              </a:ext>
            </a:extLst>
          </p:cNvPr>
          <p:cNvSpPr>
            <a:spLocks noGrp="1"/>
          </p:cNvSpPr>
          <p:nvPr/>
        </p:nvSpPr>
        <p:spPr>
          <a:xfrm>
            <a:off x="7747493" y="86829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0" name="9wup_2_build_PredictedAtoms_11">
            <a:extLst>
              <a:ext uri="{FF2B5EF4-FFF2-40B4-BE49-F238E27FC236}">
                <a16:creationId xmlns:a16="http://schemas.microsoft.com/office/drawing/2014/main" id="{7D443C99-8E5D-4D2A-BB3E-7D8F15B9B520}"/>
              </a:ext>
            </a:extLst>
          </p:cNvPr>
          <p:cNvSpPr>
            <a:spLocks noGrp="1"/>
          </p:cNvSpPr>
          <p:nvPr/>
        </p:nvSpPr>
        <p:spPr>
          <a:xfrm>
            <a:off x="7684165" y="87009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1" name="9wup_2_build_PredictedAtoms_12">
            <a:extLst>
              <a:ext uri="{FF2B5EF4-FFF2-40B4-BE49-F238E27FC236}">
                <a16:creationId xmlns:a16="http://schemas.microsoft.com/office/drawing/2014/main" id="{CAF0DE0E-CA53-4DCF-A58C-6B1BBD872641}"/>
              </a:ext>
            </a:extLst>
          </p:cNvPr>
          <p:cNvSpPr>
            <a:spLocks noGrp="1"/>
          </p:cNvSpPr>
          <p:nvPr/>
        </p:nvSpPr>
        <p:spPr>
          <a:xfrm>
            <a:off x="7802927" y="86925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2" name="9wup_2_build_PredictedAtoms_13">
            <a:extLst>
              <a:ext uri="{FF2B5EF4-FFF2-40B4-BE49-F238E27FC236}">
                <a16:creationId xmlns:a16="http://schemas.microsoft.com/office/drawing/2014/main" id="{4BB50156-33F5-47E0-A23F-40D2348944A0}"/>
              </a:ext>
            </a:extLst>
          </p:cNvPr>
          <p:cNvSpPr>
            <a:spLocks noGrp="1"/>
          </p:cNvSpPr>
          <p:nvPr/>
        </p:nvSpPr>
        <p:spPr>
          <a:xfrm>
            <a:off x="7816284" y="87224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3" name="9wup_2_build_PredictedAtoms_14">
            <a:extLst>
              <a:ext uri="{FF2B5EF4-FFF2-40B4-BE49-F238E27FC236}">
                <a16:creationId xmlns:a16="http://schemas.microsoft.com/office/drawing/2014/main" id="{6501C1BA-DC61-4AD4-970E-8AB572A9566C}"/>
              </a:ext>
            </a:extLst>
          </p:cNvPr>
          <p:cNvSpPr>
            <a:spLocks noGrp="1"/>
          </p:cNvSpPr>
          <p:nvPr/>
        </p:nvSpPr>
        <p:spPr>
          <a:xfrm>
            <a:off x="7894439" y="86371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4" name="9wup_2_build_PredictedAtoms_15">
            <a:extLst>
              <a:ext uri="{FF2B5EF4-FFF2-40B4-BE49-F238E27FC236}">
                <a16:creationId xmlns:a16="http://schemas.microsoft.com/office/drawing/2014/main" id="{69840F22-3F4C-477B-B62C-5B3C22CA39E7}"/>
              </a:ext>
            </a:extLst>
          </p:cNvPr>
          <p:cNvSpPr>
            <a:spLocks noGrp="1"/>
          </p:cNvSpPr>
          <p:nvPr/>
        </p:nvSpPr>
        <p:spPr>
          <a:xfrm>
            <a:off x="7994594" y="86959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5" name="9wup_2_build_PredictedAtoms_16">
            <a:extLst>
              <a:ext uri="{FF2B5EF4-FFF2-40B4-BE49-F238E27FC236}">
                <a16:creationId xmlns:a16="http://schemas.microsoft.com/office/drawing/2014/main" id="{68610842-5C49-4711-B7C1-D852B2CB216C}"/>
              </a:ext>
            </a:extLst>
          </p:cNvPr>
          <p:cNvSpPr>
            <a:spLocks noGrp="1"/>
          </p:cNvSpPr>
          <p:nvPr/>
        </p:nvSpPr>
        <p:spPr>
          <a:xfrm>
            <a:off x="8011935" y="86656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6" name="9wup_2_build_PredictedAtoms_17">
            <a:extLst>
              <a:ext uri="{FF2B5EF4-FFF2-40B4-BE49-F238E27FC236}">
                <a16:creationId xmlns:a16="http://schemas.microsoft.com/office/drawing/2014/main" id="{75CB1241-8D66-4D08-8725-ED74C1604D44}"/>
              </a:ext>
            </a:extLst>
          </p:cNvPr>
          <p:cNvSpPr>
            <a:spLocks noGrp="1"/>
          </p:cNvSpPr>
          <p:nvPr/>
        </p:nvSpPr>
        <p:spPr>
          <a:xfrm>
            <a:off x="8049412" y="84804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7" name="9wup_2_build_PredictedAtoms_18">
            <a:extLst>
              <a:ext uri="{FF2B5EF4-FFF2-40B4-BE49-F238E27FC236}">
                <a16:creationId xmlns:a16="http://schemas.microsoft.com/office/drawing/2014/main" id="{5C57C340-1F79-4A73-864E-136EA02E527F}"/>
              </a:ext>
            </a:extLst>
          </p:cNvPr>
          <p:cNvSpPr>
            <a:spLocks noGrp="1"/>
          </p:cNvSpPr>
          <p:nvPr/>
        </p:nvSpPr>
        <p:spPr>
          <a:xfrm>
            <a:off x="8148224" y="83898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8" name="9wup_2_build_PredictedAtoms_19">
            <a:extLst>
              <a:ext uri="{FF2B5EF4-FFF2-40B4-BE49-F238E27FC236}">
                <a16:creationId xmlns:a16="http://schemas.microsoft.com/office/drawing/2014/main" id="{BC4F07CA-4245-4545-BAF0-F812EF8F3F92}"/>
              </a:ext>
            </a:extLst>
          </p:cNvPr>
          <p:cNvSpPr>
            <a:spLocks noGrp="1"/>
          </p:cNvSpPr>
          <p:nvPr/>
        </p:nvSpPr>
        <p:spPr>
          <a:xfrm>
            <a:off x="8293842" y="84811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9" name="9wup_2_build_PredictedAtoms_20">
            <a:extLst>
              <a:ext uri="{FF2B5EF4-FFF2-40B4-BE49-F238E27FC236}">
                <a16:creationId xmlns:a16="http://schemas.microsoft.com/office/drawing/2014/main" id="{8BE22BA1-57A6-4090-AB52-F4F24B7D9835}"/>
              </a:ext>
            </a:extLst>
          </p:cNvPr>
          <p:cNvSpPr>
            <a:spLocks noGrp="1"/>
          </p:cNvSpPr>
          <p:nvPr/>
        </p:nvSpPr>
        <p:spPr>
          <a:xfrm>
            <a:off x="8357523" y="84449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0" name="9wup_2_build_PredictedAtoms_21">
            <a:extLst>
              <a:ext uri="{FF2B5EF4-FFF2-40B4-BE49-F238E27FC236}">
                <a16:creationId xmlns:a16="http://schemas.microsoft.com/office/drawing/2014/main" id="{726B54AF-C5C7-4887-B533-41EA3B613DB1}"/>
              </a:ext>
            </a:extLst>
          </p:cNvPr>
          <p:cNvSpPr>
            <a:spLocks noGrp="1"/>
          </p:cNvSpPr>
          <p:nvPr/>
        </p:nvSpPr>
        <p:spPr>
          <a:xfrm>
            <a:off x="8346916" y="83239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1" name="9wup_2_build_PredictedAtoms_22">
            <a:extLst>
              <a:ext uri="{FF2B5EF4-FFF2-40B4-BE49-F238E27FC236}">
                <a16:creationId xmlns:a16="http://schemas.microsoft.com/office/drawing/2014/main" id="{BE859AE2-C39B-46EA-9C71-E1046931CBE0}"/>
              </a:ext>
            </a:extLst>
          </p:cNvPr>
          <p:cNvSpPr>
            <a:spLocks noGrp="1"/>
          </p:cNvSpPr>
          <p:nvPr/>
        </p:nvSpPr>
        <p:spPr>
          <a:xfrm>
            <a:off x="8449594" y="85958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2" name="9wup_2_build_PredictedAtoms_23">
            <a:extLst>
              <a:ext uri="{FF2B5EF4-FFF2-40B4-BE49-F238E27FC236}">
                <a16:creationId xmlns:a16="http://schemas.microsoft.com/office/drawing/2014/main" id="{07C3E706-D44A-4265-8F98-8EABF274B4CA}"/>
              </a:ext>
            </a:extLst>
          </p:cNvPr>
          <p:cNvSpPr>
            <a:spLocks noGrp="1"/>
          </p:cNvSpPr>
          <p:nvPr/>
        </p:nvSpPr>
        <p:spPr>
          <a:xfrm>
            <a:off x="8406855" y="86223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3" name="9wup_2_build_PredictedAtoms_24">
            <a:extLst>
              <a:ext uri="{FF2B5EF4-FFF2-40B4-BE49-F238E27FC236}">
                <a16:creationId xmlns:a16="http://schemas.microsoft.com/office/drawing/2014/main" id="{2031BD68-9C70-4A21-898E-A89AE61E217C}"/>
              </a:ext>
            </a:extLst>
          </p:cNvPr>
          <p:cNvSpPr>
            <a:spLocks noGrp="1"/>
          </p:cNvSpPr>
          <p:nvPr/>
        </p:nvSpPr>
        <p:spPr>
          <a:xfrm>
            <a:off x="8307389" y="8682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4" name="9wup_2_build_PredictedAtoms_25">
            <a:extLst>
              <a:ext uri="{FF2B5EF4-FFF2-40B4-BE49-F238E27FC236}">
                <a16:creationId xmlns:a16="http://schemas.microsoft.com/office/drawing/2014/main" id="{12082E9D-6A04-431E-AA93-2ECDF85CF828}"/>
              </a:ext>
            </a:extLst>
          </p:cNvPr>
          <p:cNvSpPr>
            <a:spLocks noGrp="1"/>
          </p:cNvSpPr>
          <p:nvPr/>
        </p:nvSpPr>
        <p:spPr>
          <a:xfrm>
            <a:off x="8257819" y="85732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5" name="9wup_2_build_PredictedAtoms_26">
            <a:extLst>
              <a:ext uri="{FF2B5EF4-FFF2-40B4-BE49-F238E27FC236}">
                <a16:creationId xmlns:a16="http://schemas.microsoft.com/office/drawing/2014/main" id="{75059EDF-B380-477D-A0FD-A32198B59CAC}"/>
              </a:ext>
            </a:extLst>
          </p:cNvPr>
          <p:cNvSpPr>
            <a:spLocks noGrp="1"/>
          </p:cNvSpPr>
          <p:nvPr/>
        </p:nvSpPr>
        <p:spPr>
          <a:xfrm>
            <a:off x="7996707" y="88174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6" name="9wup_2_build_PredictedAtoms_27">
            <a:extLst>
              <a:ext uri="{FF2B5EF4-FFF2-40B4-BE49-F238E27FC236}">
                <a16:creationId xmlns:a16="http://schemas.microsoft.com/office/drawing/2014/main" id="{BB34E637-5F93-4B12-AD9F-941EF5244416}"/>
              </a:ext>
            </a:extLst>
          </p:cNvPr>
          <p:cNvSpPr>
            <a:spLocks noGrp="1"/>
          </p:cNvSpPr>
          <p:nvPr/>
        </p:nvSpPr>
        <p:spPr>
          <a:xfrm>
            <a:off x="8027245" y="88954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7" name="9wup_2_build_PredictedAtoms_28">
            <a:extLst>
              <a:ext uri="{FF2B5EF4-FFF2-40B4-BE49-F238E27FC236}">
                <a16:creationId xmlns:a16="http://schemas.microsoft.com/office/drawing/2014/main" id="{80CF4C3A-F709-4C3A-9F6D-E8B8FEB2DF72}"/>
              </a:ext>
            </a:extLst>
          </p:cNvPr>
          <p:cNvSpPr>
            <a:spLocks noGrp="1"/>
          </p:cNvSpPr>
          <p:nvPr/>
        </p:nvSpPr>
        <p:spPr>
          <a:xfrm>
            <a:off x="7866178" y="88458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8" name="9wup_2_build_PredictedAtoms_29">
            <a:extLst>
              <a:ext uri="{FF2B5EF4-FFF2-40B4-BE49-F238E27FC236}">
                <a16:creationId xmlns:a16="http://schemas.microsoft.com/office/drawing/2014/main" id="{7EE7B4D1-B95E-48EE-B1F7-39CA04D0CDCC}"/>
              </a:ext>
            </a:extLst>
          </p:cNvPr>
          <p:cNvSpPr>
            <a:spLocks noGrp="1"/>
          </p:cNvSpPr>
          <p:nvPr/>
        </p:nvSpPr>
        <p:spPr>
          <a:xfrm>
            <a:off x="7802977" y="89081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9" name="9wup_2_build_PredictedAtoms_30">
            <a:extLst>
              <a:ext uri="{FF2B5EF4-FFF2-40B4-BE49-F238E27FC236}">
                <a16:creationId xmlns:a16="http://schemas.microsoft.com/office/drawing/2014/main" id="{4A45F224-5113-467E-B798-A3B98B7B141D}"/>
              </a:ext>
            </a:extLst>
          </p:cNvPr>
          <p:cNvSpPr>
            <a:spLocks noGrp="1"/>
          </p:cNvSpPr>
          <p:nvPr/>
        </p:nvSpPr>
        <p:spPr>
          <a:xfrm>
            <a:off x="7244307" y="86520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0" name="9wup_2_build_PredictedAtoms_31">
            <a:extLst>
              <a:ext uri="{FF2B5EF4-FFF2-40B4-BE49-F238E27FC236}">
                <a16:creationId xmlns:a16="http://schemas.microsoft.com/office/drawing/2014/main" id="{6EC26426-8B8E-4D80-AB8C-DA8AD5DB1FE8}"/>
              </a:ext>
            </a:extLst>
          </p:cNvPr>
          <p:cNvSpPr>
            <a:spLocks noGrp="1"/>
          </p:cNvSpPr>
          <p:nvPr/>
        </p:nvSpPr>
        <p:spPr>
          <a:xfrm>
            <a:off x="7252022" y="87635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1" name="9wup_2_build_PredictedAtoms_32">
            <a:extLst>
              <a:ext uri="{FF2B5EF4-FFF2-40B4-BE49-F238E27FC236}">
                <a16:creationId xmlns:a16="http://schemas.microsoft.com/office/drawing/2014/main" id="{F5EC725E-E8B3-44EC-9046-A88E503F6A54}"/>
              </a:ext>
            </a:extLst>
          </p:cNvPr>
          <p:cNvSpPr>
            <a:spLocks noGrp="1"/>
          </p:cNvSpPr>
          <p:nvPr/>
        </p:nvSpPr>
        <p:spPr>
          <a:xfrm>
            <a:off x="7130792" y="85913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2" name="9wup_2_build_PredictedAtoms_33">
            <a:extLst>
              <a:ext uri="{FF2B5EF4-FFF2-40B4-BE49-F238E27FC236}">
                <a16:creationId xmlns:a16="http://schemas.microsoft.com/office/drawing/2014/main" id="{B7D65334-B6D3-4CD2-AEC0-ACEE59938518}"/>
              </a:ext>
            </a:extLst>
          </p:cNvPr>
          <p:cNvSpPr>
            <a:spLocks noGrp="1"/>
          </p:cNvSpPr>
          <p:nvPr/>
        </p:nvSpPr>
        <p:spPr>
          <a:xfrm>
            <a:off x="7182800" y="84992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3" name="9wup_2_build_PredictedAtoms_34">
            <a:extLst>
              <a:ext uri="{FF2B5EF4-FFF2-40B4-BE49-F238E27FC236}">
                <a16:creationId xmlns:a16="http://schemas.microsoft.com/office/drawing/2014/main" id="{0C95E597-2EC4-45D4-9B95-76F961B84028}"/>
              </a:ext>
            </a:extLst>
          </p:cNvPr>
          <p:cNvSpPr>
            <a:spLocks noGrp="1"/>
          </p:cNvSpPr>
          <p:nvPr/>
        </p:nvSpPr>
        <p:spPr>
          <a:xfrm>
            <a:off x="7048859" y="86470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4" name="9wup_2_build_PredictedAtoms_35">
            <a:extLst>
              <a:ext uri="{FF2B5EF4-FFF2-40B4-BE49-F238E27FC236}">
                <a16:creationId xmlns:a16="http://schemas.microsoft.com/office/drawing/2014/main" id="{8CA111D4-1EE2-427D-B009-9D68B152BFA9}"/>
              </a:ext>
            </a:extLst>
          </p:cNvPr>
          <p:cNvSpPr>
            <a:spLocks noGrp="1"/>
          </p:cNvSpPr>
          <p:nvPr/>
        </p:nvSpPr>
        <p:spPr>
          <a:xfrm>
            <a:off x="6922065" y="86259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5" name="9wup_2_build_PredictedAtoms_36">
            <a:extLst>
              <a:ext uri="{FF2B5EF4-FFF2-40B4-BE49-F238E27FC236}">
                <a16:creationId xmlns:a16="http://schemas.microsoft.com/office/drawing/2014/main" id="{818687DD-C6DC-4F7D-91C3-08780EC3035A}"/>
              </a:ext>
            </a:extLst>
          </p:cNvPr>
          <p:cNvSpPr>
            <a:spLocks noGrp="1"/>
          </p:cNvSpPr>
          <p:nvPr/>
        </p:nvSpPr>
        <p:spPr>
          <a:xfrm>
            <a:off x="6708176" y="87619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6" name="9wup_2_build_PredictedAtoms_37">
            <a:extLst>
              <a:ext uri="{FF2B5EF4-FFF2-40B4-BE49-F238E27FC236}">
                <a16:creationId xmlns:a16="http://schemas.microsoft.com/office/drawing/2014/main" id="{2B8BE6B8-32C1-4AAB-A449-A676DEF722F1}"/>
              </a:ext>
            </a:extLst>
          </p:cNvPr>
          <p:cNvSpPr>
            <a:spLocks noGrp="1"/>
          </p:cNvSpPr>
          <p:nvPr/>
        </p:nvSpPr>
        <p:spPr>
          <a:xfrm>
            <a:off x="6881778" y="87918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7" name="9wup_2_build_PredictedAtoms_38">
            <a:extLst>
              <a:ext uri="{FF2B5EF4-FFF2-40B4-BE49-F238E27FC236}">
                <a16:creationId xmlns:a16="http://schemas.microsoft.com/office/drawing/2014/main" id="{659B7DEC-E4FC-4082-A78E-DCB9AA4C9DC4}"/>
              </a:ext>
            </a:extLst>
          </p:cNvPr>
          <p:cNvSpPr>
            <a:spLocks noGrp="1"/>
          </p:cNvSpPr>
          <p:nvPr/>
        </p:nvSpPr>
        <p:spPr>
          <a:xfrm>
            <a:off x="7174326" y="90527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8" name="9wup_2_build_PredictedAtoms_39">
            <a:extLst>
              <a:ext uri="{FF2B5EF4-FFF2-40B4-BE49-F238E27FC236}">
                <a16:creationId xmlns:a16="http://schemas.microsoft.com/office/drawing/2014/main" id="{56FB01C6-FEF4-412D-B918-53A8BC64AD2C}"/>
              </a:ext>
            </a:extLst>
          </p:cNvPr>
          <p:cNvSpPr>
            <a:spLocks noGrp="1"/>
          </p:cNvSpPr>
          <p:nvPr/>
        </p:nvSpPr>
        <p:spPr>
          <a:xfrm>
            <a:off x="7094964" y="90299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9" name="9wup_2_build_PredictedAtoms_40">
            <a:extLst>
              <a:ext uri="{FF2B5EF4-FFF2-40B4-BE49-F238E27FC236}">
                <a16:creationId xmlns:a16="http://schemas.microsoft.com/office/drawing/2014/main" id="{C6B19295-F8DE-48BD-87F1-DAA578BCB25E}"/>
              </a:ext>
            </a:extLst>
          </p:cNvPr>
          <p:cNvSpPr>
            <a:spLocks noGrp="1"/>
          </p:cNvSpPr>
          <p:nvPr/>
        </p:nvSpPr>
        <p:spPr>
          <a:xfrm>
            <a:off x="6868306" y="90238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0" name="9wup_2_build_PredictedAtoms_41">
            <a:extLst>
              <a:ext uri="{FF2B5EF4-FFF2-40B4-BE49-F238E27FC236}">
                <a16:creationId xmlns:a16="http://schemas.microsoft.com/office/drawing/2014/main" id="{8CE98561-0653-4C9C-9B7A-AF18FA33DC73}"/>
              </a:ext>
            </a:extLst>
          </p:cNvPr>
          <p:cNvSpPr>
            <a:spLocks noGrp="1"/>
          </p:cNvSpPr>
          <p:nvPr/>
        </p:nvSpPr>
        <p:spPr>
          <a:xfrm>
            <a:off x="6688478" y="87971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1" name="9wup_2_build_PredictedAtoms_42">
            <a:extLst>
              <a:ext uri="{FF2B5EF4-FFF2-40B4-BE49-F238E27FC236}">
                <a16:creationId xmlns:a16="http://schemas.microsoft.com/office/drawing/2014/main" id="{98A1EB7D-FC06-4DCD-B3FB-596FB8269F65}"/>
              </a:ext>
            </a:extLst>
          </p:cNvPr>
          <p:cNvSpPr>
            <a:spLocks noGrp="1"/>
          </p:cNvSpPr>
          <p:nvPr/>
        </p:nvSpPr>
        <p:spPr>
          <a:xfrm>
            <a:off x="6605073" y="88004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2" name="9wup_2_build_PredictedAtoms_43">
            <a:extLst>
              <a:ext uri="{FF2B5EF4-FFF2-40B4-BE49-F238E27FC236}">
                <a16:creationId xmlns:a16="http://schemas.microsoft.com/office/drawing/2014/main" id="{1313EC2A-5CB0-4576-AB88-18E720CC3E26}"/>
              </a:ext>
            </a:extLst>
          </p:cNvPr>
          <p:cNvSpPr>
            <a:spLocks noGrp="1"/>
          </p:cNvSpPr>
          <p:nvPr/>
        </p:nvSpPr>
        <p:spPr>
          <a:xfrm>
            <a:off x="6717769" y="87631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3" name="9wup_2_build_PredictedAtoms_44">
            <a:extLst>
              <a:ext uri="{FF2B5EF4-FFF2-40B4-BE49-F238E27FC236}">
                <a16:creationId xmlns:a16="http://schemas.microsoft.com/office/drawing/2014/main" id="{9F40DC81-5F98-4296-8FA6-C5C5C7BA833C}"/>
              </a:ext>
            </a:extLst>
          </p:cNvPr>
          <p:cNvSpPr>
            <a:spLocks noGrp="1"/>
          </p:cNvSpPr>
          <p:nvPr/>
        </p:nvSpPr>
        <p:spPr>
          <a:xfrm>
            <a:off x="6705089" y="850783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4" name="9wup_2_build_PredictedAtoms_45">
            <a:extLst>
              <a:ext uri="{FF2B5EF4-FFF2-40B4-BE49-F238E27FC236}">
                <a16:creationId xmlns:a16="http://schemas.microsoft.com/office/drawing/2014/main" id="{22E60D45-77E2-4CC7-B31B-A1B8CE6EC858}"/>
              </a:ext>
            </a:extLst>
          </p:cNvPr>
          <p:cNvSpPr>
            <a:spLocks noGrp="1"/>
          </p:cNvSpPr>
          <p:nvPr/>
        </p:nvSpPr>
        <p:spPr>
          <a:xfrm>
            <a:off x="6770936" y="842165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5" name="9wup_2_build_PredictedAtoms_46">
            <a:extLst>
              <a:ext uri="{FF2B5EF4-FFF2-40B4-BE49-F238E27FC236}">
                <a16:creationId xmlns:a16="http://schemas.microsoft.com/office/drawing/2014/main" id="{BE7189BA-9AE4-481A-A67A-690652942320}"/>
              </a:ext>
            </a:extLst>
          </p:cNvPr>
          <p:cNvSpPr>
            <a:spLocks noGrp="1"/>
          </p:cNvSpPr>
          <p:nvPr/>
        </p:nvSpPr>
        <p:spPr>
          <a:xfrm>
            <a:off x="6733061" y="83202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6" name="9wup_2_build_PredictedAtoms_47">
            <a:extLst>
              <a:ext uri="{FF2B5EF4-FFF2-40B4-BE49-F238E27FC236}">
                <a16:creationId xmlns:a16="http://schemas.microsoft.com/office/drawing/2014/main" id="{68E39489-7865-4489-A1A5-B1A33BC3488D}"/>
              </a:ext>
            </a:extLst>
          </p:cNvPr>
          <p:cNvSpPr>
            <a:spLocks noGrp="1"/>
          </p:cNvSpPr>
          <p:nvPr/>
        </p:nvSpPr>
        <p:spPr>
          <a:xfrm>
            <a:off x="6751380" y="81380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7" name="9wup_2_build_PredictedAtoms_48">
            <a:extLst>
              <a:ext uri="{FF2B5EF4-FFF2-40B4-BE49-F238E27FC236}">
                <a16:creationId xmlns:a16="http://schemas.microsoft.com/office/drawing/2014/main" id="{F53881CA-8966-4E9E-9CAA-EFEF5FD088A9}"/>
              </a:ext>
            </a:extLst>
          </p:cNvPr>
          <p:cNvSpPr>
            <a:spLocks noGrp="1"/>
          </p:cNvSpPr>
          <p:nvPr/>
        </p:nvSpPr>
        <p:spPr>
          <a:xfrm>
            <a:off x="6747916" y="80780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8" name="9wup_2_build_PredictedAtoms_49">
            <a:extLst>
              <a:ext uri="{FF2B5EF4-FFF2-40B4-BE49-F238E27FC236}">
                <a16:creationId xmlns:a16="http://schemas.microsoft.com/office/drawing/2014/main" id="{4C0A7745-BA79-43EC-B8E5-DA24AD9FBA95}"/>
              </a:ext>
            </a:extLst>
          </p:cNvPr>
          <p:cNvSpPr>
            <a:spLocks noGrp="1"/>
          </p:cNvSpPr>
          <p:nvPr/>
        </p:nvSpPr>
        <p:spPr>
          <a:xfrm>
            <a:off x="7077865" y="81220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9" name="9wup_2_build_PredictedAtoms_50">
            <a:extLst>
              <a:ext uri="{FF2B5EF4-FFF2-40B4-BE49-F238E27FC236}">
                <a16:creationId xmlns:a16="http://schemas.microsoft.com/office/drawing/2014/main" id="{502A45B8-7B06-4A01-B98A-95EBFD69CBE7}"/>
              </a:ext>
            </a:extLst>
          </p:cNvPr>
          <p:cNvSpPr>
            <a:spLocks noGrp="1"/>
          </p:cNvSpPr>
          <p:nvPr/>
        </p:nvSpPr>
        <p:spPr>
          <a:xfrm>
            <a:off x="7096683" y="81154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70" name="9wup_2_build_PredictedAtoms_51">
            <a:extLst>
              <a:ext uri="{FF2B5EF4-FFF2-40B4-BE49-F238E27FC236}">
                <a16:creationId xmlns:a16="http://schemas.microsoft.com/office/drawing/2014/main" id="{3BA4BD3D-FB13-41BF-98D7-5C76691EA6CD}"/>
              </a:ext>
            </a:extLst>
          </p:cNvPr>
          <p:cNvSpPr>
            <a:spLocks noGrp="1"/>
          </p:cNvSpPr>
          <p:nvPr/>
        </p:nvSpPr>
        <p:spPr>
          <a:xfrm>
            <a:off x="6984097" y="83296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71" name="9wup_2_build_PredictedAtoms_52">
            <a:extLst>
              <a:ext uri="{FF2B5EF4-FFF2-40B4-BE49-F238E27FC236}">
                <a16:creationId xmlns:a16="http://schemas.microsoft.com/office/drawing/2014/main" id="{FED9378A-2CA6-4BC5-9905-1AFA86E7A178}"/>
              </a:ext>
            </a:extLst>
          </p:cNvPr>
          <p:cNvSpPr>
            <a:spLocks noGrp="1"/>
          </p:cNvSpPr>
          <p:nvPr/>
        </p:nvSpPr>
        <p:spPr>
          <a:xfrm>
            <a:off x="6911108" y="84410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72" name="9wup_2_build_Clashes_0">
            <a:extLst>
              <a:ext uri="{FF2B5EF4-FFF2-40B4-BE49-F238E27FC236}">
                <a16:creationId xmlns:a16="http://schemas.microsoft.com/office/drawing/2014/main" id="{1412EB6C-8E5D-460D-9BBD-3139CCD7242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870117" y="1093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3" name="9wup_2_build_Clashes_1">
            <a:extLst>
              <a:ext uri="{FF2B5EF4-FFF2-40B4-BE49-F238E27FC236}">
                <a16:creationId xmlns:a16="http://schemas.microsoft.com/office/drawing/2014/main" id="{22C61557-B037-47B4-99CE-13BD4BCB8C2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4" name="9wup_2_build_Clashes_2">
            <a:extLst>
              <a:ext uri="{FF2B5EF4-FFF2-40B4-BE49-F238E27FC236}">
                <a16:creationId xmlns:a16="http://schemas.microsoft.com/office/drawing/2014/main" id="{49BDA244-262C-4D98-8FD1-C73153EC96D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5" name="9wup_2_build_Clashes_3">
            <a:extLst>
              <a:ext uri="{FF2B5EF4-FFF2-40B4-BE49-F238E27FC236}">
                <a16:creationId xmlns:a16="http://schemas.microsoft.com/office/drawing/2014/main" id="{DF11EEA6-5930-441A-B2FF-B8610686FA6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6" name="9wup_2_build_Clashes_4">
            <a:extLst>
              <a:ext uri="{FF2B5EF4-FFF2-40B4-BE49-F238E27FC236}">
                <a16:creationId xmlns:a16="http://schemas.microsoft.com/office/drawing/2014/main" id="{1A9481A0-B416-40AC-8B22-18DEB23F8C6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59953" y="127407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7" name="9wup_2_build_Clashes_5">
            <a:extLst>
              <a:ext uri="{FF2B5EF4-FFF2-40B4-BE49-F238E27FC236}">
                <a16:creationId xmlns:a16="http://schemas.microsoft.com/office/drawing/2014/main" id="{1964F7AB-2E52-429E-93B3-CDFEA3243CD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8" name="9wup_2_build_Clashes_6">
            <a:extLst>
              <a:ext uri="{FF2B5EF4-FFF2-40B4-BE49-F238E27FC236}">
                <a16:creationId xmlns:a16="http://schemas.microsoft.com/office/drawing/2014/main" id="{F16B60F9-6841-428E-845A-16B4CA79AB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9" name="9wup_2_build_Clashes_7">
            <a:extLst>
              <a:ext uri="{FF2B5EF4-FFF2-40B4-BE49-F238E27FC236}">
                <a16:creationId xmlns:a16="http://schemas.microsoft.com/office/drawing/2014/main" id="{F1F89BCB-ECE1-4B7F-917C-38E18447C8E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0" name="9wup_2_build_Clashes_8">
            <a:extLst>
              <a:ext uri="{FF2B5EF4-FFF2-40B4-BE49-F238E27FC236}">
                <a16:creationId xmlns:a16="http://schemas.microsoft.com/office/drawing/2014/main" id="{22CFA506-E090-4C6D-A2E4-AC0068E93CD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0091" y="3795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1" name="9wup_2_build_Clashes_9">
            <a:extLst>
              <a:ext uri="{FF2B5EF4-FFF2-40B4-BE49-F238E27FC236}">
                <a16:creationId xmlns:a16="http://schemas.microsoft.com/office/drawing/2014/main" id="{092295C3-DAC1-4044-8453-0E4888FFE53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2" name="9wup_2_build_Clashes_10">
            <a:extLst>
              <a:ext uri="{FF2B5EF4-FFF2-40B4-BE49-F238E27FC236}">
                <a16:creationId xmlns:a16="http://schemas.microsoft.com/office/drawing/2014/main" id="{0E42EC9E-409B-4AA1-BB23-64EF58C0AB3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3" name="9wup_2_build_Clashes_11">
            <a:extLst>
              <a:ext uri="{FF2B5EF4-FFF2-40B4-BE49-F238E27FC236}">
                <a16:creationId xmlns:a16="http://schemas.microsoft.com/office/drawing/2014/main" id="{BC316B09-A592-44F4-87BB-E63E80E865F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732467" y="7284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4" name="9wup_2_build_Clashes_12">
            <a:extLst>
              <a:ext uri="{FF2B5EF4-FFF2-40B4-BE49-F238E27FC236}">
                <a16:creationId xmlns:a16="http://schemas.microsoft.com/office/drawing/2014/main" id="{EBE3DAE9-7E2D-4F65-96FE-5185639B46E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5" name="9wup_2_build_Clashes_13">
            <a:extLst>
              <a:ext uri="{FF2B5EF4-FFF2-40B4-BE49-F238E27FC236}">
                <a16:creationId xmlns:a16="http://schemas.microsoft.com/office/drawing/2014/main" id="{BEE2A8C4-61B4-4F36-AE0B-18FB8540D3A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1076063" y="37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6" name="9wup_2_build_Clashes_14">
            <a:extLst>
              <a:ext uri="{FF2B5EF4-FFF2-40B4-BE49-F238E27FC236}">
                <a16:creationId xmlns:a16="http://schemas.microsoft.com/office/drawing/2014/main" id="{15051722-4CDF-4959-91A5-10C851283AA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0676" y="178246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7" name="9wup_2_build_ClashingReceptorAtoms_0">
            <a:extLst>
              <a:ext uri="{FF2B5EF4-FFF2-40B4-BE49-F238E27FC236}">
                <a16:creationId xmlns:a16="http://schemas.microsoft.com/office/drawing/2014/main" id="{23DEF916-DEB0-4A55-AD5B-6A19F115F2E4}"/>
              </a:ext>
            </a:extLst>
          </p:cNvPr>
          <p:cNvSpPr>
            <a:spLocks noGrp="1"/>
          </p:cNvSpPr>
          <p:nvPr/>
        </p:nvSpPr>
        <p:spPr>
          <a:xfrm>
            <a:off x="6752134" y="80126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88" name="9wup_2_build_ClashingReceptorAtoms_1">
            <a:extLst>
              <a:ext uri="{FF2B5EF4-FFF2-40B4-BE49-F238E27FC236}">
                <a16:creationId xmlns:a16="http://schemas.microsoft.com/office/drawing/2014/main" id="{47470EED-FAFB-4B85-B09F-503763B91977}"/>
              </a:ext>
            </a:extLst>
          </p:cNvPr>
          <p:cNvSpPr>
            <a:spLocks noGrp="1"/>
          </p:cNvSpPr>
          <p:nvPr/>
        </p:nvSpPr>
        <p:spPr>
          <a:xfrm>
            <a:off x="7111290" y="795616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89" name="9wup_2_build_ClashingReceptorAtoms_2">
            <a:extLst>
              <a:ext uri="{FF2B5EF4-FFF2-40B4-BE49-F238E27FC236}">
                <a16:creationId xmlns:a16="http://schemas.microsoft.com/office/drawing/2014/main" id="{27D9A855-7D0D-4D90-A32C-7920CEAA91DE}"/>
              </a:ext>
            </a:extLst>
          </p:cNvPr>
          <p:cNvSpPr>
            <a:spLocks noGrp="1"/>
          </p:cNvSpPr>
          <p:nvPr/>
        </p:nvSpPr>
        <p:spPr>
          <a:xfrm>
            <a:off x="7224450" y="796714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0" name="9wup_2_build_ClashingReceptorAtoms_3">
            <a:extLst>
              <a:ext uri="{FF2B5EF4-FFF2-40B4-BE49-F238E27FC236}">
                <a16:creationId xmlns:a16="http://schemas.microsoft.com/office/drawing/2014/main" id="{BC49D319-33A6-4CBD-AF7B-F594B5464560}"/>
              </a:ext>
            </a:extLst>
          </p:cNvPr>
          <p:cNvSpPr>
            <a:spLocks noGrp="1"/>
          </p:cNvSpPr>
          <p:nvPr/>
        </p:nvSpPr>
        <p:spPr>
          <a:xfrm>
            <a:off x="6880855" y="800240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1" name="9wup_2_build_ClashingReceptorAtoms_4">
            <a:extLst>
              <a:ext uri="{FF2B5EF4-FFF2-40B4-BE49-F238E27FC236}">
                <a16:creationId xmlns:a16="http://schemas.microsoft.com/office/drawing/2014/main" id="{9732C282-95CE-4E75-BD88-995586E9C7C2}"/>
              </a:ext>
            </a:extLst>
          </p:cNvPr>
          <p:cNvSpPr>
            <a:spLocks noGrp="1"/>
          </p:cNvSpPr>
          <p:nvPr/>
        </p:nvSpPr>
        <p:spPr>
          <a:xfrm>
            <a:off x="6738479" y="83090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2" name="9wup_2_build_ClashingReceptorAtoms_5">
            <a:extLst>
              <a:ext uri="{FF2B5EF4-FFF2-40B4-BE49-F238E27FC236}">
                <a16:creationId xmlns:a16="http://schemas.microsoft.com/office/drawing/2014/main" id="{0CCE908F-607F-496E-897C-F5209079C642}"/>
              </a:ext>
            </a:extLst>
          </p:cNvPr>
          <p:cNvSpPr>
            <a:spLocks noGrp="1"/>
          </p:cNvSpPr>
          <p:nvPr/>
        </p:nvSpPr>
        <p:spPr>
          <a:xfrm>
            <a:off x="7018505" y="902314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3" name="9wup_2_build_ClashingReceptorAtoms_6">
            <a:extLst>
              <a:ext uri="{FF2B5EF4-FFF2-40B4-BE49-F238E27FC236}">
                <a16:creationId xmlns:a16="http://schemas.microsoft.com/office/drawing/2014/main" id="{F29961A3-9468-4312-A72D-760B1DDB9843}"/>
              </a:ext>
            </a:extLst>
          </p:cNvPr>
          <p:cNvSpPr>
            <a:spLocks noGrp="1"/>
          </p:cNvSpPr>
          <p:nvPr/>
        </p:nvSpPr>
        <p:spPr>
          <a:xfrm>
            <a:off x="7126958" y="909321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4" name="9wup_2_build_ClashingReceptorAtoms_7">
            <a:extLst>
              <a:ext uri="{FF2B5EF4-FFF2-40B4-BE49-F238E27FC236}">
                <a16:creationId xmlns:a16="http://schemas.microsoft.com/office/drawing/2014/main" id="{668F5F96-43D0-46D8-A9E9-3BCA99C0C514}"/>
              </a:ext>
            </a:extLst>
          </p:cNvPr>
          <p:cNvSpPr>
            <a:spLocks noGrp="1"/>
          </p:cNvSpPr>
          <p:nvPr/>
        </p:nvSpPr>
        <p:spPr>
          <a:xfrm>
            <a:off x="7226835" y="901739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5" name="9wup_2_build_ClashingReceptorAtoms_8">
            <a:extLst>
              <a:ext uri="{FF2B5EF4-FFF2-40B4-BE49-F238E27FC236}">
                <a16:creationId xmlns:a16="http://schemas.microsoft.com/office/drawing/2014/main" id="{243743A2-E376-4CBC-B11D-1DBE933E5DE4}"/>
              </a:ext>
            </a:extLst>
          </p:cNvPr>
          <p:cNvSpPr>
            <a:spLocks noGrp="1"/>
          </p:cNvSpPr>
          <p:nvPr/>
        </p:nvSpPr>
        <p:spPr>
          <a:xfrm>
            <a:off x="7213436" y="896312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6" name="9wup_2_build_ClashingReceptorAtoms_9">
            <a:extLst>
              <a:ext uri="{FF2B5EF4-FFF2-40B4-BE49-F238E27FC236}">
                <a16:creationId xmlns:a16="http://schemas.microsoft.com/office/drawing/2014/main" id="{001484A4-60A8-43BD-B3AA-425B85C8634B}"/>
              </a:ext>
            </a:extLst>
          </p:cNvPr>
          <p:cNvSpPr>
            <a:spLocks noGrp="1"/>
          </p:cNvSpPr>
          <p:nvPr/>
        </p:nvSpPr>
        <p:spPr>
          <a:xfrm>
            <a:off x="7108340" y="920363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7" name="stage3-cases-main_47">
            <a:extLst>
              <a:ext uri="{FF2B5EF4-FFF2-40B4-BE49-F238E27FC236}">
                <a16:creationId xmlns:a16="http://schemas.microsoft.com/office/drawing/2014/main" id="{9604ECC4-9118-426C-9375-B43EEE8B4056}"/>
              </a:ext>
            </a:extLst>
          </p:cNvPr>
          <p:cNvSpPr>
            <a:spLocks noGrp="1"/>
          </p:cNvSpPr>
          <p:nvPr/>
        </p:nvSpPr>
        <p:spPr>
          <a:xfrm>
            <a:off x="61722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4.02 Å   D 66%   Clash 15</a:t>
            </a:r>
          </a:p>
        </p:txBody>
      </p:sp>
      <p:sp>
        <p:nvSpPr>
          <p:cNvPr id="1898" name="stage3-cases-main_48">
            <a:extLst>
              <a:ext uri="{FF2B5EF4-FFF2-40B4-BE49-F238E27FC236}">
                <a16:creationId xmlns:a16="http://schemas.microsoft.com/office/drawing/2014/main" id="{67D9BB8F-7AE9-4421-A892-6A806B787232}"/>
              </a:ext>
            </a:extLst>
          </p:cNvPr>
          <p:cNvSpPr>
            <a:spLocks noGrp="1"/>
          </p:cNvSpPr>
          <p:nvPr/>
        </p:nvSpPr>
        <p:spPr>
          <a:xfrm>
            <a:off x="247650" y="94678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f  9WQ3 · 1SY (G:401)</a:t>
            </a:r>
          </a:p>
        </p:txBody>
      </p:sp>
      <p:sp>
        <p:nvSpPr>
          <p:cNvPr id="1899" name="stage3-cases-main_49">
            <a:extLst>
              <a:ext uri="{FF2B5EF4-FFF2-40B4-BE49-F238E27FC236}">
                <a16:creationId xmlns:a16="http://schemas.microsoft.com/office/drawing/2014/main" id="{C1FAE2D4-0243-477F-AD2F-B6849C58D05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37941" y="9610725"/>
                </a:moveTo>
                <a:lnTo>
                  <a:pt x="8953500" y="96107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1900" name="stage3-cases-main_50">
            <a:extLst>
              <a:ext uri="{FF2B5EF4-FFF2-40B4-BE49-F238E27FC236}">
                <a16:creationId xmlns:a16="http://schemas.microsoft.com/office/drawing/2014/main" id="{3153667B-E822-4B8B-8BB7-BEE0B1B7FFCD}"/>
              </a:ext>
            </a:extLst>
          </p:cNvPr>
          <p:cNvSpPr>
            <a:spLocks noGrp="1"/>
          </p:cNvSpPr>
          <p:nvPr/>
        </p:nvSpPr>
        <p:spPr>
          <a:xfrm>
            <a:off x="9001125" y="94964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1901" name="9wq3_5_official_Receptor">
            <a:extLst>
              <a:ext uri="{FF2B5EF4-FFF2-40B4-BE49-F238E27FC236}">
                <a16:creationId xmlns:a16="http://schemas.microsoft.com/office/drawing/2014/main" id="{6305FB89-7DCC-4B9F-BAE5-8E10C224103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902" name="9wq3_5_official_ExperimentalDensity">
            <a:extLst>
              <a:ext uri="{FF2B5EF4-FFF2-40B4-BE49-F238E27FC236}">
                <a16:creationId xmlns:a16="http://schemas.microsoft.com/office/drawing/2014/main" id="{9EE955F4-9E9E-4DC5-A53F-90E58AFEFF2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903" name="9wq3_5_official_ReferenceLigand_0">
            <a:extLst>
              <a:ext uri="{FF2B5EF4-FFF2-40B4-BE49-F238E27FC236}">
                <a16:creationId xmlns:a16="http://schemas.microsoft.com/office/drawing/2014/main" id="{F704766F-65E1-46DB-9DAF-8ED2413776A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4" name="9wq3_5_official_ReferenceLigand_1">
            <a:extLst>
              <a:ext uri="{FF2B5EF4-FFF2-40B4-BE49-F238E27FC236}">
                <a16:creationId xmlns:a16="http://schemas.microsoft.com/office/drawing/2014/main" id="{4B7F81F0-BBA1-4FCD-84D7-CD6FB6BF101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5" name="9wq3_5_official_ReferenceLigand_2">
            <a:extLst>
              <a:ext uri="{FF2B5EF4-FFF2-40B4-BE49-F238E27FC236}">
                <a16:creationId xmlns:a16="http://schemas.microsoft.com/office/drawing/2014/main" id="{565402C1-7ACC-4DA5-9F68-BC54AD57C79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6" name="9wq3_5_official_ReferenceLigand_3">
            <a:extLst>
              <a:ext uri="{FF2B5EF4-FFF2-40B4-BE49-F238E27FC236}">
                <a16:creationId xmlns:a16="http://schemas.microsoft.com/office/drawing/2014/main" id="{5EFC56D1-EC2E-4C87-8FC0-2632B2E971B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7" name="9wq3_5_official_ReferenceLigand_4">
            <a:extLst>
              <a:ext uri="{FF2B5EF4-FFF2-40B4-BE49-F238E27FC236}">
                <a16:creationId xmlns:a16="http://schemas.microsoft.com/office/drawing/2014/main" id="{4C45FDC9-F4A8-4E6C-B6DD-F76F6C6F696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8" name="9wq3_5_official_ReferenceLigand_5">
            <a:extLst>
              <a:ext uri="{FF2B5EF4-FFF2-40B4-BE49-F238E27FC236}">
                <a16:creationId xmlns:a16="http://schemas.microsoft.com/office/drawing/2014/main" id="{681161F9-09DA-4901-A3F1-29042096095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9" name="9wq3_5_official_ReferenceLigand_6">
            <a:extLst>
              <a:ext uri="{FF2B5EF4-FFF2-40B4-BE49-F238E27FC236}">
                <a16:creationId xmlns:a16="http://schemas.microsoft.com/office/drawing/2014/main" id="{160D5D20-84D9-4C0F-ADD0-5C0099E489A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0" name="9wq3_5_official_ReferenceLigand_7">
            <a:extLst>
              <a:ext uri="{FF2B5EF4-FFF2-40B4-BE49-F238E27FC236}">
                <a16:creationId xmlns:a16="http://schemas.microsoft.com/office/drawing/2014/main" id="{7D471BC5-015B-4AB2-B22D-993E0DE3831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1" name="9wq3_5_official_ReferenceLigand_8">
            <a:extLst>
              <a:ext uri="{FF2B5EF4-FFF2-40B4-BE49-F238E27FC236}">
                <a16:creationId xmlns:a16="http://schemas.microsoft.com/office/drawing/2014/main" id="{D1D345E2-F604-45D5-8FCC-2AA4274136E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2" name="9wq3_5_official_ReferenceLigand_9">
            <a:extLst>
              <a:ext uri="{FF2B5EF4-FFF2-40B4-BE49-F238E27FC236}">
                <a16:creationId xmlns:a16="http://schemas.microsoft.com/office/drawing/2014/main" id="{DF5DC120-2F4D-42F8-A471-847BA697258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3" name="9wq3_5_official_ReferenceLigand_10">
            <a:extLst>
              <a:ext uri="{FF2B5EF4-FFF2-40B4-BE49-F238E27FC236}">
                <a16:creationId xmlns:a16="http://schemas.microsoft.com/office/drawing/2014/main" id="{676F9745-2F43-4AFF-BA61-3299037A49F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4" name="9wq3_5_official_ReferenceLigand_11">
            <a:extLst>
              <a:ext uri="{FF2B5EF4-FFF2-40B4-BE49-F238E27FC236}">
                <a16:creationId xmlns:a16="http://schemas.microsoft.com/office/drawing/2014/main" id="{D220E072-A7FD-47E4-88BB-908628E9088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5" name="9wq3_5_official_ReferenceLigand_12">
            <a:extLst>
              <a:ext uri="{FF2B5EF4-FFF2-40B4-BE49-F238E27FC236}">
                <a16:creationId xmlns:a16="http://schemas.microsoft.com/office/drawing/2014/main" id="{95F91BF8-C218-4AD2-B921-04905C74B64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6" name="9wq3_5_official_ReferenceLigand_13">
            <a:extLst>
              <a:ext uri="{FF2B5EF4-FFF2-40B4-BE49-F238E27FC236}">
                <a16:creationId xmlns:a16="http://schemas.microsoft.com/office/drawing/2014/main" id="{485EDFE8-A029-48DE-8EA8-28D871B00B8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7" name="9wq3_5_official_ReferenceLigand_14">
            <a:extLst>
              <a:ext uri="{FF2B5EF4-FFF2-40B4-BE49-F238E27FC236}">
                <a16:creationId xmlns:a16="http://schemas.microsoft.com/office/drawing/2014/main" id="{8A343B4A-D6DA-4DB2-ACDB-7B9B24CD6A2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8" name="9wq3_5_official_ReferenceLigand_15">
            <a:extLst>
              <a:ext uri="{FF2B5EF4-FFF2-40B4-BE49-F238E27FC236}">
                <a16:creationId xmlns:a16="http://schemas.microsoft.com/office/drawing/2014/main" id="{3F81F378-8A7F-4DE6-B9BE-F9A0D22C57A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9" name="9wq3_5_official_ReferenceLigand_16">
            <a:extLst>
              <a:ext uri="{FF2B5EF4-FFF2-40B4-BE49-F238E27FC236}">
                <a16:creationId xmlns:a16="http://schemas.microsoft.com/office/drawing/2014/main" id="{29CF9E35-BE00-4A3F-99CF-CA965F3B1BF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0" name="9wq3_5_official_ReferenceLigand_17">
            <a:extLst>
              <a:ext uri="{FF2B5EF4-FFF2-40B4-BE49-F238E27FC236}">
                <a16:creationId xmlns:a16="http://schemas.microsoft.com/office/drawing/2014/main" id="{E230F53D-95B4-4347-A3F9-597B8A14BDD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1" name="9wq3_5_official_ReferenceLigand_18">
            <a:extLst>
              <a:ext uri="{FF2B5EF4-FFF2-40B4-BE49-F238E27FC236}">
                <a16:creationId xmlns:a16="http://schemas.microsoft.com/office/drawing/2014/main" id="{8B2819ED-1919-4AD9-B2C1-002D03CDD2E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2" name="9wq3_5_official_ReferenceLigand_19">
            <a:extLst>
              <a:ext uri="{FF2B5EF4-FFF2-40B4-BE49-F238E27FC236}">
                <a16:creationId xmlns:a16="http://schemas.microsoft.com/office/drawing/2014/main" id="{F060B928-689C-4019-8BDF-6B7366D12650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3" name="9wq3_5_official_ReferenceLigand_20">
            <a:extLst>
              <a:ext uri="{FF2B5EF4-FFF2-40B4-BE49-F238E27FC236}">
                <a16:creationId xmlns:a16="http://schemas.microsoft.com/office/drawing/2014/main" id="{3427185D-BF33-4E9D-939D-F5CE83FB31D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4" name="9wq3_5_official_ReferenceLigand_21">
            <a:extLst>
              <a:ext uri="{FF2B5EF4-FFF2-40B4-BE49-F238E27FC236}">
                <a16:creationId xmlns:a16="http://schemas.microsoft.com/office/drawing/2014/main" id="{0E196EA9-27C9-4CFF-984E-28595FF6FB6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5" name="9wq3_5_official_ReferenceLigand_22">
            <a:extLst>
              <a:ext uri="{FF2B5EF4-FFF2-40B4-BE49-F238E27FC236}">
                <a16:creationId xmlns:a16="http://schemas.microsoft.com/office/drawing/2014/main" id="{7E677A33-341F-40CB-8C61-2AA1A1E1A57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6" name="9wq3_5_official_ReferenceLigand_23">
            <a:extLst>
              <a:ext uri="{FF2B5EF4-FFF2-40B4-BE49-F238E27FC236}">
                <a16:creationId xmlns:a16="http://schemas.microsoft.com/office/drawing/2014/main" id="{95BE93D7-77EE-457D-B94C-E5BAF0A43AE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7" name="9wq3_5_official_ReferenceLigand_24">
            <a:extLst>
              <a:ext uri="{FF2B5EF4-FFF2-40B4-BE49-F238E27FC236}">
                <a16:creationId xmlns:a16="http://schemas.microsoft.com/office/drawing/2014/main" id="{5C8F9C45-D9B2-4615-AAFB-A2CE79A0D95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8" name="9wq3_5_official_ReferenceLigand_25">
            <a:extLst>
              <a:ext uri="{FF2B5EF4-FFF2-40B4-BE49-F238E27FC236}">
                <a16:creationId xmlns:a16="http://schemas.microsoft.com/office/drawing/2014/main" id="{41489193-7DEA-4EE0-92B1-4CFFFBAFABC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9" name="9wq3_5_official_ReferenceLigand_26">
            <a:extLst>
              <a:ext uri="{FF2B5EF4-FFF2-40B4-BE49-F238E27FC236}">
                <a16:creationId xmlns:a16="http://schemas.microsoft.com/office/drawing/2014/main" id="{15124494-E170-4D13-BC0F-50780CCE0F1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0" name="9wq3_5_official_ReferenceLigand_27">
            <a:extLst>
              <a:ext uri="{FF2B5EF4-FFF2-40B4-BE49-F238E27FC236}">
                <a16:creationId xmlns:a16="http://schemas.microsoft.com/office/drawing/2014/main" id="{70234741-7102-4FB4-8D61-310A83A3599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1" name="9wq3_5_official_ReferenceLigand_28">
            <a:extLst>
              <a:ext uri="{FF2B5EF4-FFF2-40B4-BE49-F238E27FC236}">
                <a16:creationId xmlns:a16="http://schemas.microsoft.com/office/drawing/2014/main" id="{370AA1D7-145F-42FC-8236-57DC2E41A2D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2" name="9wq3_5_official_ReferenceLigand_29">
            <a:extLst>
              <a:ext uri="{FF2B5EF4-FFF2-40B4-BE49-F238E27FC236}">
                <a16:creationId xmlns:a16="http://schemas.microsoft.com/office/drawing/2014/main" id="{1F3FAE82-376E-4579-9269-4B8D53A8CB1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3" name="9wq3_5_official_ReferenceLigand_30">
            <a:extLst>
              <a:ext uri="{FF2B5EF4-FFF2-40B4-BE49-F238E27FC236}">
                <a16:creationId xmlns:a16="http://schemas.microsoft.com/office/drawing/2014/main" id="{8C5FDA75-C1FD-476B-AE90-636626FAD46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4" name="9wq3_5_official_ReferenceLigand_31">
            <a:extLst>
              <a:ext uri="{FF2B5EF4-FFF2-40B4-BE49-F238E27FC236}">
                <a16:creationId xmlns:a16="http://schemas.microsoft.com/office/drawing/2014/main" id="{77EA9E93-9FF9-4F80-B69D-E55D18D22D9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5" name="9wq3_5_official_ReferenceLigand_32">
            <a:extLst>
              <a:ext uri="{FF2B5EF4-FFF2-40B4-BE49-F238E27FC236}">
                <a16:creationId xmlns:a16="http://schemas.microsoft.com/office/drawing/2014/main" id="{A093BD0A-0C91-4F04-ACED-1C5CCE8A24F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6" name="9wq3_5_official_ReferenceLigand_33">
            <a:extLst>
              <a:ext uri="{FF2B5EF4-FFF2-40B4-BE49-F238E27FC236}">
                <a16:creationId xmlns:a16="http://schemas.microsoft.com/office/drawing/2014/main" id="{14187909-AD2B-4C2A-A1D1-F309B4DE578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7" name="9wq3_5_official_ReferenceLigand_34">
            <a:extLst>
              <a:ext uri="{FF2B5EF4-FFF2-40B4-BE49-F238E27FC236}">
                <a16:creationId xmlns:a16="http://schemas.microsoft.com/office/drawing/2014/main" id="{2A8F556F-E433-4AC2-A993-49DA4D26B30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8" name="9wq3_5_official_ReferenceLigand_35">
            <a:extLst>
              <a:ext uri="{FF2B5EF4-FFF2-40B4-BE49-F238E27FC236}">
                <a16:creationId xmlns:a16="http://schemas.microsoft.com/office/drawing/2014/main" id="{4659E0C6-5EAE-4F2A-9A5C-4A1EFCC40F7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9" name="9wq3_5_official_ReferenceLigand_36">
            <a:extLst>
              <a:ext uri="{FF2B5EF4-FFF2-40B4-BE49-F238E27FC236}">
                <a16:creationId xmlns:a16="http://schemas.microsoft.com/office/drawing/2014/main" id="{5E4F90B4-BE9D-420D-B539-CF8A0833E98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0" name="9wq3_5_official_ReferenceLigand_37">
            <a:extLst>
              <a:ext uri="{FF2B5EF4-FFF2-40B4-BE49-F238E27FC236}">
                <a16:creationId xmlns:a16="http://schemas.microsoft.com/office/drawing/2014/main" id="{6942476A-78C3-4871-AFC4-3D8D93AE8BE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1" name="9wq3_5_official_ReferenceLigand_38">
            <a:extLst>
              <a:ext uri="{FF2B5EF4-FFF2-40B4-BE49-F238E27FC236}">
                <a16:creationId xmlns:a16="http://schemas.microsoft.com/office/drawing/2014/main" id="{8C290492-9CCD-44AF-96AD-50A1B32D2F9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2" name="9wq3_5_official_ReferenceLigand_39">
            <a:extLst>
              <a:ext uri="{FF2B5EF4-FFF2-40B4-BE49-F238E27FC236}">
                <a16:creationId xmlns:a16="http://schemas.microsoft.com/office/drawing/2014/main" id="{7AF6E9C9-577F-43E8-B7D8-231B37B9828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3" name="9wq3_5_official_ReferenceLigand_40">
            <a:extLst>
              <a:ext uri="{FF2B5EF4-FFF2-40B4-BE49-F238E27FC236}">
                <a16:creationId xmlns:a16="http://schemas.microsoft.com/office/drawing/2014/main" id="{E1563DFA-7EF4-4902-89C1-E42AC905954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4" name="9wq3_5_official_ReferenceLigand_41">
            <a:extLst>
              <a:ext uri="{FF2B5EF4-FFF2-40B4-BE49-F238E27FC236}">
                <a16:creationId xmlns:a16="http://schemas.microsoft.com/office/drawing/2014/main" id="{2720CE7D-B636-48A5-87A5-642A5885B2C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5" name="9wq3_5_official_ReferenceLigand_42">
            <a:extLst>
              <a:ext uri="{FF2B5EF4-FFF2-40B4-BE49-F238E27FC236}">
                <a16:creationId xmlns:a16="http://schemas.microsoft.com/office/drawing/2014/main" id="{8B051773-29D5-4A38-A568-318A67039F5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6" name="9wq3_5_official_ReferenceLigand_43">
            <a:extLst>
              <a:ext uri="{FF2B5EF4-FFF2-40B4-BE49-F238E27FC236}">
                <a16:creationId xmlns:a16="http://schemas.microsoft.com/office/drawing/2014/main" id="{0E811042-3A51-4E26-925B-F2E25D0F4D2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7" name="9wq3_5_official_ReferenceLigand_44">
            <a:extLst>
              <a:ext uri="{FF2B5EF4-FFF2-40B4-BE49-F238E27FC236}">
                <a16:creationId xmlns:a16="http://schemas.microsoft.com/office/drawing/2014/main" id="{5BCA1193-3A9A-4048-845B-6491596CF2C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8" name="9wq3_5_official_ReferenceLigand_45">
            <a:extLst>
              <a:ext uri="{FF2B5EF4-FFF2-40B4-BE49-F238E27FC236}">
                <a16:creationId xmlns:a16="http://schemas.microsoft.com/office/drawing/2014/main" id="{31EA2442-59EA-4347-B54B-CC3A7FA79270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9" name="9wq3_5_official_ReferenceLigand_46">
            <a:extLst>
              <a:ext uri="{FF2B5EF4-FFF2-40B4-BE49-F238E27FC236}">
                <a16:creationId xmlns:a16="http://schemas.microsoft.com/office/drawing/2014/main" id="{DD27F807-8BB3-428F-8032-29F5B4AD38B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0" name="9wq3_5_official_ReferenceLigand_47">
            <a:extLst>
              <a:ext uri="{FF2B5EF4-FFF2-40B4-BE49-F238E27FC236}">
                <a16:creationId xmlns:a16="http://schemas.microsoft.com/office/drawing/2014/main" id="{A134F362-B5C7-4635-9103-2467CFED93C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1" name="9wq3_5_official_ReferenceLigand_48">
            <a:extLst>
              <a:ext uri="{FF2B5EF4-FFF2-40B4-BE49-F238E27FC236}">
                <a16:creationId xmlns:a16="http://schemas.microsoft.com/office/drawing/2014/main" id="{714B345C-9313-41C0-9482-DF9FAAF61B2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2" name="9wq3_5_official_ReferenceLigand_49">
            <a:extLst>
              <a:ext uri="{FF2B5EF4-FFF2-40B4-BE49-F238E27FC236}">
                <a16:creationId xmlns:a16="http://schemas.microsoft.com/office/drawing/2014/main" id="{F3319E26-5DC9-4A14-A6CC-C0719BC0A53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3" name="9wq3_5_official_ReferenceLigand_50">
            <a:extLst>
              <a:ext uri="{FF2B5EF4-FFF2-40B4-BE49-F238E27FC236}">
                <a16:creationId xmlns:a16="http://schemas.microsoft.com/office/drawing/2014/main" id="{F5C6362E-0017-473C-AADB-D46B3698883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4" name="9wq3_5_official_PredictedLigand_0">
            <a:extLst>
              <a:ext uri="{FF2B5EF4-FFF2-40B4-BE49-F238E27FC236}">
                <a16:creationId xmlns:a16="http://schemas.microsoft.com/office/drawing/2014/main" id="{62DBA811-938B-4EE7-A093-0917881C720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565459" y="8480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5" name="9wq3_5_official_PredictedLigand_1">
            <a:extLst>
              <a:ext uri="{FF2B5EF4-FFF2-40B4-BE49-F238E27FC236}">
                <a16:creationId xmlns:a16="http://schemas.microsoft.com/office/drawing/2014/main" id="{FD287CCC-468F-4822-B5E7-CEF0FF7CF3B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797870" y="1105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6" name="9wq3_5_official_PredictedLigand_2">
            <a:extLst>
              <a:ext uri="{FF2B5EF4-FFF2-40B4-BE49-F238E27FC236}">
                <a16:creationId xmlns:a16="http://schemas.microsoft.com/office/drawing/2014/main" id="{30233676-F11B-43E1-A3CE-9EC2A00054D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303099" y="8200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7" name="9wq3_5_official_PredictedLigand_3">
            <a:extLst>
              <a:ext uri="{FF2B5EF4-FFF2-40B4-BE49-F238E27FC236}">
                <a16:creationId xmlns:a16="http://schemas.microsoft.com/office/drawing/2014/main" id="{681F14B4-4E27-4BDA-86B1-763F5F7DECF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488276" y="10464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8" name="9wq3_5_official_PredictedLigand_4">
            <a:extLst>
              <a:ext uri="{FF2B5EF4-FFF2-40B4-BE49-F238E27FC236}">
                <a16:creationId xmlns:a16="http://schemas.microsoft.com/office/drawing/2014/main" id="{82F3326E-2A7C-4E17-99A6-8F1E31F68B8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3044" y="750361"/>
                </a:moveTo>
                <a:lnTo>
                  <a:pt x="1482769" y="8638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9" name="9wq3_5_official_PredictedLigand_5">
            <a:extLst>
              <a:ext uri="{FF2B5EF4-FFF2-40B4-BE49-F238E27FC236}">
                <a16:creationId xmlns:a16="http://schemas.microsoft.com/office/drawing/2014/main" id="{F79623EA-3915-4851-A4BE-D357D1C1A0F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0" name="9wq3_5_official_PredictedLigand_6">
            <a:extLst>
              <a:ext uri="{FF2B5EF4-FFF2-40B4-BE49-F238E27FC236}">
                <a16:creationId xmlns:a16="http://schemas.microsoft.com/office/drawing/2014/main" id="{19D0A17A-B0E5-429A-88B3-EBDD4B77888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1790053" y="10657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1" name="9wq3_5_official_PredictedLigand_7">
            <a:extLst>
              <a:ext uri="{FF2B5EF4-FFF2-40B4-BE49-F238E27FC236}">
                <a16:creationId xmlns:a16="http://schemas.microsoft.com/office/drawing/2014/main" id="{79E3400E-13B4-4080-AD71-B8B067633D8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8276" y="1046403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2" name="9wq3_5_official_PredictedLigand_8">
            <a:extLst>
              <a:ext uri="{FF2B5EF4-FFF2-40B4-BE49-F238E27FC236}">
                <a16:creationId xmlns:a16="http://schemas.microsoft.com/office/drawing/2014/main" id="{2C3B7524-FB22-4F45-86A1-593E541C231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0519" y="601204"/>
                </a:moveTo>
                <a:lnTo>
                  <a:pt x="1563044" y="7503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3" name="9wq3_5_official_PredictedLigand_9">
            <a:extLst>
              <a:ext uri="{FF2B5EF4-FFF2-40B4-BE49-F238E27FC236}">
                <a16:creationId xmlns:a16="http://schemas.microsoft.com/office/drawing/2014/main" id="{81D11569-4AA3-462D-A807-DA9E5CAA4A00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1080" y="1095355"/>
                </a:moveTo>
                <a:lnTo>
                  <a:pt x="1657335" y="12398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4" name="9wq3_5_official_PredictedLigand_10">
            <a:extLst>
              <a:ext uri="{FF2B5EF4-FFF2-40B4-BE49-F238E27FC236}">
                <a16:creationId xmlns:a16="http://schemas.microsoft.com/office/drawing/2014/main" id="{8101F602-8F77-4271-9DC9-702BE6A8B39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695" y="1264160"/>
                </a:moveTo>
                <a:lnTo>
                  <a:pt x="1914102" y="11544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5" name="9wq3_5_official_PredictedLigand_11">
            <a:extLst>
              <a:ext uri="{FF2B5EF4-FFF2-40B4-BE49-F238E27FC236}">
                <a16:creationId xmlns:a16="http://schemas.microsoft.com/office/drawing/2014/main" id="{DCC64A53-051E-44FB-92DB-60AE7AF9432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2012689" y="10424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6" name="9wq3_5_official_PredictedLigand_12">
            <a:extLst>
              <a:ext uri="{FF2B5EF4-FFF2-40B4-BE49-F238E27FC236}">
                <a16:creationId xmlns:a16="http://schemas.microsoft.com/office/drawing/2014/main" id="{46DC5DB6-2106-4C19-BBE1-32A65479074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827695" y="12641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7" name="9wq3_5_official_PredictedLigand_13">
            <a:extLst>
              <a:ext uri="{FF2B5EF4-FFF2-40B4-BE49-F238E27FC236}">
                <a16:creationId xmlns:a16="http://schemas.microsoft.com/office/drawing/2014/main" id="{097717FD-DA7B-47BD-A83F-2EAEEE30E59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207" y="554469"/>
                </a:moveTo>
                <a:lnTo>
                  <a:pt x="1530519" y="6012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8" name="9wq3_5_official_PredictedLigand_14">
            <a:extLst>
              <a:ext uri="{FF2B5EF4-FFF2-40B4-BE49-F238E27FC236}">
                <a16:creationId xmlns:a16="http://schemas.microsoft.com/office/drawing/2014/main" id="{0DC18DBC-4FDC-4E17-AF4A-45C88BD5F3C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9" name="9wq3_5_official_PredictedLigand_15">
            <a:extLst>
              <a:ext uri="{FF2B5EF4-FFF2-40B4-BE49-F238E27FC236}">
                <a16:creationId xmlns:a16="http://schemas.microsoft.com/office/drawing/2014/main" id="{930D5D68-818B-4B4A-AB70-8A4AD055AF2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689" y="1042473"/>
                </a:moveTo>
                <a:lnTo>
                  <a:pt x="1932745" y="9985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0" name="9wq3_5_official_PredictedLigand_16">
            <a:extLst>
              <a:ext uri="{FF2B5EF4-FFF2-40B4-BE49-F238E27FC236}">
                <a16:creationId xmlns:a16="http://schemas.microsoft.com/office/drawing/2014/main" id="{617B6EE4-422C-464E-B893-7EE23DC82BF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028050" y="13125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1" name="9wq3_5_official_PredictedLigand_17">
            <a:extLst>
              <a:ext uri="{FF2B5EF4-FFF2-40B4-BE49-F238E27FC236}">
                <a16:creationId xmlns:a16="http://schemas.microsoft.com/office/drawing/2014/main" id="{2CA23C93-7D9C-4632-B1EE-289C252A431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302048" y="12744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2" name="9wq3_5_official_PredictedLigand_18">
            <a:extLst>
              <a:ext uri="{FF2B5EF4-FFF2-40B4-BE49-F238E27FC236}">
                <a16:creationId xmlns:a16="http://schemas.microsoft.com/office/drawing/2014/main" id="{947B9C74-4161-4804-B7FD-FEC5118FA64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803" y="831251"/>
                </a:moveTo>
                <a:lnTo>
                  <a:pt x="1111814" y="7716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3" name="9wq3_5_official_PredictedLigand_19">
            <a:extLst>
              <a:ext uri="{FF2B5EF4-FFF2-40B4-BE49-F238E27FC236}">
                <a16:creationId xmlns:a16="http://schemas.microsoft.com/office/drawing/2014/main" id="{406355F4-4AAC-49CA-B2BB-40E4BB3A6DA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5947" y="885459"/>
                </a:moveTo>
                <a:lnTo>
                  <a:pt x="975803" y="8312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4" name="9wq3_5_official_PredictedLigand_20">
            <a:extLst>
              <a:ext uri="{FF2B5EF4-FFF2-40B4-BE49-F238E27FC236}">
                <a16:creationId xmlns:a16="http://schemas.microsoft.com/office/drawing/2014/main" id="{CD6AC9C1-0766-4CCA-BB76-38B18CA1F19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2048" y="1274456"/>
                </a:moveTo>
                <a:lnTo>
                  <a:pt x="1425010" y="12696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5" name="9wq3_5_official_PredictedLigand_21">
            <a:extLst>
              <a:ext uri="{FF2B5EF4-FFF2-40B4-BE49-F238E27FC236}">
                <a16:creationId xmlns:a16="http://schemas.microsoft.com/office/drawing/2014/main" id="{FB687279-6FDD-4793-985C-10FAEFD9E11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6" name="9wq3_5_official_PredictedLigand_22">
            <a:extLst>
              <a:ext uri="{FF2B5EF4-FFF2-40B4-BE49-F238E27FC236}">
                <a16:creationId xmlns:a16="http://schemas.microsoft.com/office/drawing/2014/main" id="{FC157051-D5B1-4935-9B5B-8DDA04DBC3F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3" y="538705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7" name="9wq3_5_official_PredictedLigand_23">
            <a:extLst>
              <a:ext uri="{FF2B5EF4-FFF2-40B4-BE49-F238E27FC236}">
                <a16:creationId xmlns:a16="http://schemas.microsoft.com/office/drawing/2014/main" id="{9F2F808D-EA53-4D68-90E2-3DB27C5048A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2745" y="998532"/>
                </a:moveTo>
                <a:lnTo>
                  <a:pt x="1924237" y="8232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8" name="9wq3_5_official_PredictedLigand_24">
            <a:extLst>
              <a:ext uri="{FF2B5EF4-FFF2-40B4-BE49-F238E27FC236}">
                <a16:creationId xmlns:a16="http://schemas.microsoft.com/office/drawing/2014/main" id="{463292FD-05A1-41C9-81BA-32A778E96F7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9" name="9wq3_5_official_PredictedLigand_25">
            <a:extLst>
              <a:ext uri="{FF2B5EF4-FFF2-40B4-BE49-F238E27FC236}">
                <a16:creationId xmlns:a16="http://schemas.microsoft.com/office/drawing/2014/main" id="{4BB696B0-26E1-4D3F-8D8C-563FA41A41F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780227" y="707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0" name="9wq3_5_official_PredictedLigand_26">
            <a:extLst>
              <a:ext uri="{FF2B5EF4-FFF2-40B4-BE49-F238E27FC236}">
                <a16:creationId xmlns:a16="http://schemas.microsoft.com/office/drawing/2014/main" id="{EB6228DD-FA2E-4E64-9D8E-F9A3C0C4B58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0227" y="707166"/>
                </a:moveTo>
                <a:lnTo>
                  <a:pt x="1620517" y="6770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1" name="9wq3_5_official_PredictedLigand_27">
            <a:extLst>
              <a:ext uri="{FF2B5EF4-FFF2-40B4-BE49-F238E27FC236}">
                <a16:creationId xmlns:a16="http://schemas.microsoft.com/office/drawing/2014/main" id="{FCAB1FD8-5EF5-43DE-9FB8-CF57D35C13D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2086242" y="7411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2" name="9wq3_5_official_PredictedLigand_28">
            <a:extLst>
              <a:ext uri="{FF2B5EF4-FFF2-40B4-BE49-F238E27FC236}">
                <a16:creationId xmlns:a16="http://schemas.microsoft.com/office/drawing/2014/main" id="{B663333D-1470-4255-974F-AB3551A3158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3005" y="1333500"/>
                </a:moveTo>
                <a:lnTo>
                  <a:pt x="1153820" y="13183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3" name="9wq3_5_official_PredictedLigand_29">
            <a:extLst>
              <a:ext uri="{FF2B5EF4-FFF2-40B4-BE49-F238E27FC236}">
                <a16:creationId xmlns:a16="http://schemas.microsoft.com/office/drawing/2014/main" id="{3428D208-FBAF-4525-8C28-FC36154034B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1814" y="771698"/>
                </a:moveTo>
                <a:lnTo>
                  <a:pt x="1121346" y="771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4" name="9wq3_5_official_PredictedLigand_30">
            <a:extLst>
              <a:ext uri="{FF2B5EF4-FFF2-40B4-BE49-F238E27FC236}">
                <a16:creationId xmlns:a16="http://schemas.microsoft.com/office/drawing/2014/main" id="{6C2FDD99-17DC-44E5-9102-991EA7E6643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5514" y="1244454"/>
                </a:moveTo>
                <a:lnTo>
                  <a:pt x="1658123" y="12312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5" name="9wq3_5_official_PredictedLigand_31">
            <a:extLst>
              <a:ext uri="{FF2B5EF4-FFF2-40B4-BE49-F238E27FC236}">
                <a16:creationId xmlns:a16="http://schemas.microsoft.com/office/drawing/2014/main" id="{256A1B11-709F-473C-A326-E18F1CA53B5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845947" y="8854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6" name="9wq3_5_official_PredictedLigand_32">
            <a:extLst>
              <a:ext uri="{FF2B5EF4-FFF2-40B4-BE49-F238E27FC236}">
                <a16:creationId xmlns:a16="http://schemas.microsoft.com/office/drawing/2014/main" id="{29CA6811-384C-4FB1-9B61-3B0EE4D02E7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7" name="9wq3_5_official_PredictedLigand_33">
            <a:extLst>
              <a:ext uri="{FF2B5EF4-FFF2-40B4-BE49-F238E27FC236}">
                <a16:creationId xmlns:a16="http://schemas.microsoft.com/office/drawing/2014/main" id="{CBED340E-14ED-42B3-B9A6-016CC6B5319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375573" y="53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8" name="9wq3_5_official_PredictedLigand_34">
            <a:extLst>
              <a:ext uri="{FF2B5EF4-FFF2-40B4-BE49-F238E27FC236}">
                <a16:creationId xmlns:a16="http://schemas.microsoft.com/office/drawing/2014/main" id="{BA03CE89-0ABB-4C06-9E49-1A71BDFD2C3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899023" y="8379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9" name="9wq3_5_official_PredictedLigand_35">
            <a:extLst>
              <a:ext uri="{FF2B5EF4-FFF2-40B4-BE49-F238E27FC236}">
                <a16:creationId xmlns:a16="http://schemas.microsoft.com/office/drawing/2014/main" id="{DEFB6A31-939F-4C03-9346-649E2560599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0" name="9wq3_5_official_PredictedLigand_36">
            <a:extLst>
              <a:ext uri="{FF2B5EF4-FFF2-40B4-BE49-F238E27FC236}">
                <a16:creationId xmlns:a16="http://schemas.microsoft.com/office/drawing/2014/main" id="{7CC4E154-2884-4810-AF91-C75ED3A0D51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1" name="9wq3_5_official_PredictedLigand_37">
            <a:extLst>
              <a:ext uri="{FF2B5EF4-FFF2-40B4-BE49-F238E27FC236}">
                <a16:creationId xmlns:a16="http://schemas.microsoft.com/office/drawing/2014/main" id="{E53075E8-E2DC-45A9-AD7B-72509DF4443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2" name="9wq3_5_official_PredictedLigand_38">
            <a:extLst>
              <a:ext uri="{FF2B5EF4-FFF2-40B4-BE49-F238E27FC236}">
                <a16:creationId xmlns:a16="http://schemas.microsoft.com/office/drawing/2014/main" id="{2ABDCEF8-DC64-4CA0-A3ED-4ABF9C1A609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5078" y="837873"/>
                </a:moveTo>
                <a:lnTo>
                  <a:pt x="850778" y="8866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3" name="9wq3_5_official_PredictedLigand_39">
            <a:extLst>
              <a:ext uri="{FF2B5EF4-FFF2-40B4-BE49-F238E27FC236}">
                <a16:creationId xmlns:a16="http://schemas.microsoft.com/office/drawing/2014/main" id="{92D08DB0-B1D7-4DCB-BA71-1290C52EEE6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123" y="1231278"/>
                </a:moveTo>
                <a:lnTo>
                  <a:pt x="1547752" y="12611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4" name="9wq3_5_official_PredictedLigand_40">
            <a:extLst>
              <a:ext uri="{FF2B5EF4-FFF2-40B4-BE49-F238E27FC236}">
                <a16:creationId xmlns:a16="http://schemas.microsoft.com/office/drawing/2014/main" id="{06549C14-F33E-4439-AA88-63C83677FDB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715542" y="9316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5" name="9wq3_5_official_PredictedLigand_41">
            <a:extLst>
              <a:ext uri="{FF2B5EF4-FFF2-40B4-BE49-F238E27FC236}">
                <a16:creationId xmlns:a16="http://schemas.microsoft.com/office/drawing/2014/main" id="{95AA799D-A0D4-459D-A95C-EFD561D2657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158" y="1294950"/>
                </a:moveTo>
                <a:lnTo>
                  <a:pt x="1298248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6" name="9wq3_5_official_PredictedLigand_42">
            <a:extLst>
              <a:ext uri="{FF2B5EF4-FFF2-40B4-BE49-F238E27FC236}">
                <a16:creationId xmlns:a16="http://schemas.microsoft.com/office/drawing/2014/main" id="{2182F5D5-D5D9-4D36-9742-A00EBAE06E8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752" y="126111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7" name="9wq3_5_official_PredictedLigand_43">
            <a:extLst>
              <a:ext uri="{FF2B5EF4-FFF2-40B4-BE49-F238E27FC236}">
                <a16:creationId xmlns:a16="http://schemas.microsoft.com/office/drawing/2014/main" id="{70759280-71BA-46D5-936F-4642482A107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8550" y="652191"/>
                </a:moveTo>
                <a:lnTo>
                  <a:pt x="1375575" y="599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8" name="9wq3_5_official_PredictedLigand_44">
            <a:extLst>
              <a:ext uri="{FF2B5EF4-FFF2-40B4-BE49-F238E27FC236}">
                <a16:creationId xmlns:a16="http://schemas.microsoft.com/office/drawing/2014/main" id="{BCCE58C2-6463-4244-B0FC-D92422B9C9F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9" name="9wq3_5_official_PredictedLigand_45">
            <a:extLst>
              <a:ext uri="{FF2B5EF4-FFF2-40B4-BE49-F238E27FC236}">
                <a16:creationId xmlns:a16="http://schemas.microsoft.com/office/drawing/2014/main" id="{5CD87199-2B56-4330-8DAB-A9E0034DC52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821" y="531387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0" name="9wq3_5_official_PredictedLigand_46">
            <a:extLst>
              <a:ext uri="{FF2B5EF4-FFF2-40B4-BE49-F238E27FC236}">
                <a16:creationId xmlns:a16="http://schemas.microsoft.com/office/drawing/2014/main" id="{C3A418F5-E504-4167-98E4-088344C1111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679" y="838493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1" name="9wq3_5_official_PredictedLigand_47">
            <a:extLst>
              <a:ext uri="{FF2B5EF4-FFF2-40B4-BE49-F238E27FC236}">
                <a16:creationId xmlns:a16="http://schemas.microsoft.com/office/drawing/2014/main" id="{171FBD1F-BD65-4B09-9C74-7BF1FC706C0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0673" y="713410"/>
                </a:moveTo>
                <a:lnTo>
                  <a:pt x="1200686" y="7688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2" name="9wq3_5_official_PredictedLigand_48">
            <a:extLst>
              <a:ext uri="{FF2B5EF4-FFF2-40B4-BE49-F238E27FC236}">
                <a16:creationId xmlns:a16="http://schemas.microsoft.com/office/drawing/2014/main" id="{3AC4A81E-9BF8-43B6-9E6F-AD1AE2F4FC7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0686" y="768871"/>
                </a:moveTo>
                <a:lnTo>
                  <a:pt x="1050679" y="8384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3" name="9wq3_5_official_PredictedAtoms_0">
            <a:extLst>
              <a:ext uri="{FF2B5EF4-FFF2-40B4-BE49-F238E27FC236}">
                <a16:creationId xmlns:a16="http://schemas.microsoft.com/office/drawing/2014/main" id="{81EBE3FC-5906-4057-AC9A-92189EE1C5DF}"/>
              </a:ext>
            </a:extLst>
          </p:cNvPr>
          <p:cNvSpPr>
            <a:spLocks noGrp="1"/>
          </p:cNvSpPr>
          <p:nvPr/>
        </p:nvSpPr>
        <p:spPr>
          <a:xfrm>
            <a:off x="1866229" y="102592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4" name="9wq3_5_official_PredictedAtoms_1">
            <a:extLst>
              <a:ext uri="{FF2B5EF4-FFF2-40B4-BE49-F238E27FC236}">
                <a16:creationId xmlns:a16="http://schemas.microsoft.com/office/drawing/2014/main" id="{E86AB033-C097-49E6-9894-180DB899A79E}"/>
              </a:ext>
            </a:extLst>
          </p:cNvPr>
          <p:cNvSpPr>
            <a:spLocks noGrp="1"/>
          </p:cNvSpPr>
          <p:nvPr/>
        </p:nvSpPr>
        <p:spPr>
          <a:xfrm>
            <a:off x="1760957" y="103800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5" name="9wq3_5_official_PredictedAtoms_2">
            <a:extLst>
              <a:ext uri="{FF2B5EF4-FFF2-40B4-BE49-F238E27FC236}">
                <a16:creationId xmlns:a16="http://schemas.microsoft.com/office/drawing/2014/main" id="{816841F4-2D3D-4D51-A11C-D8FB236AF548}"/>
              </a:ext>
            </a:extLst>
          </p:cNvPr>
          <p:cNvSpPr>
            <a:spLocks noGrp="1"/>
          </p:cNvSpPr>
          <p:nvPr/>
        </p:nvSpPr>
        <p:spPr>
          <a:xfrm>
            <a:off x="1587983" y="103277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6" name="9wq3_5_official_PredictedAtoms_3">
            <a:extLst>
              <a:ext uri="{FF2B5EF4-FFF2-40B4-BE49-F238E27FC236}">
                <a16:creationId xmlns:a16="http://schemas.microsoft.com/office/drawing/2014/main" id="{A96508BA-5230-4AC4-996E-C92ED5F914A3}"/>
              </a:ext>
            </a:extLst>
          </p:cNvPr>
          <p:cNvSpPr>
            <a:spLocks noGrp="1"/>
          </p:cNvSpPr>
          <p:nvPr/>
        </p:nvSpPr>
        <p:spPr>
          <a:xfrm>
            <a:off x="1453080" y="104412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7" name="9wq3_5_official_PredictedAtoms_4">
            <a:extLst>
              <a:ext uri="{FF2B5EF4-FFF2-40B4-BE49-F238E27FC236}">
                <a16:creationId xmlns:a16="http://schemas.microsoft.com/office/drawing/2014/main" id="{8B5F7FE2-46B8-41AF-BB41-5F6F7B44C4AA}"/>
              </a:ext>
            </a:extLst>
          </p:cNvPr>
          <p:cNvSpPr>
            <a:spLocks noGrp="1"/>
          </p:cNvSpPr>
          <p:nvPr/>
        </p:nvSpPr>
        <p:spPr>
          <a:xfrm>
            <a:off x="1413093" y="10496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8" name="9wq3_5_official_PredictedAtoms_5">
            <a:extLst>
              <a:ext uri="{FF2B5EF4-FFF2-40B4-BE49-F238E27FC236}">
                <a16:creationId xmlns:a16="http://schemas.microsoft.com/office/drawing/2014/main" id="{04B700EC-8917-47DE-A47D-1F0BEED51E12}"/>
              </a:ext>
            </a:extLst>
          </p:cNvPr>
          <p:cNvSpPr>
            <a:spLocks noGrp="1"/>
          </p:cNvSpPr>
          <p:nvPr/>
        </p:nvSpPr>
        <p:spPr>
          <a:xfrm>
            <a:off x="1263087" y="105663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9" name="9wq3_5_official_PredictedAtoms_6">
            <a:extLst>
              <a:ext uri="{FF2B5EF4-FFF2-40B4-BE49-F238E27FC236}">
                <a16:creationId xmlns:a16="http://schemas.microsoft.com/office/drawing/2014/main" id="{160644A1-8D6D-4111-A8E2-B552E46CA7B4}"/>
              </a:ext>
            </a:extLst>
          </p:cNvPr>
          <p:cNvSpPr>
            <a:spLocks noGrp="1"/>
          </p:cNvSpPr>
          <p:nvPr/>
        </p:nvSpPr>
        <p:spPr>
          <a:xfrm>
            <a:off x="1207486" y="105657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0" name="9wq3_5_official_PredictedAtoms_7">
            <a:extLst>
              <a:ext uri="{FF2B5EF4-FFF2-40B4-BE49-F238E27FC236}">
                <a16:creationId xmlns:a16="http://schemas.microsoft.com/office/drawing/2014/main" id="{D5893194-5D28-483B-99AD-AF2BDA7C2C61}"/>
              </a:ext>
            </a:extLst>
          </p:cNvPr>
          <p:cNvSpPr>
            <a:spLocks noGrp="1"/>
          </p:cNvSpPr>
          <p:nvPr/>
        </p:nvSpPr>
        <p:spPr>
          <a:xfrm>
            <a:off x="1063186" y="106144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1" name="9wq3_5_official_PredictedAtoms_8">
            <a:extLst>
              <a:ext uri="{FF2B5EF4-FFF2-40B4-BE49-F238E27FC236}">
                <a16:creationId xmlns:a16="http://schemas.microsoft.com/office/drawing/2014/main" id="{DE150560-4DB1-472C-873E-E5353F744826}"/>
              </a:ext>
            </a:extLst>
          </p:cNvPr>
          <p:cNvSpPr>
            <a:spLocks noGrp="1"/>
          </p:cNvSpPr>
          <p:nvPr/>
        </p:nvSpPr>
        <p:spPr>
          <a:xfrm>
            <a:off x="927950" y="106595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2" name="9wq3_5_official_PredictedAtoms_9">
            <a:extLst>
              <a:ext uri="{FF2B5EF4-FFF2-40B4-BE49-F238E27FC236}">
                <a16:creationId xmlns:a16="http://schemas.microsoft.com/office/drawing/2014/main" id="{38C3F548-202E-4CF5-A349-527C4C4C9C4B}"/>
              </a:ext>
            </a:extLst>
          </p:cNvPr>
          <p:cNvSpPr>
            <a:spLocks noGrp="1"/>
          </p:cNvSpPr>
          <p:nvPr/>
        </p:nvSpPr>
        <p:spPr>
          <a:xfrm>
            <a:off x="1058354" y="106133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3" name="9wq3_5_official_PredictedAtoms_10">
            <a:extLst>
              <a:ext uri="{FF2B5EF4-FFF2-40B4-BE49-F238E27FC236}">
                <a16:creationId xmlns:a16="http://schemas.microsoft.com/office/drawing/2014/main" id="{35C0696A-745B-4E37-AD14-027CB38FE8F9}"/>
              </a:ext>
            </a:extLst>
          </p:cNvPr>
          <p:cNvSpPr>
            <a:spLocks noGrp="1"/>
          </p:cNvSpPr>
          <p:nvPr/>
        </p:nvSpPr>
        <p:spPr>
          <a:xfrm>
            <a:off x="1188211" y="105591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4" name="9wq3_5_official_PredictedAtoms_11">
            <a:extLst>
              <a:ext uri="{FF2B5EF4-FFF2-40B4-BE49-F238E27FC236}">
                <a16:creationId xmlns:a16="http://schemas.microsoft.com/office/drawing/2014/main" id="{EB06F909-97B3-4691-AABA-48C438ECD823}"/>
              </a:ext>
            </a:extLst>
          </p:cNvPr>
          <p:cNvSpPr>
            <a:spLocks noGrp="1"/>
          </p:cNvSpPr>
          <p:nvPr/>
        </p:nvSpPr>
        <p:spPr>
          <a:xfrm>
            <a:off x="1324221" y="104995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5" name="9wq3_5_official_PredictedAtoms_12">
            <a:extLst>
              <a:ext uri="{FF2B5EF4-FFF2-40B4-BE49-F238E27FC236}">
                <a16:creationId xmlns:a16="http://schemas.microsoft.com/office/drawing/2014/main" id="{1AA5F83C-64C4-4A6C-A9F5-534D37814965}"/>
              </a:ext>
            </a:extLst>
          </p:cNvPr>
          <p:cNvSpPr>
            <a:spLocks noGrp="1"/>
          </p:cNvSpPr>
          <p:nvPr/>
        </p:nvSpPr>
        <p:spPr>
          <a:xfrm>
            <a:off x="1333753" y="104989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6" name="9wq3_5_official_PredictedAtoms_13">
            <a:extLst>
              <a:ext uri="{FF2B5EF4-FFF2-40B4-BE49-F238E27FC236}">
                <a16:creationId xmlns:a16="http://schemas.microsoft.com/office/drawing/2014/main" id="{DCE63AEE-A1B2-4C2F-8C71-5E1DA3AA7F0E}"/>
              </a:ext>
            </a:extLst>
          </p:cNvPr>
          <p:cNvSpPr>
            <a:spLocks noGrp="1"/>
          </p:cNvSpPr>
          <p:nvPr/>
        </p:nvSpPr>
        <p:spPr>
          <a:xfrm>
            <a:off x="1587981" y="102665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7" name="9wq3_5_official_PredictedAtoms_14">
            <a:extLst>
              <a:ext uri="{FF2B5EF4-FFF2-40B4-BE49-F238E27FC236}">
                <a16:creationId xmlns:a16="http://schemas.microsoft.com/office/drawing/2014/main" id="{8C396464-6BFD-4FE1-BFA2-96B44B1CC08E}"/>
              </a:ext>
            </a:extLst>
          </p:cNvPr>
          <p:cNvSpPr>
            <a:spLocks noGrp="1"/>
          </p:cNvSpPr>
          <p:nvPr/>
        </p:nvSpPr>
        <p:spPr>
          <a:xfrm>
            <a:off x="1740614" y="102823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8" name="9wq3_5_official_PredictedAtoms_15">
            <a:extLst>
              <a:ext uri="{FF2B5EF4-FFF2-40B4-BE49-F238E27FC236}">
                <a16:creationId xmlns:a16="http://schemas.microsoft.com/office/drawing/2014/main" id="{DBB60F49-C2CC-4B42-A3D8-DE9C3C27FF92}"/>
              </a:ext>
            </a:extLst>
          </p:cNvPr>
          <p:cNvSpPr>
            <a:spLocks noGrp="1"/>
          </p:cNvSpPr>
          <p:nvPr/>
        </p:nvSpPr>
        <p:spPr>
          <a:xfrm>
            <a:off x="1742927" y="103290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9" name="9wq3_5_official_PredictedAtoms_16">
            <a:extLst>
              <a:ext uri="{FF2B5EF4-FFF2-40B4-BE49-F238E27FC236}">
                <a16:creationId xmlns:a16="http://schemas.microsoft.com/office/drawing/2014/main" id="{664062A8-6832-45A3-92FC-651329C4E292}"/>
              </a:ext>
            </a:extLst>
          </p:cNvPr>
          <p:cNvSpPr>
            <a:spLocks noGrp="1"/>
          </p:cNvSpPr>
          <p:nvPr/>
        </p:nvSpPr>
        <p:spPr>
          <a:xfrm>
            <a:off x="1775452" y="1047824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0" name="9wq3_5_official_PredictedAtoms_17">
            <a:extLst>
              <a:ext uri="{FF2B5EF4-FFF2-40B4-BE49-F238E27FC236}">
                <a16:creationId xmlns:a16="http://schemas.microsoft.com/office/drawing/2014/main" id="{1E1972F7-1A62-479B-B0E6-07CB6DDF11E2}"/>
              </a:ext>
            </a:extLst>
          </p:cNvPr>
          <p:cNvSpPr>
            <a:spLocks noGrp="1"/>
          </p:cNvSpPr>
          <p:nvPr/>
        </p:nvSpPr>
        <p:spPr>
          <a:xfrm>
            <a:off x="1695177" y="105916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1" name="9wq3_5_official_PredictedAtoms_18">
            <a:extLst>
              <a:ext uri="{FF2B5EF4-FFF2-40B4-BE49-F238E27FC236}">
                <a16:creationId xmlns:a16="http://schemas.microsoft.com/office/drawing/2014/main" id="{56778473-63EB-4F22-A7CA-066DC476B95D}"/>
              </a:ext>
            </a:extLst>
          </p:cNvPr>
          <p:cNvSpPr>
            <a:spLocks noGrp="1"/>
          </p:cNvSpPr>
          <p:nvPr/>
        </p:nvSpPr>
        <p:spPr>
          <a:xfrm>
            <a:off x="1777866" y="105758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2" name="9wq3_5_official_PredictedAtoms_19">
            <a:extLst>
              <a:ext uri="{FF2B5EF4-FFF2-40B4-BE49-F238E27FC236}">
                <a16:creationId xmlns:a16="http://schemas.microsoft.com/office/drawing/2014/main" id="{A1FFE90C-079E-4569-B7B4-2141C2138E6B}"/>
              </a:ext>
            </a:extLst>
          </p:cNvPr>
          <p:cNvSpPr>
            <a:spLocks noGrp="1"/>
          </p:cNvSpPr>
          <p:nvPr/>
        </p:nvSpPr>
        <p:spPr>
          <a:xfrm>
            <a:off x="1515507" y="1054790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3" name="9wq3_5_official_PredictedAtoms_20">
            <a:extLst>
              <a:ext uri="{FF2B5EF4-FFF2-40B4-BE49-F238E27FC236}">
                <a16:creationId xmlns:a16="http://schemas.microsoft.com/office/drawing/2014/main" id="{C2C82ABB-3760-465B-BA2C-8DB20E5767C2}"/>
              </a:ext>
            </a:extLst>
          </p:cNvPr>
          <p:cNvSpPr>
            <a:spLocks noGrp="1"/>
          </p:cNvSpPr>
          <p:nvPr/>
        </p:nvSpPr>
        <p:spPr>
          <a:xfrm>
            <a:off x="1700683" y="107742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4" name="9wq3_5_official_PredictedAtoms_21">
            <a:extLst>
              <a:ext uri="{FF2B5EF4-FFF2-40B4-BE49-F238E27FC236}">
                <a16:creationId xmlns:a16="http://schemas.microsoft.com/office/drawing/2014/main" id="{2C3C85DD-325B-4473-8D96-F2DB9D7C90FD}"/>
              </a:ext>
            </a:extLst>
          </p:cNvPr>
          <p:cNvSpPr>
            <a:spLocks noGrp="1"/>
          </p:cNvSpPr>
          <p:nvPr/>
        </p:nvSpPr>
        <p:spPr>
          <a:xfrm>
            <a:off x="1843488" y="108232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5" name="9wq3_5_official_PredictedAtoms_22">
            <a:extLst>
              <a:ext uri="{FF2B5EF4-FFF2-40B4-BE49-F238E27FC236}">
                <a16:creationId xmlns:a16="http://schemas.microsoft.com/office/drawing/2014/main" id="{32F36755-CAE5-4340-BB06-5052BCFE7E77}"/>
              </a:ext>
            </a:extLst>
          </p:cNvPr>
          <p:cNvSpPr>
            <a:spLocks noGrp="1"/>
          </p:cNvSpPr>
          <p:nvPr/>
        </p:nvSpPr>
        <p:spPr>
          <a:xfrm>
            <a:off x="1869743" y="10967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6" name="9wq3_5_official_PredictedAtoms_23">
            <a:extLst>
              <a:ext uri="{FF2B5EF4-FFF2-40B4-BE49-F238E27FC236}">
                <a16:creationId xmlns:a16="http://schemas.microsoft.com/office/drawing/2014/main" id="{6A736AE7-F884-46C5-A19D-2FB82A53A90C}"/>
              </a:ext>
            </a:extLst>
          </p:cNvPr>
          <p:cNvSpPr>
            <a:spLocks noGrp="1"/>
          </p:cNvSpPr>
          <p:nvPr/>
        </p:nvSpPr>
        <p:spPr>
          <a:xfrm>
            <a:off x="1797922" y="109723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7" name="9wq3_5_official_PredictedAtoms_24">
            <a:extLst>
              <a:ext uri="{FF2B5EF4-FFF2-40B4-BE49-F238E27FC236}">
                <a16:creationId xmlns:a16="http://schemas.microsoft.com/office/drawing/2014/main" id="{B9F1B2A2-9C13-4ECE-9677-9A52D1978D86}"/>
              </a:ext>
            </a:extLst>
          </p:cNvPr>
          <p:cNvSpPr>
            <a:spLocks noGrp="1"/>
          </p:cNvSpPr>
          <p:nvPr/>
        </p:nvSpPr>
        <p:spPr>
          <a:xfrm>
            <a:off x="1870530" y="109591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8" name="9wq3_5_official_PredictedAtoms_25">
            <a:extLst>
              <a:ext uri="{FF2B5EF4-FFF2-40B4-BE49-F238E27FC236}">
                <a16:creationId xmlns:a16="http://schemas.microsoft.com/office/drawing/2014/main" id="{833AC016-BB86-4DB7-A5AB-4E743E9312D1}"/>
              </a:ext>
            </a:extLst>
          </p:cNvPr>
          <p:cNvSpPr>
            <a:spLocks noGrp="1"/>
          </p:cNvSpPr>
          <p:nvPr/>
        </p:nvSpPr>
        <p:spPr>
          <a:xfrm>
            <a:off x="1760159" y="109889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9" name="9wq3_5_official_PredictedAtoms_26">
            <a:extLst>
              <a:ext uri="{FF2B5EF4-FFF2-40B4-BE49-F238E27FC236}">
                <a16:creationId xmlns:a16="http://schemas.microsoft.com/office/drawing/2014/main" id="{BAD3C82C-0CC8-4B8F-B818-75E6A9529392}"/>
              </a:ext>
            </a:extLst>
          </p:cNvPr>
          <p:cNvSpPr>
            <a:spLocks noGrp="1"/>
          </p:cNvSpPr>
          <p:nvPr/>
        </p:nvSpPr>
        <p:spPr>
          <a:xfrm>
            <a:off x="1613566" y="110228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0" name="9wq3_5_official_PredictedAtoms_31">
            <a:extLst>
              <a:ext uri="{FF2B5EF4-FFF2-40B4-BE49-F238E27FC236}">
                <a16:creationId xmlns:a16="http://schemas.microsoft.com/office/drawing/2014/main" id="{BAD027A2-DCE1-4EA8-9A27-48696D029216}"/>
              </a:ext>
            </a:extLst>
          </p:cNvPr>
          <p:cNvSpPr>
            <a:spLocks noGrp="1"/>
          </p:cNvSpPr>
          <p:nvPr/>
        </p:nvSpPr>
        <p:spPr>
          <a:xfrm>
            <a:off x="1240457" y="110404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1" name="9wq3_5_official_PredictedAtoms_32">
            <a:extLst>
              <a:ext uri="{FF2B5EF4-FFF2-40B4-BE49-F238E27FC236}">
                <a16:creationId xmlns:a16="http://schemas.microsoft.com/office/drawing/2014/main" id="{17639974-17AF-473C-B880-DCE1F4B9FF71}"/>
              </a:ext>
            </a:extLst>
          </p:cNvPr>
          <p:cNvSpPr>
            <a:spLocks noGrp="1"/>
          </p:cNvSpPr>
          <p:nvPr/>
        </p:nvSpPr>
        <p:spPr>
          <a:xfrm>
            <a:off x="1514455" y="110023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2" name="9wq3_5_official_PredictedAtoms_33">
            <a:extLst>
              <a:ext uri="{FF2B5EF4-FFF2-40B4-BE49-F238E27FC236}">
                <a16:creationId xmlns:a16="http://schemas.microsoft.com/office/drawing/2014/main" id="{10B9CCB0-3ADC-42C0-B56B-D1736988C529}"/>
              </a:ext>
            </a:extLst>
          </p:cNvPr>
          <p:cNvSpPr>
            <a:spLocks noGrp="1"/>
          </p:cNvSpPr>
          <p:nvPr/>
        </p:nvSpPr>
        <p:spPr>
          <a:xfrm>
            <a:off x="1637418" y="109975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3" name="9wq3_5_official_PredictedAtoms_34">
            <a:extLst>
              <a:ext uri="{FF2B5EF4-FFF2-40B4-BE49-F238E27FC236}">
                <a16:creationId xmlns:a16="http://schemas.microsoft.com/office/drawing/2014/main" id="{46A99F6D-7505-4BC3-8FBC-300581BE2B1D}"/>
              </a:ext>
            </a:extLst>
          </p:cNvPr>
          <p:cNvSpPr>
            <a:spLocks noGrp="1"/>
          </p:cNvSpPr>
          <p:nvPr/>
        </p:nvSpPr>
        <p:spPr>
          <a:xfrm>
            <a:off x="2040103" y="109920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4" name="9wq3_5_official_PredictedAtoms_35">
            <a:extLst>
              <a:ext uri="{FF2B5EF4-FFF2-40B4-BE49-F238E27FC236}">
                <a16:creationId xmlns:a16="http://schemas.microsoft.com/office/drawing/2014/main" id="{E80A3B24-B939-4E4D-BED2-7708DE970B8F}"/>
              </a:ext>
            </a:extLst>
          </p:cNvPr>
          <p:cNvSpPr>
            <a:spLocks noGrp="1"/>
          </p:cNvSpPr>
          <p:nvPr/>
        </p:nvSpPr>
        <p:spPr>
          <a:xfrm>
            <a:off x="2126509" y="108823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5" name="9wq3_5_official_PredictedAtoms_36">
            <a:extLst>
              <a:ext uri="{FF2B5EF4-FFF2-40B4-BE49-F238E27FC236}">
                <a16:creationId xmlns:a16="http://schemas.microsoft.com/office/drawing/2014/main" id="{6483853E-765E-4D96-8A0E-30B0459753A6}"/>
              </a:ext>
            </a:extLst>
          </p:cNvPr>
          <p:cNvSpPr>
            <a:spLocks noGrp="1"/>
          </p:cNvSpPr>
          <p:nvPr/>
        </p:nvSpPr>
        <p:spPr>
          <a:xfrm>
            <a:off x="2225097" y="107703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6" name="9wq3_5_official_PredictedAtoms_37">
            <a:extLst>
              <a:ext uri="{FF2B5EF4-FFF2-40B4-BE49-F238E27FC236}">
                <a16:creationId xmlns:a16="http://schemas.microsoft.com/office/drawing/2014/main" id="{554410ED-54F0-475A-885A-9B3591E35198}"/>
              </a:ext>
            </a:extLst>
          </p:cNvPr>
          <p:cNvSpPr>
            <a:spLocks noGrp="1"/>
          </p:cNvSpPr>
          <p:nvPr/>
        </p:nvSpPr>
        <p:spPr>
          <a:xfrm>
            <a:off x="2145153" y="107264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7" name="9wq3_5_official_PredictedAtoms_38">
            <a:extLst>
              <a:ext uri="{FF2B5EF4-FFF2-40B4-BE49-F238E27FC236}">
                <a16:creationId xmlns:a16="http://schemas.microsoft.com/office/drawing/2014/main" id="{C0F0BF21-DE17-45CC-9DA0-FE3A541BD1EF}"/>
              </a:ext>
            </a:extLst>
          </p:cNvPr>
          <p:cNvSpPr>
            <a:spLocks noGrp="1"/>
          </p:cNvSpPr>
          <p:nvPr/>
        </p:nvSpPr>
        <p:spPr>
          <a:xfrm>
            <a:off x="2136644" y="105511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8" name="9wq3_5_official_PredictedAtoms_39">
            <a:extLst>
              <a:ext uri="{FF2B5EF4-FFF2-40B4-BE49-F238E27FC236}">
                <a16:creationId xmlns:a16="http://schemas.microsoft.com/office/drawing/2014/main" id="{0CC2D4BE-1095-4EBE-BBDD-EA65B027CAD8}"/>
              </a:ext>
            </a:extLst>
          </p:cNvPr>
          <p:cNvSpPr>
            <a:spLocks noGrp="1"/>
          </p:cNvSpPr>
          <p:nvPr/>
        </p:nvSpPr>
        <p:spPr>
          <a:xfrm>
            <a:off x="2111430" y="105657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9" name="9wq3_5_official_PredictedAtoms_40">
            <a:extLst>
              <a:ext uri="{FF2B5EF4-FFF2-40B4-BE49-F238E27FC236}">
                <a16:creationId xmlns:a16="http://schemas.microsoft.com/office/drawing/2014/main" id="{11857754-04DD-4A8D-A491-C747D798AF29}"/>
              </a:ext>
            </a:extLst>
          </p:cNvPr>
          <p:cNvSpPr>
            <a:spLocks noGrp="1"/>
          </p:cNvSpPr>
          <p:nvPr/>
        </p:nvSpPr>
        <p:spPr>
          <a:xfrm>
            <a:off x="2298650" y="104690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0" name="9wq3_5_official_PredictedAtoms_41">
            <a:extLst>
              <a:ext uri="{FF2B5EF4-FFF2-40B4-BE49-F238E27FC236}">
                <a16:creationId xmlns:a16="http://schemas.microsoft.com/office/drawing/2014/main" id="{BF3DE4E3-1B04-4D7D-91F2-A0095CB0F03E}"/>
              </a:ext>
            </a:extLst>
          </p:cNvPr>
          <p:cNvSpPr>
            <a:spLocks noGrp="1"/>
          </p:cNvSpPr>
          <p:nvPr/>
        </p:nvSpPr>
        <p:spPr>
          <a:xfrm>
            <a:off x="1992635" y="104350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1" name="9wq3_5_official_PredictedAtoms_42">
            <a:extLst>
              <a:ext uri="{FF2B5EF4-FFF2-40B4-BE49-F238E27FC236}">
                <a16:creationId xmlns:a16="http://schemas.microsoft.com/office/drawing/2014/main" id="{19BEC9FF-1D18-44F3-8DAC-6BDBCDACE961}"/>
              </a:ext>
            </a:extLst>
          </p:cNvPr>
          <p:cNvSpPr>
            <a:spLocks noGrp="1"/>
          </p:cNvSpPr>
          <p:nvPr/>
        </p:nvSpPr>
        <p:spPr>
          <a:xfrm>
            <a:off x="1832924" y="104049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2" name="9wq3_5_official_PredictedAtoms_43">
            <a:extLst>
              <a:ext uri="{FF2B5EF4-FFF2-40B4-BE49-F238E27FC236}">
                <a16:creationId xmlns:a16="http://schemas.microsoft.com/office/drawing/2014/main" id="{3F630BDA-1BFF-4C12-938D-130B93CB47FB}"/>
              </a:ext>
            </a:extLst>
          </p:cNvPr>
          <p:cNvSpPr>
            <a:spLocks noGrp="1"/>
          </p:cNvSpPr>
          <p:nvPr/>
        </p:nvSpPr>
        <p:spPr>
          <a:xfrm>
            <a:off x="2002461" y="107936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3" name="9wq3_5_official_PredictedAtoms_44">
            <a:extLst>
              <a:ext uri="{FF2B5EF4-FFF2-40B4-BE49-F238E27FC236}">
                <a16:creationId xmlns:a16="http://schemas.microsoft.com/office/drawing/2014/main" id="{B73725AA-BFBC-435E-A8A7-D1BDF9AE389E}"/>
              </a:ext>
            </a:extLst>
          </p:cNvPr>
          <p:cNvSpPr>
            <a:spLocks noGrp="1"/>
          </p:cNvSpPr>
          <p:nvPr/>
        </p:nvSpPr>
        <p:spPr>
          <a:xfrm>
            <a:off x="2010278" y="108336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4" name="stage3-cases-main_52">
            <a:extLst>
              <a:ext uri="{FF2B5EF4-FFF2-40B4-BE49-F238E27FC236}">
                <a16:creationId xmlns:a16="http://schemas.microsoft.com/office/drawing/2014/main" id="{B1F4880E-6520-4302-B67C-621397D8EB48}"/>
              </a:ext>
            </a:extLst>
          </p:cNvPr>
          <p:cNvSpPr>
            <a:spLocks noGrp="1"/>
          </p:cNvSpPr>
          <p:nvPr/>
        </p:nvSpPr>
        <p:spPr>
          <a:xfrm>
            <a:off x="2286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6.29 Å   D 58%   Clash 0</a:t>
            </a:r>
          </a:p>
        </p:txBody>
      </p:sp>
      <p:sp>
        <p:nvSpPr>
          <p:cNvPr id="2045" name="9wq3_5_tuned_Receptor">
            <a:extLst>
              <a:ext uri="{FF2B5EF4-FFF2-40B4-BE49-F238E27FC236}">
                <a16:creationId xmlns:a16="http://schemas.microsoft.com/office/drawing/2014/main" id="{26E60827-C150-42FC-86C6-0B4B8E2EBCC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046" name="9wq3_5_tuned_ExperimentalDensity">
            <a:extLst>
              <a:ext uri="{FF2B5EF4-FFF2-40B4-BE49-F238E27FC236}">
                <a16:creationId xmlns:a16="http://schemas.microsoft.com/office/drawing/2014/main" id="{AE94E8BC-0C99-42E2-A241-55077856F0F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047" name="9wq3_5_tuned_ReferenceLigand_0">
            <a:extLst>
              <a:ext uri="{FF2B5EF4-FFF2-40B4-BE49-F238E27FC236}">
                <a16:creationId xmlns:a16="http://schemas.microsoft.com/office/drawing/2014/main" id="{BC41A1BE-56F1-44C4-9D35-49929B542F9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8" name="9wq3_5_tuned_ReferenceLigand_1">
            <a:extLst>
              <a:ext uri="{FF2B5EF4-FFF2-40B4-BE49-F238E27FC236}">
                <a16:creationId xmlns:a16="http://schemas.microsoft.com/office/drawing/2014/main" id="{987BAE4D-8B7E-4DA6-9DED-7A497EF2936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9" name="9wq3_5_tuned_ReferenceLigand_2">
            <a:extLst>
              <a:ext uri="{FF2B5EF4-FFF2-40B4-BE49-F238E27FC236}">
                <a16:creationId xmlns:a16="http://schemas.microsoft.com/office/drawing/2014/main" id="{4F5F3D89-D3CD-4DA5-B92F-E285899A6A1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0" name="9wq3_5_tuned_ReferenceLigand_3">
            <a:extLst>
              <a:ext uri="{FF2B5EF4-FFF2-40B4-BE49-F238E27FC236}">
                <a16:creationId xmlns:a16="http://schemas.microsoft.com/office/drawing/2014/main" id="{6935B149-A933-42C9-AB86-50E2678B755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1" name="9wq3_5_tuned_ReferenceLigand_4">
            <a:extLst>
              <a:ext uri="{FF2B5EF4-FFF2-40B4-BE49-F238E27FC236}">
                <a16:creationId xmlns:a16="http://schemas.microsoft.com/office/drawing/2014/main" id="{0B81A99F-595B-4046-82E2-1CB55356B14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2" name="9wq3_5_tuned_ReferenceLigand_5">
            <a:extLst>
              <a:ext uri="{FF2B5EF4-FFF2-40B4-BE49-F238E27FC236}">
                <a16:creationId xmlns:a16="http://schemas.microsoft.com/office/drawing/2014/main" id="{76C48C4B-1117-4626-970F-36B79F1FFC2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3" name="9wq3_5_tuned_ReferenceLigand_6">
            <a:extLst>
              <a:ext uri="{FF2B5EF4-FFF2-40B4-BE49-F238E27FC236}">
                <a16:creationId xmlns:a16="http://schemas.microsoft.com/office/drawing/2014/main" id="{DCE3F81B-A2F9-443A-A9D5-D33FC70E0AF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4" name="9wq3_5_tuned_ReferenceLigand_7">
            <a:extLst>
              <a:ext uri="{FF2B5EF4-FFF2-40B4-BE49-F238E27FC236}">
                <a16:creationId xmlns:a16="http://schemas.microsoft.com/office/drawing/2014/main" id="{E073728C-C0FA-48DC-BCF6-C176B10414A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5" name="9wq3_5_tuned_ReferenceLigand_8">
            <a:extLst>
              <a:ext uri="{FF2B5EF4-FFF2-40B4-BE49-F238E27FC236}">
                <a16:creationId xmlns:a16="http://schemas.microsoft.com/office/drawing/2014/main" id="{331F4469-D726-4256-8E76-C4932B66B74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6" name="9wq3_5_tuned_ReferenceLigand_9">
            <a:extLst>
              <a:ext uri="{FF2B5EF4-FFF2-40B4-BE49-F238E27FC236}">
                <a16:creationId xmlns:a16="http://schemas.microsoft.com/office/drawing/2014/main" id="{D821A1AE-B01A-4EDC-9D71-4C6A3C80064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7" name="9wq3_5_tuned_ReferenceLigand_10">
            <a:extLst>
              <a:ext uri="{FF2B5EF4-FFF2-40B4-BE49-F238E27FC236}">
                <a16:creationId xmlns:a16="http://schemas.microsoft.com/office/drawing/2014/main" id="{578E7FE0-DD19-4FEF-8A36-2C297512177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8" name="9wq3_5_tuned_ReferenceLigand_11">
            <a:extLst>
              <a:ext uri="{FF2B5EF4-FFF2-40B4-BE49-F238E27FC236}">
                <a16:creationId xmlns:a16="http://schemas.microsoft.com/office/drawing/2014/main" id="{E9300573-782E-420A-AB03-F41F3753BB1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9" name="9wq3_5_tuned_ReferenceLigand_12">
            <a:extLst>
              <a:ext uri="{FF2B5EF4-FFF2-40B4-BE49-F238E27FC236}">
                <a16:creationId xmlns:a16="http://schemas.microsoft.com/office/drawing/2014/main" id="{F2B7E9C6-7252-42F2-B82E-1624D0DE881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0" name="9wq3_5_tuned_ReferenceLigand_13">
            <a:extLst>
              <a:ext uri="{FF2B5EF4-FFF2-40B4-BE49-F238E27FC236}">
                <a16:creationId xmlns:a16="http://schemas.microsoft.com/office/drawing/2014/main" id="{AC3461A1-DB09-4A33-9B9D-6C62AF8F31B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1" name="9wq3_5_tuned_ReferenceLigand_14">
            <a:extLst>
              <a:ext uri="{FF2B5EF4-FFF2-40B4-BE49-F238E27FC236}">
                <a16:creationId xmlns:a16="http://schemas.microsoft.com/office/drawing/2014/main" id="{42B2DA70-542A-4024-BAE6-B8C24041C3D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2" name="9wq3_5_tuned_ReferenceLigand_15">
            <a:extLst>
              <a:ext uri="{FF2B5EF4-FFF2-40B4-BE49-F238E27FC236}">
                <a16:creationId xmlns:a16="http://schemas.microsoft.com/office/drawing/2014/main" id="{15D2A012-AD7D-45E0-8F39-2B9EDE1508E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3" name="9wq3_5_tuned_ReferenceLigand_16">
            <a:extLst>
              <a:ext uri="{FF2B5EF4-FFF2-40B4-BE49-F238E27FC236}">
                <a16:creationId xmlns:a16="http://schemas.microsoft.com/office/drawing/2014/main" id="{D09BC31D-41BE-4717-A2E6-887F42183EF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4" name="9wq3_5_tuned_ReferenceLigand_17">
            <a:extLst>
              <a:ext uri="{FF2B5EF4-FFF2-40B4-BE49-F238E27FC236}">
                <a16:creationId xmlns:a16="http://schemas.microsoft.com/office/drawing/2014/main" id="{A3DA6B5D-C180-40F4-985E-5F132F62FBF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5" name="9wq3_5_tuned_ReferenceLigand_18">
            <a:extLst>
              <a:ext uri="{FF2B5EF4-FFF2-40B4-BE49-F238E27FC236}">
                <a16:creationId xmlns:a16="http://schemas.microsoft.com/office/drawing/2014/main" id="{6D73E1C1-4C99-48F8-AA34-A2A1D0AA7F3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6" name="9wq3_5_tuned_ReferenceLigand_19">
            <a:extLst>
              <a:ext uri="{FF2B5EF4-FFF2-40B4-BE49-F238E27FC236}">
                <a16:creationId xmlns:a16="http://schemas.microsoft.com/office/drawing/2014/main" id="{3AAC181E-5D80-4360-878E-FF59FAADE18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7" name="9wq3_5_tuned_ReferenceLigand_20">
            <a:extLst>
              <a:ext uri="{FF2B5EF4-FFF2-40B4-BE49-F238E27FC236}">
                <a16:creationId xmlns:a16="http://schemas.microsoft.com/office/drawing/2014/main" id="{8F9DFFA3-11F3-4BE1-8067-AAE38B0594E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8" name="9wq3_5_tuned_ReferenceLigand_21">
            <a:extLst>
              <a:ext uri="{FF2B5EF4-FFF2-40B4-BE49-F238E27FC236}">
                <a16:creationId xmlns:a16="http://schemas.microsoft.com/office/drawing/2014/main" id="{C90FD176-A3C3-48AF-8DC4-54A3BDC7BE9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9" name="9wq3_5_tuned_ReferenceLigand_22">
            <a:extLst>
              <a:ext uri="{FF2B5EF4-FFF2-40B4-BE49-F238E27FC236}">
                <a16:creationId xmlns:a16="http://schemas.microsoft.com/office/drawing/2014/main" id="{87EFC7B0-4CC7-49E3-8168-5082FBCCE48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0" name="9wq3_5_tuned_ReferenceLigand_23">
            <a:extLst>
              <a:ext uri="{FF2B5EF4-FFF2-40B4-BE49-F238E27FC236}">
                <a16:creationId xmlns:a16="http://schemas.microsoft.com/office/drawing/2014/main" id="{FB15D614-D7E1-47A7-A5D6-FD2C0B41CC3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1" name="9wq3_5_tuned_ReferenceLigand_24">
            <a:extLst>
              <a:ext uri="{FF2B5EF4-FFF2-40B4-BE49-F238E27FC236}">
                <a16:creationId xmlns:a16="http://schemas.microsoft.com/office/drawing/2014/main" id="{22426D9B-9815-4BE6-8111-FE4523E4DBC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2" name="9wq3_5_tuned_ReferenceLigand_25">
            <a:extLst>
              <a:ext uri="{FF2B5EF4-FFF2-40B4-BE49-F238E27FC236}">
                <a16:creationId xmlns:a16="http://schemas.microsoft.com/office/drawing/2014/main" id="{D961EAC3-6C41-4D04-B305-69C6443F961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3" name="9wq3_5_tuned_ReferenceLigand_26">
            <a:extLst>
              <a:ext uri="{FF2B5EF4-FFF2-40B4-BE49-F238E27FC236}">
                <a16:creationId xmlns:a16="http://schemas.microsoft.com/office/drawing/2014/main" id="{0C2C3BE5-CCA4-4C62-9C92-0853D1050F5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4" name="9wq3_5_tuned_ReferenceLigand_27">
            <a:extLst>
              <a:ext uri="{FF2B5EF4-FFF2-40B4-BE49-F238E27FC236}">
                <a16:creationId xmlns:a16="http://schemas.microsoft.com/office/drawing/2014/main" id="{ED06893D-C0C4-4AFB-BFFC-3D8F2799FFE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5" name="9wq3_5_tuned_ReferenceLigand_28">
            <a:extLst>
              <a:ext uri="{FF2B5EF4-FFF2-40B4-BE49-F238E27FC236}">
                <a16:creationId xmlns:a16="http://schemas.microsoft.com/office/drawing/2014/main" id="{2407D984-DE98-49BE-99C4-DFE8A2FD446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6" name="9wq3_5_tuned_ReferenceLigand_29">
            <a:extLst>
              <a:ext uri="{FF2B5EF4-FFF2-40B4-BE49-F238E27FC236}">
                <a16:creationId xmlns:a16="http://schemas.microsoft.com/office/drawing/2014/main" id="{DF689AE1-777C-471C-8C90-772768F043E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7" name="9wq3_5_tuned_ReferenceLigand_30">
            <a:extLst>
              <a:ext uri="{FF2B5EF4-FFF2-40B4-BE49-F238E27FC236}">
                <a16:creationId xmlns:a16="http://schemas.microsoft.com/office/drawing/2014/main" id="{20484F2A-3BEE-43AA-A5DB-5E19930724E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8" name="9wq3_5_tuned_ReferenceLigand_31">
            <a:extLst>
              <a:ext uri="{FF2B5EF4-FFF2-40B4-BE49-F238E27FC236}">
                <a16:creationId xmlns:a16="http://schemas.microsoft.com/office/drawing/2014/main" id="{970CC99F-483E-4281-BFE8-1F93EFDA179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9" name="9wq3_5_tuned_ReferenceLigand_32">
            <a:extLst>
              <a:ext uri="{FF2B5EF4-FFF2-40B4-BE49-F238E27FC236}">
                <a16:creationId xmlns:a16="http://schemas.microsoft.com/office/drawing/2014/main" id="{79283B67-134C-4476-B107-4AA6DA76F99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0" name="9wq3_5_tuned_ReferenceLigand_33">
            <a:extLst>
              <a:ext uri="{FF2B5EF4-FFF2-40B4-BE49-F238E27FC236}">
                <a16:creationId xmlns:a16="http://schemas.microsoft.com/office/drawing/2014/main" id="{16948D63-0CBC-4665-875D-45CDC16D533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1" name="9wq3_5_tuned_ReferenceLigand_34">
            <a:extLst>
              <a:ext uri="{FF2B5EF4-FFF2-40B4-BE49-F238E27FC236}">
                <a16:creationId xmlns:a16="http://schemas.microsoft.com/office/drawing/2014/main" id="{8DD5417C-7463-42EC-A314-6AC6DD7D358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2" name="9wq3_5_tuned_ReferenceLigand_35">
            <a:extLst>
              <a:ext uri="{FF2B5EF4-FFF2-40B4-BE49-F238E27FC236}">
                <a16:creationId xmlns:a16="http://schemas.microsoft.com/office/drawing/2014/main" id="{FCB5A905-7771-44EA-8F92-01CDB361FA8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3" name="9wq3_5_tuned_ReferenceLigand_36">
            <a:extLst>
              <a:ext uri="{FF2B5EF4-FFF2-40B4-BE49-F238E27FC236}">
                <a16:creationId xmlns:a16="http://schemas.microsoft.com/office/drawing/2014/main" id="{251B61D4-A1F2-4B27-80C3-DFA4F70666F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4" name="9wq3_5_tuned_ReferenceLigand_37">
            <a:extLst>
              <a:ext uri="{FF2B5EF4-FFF2-40B4-BE49-F238E27FC236}">
                <a16:creationId xmlns:a16="http://schemas.microsoft.com/office/drawing/2014/main" id="{69D5ED44-F173-46DE-A84E-FF99D70A829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5" name="9wq3_5_tuned_ReferenceLigand_38">
            <a:extLst>
              <a:ext uri="{FF2B5EF4-FFF2-40B4-BE49-F238E27FC236}">
                <a16:creationId xmlns:a16="http://schemas.microsoft.com/office/drawing/2014/main" id="{8E68608F-0A90-47D3-87CA-DB532747414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6" name="9wq3_5_tuned_ReferenceLigand_39">
            <a:extLst>
              <a:ext uri="{FF2B5EF4-FFF2-40B4-BE49-F238E27FC236}">
                <a16:creationId xmlns:a16="http://schemas.microsoft.com/office/drawing/2014/main" id="{CF711BE3-A16B-42F9-BA2B-D4BC0102BE2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7" name="9wq3_5_tuned_ReferenceLigand_40">
            <a:extLst>
              <a:ext uri="{FF2B5EF4-FFF2-40B4-BE49-F238E27FC236}">
                <a16:creationId xmlns:a16="http://schemas.microsoft.com/office/drawing/2014/main" id="{C0209A5A-B869-47BB-B069-899453176A7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8" name="9wq3_5_tuned_ReferenceLigand_41">
            <a:extLst>
              <a:ext uri="{FF2B5EF4-FFF2-40B4-BE49-F238E27FC236}">
                <a16:creationId xmlns:a16="http://schemas.microsoft.com/office/drawing/2014/main" id="{D8973FBA-126B-43DA-B4A7-A0FCE1CB387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9" name="9wq3_5_tuned_ReferenceLigand_42">
            <a:extLst>
              <a:ext uri="{FF2B5EF4-FFF2-40B4-BE49-F238E27FC236}">
                <a16:creationId xmlns:a16="http://schemas.microsoft.com/office/drawing/2014/main" id="{1AF56DA2-88BF-4324-9F68-5FD1FCDCB6A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0" name="9wq3_5_tuned_ReferenceLigand_43">
            <a:extLst>
              <a:ext uri="{FF2B5EF4-FFF2-40B4-BE49-F238E27FC236}">
                <a16:creationId xmlns:a16="http://schemas.microsoft.com/office/drawing/2014/main" id="{FEE3ACE3-BFAE-4ABF-91A4-C4FAA809BC0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1" name="9wq3_5_tuned_ReferenceLigand_44">
            <a:extLst>
              <a:ext uri="{FF2B5EF4-FFF2-40B4-BE49-F238E27FC236}">
                <a16:creationId xmlns:a16="http://schemas.microsoft.com/office/drawing/2014/main" id="{1F7ABCAF-9E96-4116-9289-F77C8A93C49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2" name="9wq3_5_tuned_ReferenceLigand_45">
            <a:extLst>
              <a:ext uri="{FF2B5EF4-FFF2-40B4-BE49-F238E27FC236}">
                <a16:creationId xmlns:a16="http://schemas.microsoft.com/office/drawing/2014/main" id="{79EFE63F-3504-4C84-B5CD-CB9597BBAB2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3" name="9wq3_5_tuned_ReferenceLigand_46">
            <a:extLst>
              <a:ext uri="{FF2B5EF4-FFF2-40B4-BE49-F238E27FC236}">
                <a16:creationId xmlns:a16="http://schemas.microsoft.com/office/drawing/2014/main" id="{42783EDF-074F-473B-85FA-46A51F1DC74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4" name="9wq3_5_tuned_ReferenceLigand_47">
            <a:extLst>
              <a:ext uri="{FF2B5EF4-FFF2-40B4-BE49-F238E27FC236}">
                <a16:creationId xmlns:a16="http://schemas.microsoft.com/office/drawing/2014/main" id="{C6B3C0E6-77D7-4929-8651-F3C3C951E11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5" name="9wq3_5_tuned_ReferenceLigand_48">
            <a:extLst>
              <a:ext uri="{FF2B5EF4-FFF2-40B4-BE49-F238E27FC236}">
                <a16:creationId xmlns:a16="http://schemas.microsoft.com/office/drawing/2014/main" id="{0ED6B5E2-772F-413D-8EDE-B913C4CEF54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6" name="9wq3_5_tuned_ReferenceLigand_49">
            <a:extLst>
              <a:ext uri="{FF2B5EF4-FFF2-40B4-BE49-F238E27FC236}">
                <a16:creationId xmlns:a16="http://schemas.microsoft.com/office/drawing/2014/main" id="{FD39FF3B-2F99-4DFF-8729-E05CC1A6726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7" name="9wq3_5_tuned_ReferenceLigand_50">
            <a:extLst>
              <a:ext uri="{FF2B5EF4-FFF2-40B4-BE49-F238E27FC236}">
                <a16:creationId xmlns:a16="http://schemas.microsoft.com/office/drawing/2014/main" id="{E925CCE5-BCC4-4CF5-B7B9-9E3252B21E3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8" name="9wq3_5_tuned_PredictedLigand_0">
            <a:extLst>
              <a:ext uri="{FF2B5EF4-FFF2-40B4-BE49-F238E27FC236}">
                <a16:creationId xmlns:a16="http://schemas.microsoft.com/office/drawing/2014/main" id="{0DD069CF-CAFE-4F2F-BDF5-00F2518B1C9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6136" y="699235"/>
                </a:moveTo>
                <a:lnTo>
                  <a:pt x="624670" y="6431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099" name="9wq3_5_tuned_PredictedLigand_1">
            <a:extLst>
              <a:ext uri="{FF2B5EF4-FFF2-40B4-BE49-F238E27FC236}">
                <a16:creationId xmlns:a16="http://schemas.microsoft.com/office/drawing/2014/main" id="{0AD6982C-5AC5-4623-A3E6-957D8B98100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9007" y="6836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0" name="9wq3_5_tuned_PredictedLigand_2">
            <a:extLst>
              <a:ext uri="{FF2B5EF4-FFF2-40B4-BE49-F238E27FC236}">
                <a16:creationId xmlns:a16="http://schemas.microsoft.com/office/drawing/2014/main" id="{CE0A6607-4677-428E-B154-400DDF97B77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0" y="643118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1" name="9wq3_5_tuned_PredictedLigand_3">
            <a:extLst>
              <a:ext uri="{FF2B5EF4-FFF2-40B4-BE49-F238E27FC236}">
                <a16:creationId xmlns:a16="http://schemas.microsoft.com/office/drawing/2014/main" id="{4F2AB593-C60D-4970-9475-1F172FEBCC0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034" y="995183"/>
                </a:moveTo>
                <a:lnTo>
                  <a:pt x="1974448" y="9163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2" name="9wq3_5_tuned_PredictedLigand_4">
            <a:extLst>
              <a:ext uri="{FF2B5EF4-FFF2-40B4-BE49-F238E27FC236}">
                <a16:creationId xmlns:a16="http://schemas.microsoft.com/office/drawing/2014/main" id="{E7957DA4-265B-4F85-8A3B-31F0F598C88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4448" y="916361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3" name="9wq3_5_tuned_PredictedLigand_5">
            <a:extLst>
              <a:ext uri="{FF2B5EF4-FFF2-40B4-BE49-F238E27FC236}">
                <a16:creationId xmlns:a16="http://schemas.microsoft.com/office/drawing/2014/main" id="{87490F3B-9A60-4D36-BCC8-000A709ECA8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418541" y="12011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4" name="9wq3_5_tuned_PredictedLigand_6">
            <a:extLst>
              <a:ext uri="{FF2B5EF4-FFF2-40B4-BE49-F238E27FC236}">
                <a16:creationId xmlns:a16="http://schemas.microsoft.com/office/drawing/2014/main" id="{2D92DF03-1CCA-46F1-B7E9-B121F63BFC3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52578" y="571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5" name="9wq3_5_tuned_PredictedLigand_7">
            <a:extLst>
              <a:ext uri="{FF2B5EF4-FFF2-40B4-BE49-F238E27FC236}">
                <a16:creationId xmlns:a16="http://schemas.microsoft.com/office/drawing/2014/main" id="{8AAE5A2A-633E-4ED8-A88E-07E03745335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478" y="777941"/>
                </a:moveTo>
                <a:lnTo>
                  <a:pt x="776136" y="69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6" name="9wq3_5_tuned_PredictedLigand_8">
            <a:extLst>
              <a:ext uri="{FF2B5EF4-FFF2-40B4-BE49-F238E27FC236}">
                <a16:creationId xmlns:a16="http://schemas.microsoft.com/office/drawing/2014/main" id="{AA1F6F87-FFA8-4660-93E2-408FFBCC8DF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820" y="1113866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7" name="9wq3_5_tuned_PredictedLigand_9">
            <a:extLst>
              <a:ext uri="{FF2B5EF4-FFF2-40B4-BE49-F238E27FC236}">
                <a16:creationId xmlns:a16="http://schemas.microsoft.com/office/drawing/2014/main" id="{AEEAC7E9-F845-4DC2-B036-37EC7415522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8" name="9wq3_5_tuned_PredictedLigand_10">
            <a:extLst>
              <a:ext uri="{FF2B5EF4-FFF2-40B4-BE49-F238E27FC236}">
                <a16:creationId xmlns:a16="http://schemas.microsoft.com/office/drawing/2014/main" id="{DB7141DB-C213-4103-9258-98DFC88ABF0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095" y="819619"/>
                </a:moveTo>
                <a:lnTo>
                  <a:pt x="2205826" y="71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9" name="9wq3_5_tuned_PredictedLigand_11">
            <a:extLst>
              <a:ext uri="{FF2B5EF4-FFF2-40B4-BE49-F238E27FC236}">
                <a16:creationId xmlns:a16="http://schemas.microsoft.com/office/drawing/2014/main" id="{C627487F-902C-4BAA-9861-717DEE60BBF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6962" y="686100"/>
                </a:moveTo>
                <a:lnTo>
                  <a:pt x="344421" y="6649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0" name="9wq3_5_tuned_PredictedLigand_12">
            <a:extLst>
              <a:ext uri="{FF2B5EF4-FFF2-40B4-BE49-F238E27FC236}">
                <a16:creationId xmlns:a16="http://schemas.microsoft.com/office/drawing/2014/main" id="{83164918-1FE1-4DEF-87E7-2D0DA3E6F34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195276" y="13335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1" name="9wq3_5_tuned_PredictedLigand_13">
            <a:extLst>
              <a:ext uri="{FF2B5EF4-FFF2-40B4-BE49-F238E27FC236}">
                <a16:creationId xmlns:a16="http://schemas.microsoft.com/office/drawing/2014/main" id="{51B30A38-EB64-4276-81CE-D700209B260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928" y="956922"/>
                </a:moveTo>
                <a:lnTo>
                  <a:pt x="925605" y="8552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2" name="9wq3_5_tuned_PredictedLigand_14">
            <a:extLst>
              <a:ext uri="{FF2B5EF4-FFF2-40B4-BE49-F238E27FC236}">
                <a16:creationId xmlns:a16="http://schemas.microsoft.com/office/drawing/2014/main" id="{E358292C-D86B-4BEF-A613-A333B48037E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3" name="9wq3_5_tuned_PredictedLigand_15">
            <a:extLst>
              <a:ext uri="{FF2B5EF4-FFF2-40B4-BE49-F238E27FC236}">
                <a16:creationId xmlns:a16="http://schemas.microsoft.com/office/drawing/2014/main" id="{6D871EC7-6E3A-4688-9926-F5BD8490FAF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4" name="9wq3_5_tuned_PredictedLigand_16">
            <a:extLst>
              <a:ext uri="{FF2B5EF4-FFF2-40B4-BE49-F238E27FC236}">
                <a16:creationId xmlns:a16="http://schemas.microsoft.com/office/drawing/2014/main" id="{061158ED-AC6D-477A-880C-86CD5942292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004" y="1050372"/>
                </a:moveTo>
                <a:lnTo>
                  <a:pt x="1185500" y="925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5" name="9wq3_5_tuned_PredictedLigand_17">
            <a:extLst>
              <a:ext uri="{FF2B5EF4-FFF2-40B4-BE49-F238E27FC236}">
                <a16:creationId xmlns:a16="http://schemas.microsoft.com/office/drawing/2014/main" id="{3E0669E6-ED7D-49BD-A336-6819CFD9F7C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2699" y="6398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6" name="9wq3_5_tuned_PredictedLigand_18">
            <a:extLst>
              <a:ext uri="{FF2B5EF4-FFF2-40B4-BE49-F238E27FC236}">
                <a16:creationId xmlns:a16="http://schemas.microsoft.com/office/drawing/2014/main" id="{B1E7DECC-B0A3-43CF-8CE0-9984A9D96B8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6257" y="940921"/>
                </a:moveTo>
                <a:lnTo>
                  <a:pt x="1851034" y="9951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7" name="9wq3_5_tuned_PredictedLigand_19">
            <a:extLst>
              <a:ext uri="{FF2B5EF4-FFF2-40B4-BE49-F238E27FC236}">
                <a16:creationId xmlns:a16="http://schemas.microsoft.com/office/drawing/2014/main" id="{8E923A5F-C2A5-4374-97AB-781915B5680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6212" y="778768"/>
                </a:moveTo>
                <a:lnTo>
                  <a:pt x="1362090" y="6898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8" name="9wq3_5_tuned_PredictedLigand_20">
            <a:extLst>
              <a:ext uri="{FF2B5EF4-FFF2-40B4-BE49-F238E27FC236}">
                <a16:creationId xmlns:a16="http://schemas.microsoft.com/office/drawing/2014/main" id="{2ACCFB60-DFE3-4A93-8C09-874FCD38402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264004" y="1050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9" name="9wq3_5_tuned_PredictedLigand_21">
            <a:extLst>
              <a:ext uri="{FF2B5EF4-FFF2-40B4-BE49-F238E27FC236}">
                <a16:creationId xmlns:a16="http://schemas.microsoft.com/office/drawing/2014/main" id="{81BC469B-C9BB-4385-8CCE-A2D972B50B0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0" name="9wq3_5_tuned_PredictedLigand_22">
            <a:extLst>
              <a:ext uri="{FF2B5EF4-FFF2-40B4-BE49-F238E27FC236}">
                <a16:creationId xmlns:a16="http://schemas.microsoft.com/office/drawing/2014/main" id="{B92A193E-5972-4E13-BFD0-68FAECE6D2D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1" name="9wq3_5_tuned_PredictedLigand_23">
            <a:extLst>
              <a:ext uri="{FF2B5EF4-FFF2-40B4-BE49-F238E27FC236}">
                <a16:creationId xmlns:a16="http://schemas.microsoft.com/office/drawing/2014/main" id="{F2CFFF99-20FE-45B8-AA39-F044D7578E7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2" name="9wq3_5_tuned_PredictedLigand_24">
            <a:extLst>
              <a:ext uri="{FF2B5EF4-FFF2-40B4-BE49-F238E27FC236}">
                <a16:creationId xmlns:a16="http://schemas.microsoft.com/office/drawing/2014/main" id="{85730C27-E371-4626-A49D-AEFBAF55597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77093" y="7404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3" name="9wq3_5_tuned_PredictedLigand_25">
            <a:extLst>
              <a:ext uri="{FF2B5EF4-FFF2-40B4-BE49-F238E27FC236}">
                <a16:creationId xmlns:a16="http://schemas.microsoft.com/office/drawing/2014/main" id="{DCD72AFB-EF8E-4C24-B084-E46664A5389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2224" y="5158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4" name="9wq3_5_tuned_PredictedLigand_26">
            <a:extLst>
              <a:ext uri="{FF2B5EF4-FFF2-40B4-BE49-F238E27FC236}">
                <a16:creationId xmlns:a16="http://schemas.microsoft.com/office/drawing/2014/main" id="{28388E37-AD4F-41CF-9379-BC63253734F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090" y="689808"/>
                </a:moveTo>
                <a:lnTo>
                  <a:pt x="1401963" y="5613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5" name="9wq3_5_tuned_PredictedLigand_27">
            <a:extLst>
              <a:ext uri="{FF2B5EF4-FFF2-40B4-BE49-F238E27FC236}">
                <a16:creationId xmlns:a16="http://schemas.microsoft.com/office/drawing/2014/main" id="{146BAE9C-C885-4FBD-82D8-E3BBC45B3FC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0942" y="1290789"/>
                </a:moveTo>
                <a:lnTo>
                  <a:pt x="1331389" y="12213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6" name="9wq3_5_tuned_PredictedLigand_28">
            <a:extLst>
              <a:ext uri="{FF2B5EF4-FFF2-40B4-BE49-F238E27FC236}">
                <a16:creationId xmlns:a16="http://schemas.microsoft.com/office/drawing/2014/main" id="{7B7109AE-1E94-4C0C-AD94-BB8115DFCEA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1753" y="727660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7" name="9wq3_5_tuned_PredictedLigand_29">
            <a:extLst>
              <a:ext uri="{FF2B5EF4-FFF2-40B4-BE49-F238E27FC236}">
                <a16:creationId xmlns:a16="http://schemas.microsoft.com/office/drawing/2014/main" id="{82B5C924-31F6-4A10-984D-4A597E40794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1041753" y="7276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8" name="9wq3_5_tuned_PredictedLigand_30">
            <a:extLst>
              <a:ext uri="{FF2B5EF4-FFF2-40B4-BE49-F238E27FC236}">
                <a16:creationId xmlns:a16="http://schemas.microsoft.com/office/drawing/2014/main" id="{E00204F3-7B94-4948-BEEF-55EB9B3BB5F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9" name="9wq3_5_tuned_PredictedLigand_31">
            <a:extLst>
              <a:ext uri="{FF2B5EF4-FFF2-40B4-BE49-F238E27FC236}">
                <a16:creationId xmlns:a16="http://schemas.microsoft.com/office/drawing/2014/main" id="{9699B090-F1B0-48DC-AA65-911CBDFA41D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963" y="561309"/>
                </a:moveTo>
                <a:lnTo>
                  <a:pt x="1591252" y="5318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0" name="9wq3_5_tuned_PredictedLigand_32">
            <a:extLst>
              <a:ext uri="{FF2B5EF4-FFF2-40B4-BE49-F238E27FC236}">
                <a16:creationId xmlns:a16="http://schemas.microsoft.com/office/drawing/2014/main" id="{8626AAC9-6D8A-4E10-9395-9A25BB560CA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6368" y="834949"/>
                </a:moveTo>
                <a:lnTo>
                  <a:pt x="610169" y="7733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1" name="9wq3_5_tuned_PredictedLigand_33">
            <a:extLst>
              <a:ext uri="{FF2B5EF4-FFF2-40B4-BE49-F238E27FC236}">
                <a16:creationId xmlns:a16="http://schemas.microsoft.com/office/drawing/2014/main" id="{16BBD5EA-3897-4E2B-BAAE-874BD7D3347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2699" y="639856"/>
                </a:moveTo>
                <a:lnTo>
                  <a:pt x="2201409" y="668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2" name="9wq3_5_tuned_PredictedLigand_34">
            <a:extLst>
              <a:ext uri="{FF2B5EF4-FFF2-40B4-BE49-F238E27FC236}">
                <a16:creationId xmlns:a16="http://schemas.microsoft.com/office/drawing/2014/main" id="{267C3BC6-5A42-4384-9A81-D3BBD877CA4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093" y="740473"/>
                </a:moveTo>
                <a:lnTo>
                  <a:pt x="371967" y="8188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3" name="9wq3_5_tuned_PredictedLigand_35">
            <a:extLst>
              <a:ext uri="{FF2B5EF4-FFF2-40B4-BE49-F238E27FC236}">
                <a16:creationId xmlns:a16="http://schemas.microsoft.com/office/drawing/2014/main" id="{54C632EE-ADD4-4719-A6A9-7680BE8F7C3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4" name="9wq3_5_tuned_PredictedLigand_36">
            <a:extLst>
              <a:ext uri="{FF2B5EF4-FFF2-40B4-BE49-F238E27FC236}">
                <a16:creationId xmlns:a16="http://schemas.microsoft.com/office/drawing/2014/main" id="{EA7C4996-6B9C-4B30-BB66-F242825A78F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8106" y="768194"/>
                </a:moveTo>
                <a:lnTo>
                  <a:pt x="1999829" y="841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5" name="9wq3_5_tuned_PredictedLigand_37">
            <a:extLst>
              <a:ext uri="{FF2B5EF4-FFF2-40B4-BE49-F238E27FC236}">
                <a16:creationId xmlns:a16="http://schemas.microsoft.com/office/drawing/2014/main" id="{277DEE4F-3ABF-4E28-87E3-2EFC9E06BE1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9647" y="6782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6" name="9wq3_5_tuned_PredictedLigand_38">
            <a:extLst>
              <a:ext uri="{FF2B5EF4-FFF2-40B4-BE49-F238E27FC236}">
                <a16:creationId xmlns:a16="http://schemas.microsoft.com/office/drawing/2014/main" id="{7ACB5F00-B9B3-4C37-B9A1-F9792B3EC13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27935" y="381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7" name="9wq3_5_tuned_PredictedLigand_39">
            <a:extLst>
              <a:ext uri="{FF2B5EF4-FFF2-40B4-BE49-F238E27FC236}">
                <a16:creationId xmlns:a16="http://schemas.microsoft.com/office/drawing/2014/main" id="{2C51C838-48D5-4482-9F8B-0756A1C9945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1967" y="818882"/>
                </a:moveTo>
                <a:lnTo>
                  <a:pt x="536368" y="8349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8" name="9wq3_5_tuned_PredictedLigand_40">
            <a:extLst>
              <a:ext uri="{FF2B5EF4-FFF2-40B4-BE49-F238E27FC236}">
                <a16:creationId xmlns:a16="http://schemas.microsoft.com/office/drawing/2014/main" id="{99ED0DED-D349-4BCD-9048-8A0705D2E93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2862" y="1224006"/>
                </a:moveTo>
                <a:lnTo>
                  <a:pt x="1440942" y="12907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9" name="9wq3_5_tuned_PredictedLigand_41">
            <a:extLst>
              <a:ext uri="{FF2B5EF4-FFF2-40B4-BE49-F238E27FC236}">
                <a16:creationId xmlns:a16="http://schemas.microsoft.com/office/drawing/2014/main" id="{DA20BA2A-90D1-46BC-AB71-6C90F01E2A3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068106" y="7681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0" name="9wq3_5_tuned_PredictedLigand_42">
            <a:extLst>
              <a:ext uri="{FF2B5EF4-FFF2-40B4-BE49-F238E27FC236}">
                <a16:creationId xmlns:a16="http://schemas.microsoft.com/office/drawing/2014/main" id="{6E3B54B9-86A2-4570-8C75-627F41B3864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9647" y="678237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1" name="9wq3_5_tuned_PredictedLigand_43">
            <a:extLst>
              <a:ext uri="{FF2B5EF4-FFF2-40B4-BE49-F238E27FC236}">
                <a16:creationId xmlns:a16="http://schemas.microsoft.com/office/drawing/2014/main" id="{F5705D92-5903-45D4-9F4C-0D9B46C9C23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898" y="855035"/>
                </a:moveTo>
                <a:lnTo>
                  <a:pt x="1761441" y="9707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2" name="9wq3_5_tuned_PredictedLigand_44">
            <a:extLst>
              <a:ext uri="{FF2B5EF4-FFF2-40B4-BE49-F238E27FC236}">
                <a16:creationId xmlns:a16="http://schemas.microsoft.com/office/drawing/2014/main" id="{24DF32EA-1C5A-4360-9553-0CA64E24AA3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682180" y="11264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3" name="9wq3_5_tuned_PredictedLigand_45">
            <a:extLst>
              <a:ext uri="{FF2B5EF4-FFF2-40B4-BE49-F238E27FC236}">
                <a16:creationId xmlns:a16="http://schemas.microsoft.com/office/drawing/2014/main" id="{AC2B1205-8938-4813-AAA5-4DA0E12DDD0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2180" y="1126434"/>
                </a:moveTo>
                <a:lnTo>
                  <a:pt x="1544504" y="11190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4" name="9wq3_5_tuned_PredictedLigand_46">
            <a:extLst>
              <a:ext uri="{FF2B5EF4-FFF2-40B4-BE49-F238E27FC236}">
                <a16:creationId xmlns:a16="http://schemas.microsoft.com/office/drawing/2014/main" id="{B68FB53F-F1C2-4D8B-81D0-0816259C002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274197" y="602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5" name="9wq3_5_tuned_PredictedLigand_47">
            <a:extLst>
              <a:ext uri="{FF2B5EF4-FFF2-40B4-BE49-F238E27FC236}">
                <a16:creationId xmlns:a16="http://schemas.microsoft.com/office/drawing/2014/main" id="{B0A30ED5-0D23-460F-AA52-4DE1BAAD733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6" name="9wq3_5_tuned_PredictedLigand_48">
            <a:extLst>
              <a:ext uri="{FF2B5EF4-FFF2-40B4-BE49-F238E27FC236}">
                <a16:creationId xmlns:a16="http://schemas.microsoft.com/office/drawing/2014/main" id="{5BB38590-14CD-40F0-BFCF-F865DD23B26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402862" y="12240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7" name="9wq3_5_tuned_PredictedLigand_49">
            <a:extLst>
              <a:ext uri="{FF2B5EF4-FFF2-40B4-BE49-F238E27FC236}">
                <a16:creationId xmlns:a16="http://schemas.microsoft.com/office/drawing/2014/main" id="{D3B3106D-342F-4F00-A015-D8C8A987250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501174" y="9379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8" name="9wq3_5_tuned_PredictedLigand_50">
            <a:extLst>
              <a:ext uri="{FF2B5EF4-FFF2-40B4-BE49-F238E27FC236}">
                <a16:creationId xmlns:a16="http://schemas.microsoft.com/office/drawing/2014/main" id="{3DE91C14-4F55-4820-BCCC-5F27D1C748D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511461" y="8869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9" name="9wq3_5_tuned_PredictedAtoms_0">
            <a:extLst>
              <a:ext uri="{FF2B5EF4-FFF2-40B4-BE49-F238E27FC236}">
                <a16:creationId xmlns:a16="http://schemas.microsoft.com/office/drawing/2014/main" id="{C5E1A51C-6D33-4CFC-9654-4DD49487E698}"/>
              </a:ext>
            </a:extLst>
          </p:cNvPr>
          <p:cNvSpPr>
            <a:spLocks noGrp="1"/>
          </p:cNvSpPr>
          <p:nvPr/>
        </p:nvSpPr>
        <p:spPr>
          <a:xfrm>
            <a:off x="4126028" y="108417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0" name="9wq3_5_tuned_PredictedAtoms_1">
            <a:extLst>
              <a:ext uri="{FF2B5EF4-FFF2-40B4-BE49-F238E27FC236}">
                <a16:creationId xmlns:a16="http://schemas.microsoft.com/office/drawing/2014/main" id="{56998435-A497-4E9C-A115-E62BD492D757}"/>
              </a:ext>
            </a:extLst>
          </p:cNvPr>
          <p:cNvSpPr>
            <a:spLocks noGrp="1"/>
          </p:cNvSpPr>
          <p:nvPr/>
        </p:nvSpPr>
        <p:spPr>
          <a:xfrm>
            <a:off x="4189135" y="106848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1" name="9wq3_5_tuned_PredictedAtoms_2">
            <a:extLst>
              <a:ext uri="{FF2B5EF4-FFF2-40B4-BE49-F238E27FC236}">
                <a16:creationId xmlns:a16="http://schemas.microsoft.com/office/drawing/2014/main" id="{FA6839D0-F05B-4DFA-8635-03D0FEBA413A}"/>
              </a:ext>
            </a:extLst>
          </p:cNvPr>
          <p:cNvSpPr>
            <a:spLocks noGrp="1"/>
          </p:cNvSpPr>
          <p:nvPr/>
        </p:nvSpPr>
        <p:spPr>
          <a:xfrm>
            <a:off x="4109812" y="105831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2" name="9wq3_5_tuned_PredictedAtoms_3">
            <a:extLst>
              <a:ext uri="{FF2B5EF4-FFF2-40B4-BE49-F238E27FC236}">
                <a16:creationId xmlns:a16="http://schemas.microsoft.com/office/drawing/2014/main" id="{80F72A92-5A9C-43CD-8958-8ECCECE65269}"/>
              </a:ext>
            </a:extLst>
          </p:cNvPr>
          <p:cNvSpPr>
            <a:spLocks noGrp="1"/>
          </p:cNvSpPr>
          <p:nvPr/>
        </p:nvSpPr>
        <p:spPr>
          <a:xfrm>
            <a:off x="3954685" y="105058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3" name="9wq3_5_tuned_PredictedAtoms_4">
            <a:extLst>
              <a:ext uri="{FF2B5EF4-FFF2-40B4-BE49-F238E27FC236}">
                <a16:creationId xmlns:a16="http://schemas.microsoft.com/office/drawing/2014/main" id="{D62655B9-97CD-46C8-8CBA-9D8217564E77}"/>
              </a:ext>
            </a:extLst>
          </p:cNvPr>
          <p:cNvSpPr>
            <a:spLocks noGrp="1"/>
          </p:cNvSpPr>
          <p:nvPr/>
        </p:nvSpPr>
        <p:spPr>
          <a:xfrm>
            <a:off x="3960343" y="104271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4" name="9wq3_5_tuned_PredictedAtoms_5">
            <a:extLst>
              <a:ext uri="{FF2B5EF4-FFF2-40B4-BE49-F238E27FC236}">
                <a16:creationId xmlns:a16="http://schemas.microsoft.com/office/drawing/2014/main" id="{639271F1-CB4A-4D03-A5C3-D668CFB08EC6}"/>
              </a:ext>
            </a:extLst>
          </p:cNvPr>
          <p:cNvSpPr>
            <a:spLocks noGrp="1"/>
          </p:cNvSpPr>
          <p:nvPr/>
        </p:nvSpPr>
        <p:spPr>
          <a:xfrm>
            <a:off x="3808877" y="103710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5" name="9wq3_5_tuned_PredictedAtoms_6">
            <a:extLst>
              <a:ext uri="{FF2B5EF4-FFF2-40B4-BE49-F238E27FC236}">
                <a16:creationId xmlns:a16="http://schemas.microsoft.com/office/drawing/2014/main" id="{7CFF4232-8702-45A4-961E-F541BBA27647}"/>
              </a:ext>
            </a:extLst>
          </p:cNvPr>
          <p:cNvSpPr>
            <a:spLocks noGrp="1"/>
          </p:cNvSpPr>
          <p:nvPr/>
        </p:nvSpPr>
        <p:spPr>
          <a:xfrm>
            <a:off x="3701170" y="104139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6" name="9wq3_5_tuned_PredictedAtoms_7">
            <a:extLst>
              <a:ext uri="{FF2B5EF4-FFF2-40B4-BE49-F238E27FC236}">
                <a16:creationId xmlns:a16="http://schemas.microsoft.com/office/drawing/2014/main" id="{C9328E72-AA2F-4568-8B41-F87BBFE41E03}"/>
              </a:ext>
            </a:extLst>
          </p:cNvPr>
          <p:cNvSpPr>
            <a:spLocks noGrp="1"/>
          </p:cNvSpPr>
          <p:nvPr/>
        </p:nvSpPr>
        <p:spPr>
          <a:xfrm>
            <a:off x="3528628" y="103928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7" name="9wq3_5_tuned_PredictedAtoms_8">
            <a:extLst>
              <a:ext uri="{FF2B5EF4-FFF2-40B4-BE49-F238E27FC236}">
                <a16:creationId xmlns:a16="http://schemas.microsoft.com/office/drawing/2014/main" id="{646A852A-328F-4C56-A7A9-221128BC07FA}"/>
              </a:ext>
            </a:extLst>
          </p:cNvPr>
          <p:cNvSpPr>
            <a:spLocks noGrp="1"/>
          </p:cNvSpPr>
          <p:nvPr/>
        </p:nvSpPr>
        <p:spPr>
          <a:xfrm>
            <a:off x="3436785" y="102991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8" name="9wq3_5_tuned_PredictedAtoms_9">
            <a:extLst>
              <a:ext uri="{FF2B5EF4-FFF2-40B4-BE49-F238E27FC236}">
                <a16:creationId xmlns:a16="http://schemas.microsoft.com/office/drawing/2014/main" id="{F743EC7B-4219-4BA5-B50C-838369276F10}"/>
              </a:ext>
            </a:extLst>
          </p:cNvPr>
          <p:cNvSpPr>
            <a:spLocks noGrp="1"/>
          </p:cNvSpPr>
          <p:nvPr/>
        </p:nvSpPr>
        <p:spPr>
          <a:xfrm>
            <a:off x="3461301" y="104683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9" name="9wq3_5_tuned_PredictedAtoms_10">
            <a:extLst>
              <a:ext uri="{FF2B5EF4-FFF2-40B4-BE49-F238E27FC236}">
                <a16:creationId xmlns:a16="http://schemas.microsoft.com/office/drawing/2014/main" id="{8B24FE8F-697E-4A22-A53B-4EC0E49F907E}"/>
              </a:ext>
            </a:extLst>
          </p:cNvPr>
          <p:cNvSpPr>
            <a:spLocks noGrp="1"/>
          </p:cNvSpPr>
          <p:nvPr/>
        </p:nvSpPr>
        <p:spPr>
          <a:xfrm>
            <a:off x="3556174" y="105467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0" name="9wq3_5_tuned_PredictedAtoms_11">
            <a:extLst>
              <a:ext uri="{FF2B5EF4-FFF2-40B4-BE49-F238E27FC236}">
                <a16:creationId xmlns:a16="http://schemas.microsoft.com/office/drawing/2014/main" id="{14F1320F-A5A9-4C30-AC0F-5C8C0B88D1C6}"/>
              </a:ext>
            </a:extLst>
          </p:cNvPr>
          <p:cNvSpPr>
            <a:spLocks noGrp="1"/>
          </p:cNvSpPr>
          <p:nvPr/>
        </p:nvSpPr>
        <p:spPr>
          <a:xfrm>
            <a:off x="3720575" y="105628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1" name="9wq3_5_tuned_PredictedAtoms_12">
            <a:extLst>
              <a:ext uri="{FF2B5EF4-FFF2-40B4-BE49-F238E27FC236}">
                <a16:creationId xmlns:a16="http://schemas.microsoft.com/office/drawing/2014/main" id="{63ADE263-C96A-475B-98BF-C4FDB201B6CB}"/>
              </a:ext>
            </a:extLst>
          </p:cNvPr>
          <p:cNvSpPr>
            <a:spLocks noGrp="1"/>
          </p:cNvSpPr>
          <p:nvPr/>
        </p:nvSpPr>
        <p:spPr>
          <a:xfrm>
            <a:off x="3794377" y="105012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2" name="9wq3_5_tuned_PredictedAtoms_13">
            <a:extLst>
              <a:ext uri="{FF2B5EF4-FFF2-40B4-BE49-F238E27FC236}">
                <a16:creationId xmlns:a16="http://schemas.microsoft.com/office/drawing/2014/main" id="{54EFF8DD-1367-45FA-A2E3-468E7684F35B}"/>
              </a:ext>
            </a:extLst>
          </p:cNvPr>
          <p:cNvSpPr>
            <a:spLocks noGrp="1"/>
          </p:cNvSpPr>
          <p:nvPr/>
        </p:nvSpPr>
        <p:spPr>
          <a:xfrm>
            <a:off x="4225961" y="104555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3" name="9wq3_5_tuned_PredictedAtoms_14">
            <a:extLst>
              <a:ext uri="{FF2B5EF4-FFF2-40B4-BE49-F238E27FC236}">
                <a16:creationId xmlns:a16="http://schemas.microsoft.com/office/drawing/2014/main" id="{EEE04E8B-7383-4628-A47B-A13BDCDC71EC}"/>
              </a:ext>
            </a:extLst>
          </p:cNvPr>
          <p:cNvSpPr>
            <a:spLocks noGrp="1"/>
          </p:cNvSpPr>
          <p:nvPr/>
        </p:nvSpPr>
        <p:spPr>
          <a:xfrm>
            <a:off x="4390419" y="105066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4" name="9wq3_5_tuned_PredictedAtoms_15">
            <a:extLst>
              <a:ext uri="{FF2B5EF4-FFF2-40B4-BE49-F238E27FC236}">
                <a16:creationId xmlns:a16="http://schemas.microsoft.com/office/drawing/2014/main" id="{BFDD3B21-8564-4A1A-9172-9E643A7FB99C}"/>
              </a:ext>
            </a:extLst>
          </p:cNvPr>
          <p:cNvSpPr>
            <a:spLocks noGrp="1"/>
          </p:cNvSpPr>
          <p:nvPr/>
        </p:nvSpPr>
        <p:spPr>
          <a:xfrm>
            <a:off x="4546298" y="104176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5" name="9wq3_5_tuned_PredictedAtoms_16">
            <a:extLst>
              <a:ext uri="{FF2B5EF4-FFF2-40B4-BE49-F238E27FC236}">
                <a16:creationId xmlns:a16="http://schemas.microsoft.com/office/drawing/2014/main" id="{7C844E58-654A-4DCE-9812-2094DD4668CC}"/>
              </a:ext>
            </a:extLst>
          </p:cNvPr>
          <p:cNvSpPr>
            <a:spLocks noGrp="1"/>
          </p:cNvSpPr>
          <p:nvPr/>
        </p:nvSpPr>
        <p:spPr>
          <a:xfrm>
            <a:off x="4586171" y="102891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6" name="9wq3_5_tuned_PredictedAtoms_17">
            <a:extLst>
              <a:ext uri="{FF2B5EF4-FFF2-40B4-BE49-F238E27FC236}">
                <a16:creationId xmlns:a16="http://schemas.microsoft.com/office/drawing/2014/main" id="{F3146BE5-89E5-42ED-9605-3D5EC875A3DF}"/>
              </a:ext>
            </a:extLst>
          </p:cNvPr>
          <p:cNvSpPr>
            <a:spLocks noGrp="1"/>
          </p:cNvSpPr>
          <p:nvPr/>
        </p:nvSpPr>
        <p:spPr>
          <a:xfrm>
            <a:off x="4775460" y="102596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7" name="9wq3_5_tuned_PredictedAtoms_18">
            <a:extLst>
              <a:ext uri="{FF2B5EF4-FFF2-40B4-BE49-F238E27FC236}">
                <a16:creationId xmlns:a16="http://schemas.microsoft.com/office/drawing/2014/main" id="{D4FE16D9-69A3-4F2A-874A-D897F802C9A2}"/>
              </a:ext>
            </a:extLst>
          </p:cNvPr>
          <p:cNvSpPr>
            <a:spLocks noGrp="1"/>
          </p:cNvSpPr>
          <p:nvPr/>
        </p:nvSpPr>
        <p:spPr>
          <a:xfrm>
            <a:off x="4836431" y="1024369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8" name="9wq3_5_tuned_PredictedAtoms_19">
            <a:extLst>
              <a:ext uri="{FF2B5EF4-FFF2-40B4-BE49-F238E27FC236}">
                <a16:creationId xmlns:a16="http://schemas.microsoft.com/office/drawing/2014/main" id="{70AC742A-54D2-4FED-A0A0-13262FC94C59}"/>
              </a:ext>
            </a:extLst>
          </p:cNvPr>
          <p:cNvSpPr>
            <a:spLocks noGrp="1"/>
          </p:cNvSpPr>
          <p:nvPr/>
        </p:nvSpPr>
        <p:spPr>
          <a:xfrm>
            <a:off x="4812143" y="101091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9" name="9wq3_5_tuned_PredictedAtoms_20">
            <a:extLst>
              <a:ext uri="{FF2B5EF4-FFF2-40B4-BE49-F238E27FC236}">
                <a16:creationId xmlns:a16="http://schemas.microsoft.com/office/drawing/2014/main" id="{A7423252-DC29-41BD-9C9E-A3080D959C00}"/>
              </a:ext>
            </a:extLst>
          </p:cNvPr>
          <p:cNvSpPr>
            <a:spLocks noGrp="1"/>
          </p:cNvSpPr>
          <p:nvPr/>
        </p:nvSpPr>
        <p:spPr>
          <a:xfrm>
            <a:off x="4843854" y="104061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0" name="9wq3_5_tuned_PredictedAtoms_21">
            <a:extLst>
              <a:ext uri="{FF2B5EF4-FFF2-40B4-BE49-F238E27FC236}">
                <a16:creationId xmlns:a16="http://schemas.microsoft.com/office/drawing/2014/main" id="{5298AA09-FFA5-459B-963B-15CE35FA144C}"/>
              </a:ext>
            </a:extLst>
          </p:cNvPr>
          <p:cNvSpPr>
            <a:spLocks noGrp="1"/>
          </p:cNvSpPr>
          <p:nvPr/>
        </p:nvSpPr>
        <p:spPr>
          <a:xfrm>
            <a:off x="4804105" y="105829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1" name="9wq3_5_tuned_PredictedAtoms_22">
            <a:extLst>
              <a:ext uri="{FF2B5EF4-FFF2-40B4-BE49-F238E27FC236}">
                <a16:creationId xmlns:a16="http://schemas.microsoft.com/office/drawing/2014/main" id="{9D88ED64-D8CD-4B48-B4C4-C0494079FE67}"/>
              </a:ext>
            </a:extLst>
          </p:cNvPr>
          <p:cNvSpPr>
            <a:spLocks noGrp="1"/>
          </p:cNvSpPr>
          <p:nvPr/>
        </p:nvSpPr>
        <p:spPr>
          <a:xfrm>
            <a:off x="4945648" y="106986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2" name="9wq3_5_tuned_PredictedAtoms_23">
            <a:extLst>
              <a:ext uri="{FF2B5EF4-FFF2-40B4-BE49-F238E27FC236}">
                <a16:creationId xmlns:a16="http://schemas.microsoft.com/office/drawing/2014/main" id="{16814731-2E48-4C4B-B8C0-8E221565DC36}"/>
              </a:ext>
            </a:extLst>
          </p:cNvPr>
          <p:cNvSpPr>
            <a:spLocks noGrp="1"/>
          </p:cNvSpPr>
          <p:nvPr/>
        </p:nvSpPr>
        <p:spPr>
          <a:xfrm>
            <a:off x="5050464" y="106688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3" name="9wq3_5_tuned_PredictedAtoms_24">
            <a:extLst>
              <a:ext uri="{FF2B5EF4-FFF2-40B4-BE49-F238E27FC236}">
                <a16:creationId xmlns:a16="http://schemas.microsoft.com/office/drawing/2014/main" id="{785DCE08-6EB9-4042-83B1-1FB949481BDE}"/>
              </a:ext>
            </a:extLst>
          </p:cNvPr>
          <p:cNvSpPr>
            <a:spLocks noGrp="1"/>
          </p:cNvSpPr>
          <p:nvPr/>
        </p:nvSpPr>
        <p:spPr>
          <a:xfrm>
            <a:off x="5035242" y="107230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4" name="9wq3_5_tuned_PredictedAtoms_25">
            <a:extLst>
              <a:ext uri="{FF2B5EF4-FFF2-40B4-BE49-F238E27FC236}">
                <a16:creationId xmlns:a16="http://schemas.microsoft.com/office/drawing/2014/main" id="{405C7E17-7D94-4411-AD5B-A0A74E63D5A4}"/>
              </a:ext>
            </a:extLst>
          </p:cNvPr>
          <p:cNvSpPr>
            <a:spLocks noGrp="1"/>
          </p:cNvSpPr>
          <p:nvPr/>
        </p:nvSpPr>
        <p:spPr>
          <a:xfrm>
            <a:off x="5158655" y="106442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5" name="9wq3_5_tuned_PredictedAtoms_26">
            <a:extLst>
              <a:ext uri="{FF2B5EF4-FFF2-40B4-BE49-F238E27FC236}">
                <a16:creationId xmlns:a16="http://schemas.microsoft.com/office/drawing/2014/main" id="{93C8E3E5-3051-45F9-84C2-AA30E79A0E00}"/>
              </a:ext>
            </a:extLst>
          </p:cNvPr>
          <p:cNvSpPr>
            <a:spLocks noGrp="1"/>
          </p:cNvSpPr>
          <p:nvPr/>
        </p:nvSpPr>
        <p:spPr>
          <a:xfrm>
            <a:off x="5250302" y="105475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6" name="9wq3_5_tuned_PredictedAtoms_27">
            <a:extLst>
              <a:ext uri="{FF2B5EF4-FFF2-40B4-BE49-F238E27FC236}">
                <a16:creationId xmlns:a16="http://schemas.microsoft.com/office/drawing/2014/main" id="{C9DE057A-C0AA-43EF-AC5D-3CC863023631}"/>
              </a:ext>
            </a:extLst>
          </p:cNvPr>
          <p:cNvSpPr>
            <a:spLocks noGrp="1"/>
          </p:cNvSpPr>
          <p:nvPr/>
        </p:nvSpPr>
        <p:spPr>
          <a:xfrm>
            <a:off x="5390033" y="104388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7" name="9wq3_5_tuned_PredictedAtoms_28">
            <a:extLst>
              <a:ext uri="{FF2B5EF4-FFF2-40B4-BE49-F238E27FC236}">
                <a16:creationId xmlns:a16="http://schemas.microsoft.com/office/drawing/2014/main" id="{E9603893-5318-43F7-B309-774EE9630B4D}"/>
              </a:ext>
            </a:extLst>
          </p:cNvPr>
          <p:cNvSpPr>
            <a:spLocks noGrp="1"/>
          </p:cNvSpPr>
          <p:nvPr/>
        </p:nvSpPr>
        <p:spPr>
          <a:xfrm>
            <a:off x="5453215" y="104115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8" name="9wq3_5_tuned_PredictedAtoms_29">
            <a:extLst>
              <a:ext uri="{FF2B5EF4-FFF2-40B4-BE49-F238E27FC236}">
                <a16:creationId xmlns:a16="http://schemas.microsoft.com/office/drawing/2014/main" id="{0303B709-485D-4B15-AE72-EA4E92DA3B4B}"/>
              </a:ext>
            </a:extLst>
          </p:cNvPr>
          <p:cNvSpPr>
            <a:spLocks noGrp="1"/>
          </p:cNvSpPr>
          <p:nvPr/>
        </p:nvSpPr>
        <p:spPr>
          <a:xfrm>
            <a:off x="5446907" y="103677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9" name="9wq3_5_tuned_PredictedAtoms_30">
            <a:extLst>
              <a:ext uri="{FF2B5EF4-FFF2-40B4-BE49-F238E27FC236}">
                <a16:creationId xmlns:a16="http://schemas.microsoft.com/office/drawing/2014/main" id="{521B4A20-461A-4A66-BF6C-314649153632}"/>
              </a:ext>
            </a:extLst>
          </p:cNvPr>
          <p:cNvSpPr>
            <a:spLocks noGrp="1"/>
          </p:cNvSpPr>
          <p:nvPr/>
        </p:nvSpPr>
        <p:spPr>
          <a:xfrm>
            <a:off x="5385617" y="103962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0" name="9wq3_5_tuned_PredictedAtoms_31">
            <a:extLst>
              <a:ext uri="{FF2B5EF4-FFF2-40B4-BE49-F238E27FC236}">
                <a16:creationId xmlns:a16="http://schemas.microsoft.com/office/drawing/2014/main" id="{825DDC56-AD7A-4AE9-86A8-68D779815F83}"/>
              </a:ext>
            </a:extLst>
          </p:cNvPr>
          <p:cNvSpPr>
            <a:spLocks noGrp="1"/>
          </p:cNvSpPr>
          <p:nvPr/>
        </p:nvSpPr>
        <p:spPr>
          <a:xfrm>
            <a:off x="5458404" y="103305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1" name="9wq3_5_tuned_PredictedAtoms_32">
            <a:extLst>
              <a:ext uri="{FF2B5EF4-FFF2-40B4-BE49-F238E27FC236}">
                <a16:creationId xmlns:a16="http://schemas.microsoft.com/office/drawing/2014/main" id="{47B96075-47D9-4DE8-95AC-A1A52B395BFF}"/>
              </a:ext>
            </a:extLst>
          </p:cNvPr>
          <p:cNvSpPr>
            <a:spLocks noGrp="1"/>
          </p:cNvSpPr>
          <p:nvPr/>
        </p:nvSpPr>
        <p:spPr>
          <a:xfrm>
            <a:off x="5252314" y="104960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2" name="9wq3_5_tuned_PredictedAtoms_33">
            <a:extLst>
              <a:ext uri="{FF2B5EF4-FFF2-40B4-BE49-F238E27FC236}">
                <a16:creationId xmlns:a16="http://schemas.microsoft.com/office/drawing/2014/main" id="{B41D561B-6357-4C14-B9C1-AE4F6E4712EF}"/>
              </a:ext>
            </a:extLst>
          </p:cNvPr>
          <p:cNvSpPr>
            <a:spLocks noGrp="1"/>
          </p:cNvSpPr>
          <p:nvPr/>
        </p:nvSpPr>
        <p:spPr>
          <a:xfrm>
            <a:off x="5184037" y="105696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3" name="9wq3_5_tuned_PredictedAtoms_34">
            <a:extLst>
              <a:ext uri="{FF2B5EF4-FFF2-40B4-BE49-F238E27FC236}">
                <a16:creationId xmlns:a16="http://schemas.microsoft.com/office/drawing/2014/main" id="{F90D5057-7BA3-485E-964B-9A511090D150}"/>
              </a:ext>
            </a:extLst>
          </p:cNvPr>
          <p:cNvSpPr>
            <a:spLocks noGrp="1"/>
          </p:cNvSpPr>
          <p:nvPr/>
        </p:nvSpPr>
        <p:spPr>
          <a:xfrm>
            <a:off x="4866387" y="108543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4" name="9wq3_5_tuned_PredictedAtoms_35">
            <a:extLst>
              <a:ext uri="{FF2B5EF4-FFF2-40B4-BE49-F238E27FC236}">
                <a16:creationId xmlns:a16="http://schemas.microsoft.com/office/drawing/2014/main" id="{300AAA8F-D3F9-4B1A-8857-6191A5E62935}"/>
              </a:ext>
            </a:extLst>
          </p:cNvPr>
          <p:cNvSpPr>
            <a:spLocks noGrp="1"/>
          </p:cNvSpPr>
          <p:nvPr/>
        </p:nvSpPr>
        <p:spPr>
          <a:xfrm>
            <a:off x="4728712" y="10846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5" name="9wq3_5_tuned_PredictedAtoms_36">
            <a:extLst>
              <a:ext uri="{FF2B5EF4-FFF2-40B4-BE49-F238E27FC236}">
                <a16:creationId xmlns:a16="http://schemas.microsoft.com/office/drawing/2014/main" id="{4599F79C-0195-4595-915B-981000F495A1}"/>
              </a:ext>
            </a:extLst>
          </p:cNvPr>
          <p:cNvSpPr>
            <a:spLocks noGrp="1"/>
          </p:cNvSpPr>
          <p:nvPr/>
        </p:nvSpPr>
        <p:spPr>
          <a:xfrm>
            <a:off x="4587070" y="109518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6" name="9wq3_5_tuned_PredictedAtoms_37">
            <a:extLst>
              <a:ext uri="{FF2B5EF4-FFF2-40B4-BE49-F238E27FC236}">
                <a16:creationId xmlns:a16="http://schemas.microsoft.com/office/drawing/2014/main" id="{EEADFDE6-7D25-485F-B31F-0D0D070B779E}"/>
              </a:ext>
            </a:extLst>
          </p:cNvPr>
          <p:cNvSpPr>
            <a:spLocks noGrp="1"/>
          </p:cNvSpPr>
          <p:nvPr/>
        </p:nvSpPr>
        <p:spPr>
          <a:xfrm>
            <a:off x="4625150" y="110186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7" name="9wq3_5_tuned_PredictedAtoms_38">
            <a:extLst>
              <a:ext uri="{FF2B5EF4-FFF2-40B4-BE49-F238E27FC236}">
                <a16:creationId xmlns:a16="http://schemas.microsoft.com/office/drawing/2014/main" id="{BC7C9FBD-27D0-41CC-99B2-97DA109EF6D0}"/>
              </a:ext>
            </a:extLst>
          </p:cNvPr>
          <p:cNvSpPr>
            <a:spLocks noGrp="1"/>
          </p:cNvSpPr>
          <p:nvPr/>
        </p:nvSpPr>
        <p:spPr>
          <a:xfrm>
            <a:off x="4515597" y="109492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8" name="9wq3_5_tuned_PredictedAtoms_39">
            <a:extLst>
              <a:ext uri="{FF2B5EF4-FFF2-40B4-BE49-F238E27FC236}">
                <a16:creationId xmlns:a16="http://schemas.microsoft.com/office/drawing/2014/main" id="{DE80E830-D8B6-4601-8FB8-F6EFC4EA9B7C}"/>
              </a:ext>
            </a:extLst>
          </p:cNvPr>
          <p:cNvSpPr>
            <a:spLocks noGrp="1"/>
          </p:cNvSpPr>
          <p:nvPr/>
        </p:nvSpPr>
        <p:spPr>
          <a:xfrm>
            <a:off x="4602748" y="109290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9" name="9wq3_5_tuned_PredictedAtoms_41">
            <a:extLst>
              <a:ext uri="{FF2B5EF4-FFF2-40B4-BE49-F238E27FC236}">
                <a16:creationId xmlns:a16="http://schemas.microsoft.com/office/drawing/2014/main" id="{96A2123E-E6F1-4533-AA8E-5692D9D6EB34}"/>
              </a:ext>
            </a:extLst>
          </p:cNvPr>
          <p:cNvSpPr>
            <a:spLocks noGrp="1"/>
          </p:cNvSpPr>
          <p:nvPr/>
        </p:nvSpPr>
        <p:spPr>
          <a:xfrm>
            <a:off x="4448212" y="107782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0" name="9wq3_5_tuned_PredictedAtoms_42">
            <a:extLst>
              <a:ext uri="{FF2B5EF4-FFF2-40B4-BE49-F238E27FC236}">
                <a16:creationId xmlns:a16="http://schemas.microsoft.com/office/drawing/2014/main" id="{19CF6259-0323-462C-A634-9DE1655F0057}"/>
              </a:ext>
            </a:extLst>
          </p:cNvPr>
          <p:cNvSpPr>
            <a:spLocks noGrp="1"/>
          </p:cNvSpPr>
          <p:nvPr/>
        </p:nvSpPr>
        <p:spPr>
          <a:xfrm>
            <a:off x="4369707" y="106536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1" name="9wq3_5_tuned_PredictedAtoms_43">
            <a:extLst>
              <a:ext uri="{FF2B5EF4-FFF2-40B4-BE49-F238E27FC236}">
                <a16:creationId xmlns:a16="http://schemas.microsoft.com/office/drawing/2014/main" id="{836B8E07-B3F2-495A-BC34-93EDFB2A9B69}"/>
              </a:ext>
            </a:extLst>
          </p:cNvPr>
          <p:cNvSpPr>
            <a:spLocks noGrp="1"/>
          </p:cNvSpPr>
          <p:nvPr/>
        </p:nvSpPr>
        <p:spPr>
          <a:xfrm>
            <a:off x="4685381" y="106658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2" name="9wq3_5_tuned_PredictedAtoms_44">
            <a:extLst>
              <a:ext uri="{FF2B5EF4-FFF2-40B4-BE49-F238E27FC236}">
                <a16:creationId xmlns:a16="http://schemas.microsoft.com/office/drawing/2014/main" id="{39E56DEC-C23B-4E25-96F7-1EC29782F32B}"/>
              </a:ext>
            </a:extLst>
          </p:cNvPr>
          <p:cNvSpPr>
            <a:spLocks noGrp="1"/>
          </p:cNvSpPr>
          <p:nvPr/>
        </p:nvSpPr>
        <p:spPr>
          <a:xfrm>
            <a:off x="4695669" y="106147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3" name="stage3-cases-main_54">
            <a:extLst>
              <a:ext uri="{FF2B5EF4-FFF2-40B4-BE49-F238E27FC236}">
                <a16:creationId xmlns:a16="http://schemas.microsoft.com/office/drawing/2014/main" id="{B69E2D8D-4638-4981-BA50-A105FA417FD9}"/>
              </a:ext>
            </a:extLst>
          </p:cNvPr>
          <p:cNvSpPr>
            <a:spLocks noGrp="1"/>
          </p:cNvSpPr>
          <p:nvPr/>
        </p:nvSpPr>
        <p:spPr>
          <a:xfrm>
            <a:off x="32004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1.41 Å   D 84%   Clash 0</a:t>
            </a:r>
          </a:p>
        </p:txBody>
      </p:sp>
      <p:sp>
        <p:nvSpPr>
          <p:cNvPr id="2194" name="9wq3_5_build_Receptor">
            <a:extLst>
              <a:ext uri="{FF2B5EF4-FFF2-40B4-BE49-F238E27FC236}">
                <a16:creationId xmlns:a16="http://schemas.microsoft.com/office/drawing/2014/main" id="{888C70D5-F2B1-470E-AE8A-E67945DF418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195" name="9wq3_5_build_ExperimentalDensity">
            <a:extLst>
              <a:ext uri="{FF2B5EF4-FFF2-40B4-BE49-F238E27FC236}">
                <a16:creationId xmlns:a16="http://schemas.microsoft.com/office/drawing/2014/main" id="{A36C9BCC-079B-44E9-A4B1-FA4DE01AF0D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196" name="9wq3_5_build_ReferenceLigand_0">
            <a:extLst>
              <a:ext uri="{FF2B5EF4-FFF2-40B4-BE49-F238E27FC236}">
                <a16:creationId xmlns:a16="http://schemas.microsoft.com/office/drawing/2014/main" id="{BE6F60C4-3B56-42AE-99AA-92DD58FE190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7" name="9wq3_5_build_ReferenceLigand_1">
            <a:extLst>
              <a:ext uri="{FF2B5EF4-FFF2-40B4-BE49-F238E27FC236}">
                <a16:creationId xmlns:a16="http://schemas.microsoft.com/office/drawing/2014/main" id="{1D22FBA8-F8C3-4E90-8583-9E73E89ED07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8" name="9wq3_5_build_ReferenceLigand_2">
            <a:extLst>
              <a:ext uri="{FF2B5EF4-FFF2-40B4-BE49-F238E27FC236}">
                <a16:creationId xmlns:a16="http://schemas.microsoft.com/office/drawing/2014/main" id="{2F7788EC-5817-4BBC-BA62-FAA2711CBEC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9" name="9wq3_5_build_ReferenceLigand_3">
            <a:extLst>
              <a:ext uri="{FF2B5EF4-FFF2-40B4-BE49-F238E27FC236}">
                <a16:creationId xmlns:a16="http://schemas.microsoft.com/office/drawing/2014/main" id="{025E57FB-B2F6-43A4-8F07-3E6CABF8C10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0" name="9wq3_5_build_ReferenceLigand_4">
            <a:extLst>
              <a:ext uri="{FF2B5EF4-FFF2-40B4-BE49-F238E27FC236}">
                <a16:creationId xmlns:a16="http://schemas.microsoft.com/office/drawing/2014/main" id="{82AFDE23-910F-482C-8DFF-4581F0B2368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1" name="9wq3_5_build_ReferenceLigand_5">
            <a:extLst>
              <a:ext uri="{FF2B5EF4-FFF2-40B4-BE49-F238E27FC236}">
                <a16:creationId xmlns:a16="http://schemas.microsoft.com/office/drawing/2014/main" id="{574150D7-643E-485C-A714-19121DF58CD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2" name="9wq3_5_build_ReferenceLigand_6">
            <a:extLst>
              <a:ext uri="{FF2B5EF4-FFF2-40B4-BE49-F238E27FC236}">
                <a16:creationId xmlns:a16="http://schemas.microsoft.com/office/drawing/2014/main" id="{1B506E82-2BB9-4FBE-BCFE-282E4978666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3" name="9wq3_5_build_ReferenceLigand_7">
            <a:extLst>
              <a:ext uri="{FF2B5EF4-FFF2-40B4-BE49-F238E27FC236}">
                <a16:creationId xmlns:a16="http://schemas.microsoft.com/office/drawing/2014/main" id="{2FB4189F-2128-445F-B4F1-88A86384AD0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4" name="9wq3_5_build_ReferenceLigand_8">
            <a:extLst>
              <a:ext uri="{FF2B5EF4-FFF2-40B4-BE49-F238E27FC236}">
                <a16:creationId xmlns:a16="http://schemas.microsoft.com/office/drawing/2014/main" id="{0232241B-ACB0-4B20-B528-AE464F63CBD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5" name="9wq3_5_build_ReferenceLigand_9">
            <a:extLst>
              <a:ext uri="{FF2B5EF4-FFF2-40B4-BE49-F238E27FC236}">
                <a16:creationId xmlns:a16="http://schemas.microsoft.com/office/drawing/2014/main" id="{76A3905C-9B97-4B5B-AF88-A73ABDCED9C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6" name="9wq3_5_build_ReferenceLigand_10">
            <a:extLst>
              <a:ext uri="{FF2B5EF4-FFF2-40B4-BE49-F238E27FC236}">
                <a16:creationId xmlns:a16="http://schemas.microsoft.com/office/drawing/2014/main" id="{1598DD0B-4933-4DE0-9777-83174C99008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7" name="9wq3_5_build_ReferenceLigand_11">
            <a:extLst>
              <a:ext uri="{FF2B5EF4-FFF2-40B4-BE49-F238E27FC236}">
                <a16:creationId xmlns:a16="http://schemas.microsoft.com/office/drawing/2014/main" id="{B86CE70E-E204-4E4F-AF61-61E406BB3395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8" name="9wq3_5_build_ReferenceLigand_12">
            <a:extLst>
              <a:ext uri="{FF2B5EF4-FFF2-40B4-BE49-F238E27FC236}">
                <a16:creationId xmlns:a16="http://schemas.microsoft.com/office/drawing/2014/main" id="{2A1B88C7-1AAE-4468-ACCD-F805B1077C6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9" name="9wq3_5_build_ReferenceLigand_13">
            <a:extLst>
              <a:ext uri="{FF2B5EF4-FFF2-40B4-BE49-F238E27FC236}">
                <a16:creationId xmlns:a16="http://schemas.microsoft.com/office/drawing/2014/main" id="{0A2EE547-9756-4B7C-B2D3-6E715256155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0" name="9wq3_5_build_ReferenceLigand_14">
            <a:extLst>
              <a:ext uri="{FF2B5EF4-FFF2-40B4-BE49-F238E27FC236}">
                <a16:creationId xmlns:a16="http://schemas.microsoft.com/office/drawing/2014/main" id="{FEA71441-08ED-4607-8D58-306822B552A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1" name="9wq3_5_build_ReferenceLigand_15">
            <a:extLst>
              <a:ext uri="{FF2B5EF4-FFF2-40B4-BE49-F238E27FC236}">
                <a16:creationId xmlns:a16="http://schemas.microsoft.com/office/drawing/2014/main" id="{8673D9A3-A116-40FE-B3EA-A35BB9898DA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2" name="9wq3_5_build_ReferenceLigand_16">
            <a:extLst>
              <a:ext uri="{FF2B5EF4-FFF2-40B4-BE49-F238E27FC236}">
                <a16:creationId xmlns:a16="http://schemas.microsoft.com/office/drawing/2014/main" id="{B1DF4108-0636-4AD4-8814-1B188ECC97F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3" name="9wq3_5_build_ReferenceLigand_17">
            <a:extLst>
              <a:ext uri="{FF2B5EF4-FFF2-40B4-BE49-F238E27FC236}">
                <a16:creationId xmlns:a16="http://schemas.microsoft.com/office/drawing/2014/main" id="{C6A09122-244C-42BA-856A-AF309AC36E1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4" name="9wq3_5_build_ReferenceLigand_18">
            <a:extLst>
              <a:ext uri="{FF2B5EF4-FFF2-40B4-BE49-F238E27FC236}">
                <a16:creationId xmlns:a16="http://schemas.microsoft.com/office/drawing/2014/main" id="{116E4C31-FA33-4EE1-96CD-FA0FC340E3D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5" name="9wq3_5_build_ReferenceLigand_19">
            <a:extLst>
              <a:ext uri="{FF2B5EF4-FFF2-40B4-BE49-F238E27FC236}">
                <a16:creationId xmlns:a16="http://schemas.microsoft.com/office/drawing/2014/main" id="{437FBE64-4CD0-45CB-BC27-746BDAE3CBD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6" name="9wq3_5_build_ReferenceLigand_20">
            <a:extLst>
              <a:ext uri="{FF2B5EF4-FFF2-40B4-BE49-F238E27FC236}">
                <a16:creationId xmlns:a16="http://schemas.microsoft.com/office/drawing/2014/main" id="{B5989A89-5518-4B8B-A384-708B4EEC34A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7" name="9wq3_5_build_ReferenceLigand_21">
            <a:extLst>
              <a:ext uri="{FF2B5EF4-FFF2-40B4-BE49-F238E27FC236}">
                <a16:creationId xmlns:a16="http://schemas.microsoft.com/office/drawing/2014/main" id="{1EEF1CE4-D1BB-4CE4-A847-FCA3C5E7631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8" name="9wq3_5_build_ReferenceLigand_22">
            <a:extLst>
              <a:ext uri="{FF2B5EF4-FFF2-40B4-BE49-F238E27FC236}">
                <a16:creationId xmlns:a16="http://schemas.microsoft.com/office/drawing/2014/main" id="{A8D45DEF-D737-4BF3-9F3D-8439962F0435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9" name="9wq3_5_build_ReferenceLigand_23">
            <a:extLst>
              <a:ext uri="{FF2B5EF4-FFF2-40B4-BE49-F238E27FC236}">
                <a16:creationId xmlns:a16="http://schemas.microsoft.com/office/drawing/2014/main" id="{05F53B11-83DB-4023-8C5B-F6DAC4A60D1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0" name="9wq3_5_build_ReferenceLigand_24">
            <a:extLst>
              <a:ext uri="{FF2B5EF4-FFF2-40B4-BE49-F238E27FC236}">
                <a16:creationId xmlns:a16="http://schemas.microsoft.com/office/drawing/2014/main" id="{34439B60-2F26-45CC-982B-DB69D671106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1" name="9wq3_5_build_ReferenceLigand_25">
            <a:extLst>
              <a:ext uri="{FF2B5EF4-FFF2-40B4-BE49-F238E27FC236}">
                <a16:creationId xmlns:a16="http://schemas.microsoft.com/office/drawing/2014/main" id="{21FE4724-2E51-4D58-84F4-3E3B32AB0A5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2" name="9wq3_5_build_ReferenceLigand_26">
            <a:extLst>
              <a:ext uri="{FF2B5EF4-FFF2-40B4-BE49-F238E27FC236}">
                <a16:creationId xmlns:a16="http://schemas.microsoft.com/office/drawing/2014/main" id="{99B8DA14-300C-4A31-9F36-9DCDA0B8AA6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3" name="9wq3_5_build_ReferenceLigand_27">
            <a:extLst>
              <a:ext uri="{FF2B5EF4-FFF2-40B4-BE49-F238E27FC236}">
                <a16:creationId xmlns:a16="http://schemas.microsoft.com/office/drawing/2014/main" id="{0C95BAC5-9241-419E-BD1F-1398AB54A24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4" name="9wq3_5_build_ReferenceLigand_28">
            <a:extLst>
              <a:ext uri="{FF2B5EF4-FFF2-40B4-BE49-F238E27FC236}">
                <a16:creationId xmlns:a16="http://schemas.microsoft.com/office/drawing/2014/main" id="{12910A2C-E556-49D6-9AA2-0AE0982B20D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5" name="9wq3_5_build_ReferenceLigand_29">
            <a:extLst>
              <a:ext uri="{FF2B5EF4-FFF2-40B4-BE49-F238E27FC236}">
                <a16:creationId xmlns:a16="http://schemas.microsoft.com/office/drawing/2014/main" id="{242A1FFE-5D98-4459-ACD3-AAB3140672A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6" name="9wq3_5_build_ReferenceLigand_30">
            <a:extLst>
              <a:ext uri="{FF2B5EF4-FFF2-40B4-BE49-F238E27FC236}">
                <a16:creationId xmlns:a16="http://schemas.microsoft.com/office/drawing/2014/main" id="{69D6A4B8-CD74-478E-9ABA-B60E45F66C5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7" name="9wq3_5_build_ReferenceLigand_31">
            <a:extLst>
              <a:ext uri="{FF2B5EF4-FFF2-40B4-BE49-F238E27FC236}">
                <a16:creationId xmlns:a16="http://schemas.microsoft.com/office/drawing/2014/main" id="{11F4C15F-8720-4215-AFA8-E0CBEEEFC81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8" name="9wq3_5_build_ReferenceLigand_32">
            <a:extLst>
              <a:ext uri="{FF2B5EF4-FFF2-40B4-BE49-F238E27FC236}">
                <a16:creationId xmlns:a16="http://schemas.microsoft.com/office/drawing/2014/main" id="{89C356EC-6C1A-4C9B-8B22-4B4044DE557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9" name="9wq3_5_build_ReferenceLigand_33">
            <a:extLst>
              <a:ext uri="{FF2B5EF4-FFF2-40B4-BE49-F238E27FC236}">
                <a16:creationId xmlns:a16="http://schemas.microsoft.com/office/drawing/2014/main" id="{685CB4CD-3F14-48FC-9F87-95BDE68F1E4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0" name="9wq3_5_build_ReferenceLigand_34">
            <a:extLst>
              <a:ext uri="{FF2B5EF4-FFF2-40B4-BE49-F238E27FC236}">
                <a16:creationId xmlns:a16="http://schemas.microsoft.com/office/drawing/2014/main" id="{ADBD5501-3EB9-4289-96B9-9C48D1CC285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1" name="9wq3_5_build_ReferenceLigand_35">
            <a:extLst>
              <a:ext uri="{FF2B5EF4-FFF2-40B4-BE49-F238E27FC236}">
                <a16:creationId xmlns:a16="http://schemas.microsoft.com/office/drawing/2014/main" id="{85314673-AE78-44A8-B98C-5FBABF3832A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2" name="9wq3_5_build_ReferenceLigand_36">
            <a:extLst>
              <a:ext uri="{FF2B5EF4-FFF2-40B4-BE49-F238E27FC236}">
                <a16:creationId xmlns:a16="http://schemas.microsoft.com/office/drawing/2014/main" id="{CE6B32CA-03AC-4F2D-B060-650283993D0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3" name="9wq3_5_build_ReferenceLigand_37">
            <a:extLst>
              <a:ext uri="{FF2B5EF4-FFF2-40B4-BE49-F238E27FC236}">
                <a16:creationId xmlns:a16="http://schemas.microsoft.com/office/drawing/2014/main" id="{2C2C27B3-F896-4E85-A9E3-75BA936446B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4" name="9wq3_5_build_ReferenceLigand_38">
            <a:extLst>
              <a:ext uri="{FF2B5EF4-FFF2-40B4-BE49-F238E27FC236}">
                <a16:creationId xmlns:a16="http://schemas.microsoft.com/office/drawing/2014/main" id="{D13DCBDC-B132-4132-94EE-B472E33E88B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5" name="9wq3_5_build_ReferenceLigand_39">
            <a:extLst>
              <a:ext uri="{FF2B5EF4-FFF2-40B4-BE49-F238E27FC236}">
                <a16:creationId xmlns:a16="http://schemas.microsoft.com/office/drawing/2014/main" id="{65657995-C541-4114-8C01-10AAC533ADA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6" name="9wq3_5_build_ReferenceLigand_40">
            <a:extLst>
              <a:ext uri="{FF2B5EF4-FFF2-40B4-BE49-F238E27FC236}">
                <a16:creationId xmlns:a16="http://schemas.microsoft.com/office/drawing/2014/main" id="{5A3E6249-B988-44EC-BDCA-E6FC66D4A14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7" name="9wq3_5_build_ReferenceLigand_41">
            <a:extLst>
              <a:ext uri="{FF2B5EF4-FFF2-40B4-BE49-F238E27FC236}">
                <a16:creationId xmlns:a16="http://schemas.microsoft.com/office/drawing/2014/main" id="{53F31D5F-0C42-4BB6-AA5B-6B5E74425C7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8" name="9wq3_5_build_ReferenceLigand_42">
            <a:extLst>
              <a:ext uri="{FF2B5EF4-FFF2-40B4-BE49-F238E27FC236}">
                <a16:creationId xmlns:a16="http://schemas.microsoft.com/office/drawing/2014/main" id="{5335B0E7-0AEB-4106-86C9-4AC1E8DC1C5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9" name="9wq3_5_build_ReferenceLigand_43">
            <a:extLst>
              <a:ext uri="{FF2B5EF4-FFF2-40B4-BE49-F238E27FC236}">
                <a16:creationId xmlns:a16="http://schemas.microsoft.com/office/drawing/2014/main" id="{9C7FA1B3-946A-4497-A8BA-729AC14B894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0" name="9wq3_5_build_ReferenceLigand_44">
            <a:extLst>
              <a:ext uri="{FF2B5EF4-FFF2-40B4-BE49-F238E27FC236}">
                <a16:creationId xmlns:a16="http://schemas.microsoft.com/office/drawing/2014/main" id="{3D3C3781-56EA-46D2-8267-743ABA21A76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1" name="9wq3_5_build_ReferenceLigand_45">
            <a:extLst>
              <a:ext uri="{FF2B5EF4-FFF2-40B4-BE49-F238E27FC236}">
                <a16:creationId xmlns:a16="http://schemas.microsoft.com/office/drawing/2014/main" id="{0587C0DE-41F0-4AC6-88A6-09054F8F8A6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2" name="9wq3_5_build_ReferenceLigand_46">
            <a:extLst>
              <a:ext uri="{FF2B5EF4-FFF2-40B4-BE49-F238E27FC236}">
                <a16:creationId xmlns:a16="http://schemas.microsoft.com/office/drawing/2014/main" id="{AFB27CAF-4CCB-40CD-B37B-B60600D3164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3" name="9wq3_5_build_ReferenceLigand_47">
            <a:extLst>
              <a:ext uri="{FF2B5EF4-FFF2-40B4-BE49-F238E27FC236}">
                <a16:creationId xmlns:a16="http://schemas.microsoft.com/office/drawing/2014/main" id="{8E1E4104-E885-4578-8159-C7ACC086479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4" name="9wq3_5_build_ReferenceLigand_48">
            <a:extLst>
              <a:ext uri="{FF2B5EF4-FFF2-40B4-BE49-F238E27FC236}">
                <a16:creationId xmlns:a16="http://schemas.microsoft.com/office/drawing/2014/main" id="{9EB97A77-14D6-4C14-B142-2C949B44F82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5" name="9wq3_5_build_ReferenceLigand_49">
            <a:extLst>
              <a:ext uri="{FF2B5EF4-FFF2-40B4-BE49-F238E27FC236}">
                <a16:creationId xmlns:a16="http://schemas.microsoft.com/office/drawing/2014/main" id="{B887B2E2-EBC6-427E-8B7D-4841E556E93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6" name="9wq3_5_build_ReferenceLigand_50">
            <a:extLst>
              <a:ext uri="{FF2B5EF4-FFF2-40B4-BE49-F238E27FC236}">
                <a16:creationId xmlns:a16="http://schemas.microsoft.com/office/drawing/2014/main" id="{C22F5D77-5531-4905-9536-74B44D7AF80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7" name="9wq3_5_build_PredictedLigand_0">
            <a:extLst>
              <a:ext uri="{FF2B5EF4-FFF2-40B4-BE49-F238E27FC236}">
                <a16:creationId xmlns:a16="http://schemas.microsoft.com/office/drawing/2014/main" id="{CF6CCAFA-3A0A-4EC2-B69F-D21A18F243A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72293" y="7286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48" name="9wq3_5_build_PredictedLigand_1">
            <a:extLst>
              <a:ext uri="{FF2B5EF4-FFF2-40B4-BE49-F238E27FC236}">
                <a16:creationId xmlns:a16="http://schemas.microsoft.com/office/drawing/2014/main" id="{C99A7AD4-4296-44EB-AF40-EEAFDAA0955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5363" y="5113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49" name="9wq3_5_build_PredictedLigand_2">
            <a:extLst>
              <a:ext uri="{FF2B5EF4-FFF2-40B4-BE49-F238E27FC236}">
                <a16:creationId xmlns:a16="http://schemas.microsoft.com/office/drawing/2014/main" id="{38EE12C1-764C-4D79-99A1-84687373850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2293" y="728655"/>
                </a:moveTo>
                <a:lnTo>
                  <a:pt x="2071619" y="835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0" name="9wq3_5_build_PredictedLigand_3">
            <a:extLst>
              <a:ext uri="{FF2B5EF4-FFF2-40B4-BE49-F238E27FC236}">
                <a16:creationId xmlns:a16="http://schemas.microsoft.com/office/drawing/2014/main" id="{D401D7BE-CFD9-4CB5-9FD8-B2608AF73B2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1582" y="8282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1" name="9wq3_5_build_PredictedLigand_4">
            <a:extLst>
              <a:ext uri="{FF2B5EF4-FFF2-40B4-BE49-F238E27FC236}">
                <a16:creationId xmlns:a16="http://schemas.microsoft.com/office/drawing/2014/main" id="{DD86545A-4841-44A3-A233-E5CDFC17FBB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156516" y="5724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2" name="9wq3_5_build_PredictedLigand_5">
            <a:extLst>
              <a:ext uri="{FF2B5EF4-FFF2-40B4-BE49-F238E27FC236}">
                <a16:creationId xmlns:a16="http://schemas.microsoft.com/office/drawing/2014/main" id="{CBF13D24-2990-445D-B6E5-613AFBF0054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619" y="835169"/>
                </a:moveTo>
                <a:lnTo>
                  <a:pt x="2062197" y="6993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3" name="9wq3_5_build_PredictedLigand_6">
            <a:extLst>
              <a:ext uri="{FF2B5EF4-FFF2-40B4-BE49-F238E27FC236}">
                <a16:creationId xmlns:a16="http://schemas.microsoft.com/office/drawing/2014/main" id="{30F97795-FD74-4171-97FF-B0AD3FBABF3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1868" y="674266"/>
                </a:moveTo>
                <a:lnTo>
                  <a:pt x="452517" y="5022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4" name="9wq3_5_build_PredictedLigand_7">
            <a:extLst>
              <a:ext uri="{FF2B5EF4-FFF2-40B4-BE49-F238E27FC236}">
                <a16:creationId xmlns:a16="http://schemas.microsoft.com/office/drawing/2014/main" id="{ACAFA841-F71D-4729-8DFF-916628DC50C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51261" y="11954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5" name="9wq3_5_build_PredictedLigand_8">
            <a:extLst>
              <a:ext uri="{FF2B5EF4-FFF2-40B4-BE49-F238E27FC236}">
                <a16:creationId xmlns:a16="http://schemas.microsoft.com/office/drawing/2014/main" id="{8E5BF5EC-8793-4A86-9B63-5001D8C8E9D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054" y="1011072"/>
                </a:moveTo>
                <a:lnTo>
                  <a:pt x="1147674" y="10911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6" name="9wq3_5_build_PredictedLigand_9">
            <a:extLst>
              <a:ext uri="{FF2B5EF4-FFF2-40B4-BE49-F238E27FC236}">
                <a16:creationId xmlns:a16="http://schemas.microsoft.com/office/drawing/2014/main" id="{01C356BA-8BC3-4806-BEA8-02536B1A016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7" name="9wq3_5_build_PredictedLigand_10">
            <a:extLst>
              <a:ext uri="{FF2B5EF4-FFF2-40B4-BE49-F238E27FC236}">
                <a16:creationId xmlns:a16="http://schemas.microsoft.com/office/drawing/2014/main" id="{0E22CA89-2185-4EA8-9FF2-02307828059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01858" y="9764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8" name="9wq3_5_build_PredictedLigand_11">
            <a:extLst>
              <a:ext uri="{FF2B5EF4-FFF2-40B4-BE49-F238E27FC236}">
                <a16:creationId xmlns:a16="http://schemas.microsoft.com/office/drawing/2014/main" id="{063FAA04-72D7-4851-BF52-D8266631114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88054" y="1011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9" name="9wq3_5_build_PredictedLigand_12">
            <a:extLst>
              <a:ext uri="{FF2B5EF4-FFF2-40B4-BE49-F238E27FC236}">
                <a16:creationId xmlns:a16="http://schemas.microsoft.com/office/drawing/2014/main" id="{F69892A7-F912-460D-AC23-FF4E0E48D225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562" y="573134"/>
                </a:moveTo>
                <a:lnTo>
                  <a:pt x="2361910" y="5691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0" name="9wq3_5_build_PredictedLigand_13">
            <a:extLst>
              <a:ext uri="{FF2B5EF4-FFF2-40B4-BE49-F238E27FC236}">
                <a16:creationId xmlns:a16="http://schemas.microsoft.com/office/drawing/2014/main" id="{547AA837-EF79-45B4-A29A-DE7D3373BE4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261" y="1195414"/>
                </a:moveTo>
                <a:lnTo>
                  <a:pt x="1247180" y="1262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1" name="9wq3_5_build_PredictedLigand_14">
            <a:extLst>
              <a:ext uri="{FF2B5EF4-FFF2-40B4-BE49-F238E27FC236}">
                <a16:creationId xmlns:a16="http://schemas.microsoft.com/office/drawing/2014/main" id="{10BC0D1A-B236-4C6E-8043-AADE5AAE323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311145" y="9495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2" name="9wq3_5_build_PredictedLigand_15">
            <a:extLst>
              <a:ext uri="{FF2B5EF4-FFF2-40B4-BE49-F238E27FC236}">
                <a16:creationId xmlns:a16="http://schemas.microsoft.com/office/drawing/2014/main" id="{FB0579BF-49EA-4517-B4D5-CF6F67FF92F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3" name="9wq3_5_build_PredictedLigand_16">
            <a:extLst>
              <a:ext uri="{FF2B5EF4-FFF2-40B4-BE49-F238E27FC236}">
                <a16:creationId xmlns:a16="http://schemas.microsoft.com/office/drawing/2014/main" id="{591B8474-885E-4834-8EFA-3BA618A838D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4" name="9wq3_5_build_PredictedLigand_17">
            <a:extLst>
              <a:ext uri="{FF2B5EF4-FFF2-40B4-BE49-F238E27FC236}">
                <a16:creationId xmlns:a16="http://schemas.microsoft.com/office/drawing/2014/main" id="{D61FDA40-7DCF-46FF-BFD6-1E19A58550E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2700" y="836002"/>
                </a:moveTo>
                <a:lnTo>
                  <a:pt x="988352" y="848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5" name="9wq3_5_build_PredictedLigand_18">
            <a:extLst>
              <a:ext uri="{FF2B5EF4-FFF2-40B4-BE49-F238E27FC236}">
                <a16:creationId xmlns:a16="http://schemas.microsoft.com/office/drawing/2014/main" id="{F08269E2-146A-4E9A-B451-FD667C5BE83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6" name="9wq3_5_build_PredictedLigand_19">
            <a:extLst>
              <a:ext uri="{FF2B5EF4-FFF2-40B4-BE49-F238E27FC236}">
                <a16:creationId xmlns:a16="http://schemas.microsoft.com/office/drawing/2014/main" id="{A72FB83F-1E8C-4DCC-A2D2-D6C6BBD5771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88393" y="842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7" name="9wq3_5_build_PredictedLigand_20">
            <a:extLst>
              <a:ext uri="{FF2B5EF4-FFF2-40B4-BE49-F238E27FC236}">
                <a16:creationId xmlns:a16="http://schemas.microsoft.com/office/drawing/2014/main" id="{26421F48-D411-4B9F-8BF1-BBFA32EC797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366123" y="4502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8" name="9wq3_5_build_PredictedLigand_21">
            <a:extLst>
              <a:ext uri="{FF2B5EF4-FFF2-40B4-BE49-F238E27FC236}">
                <a16:creationId xmlns:a16="http://schemas.microsoft.com/office/drawing/2014/main" id="{99623444-4356-493D-AB3C-B105E898AFC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81558" y="5379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9" name="9wq3_5_build_PredictedLigand_22">
            <a:extLst>
              <a:ext uri="{FF2B5EF4-FFF2-40B4-BE49-F238E27FC236}">
                <a16:creationId xmlns:a16="http://schemas.microsoft.com/office/drawing/2014/main" id="{3DC77ADB-C785-411D-B325-582104F0FCC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0" name="9wq3_5_build_PredictedLigand_23">
            <a:extLst>
              <a:ext uri="{FF2B5EF4-FFF2-40B4-BE49-F238E27FC236}">
                <a16:creationId xmlns:a16="http://schemas.microsoft.com/office/drawing/2014/main" id="{B0F91F14-9A87-4221-9EE5-8E935401DE9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456" y="886348"/>
                </a:moveTo>
                <a:lnTo>
                  <a:pt x="691407" y="8011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1" name="9wq3_5_build_PredictedLigand_24">
            <a:extLst>
              <a:ext uri="{FF2B5EF4-FFF2-40B4-BE49-F238E27FC236}">
                <a16:creationId xmlns:a16="http://schemas.microsoft.com/office/drawing/2014/main" id="{A337332C-2578-4173-B380-1A607D8B1B1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2" name="9wq3_5_build_PredictedLigand_25">
            <a:extLst>
              <a:ext uri="{FF2B5EF4-FFF2-40B4-BE49-F238E27FC236}">
                <a16:creationId xmlns:a16="http://schemas.microsoft.com/office/drawing/2014/main" id="{3E2C6BBD-EADB-4A1D-A25B-8154931F3F8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443" y="767886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3" name="9wq3_5_build_PredictedLigand_26">
            <a:extLst>
              <a:ext uri="{FF2B5EF4-FFF2-40B4-BE49-F238E27FC236}">
                <a16:creationId xmlns:a16="http://schemas.microsoft.com/office/drawing/2014/main" id="{141303E1-F6C0-47D8-8554-BDBFB4BD1F2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4699" y="590946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4" name="9wq3_5_build_PredictedLigand_27">
            <a:extLst>
              <a:ext uri="{FF2B5EF4-FFF2-40B4-BE49-F238E27FC236}">
                <a16:creationId xmlns:a16="http://schemas.microsoft.com/office/drawing/2014/main" id="{2E2951A8-FD02-47BB-877E-412ABAF1F04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270443" y="7678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5" name="9wq3_5_build_PredictedLigand_28">
            <a:extLst>
              <a:ext uri="{FF2B5EF4-FFF2-40B4-BE49-F238E27FC236}">
                <a16:creationId xmlns:a16="http://schemas.microsoft.com/office/drawing/2014/main" id="{EEBF8CF8-D08C-436A-A238-4906A4485D6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7180" y="1262586"/>
                </a:moveTo>
                <a:lnTo>
                  <a:pt x="1389630" y="13335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6" name="9wq3_5_build_PredictedLigand_29">
            <a:extLst>
              <a:ext uri="{FF2B5EF4-FFF2-40B4-BE49-F238E27FC236}">
                <a16:creationId xmlns:a16="http://schemas.microsoft.com/office/drawing/2014/main" id="{C21ECBB7-A6F7-4187-80B5-CEE11FB6652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667456" y="886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7" name="9wq3_5_build_PredictedLigand_30">
            <a:extLst>
              <a:ext uri="{FF2B5EF4-FFF2-40B4-BE49-F238E27FC236}">
                <a16:creationId xmlns:a16="http://schemas.microsoft.com/office/drawing/2014/main" id="{FE5234C9-1CA2-4F9B-825E-F87A6282778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6229" y="726299"/>
                </a:moveTo>
                <a:lnTo>
                  <a:pt x="867039" y="9397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8" name="9wq3_5_build_PredictedLigand_31">
            <a:extLst>
              <a:ext uri="{FF2B5EF4-FFF2-40B4-BE49-F238E27FC236}">
                <a16:creationId xmlns:a16="http://schemas.microsoft.com/office/drawing/2014/main" id="{18349760-132E-4C40-B18B-3FA831ECD96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2395" y="760831"/>
                </a:moveTo>
                <a:lnTo>
                  <a:pt x="1385839" y="628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9" name="9wq3_5_build_PredictedLigand_32">
            <a:extLst>
              <a:ext uri="{FF2B5EF4-FFF2-40B4-BE49-F238E27FC236}">
                <a16:creationId xmlns:a16="http://schemas.microsoft.com/office/drawing/2014/main" id="{D9204FB3-A627-4CD9-82A3-AA33B1099D0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1413" y="1007815"/>
                </a:moveTo>
                <a:lnTo>
                  <a:pt x="1998868" y="676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0" name="9wq3_5_build_PredictedLigand_33">
            <a:extLst>
              <a:ext uri="{FF2B5EF4-FFF2-40B4-BE49-F238E27FC236}">
                <a16:creationId xmlns:a16="http://schemas.microsoft.com/office/drawing/2014/main" id="{CF3ADA21-8920-4AB8-A152-831392F8B78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1" name="9wq3_5_build_PredictedLigand_34">
            <a:extLst>
              <a:ext uri="{FF2B5EF4-FFF2-40B4-BE49-F238E27FC236}">
                <a16:creationId xmlns:a16="http://schemas.microsoft.com/office/drawing/2014/main" id="{F77A7070-C941-478F-84E8-3A9B4BE9E86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2" name="9wq3_5_build_PredictedLigand_35">
            <a:extLst>
              <a:ext uri="{FF2B5EF4-FFF2-40B4-BE49-F238E27FC236}">
                <a16:creationId xmlns:a16="http://schemas.microsoft.com/office/drawing/2014/main" id="{D1DFE0C4-A51B-4D2D-A8BA-4FF50695E09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868" y="676134"/>
                </a:moveTo>
                <a:lnTo>
                  <a:pt x="2074699" y="590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3" name="9wq3_5_build_PredictedLigand_36">
            <a:extLst>
              <a:ext uri="{FF2B5EF4-FFF2-40B4-BE49-F238E27FC236}">
                <a16:creationId xmlns:a16="http://schemas.microsoft.com/office/drawing/2014/main" id="{6BBD33E5-E423-4C0D-8615-2B4E5209ABE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4" name="9wq3_5_build_PredictedLigand_37">
            <a:extLst>
              <a:ext uri="{FF2B5EF4-FFF2-40B4-BE49-F238E27FC236}">
                <a16:creationId xmlns:a16="http://schemas.microsoft.com/office/drawing/2014/main" id="{AC93E002-3F19-4649-A403-E8F6FFAF736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764" y="1333500"/>
                </a:moveTo>
                <a:lnTo>
                  <a:pt x="1513430" y="12203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5" name="9wq3_5_build_PredictedLigand_38">
            <a:extLst>
              <a:ext uri="{FF2B5EF4-FFF2-40B4-BE49-F238E27FC236}">
                <a16:creationId xmlns:a16="http://schemas.microsoft.com/office/drawing/2014/main" id="{1F94112F-ACB1-47DA-BF62-95E8AE6C301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6" name="9wq3_5_build_PredictedLigand_39">
            <a:extLst>
              <a:ext uri="{FF2B5EF4-FFF2-40B4-BE49-F238E27FC236}">
                <a16:creationId xmlns:a16="http://schemas.microsoft.com/office/drawing/2014/main" id="{6CD9CFAD-24D9-4F8D-89C7-6CF1ACBB12B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58879" y="5606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7" name="9wq3_5_build_PredictedLigand_40">
            <a:extLst>
              <a:ext uri="{FF2B5EF4-FFF2-40B4-BE49-F238E27FC236}">
                <a16:creationId xmlns:a16="http://schemas.microsoft.com/office/drawing/2014/main" id="{EDD65DD6-DCFC-452B-A649-D5F16645BD9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6127" y="1170705"/>
                </a:moveTo>
                <a:lnTo>
                  <a:pt x="1926902" y="10636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8" name="9wq3_5_build_PredictedLigand_41">
            <a:extLst>
              <a:ext uri="{FF2B5EF4-FFF2-40B4-BE49-F238E27FC236}">
                <a16:creationId xmlns:a16="http://schemas.microsoft.com/office/drawing/2014/main" id="{182398C8-1C0F-4368-AA36-9E249166919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358347" y="9288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9" name="9wq3_5_build_PredictedLigand_42">
            <a:extLst>
              <a:ext uri="{FF2B5EF4-FFF2-40B4-BE49-F238E27FC236}">
                <a16:creationId xmlns:a16="http://schemas.microsoft.com/office/drawing/2014/main" id="{86C64C13-2B98-49CF-B973-B56D961D655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3430" y="1220326"/>
                </a:moveTo>
                <a:lnTo>
                  <a:pt x="1648778" y="1107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0" name="9wq3_5_build_PredictedLigand_43">
            <a:extLst>
              <a:ext uri="{FF2B5EF4-FFF2-40B4-BE49-F238E27FC236}">
                <a16:creationId xmlns:a16="http://schemas.microsoft.com/office/drawing/2014/main" id="{355C2D99-6409-4C93-AE2F-560C6ECACE6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454" y="827535"/>
                </a:moveTo>
                <a:lnTo>
                  <a:pt x="1542395" y="760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1" name="9wq3_5_build_PredictedLigand_44">
            <a:extLst>
              <a:ext uri="{FF2B5EF4-FFF2-40B4-BE49-F238E27FC236}">
                <a16:creationId xmlns:a16="http://schemas.microsoft.com/office/drawing/2014/main" id="{8CD3EDCB-3A00-4516-A3B3-FAD64575865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039" y="939779"/>
                </a:moveTo>
                <a:lnTo>
                  <a:pt x="756810" y="7992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2" name="9wq3_5_build_PredictedLigand_45">
            <a:extLst>
              <a:ext uri="{FF2B5EF4-FFF2-40B4-BE49-F238E27FC236}">
                <a16:creationId xmlns:a16="http://schemas.microsoft.com/office/drawing/2014/main" id="{075DFC27-2088-40AB-8348-D68792F03DD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3" name="9wq3_5_build_PredictedLigand_46">
            <a:extLst>
              <a:ext uri="{FF2B5EF4-FFF2-40B4-BE49-F238E27FC236}">
                <a16:creationId xmlns:a16="http://schemas.microsoft.com/office/drawing/2014/main" id="{4E2CDAD0-41EF-4D21-AC48-A0D071AA30E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1849321" y="9409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4" name="9wq3_5_build_PredictedLigand_47">
            <a:extLst>
              <a:ext uri="{FF2B5EF4-FFF2-40B4-BE49-F238E27FC236}">
                <a16:creationId xmlns:a16="http://schemas.microsoft.com/office/drawing/2014/main" id="{C939351C-AEEC-4769-A2FF-382D103014A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536" y="982471"/>
                </a:moveTo>
                <a:lnTo>
                  <a:pt x="1556454" y="8275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5" name="9wq3_5_build_PredictedLigand_48">
            <a:extLst>
              <a:ext uri="{FF2B5EF4-FFF2-40B4-BE49-F238E27FC236}">
                <a16:creationId xmlns:a16="http://schemas.microsoft.com/office/drawing/2014/main" id="{AD03ACD1-DBAE-4CB9-BBAF-9E9BB0A0DFC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321" y="940969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6" name="9wq3_5_build_PredictedAtoms_0">
            <a:extLst>
              <a:ext uri="{FF2B5EF4-FFF2-40B4-BE49-F238E27FC236}">
                <a16:creationId xmlns:a16="http://schemas.microsoft.com/office/drawing/2014/main" id="{442FAE7C-B315-4360-A9D8-1B49DA5F676F}"/>
              </a:ext>
            </a:extLst>
          </p:cNvPr>
          <p:cNvSpPr>
            <a:spLocks noGrp="1"/>
          </p:cNvSpPr>
          <p:nvPr/>
        </p:nvSpPr>
        <p:spPr>
          <a:xfrm>
            <a:off x="7992669" y="110392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297" name="9wq3_5_build_PredictedAtoms_1">
            <a:extLst>
              <a:ext uri="{FF2B5EF4-FFF2-40B4-BE49-F238E27FC236}">
                <a16:creationId xmlns:a16="http://schemas.microsoft.com/office/drawing/2014/main" id="{735A4A5F-3BA0-4E82-81E9-F18C3F45A0E2}"/>
              </a:ext>
            </a:extLst>
          </p:cNvPr>
          <p:cNvSpPr>
            <a:spLocks noGrp="1"/>
          </p:cNvSpPr>
          <p:nvPr/>
        </p:nvSpPr>
        <p:spPr>
          <a:xfrm>
            <a:off x="7962135" y="108985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298" name="9wq3_5_build_PredictedAtoms_2">
            <a:extLst>
              <a:ext uri="{FF2B5EF4-FFF2-40B4-BE49-F238E27FC236}">
                <a16:creationId xmlns:a16="http://schemas.microsoft.com/office/drawing/2014/main" id="{8ECB43F0-4044-40FC-8A78-B5B5980F37DD}"/>
              </a:ext>
            </a:extLst>
          </p:cNvPr>
          <p:cNvSpPr>
            <a:spLocks noGrp="1"/>
          </p:cNvSpPr>
          <p:nvPr/>
        </p:nvSpPr>
        <p:spPr>
          <a:xfrm>
            <a:off x="8082910" y="107915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299" name="9wq3_5_build_PredictedAtoms_3">
            <a:extLst>
              <a:ext uri="{FF2B5EF4-FFF2-40B4-BE49-F238E27FC236}">
                <a16:creationId xmlns:a16="http://schemas.microsoft.com/office/drawing/2014/main" id="{AE683867-A108-4D97-9CD4-D42C478ED638}"/>
              </a:ext>
            </a:extLst>
          </p:cNvPr>
          <p:cNvSpPr>
            <a:spLocks noGrp="1"/>
          </p:cNvSpPr>
          <p:nvPr/>
        </p:nvSpPr>
        <p:spPr>
          <a:xfrm>
            <a:off x="8167420" y="107356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0" name="9wq3_5_build_PredictedAtoms_4">
            <a:extLst>
              <a:ext uri="{FF2B5EF4-FFF2-40B4-BE49-F238E27FC236}">
                <a16:creationId xmlns:a16="http://schemas.microsoft.com/office/drawing/2014/main" id="{1CD75414-7C6F-45D9-BB07-90114A49F268}"/>
              </a:ext>
            </a:extLst>
          </p:cNvPr>
          <p:cNvSpPr>
            <a:spLocks noGrp="1"/>
          </p:cNvSpPr>
          <p:nvPr/>
        </p:nvSpPr>
        <p:spPr>
          <a:xfrm>
            <a:off x="8154875" y="104040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1" name="9wq3_5_build_PredictedAtoms_5">
            <a:extLst>
              <a:ext uri="{FF2B5EF4-FFF2-40B4-BE49-F238E27FC236}">
                <a16:creationId xmlns:a16="http://schemas.microsoft.com/office/drawing/2014/main" id="{10402120-7C4B-4C2D-A9A1-884501520E11}"/>
              </a:ext>
            </a:extLst>
          </p:cNvPr>
          <p:cNvSpPr>
            <a:spLocks noGrp="1"/>
          </p:cNvSpPr>
          <p:nvPr/>
        </p:nvSpPr>
        <p:spPr>
          <a:xfrm>
            <a:off x="8230707" y="103188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2" name="9wq3_5_build_PredictedAtoms_6">
            <a:extLst>
              <a:ext uri="{FF2B5EF4-FFF2-40B4-BE49-F238E27FC236}">
                <a16:creationId xmlns:a16="http://schemas.microsoft.com/office/drawing/2014/main" id="{6E1FDAD9-D29B-4A80-BD5F-E4AC90171950}"/>
              </a:ext>
            </a:extLst>
          </p:cNvPr>
          <p:cNvSpPr>
            <a:spLocks noGrp="1"/>
          </p:cNvSpPr>
          <p:nvPr/>
        </p:nvSpPr>
        <p:spPr>
          <a:xfrm>
            <a:off x="8315570" y="103010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3" name="9wq3_5_build_PredictedAtoms_7">
            <a:extLst>
              <a:ext uri="{FF2B5EF4-FFF2-40B4-BE49-F238E27FC236}">
                <a16:creationId xmlns:a16="http://schemas.microsoft.com/office/drawing/2014/main" id="{93B4BF00-B60B-478F-87CC-ECCD818055FF}"/>
              </a:ext>
            </a:extLst>
          </p:cNvPr>
          <p:cNvSpPr>
            <a:spLocks noGrp="1"/>
          </p:cNvSpPr>
          <p:nvPr/>
        </p:nvSpPr>
        <p:spPr>
          <a:xfrm>
            <a:off x="8517918" y="102970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4" name="9wq3_5_build_PredictedAtoms_8">
            <a:extLst>
              <a:ext uri="{FF2B5EF4-FFF2-40B4-BE49-F238E27FC236}">
                <a16:creationId xmlns:a16="http://schemas.microsoft.com/office/drawing/2014/main" id="{3F96D1A7-D134-4E64-81F3-519B20BA4FA3}"/>
              </a:ext>
            </a:extLst>
          </p:cNvPr>
          <p:cNvSpPr>
            <a:spLocks noGrp="1"/>
          </p:cNvSpPr>
          <p:nvPr/>
        </p:nvSpPr>
        <p:spPr>
          <a:xfrm>
            <a:off x="8522130" y="101781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5" name="9wq3_5_build_PredictedAtoms_9">
            <a:extLst>
              <a:ext uri="{FF2B5EF4-FFF2-40B4-BE49-F238E27FC236}">
                <a16:creationId xmlns:a16="http://schemas.microsoft.com/office/drawing/2014/main" id="{09D3D954-51AE-4E28-9F6E-302A90DF7D6E}"/>
              </a:ext>
            </a:extLst>
          </p:cNvPr>
          <p:cNvSpPr>
            <a:spLocks noGrp="1"/>
          </p:cNvSpPr>
          <p:nvPr/>
        </p:nvSpPr>
        <p:spPr>
          <a:xfrm>
            <a:off x="8312524" y="103002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6" name="9wq3_5_build_PredictedAtoms_10">
            <a:extLst>
              <a:ext uri="{FF2B5EF4-FFF2-40B4-BE49-F238E27FC236}">
                <a16:creationId xmlns:a16="http://schemas.microsoft.com/office/drawing/2014/main" id="{19F08C01-61FF-4330-B547-A3E07861EA51}"/>
              </a:ext>
            </a:extLst>
          </p:cNvPr>
          <p:cNvSpPr>
            <a:spLocks noGrp="1"/>
          </p:cNvSpPr>
          <p:nvPr/>
        </p:nvSpPr>
        <p:spPr>
          <a:xfrm>
            <a:off x="8328300" y="104565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7" name="9wq3_5_build_PredictedAtoms_11">
            <a:extLst>
              <a:ext uri="{FF2B5EF4-FFF2-40B4-BE49-F238E27FC236}">
                <a16:creationId xmlns:a16="http://schemas.microsoft.com/office/drawing/2014/main" id="{A5B705B0-1C12-405C-B165-3287A316F85E}"/>
              </a:ext>
            </a:extLst>
          </p:cNvPr>
          <p:cNvSpPr>
            <a:spLocks noGrp="1"/>
          </p:cNvSpPr>
          <p:nvPr/>
        </p:nvSpPr>
        <p:spPr>
          <a:xfrm>
            <a:off x="8227626" y="105630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8" name="9wq3_5_build_PredictedAtoms_12">
            <a:extLst>
              <a:ext uri="{FF2B5EF4-FFF2-40B4-BE49-F238E27FC236}">
                <a16:creationId xmlns:a16="http://schemas.microsoft.com/office/drawing/2014/main" id="{E87CD575-D3B9-42FF-AED3-8B5D3D097A73}"/>
              </a:ext>
            </a:extLst>
          </p:cNvPr>
          <p:cNvSpPr>
            <a:spLocks noGrp="1"/>
          </p:cNvSpPr>
          <p:nvPr/>
        </p:nvSpPr>
        <p:spPr>
          <a:xfrm>
            <a:off x="8218205" y="104272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9" name="9wq3_5_build_PredictedAtoms_13">
            <a:extLst>
              <a:ext uri="{FF2B5EF4-FFF2-40B4-BE49-F238E27FC236}">
                <a16:creationId xmlns:a16="http://schemas.microsoft.com/office/drawing/2014/main" id="{E25B4A65-6A66-4511-9AA5-EAA3E4AD248B}"/>
              </a:ext>
            </a:extLst>
          </p:cNvPr>
          <p:cNvSpPr>
            <a:spLocks noGrp="1"/>
          </p:cNvSpPr>
          <p:nvPr/>
        </p:nvSpPr>
        <p:spPr>
          <a:xfrm>
            <a:off x="8005328" y="106688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0" name="9wq3_5_build_PredictedAtoms_14">
            <a:extLst>
              <a:ext uri="{FF2B5EF4-FFF2-40B4-BE49-F238E27FC236}">
                <a16:creationId xmlns:a16="http://schemas.microsoft.com/office/drawing/2014/main" id="{68037CC3-1E59-40A4-B1F1-716DB1AECC6D}"/>
              </a:ext>
            </a:extLst>
          </p:cNvPr>
          <p:cNvSpPr>
            <a:spLocks noGrp="1"/>
          </p:cNvSpPr>
          <p:nvPr/>
        </p:nvSpPr>
        <p:spPr>
          <a:xfrm>
            <a:off x="7844543" y="107103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1" name="9wq3_5_build_PredictedAtoms_15">
            <a:extLst>
              <a:ext uri="{FF2B5EF4-FFF2-40B4-BE49-F238E27FC236}">
                <a16:creationId xmlns:a16="http://schemas.microsoft.com/office/drawing/2014/main" id="{0EB591B5-C403-4C6D-A1A5-1C9593AA731C}"/>
              </a:ext>
            </a:extLst>
          </p:cNvPr>
          <p:cNvSpPr>
            <a:spLocks noGrp="1"/>
          </p:cNvSpPr>
          <p:nvPr/>
        </p:nvSpPr>
        <p:spPr>
          <a:xfrm>
            <a:off x="7712461" y="105554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2" name="9wq3_5_build_PredictedAtoms_16">
            <a:extLst>
              <a:ext uri="{FF2B5EF4-FFF2-40B4-BE49-F238E27FC236}">
                <a16:creationId xmlns:a16="http://schemas.microsoft.com/office/drawing/2014/main" id="{EB8CF7DB-F69E-4D7B-AEEE-3183A563EBEB}"/>
              </a:ext>
            </a:extLst>
          </p:cNvPr>
          <p:cNvSpPr>
            <a:spLocks noGrp="1"/>
          </p:cNvSpPr>
          <p:nvPr/>
        </p:nvSpPr>
        <p:spPr>
          <a:xfrm>
            <a:off x="7698403" y="104887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3" name="9wq3_5_build_PredictedAtoms_17">
            <a:extLst>
              <a:ext uri="{FF2B5EF4-FFF2-40B4-BE49-F238E27FC236}">
                <a16:creationId xmlns:a16="http://schemas.microsoft.com/office/drawing/2014/main" id="{0E55546C-D552-4203-BBC0-A8A8DE32B586}"/>
              </a:ext>
            </a:extLst>
          </p:cNvPr>
          <p:cNvSpPr>
            <a:spLocks noGrp="1"/>
          </p:cNvSpPr>
          <p:nvPr/>
        </p:nvSpPr>
        <p:spPr>
          <a:xfrm>
            <a:off x="7541847" y="103559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4" name="9wq3_5_build_PredictedAtoms_18">
            <a:extLst>
              <a:ext uri="{FF2B5EF4-FFF2-40B4-BE49-F238E27FC236}">
                <a16:creationId xmlns:a16="http://schemas.microsoft.com/office/drawing/2014/main" id="{874BEF3A-4830-4232-A5BB-779CB2FC3AE8}"/>
              </a:ext>
            </a:extLst>
          </p:cNvPr>
          <p:cNvSpPr>
            <a:spLocks noGrp="1"/>
          </p:cNvSpPr>
          <p:nvPr/>
        </p:nvSpPr>
        <p:spPr>
          <a:xfrm>
            <a:off x="7514887" y="102885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5" name="9wq3_5_build_PredictedAtoms_19">
            <a:extLst>
              <a:ext uri="{FF2B5EF4-FFF2-40B4-BE49-F238E27FC236}">
                <a16:creationId xmlns:a16="http://schemas.microsoft.com/office/drawing/2014/main" id="{21253A60-EB16-4905-9131-FA1F5A479827}"/>
              </a:ext>
            </a:extLst>
          </p:cNvPr>
          <p:cNvSpPr>
            <a:spLocks noGrp="1"/>
          </p:cNvSpPr>
          <p:nvPr/>
        </p:nvSpPr>
        <p:spPr>
          <a:xfrm>
            <a:off x="7537565" y="102658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6" name="9wq3_5_build_PredictedAtoms_20">
            <a:extLst>
              <a:ext uri="{FF2B5EF4-FFF2-40B4-BE49-F238E27FC236}">
                <a16:creationId xmlns:a16="http://schemas.microsoft.com/office/drawing/2014/main" id="{97E7B8FF-46DF-4D43-90DF-F7ECB0E0D797}"/>
              </a:ext>
            </a:extLst>
          </p:cNvPr>
          <p:cNvSpPr>
            <a:spLocks noGrp="1"/>
          </p:cNvSpPr>
          <p:nvPr/>
        </p:nvSpPr>
        <p:spPr>
          <a:xfrm>
            <a:off x="7426451" y="104957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7" name="9wq3_5_build_PredictedAtoms_21">
            <a:extLst>
              <a:ext uri="{FF2B5EF4-FFF2-40B4-BE49-F238E27FC236}">
                <a16:creationId xmlns:a16="http://schemas.microsoft.com/office/drawing/2014/main" id="{E1556241-555F-4A1B-A4C0-9E3DC200BEAC}"/>
              </a:ext>
            </a:extLst>
          </p:cNvPr>
          <p:cNvSpPr>
            <a:spLocks noGrp="1"/>
          </p:cNvSpPr>
          <p:nvPr/>
        </p:nvSpPr>
        <p:spPr>
          <a:xfrm>
            <a:off x="7298708" y="105638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8" name="9wq3_5_build_PredictedAtoms_22">
            <a:extLst>
              <a:ext uri="{FF2B5EF4-FFF2-40B4-BE49-F238E27FC236}">
                <a16:creationId xmlns:a16="http://schemas.microsoft.com/office/drawing/2014/main" id="{EFF9BD60-979A-4798-8F8B-CBA387F25CEA}"/>
              </a:ext>
            </a:extLst>
          </p:cNvPr>
          <p:cNvSpPr>
            <a:spLocks noGrp="1"/>
          </p:cNvSpPr>
          <p:nvPr/>
        </p:nvSpPr>
        <p:spPr>
          <a:xfrm>
            <a:off x="7144359" y="10576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9" name="9wq3_5_build_PredictedAtoms_23">
            <a:extLst>
              <a:ext uri="{FF2B5EF4-FFF2-40B4-BE49-F238E27FC236}">
                <a16:creationId xmlns:a16="http://schemas.microsoft.com/office/drawing/2014/main" id="{4CD32DC5-B90F-4C29-AA43-244C5039650C}"/>
              </a:ext>
            </a:extLst>
          </p:cNvPr>
          <p:cNvSpPr>
            <a:spLocks noGrp="1"/>
          </p:cNvSpPr>
          <p:nvPr/>
        </p:nvSpPr>
        <p:spPr>
          <a:xfrm>
            <a:off x="7092237" y="104541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0" name="9wq3_5_build_PredictedAtoms_24">
            <a:extLst>
              <a:ext uri="{FF2B5EF4-FFF2-40B4-BE49-F238E27FC236}">
                <a16:creationId xmlns:a16="http://schemas.microsoft.com/office/drawing/2014/main" id="{5199073D-17FC-4892-AA79-4786678DDC7C}"/>
              </a:ext>
            </a:extLst>
          </p:cNvPr>
          <p:cNvSpPr>
            <a:spLocks noGrp="1"/>
          </p:cNvSpPr>
          <p:nvPr/>
        </p:nvSpPr>
        <p:spPr>
          <a:xfrm>
            <a:off x="7023046" y="106676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1" name="9wq3_5_build_PredictedAtoms_25">
            <a:extLst>
              <a:ext uri="{FF2B5EF4-FFF2-40B4-BE49-F238E27FC236}">
                <a16:creationId xmlns:a16="http://schemas.microsoft.com/office/drawing/2014/main" id="{4569E0A2-3EF0-410C-ABB8-5239763DFB7E}"/>
              </a:ext>
            </a:extLst>
          </p:cNvPr>
          <p:cNvSpPr>
            <a:spLocks noGrp="1"/>
          </p:cNvSpPr>
          <p:nvPr/>
        </p:nvSpPr>
        <p:spPr>
          <a:xfrm>
            <a:off x="6912818" y="105271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2" name="9wq3_5_build_PredictedAtoms_26">
            <a:extLst>
              <a:ext uri="{FF2B5EF4-FFF2-40B4-BE49-F238E27FC236}">
                <a16:creationId xmlns:a16="http://schemas.microsoft.com/office/drawing/2014/main" id="{6A761CE9-E794-4F85-9356-F2C38C89C9B1}"/>
              </a:ext>
            </a:extLst>
          </p:cNvPr>
          <p:cNvSpPr>
            <a:spLocks noGrp="1"/>
          </p:cNvSpPr>
          <p:nvPr/>
        </p:nvSpPr>
        <p:spPr>
          <a:xfrm>
            <a:off x="6767876" y="104021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3" name="9wq3_5_build_PredictedAtoms_27">
            <a:extLst>
              <a:ext uri="{FF2B5EF4-FFF2-40B4-BE49-F238E27FC236}">
                <a16:creationId xmlns:a16="http://schemas.microsoft.com/office/drawing/2014/main" id="{69F5E7AB-341A-44B5-9E22-21ED781B0E6B}"/>
              </a:ext>
            </a:extLst>
          </p:cNvPr>
          <p:cNvSpPr>
            <a:spLocks noGrp="1"/>
          </p:cNvSpPr>
          <p:nvPr/>
        </p:nvSpPr>
        <p:spPr>
          <a:xfrm>
            <a:off x="6608525" y="102301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4" name="9wq3_5_build_PredictedAtoms_28">
            <a:extLst>
              <a:ext uri="{FF2B5EF4-FFF2-40B4-BE49-F238E27FC236}">
                <a16:creationId xmlns:a16="http://schemas.microsoft.com/office/drawing/2014/main" id="{CD9E96AB-F5D2-4702-B6D9-FD2B08310B7F}"/>
              </a:ext>
            </a:extLst>
          </p:cNvPr>
          <p:cNvSpPr>
            <a:spLocks noGrp="1"/>
          </p:cNvSpPr>
          <p:nvPr/>
        </p:nvSpPr>
        <p:spPr>
          <a:xfrm>
            <a:off x="6661370" y="102392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5" name="9wq3_5_build_PredictedAtoms_29">
            <a:extLst>
              <a:ext uri="{FF2B5EF4-FFF2-40B4-BE49-F238E27FC236}">
                <a16:creationId xmlns:a16="http://schemas.microsoft.com/office/drawing/2014/main" id="{9E1D5316-0178-4F76-AFDC-3A92F7720407}"/>
              </a:ext>
            </a:extLst>
          </p:cNvPr>
          <p:cNvSpPr>
            <a:spLocks noGrp="1"/>
          </p:cNvSpPr>
          <p:nvPr/>
        </p:nvSpPr>
        <p:spPr>
          <a:xfrm>
            <a:off x="6657589" y="105561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6" name="9wq3_5_build_PredictedAtoms_30">
            <a:extLst>
              <a:ext uri="{FF2B5EF4-FFF2-40B4-BE49-F238E27FC236}">
                <a16:creationId xmlns:a16="http://schemas.microsoft.com/office/drawing/2014/main" id="{587D035D-5E39-41BF-977E-42F589839897}"/>
              </a:ext>
            </a:extLst>
          </p:cNvPr>
          <p:cNvSpPr>
            <a:spLocks noGrp="1"/>
          </p:cNvSpPr>
          <p:nvPr/>
        </p:nvSpPr>
        <p:spPr>
          <a:xfrm>
            <a:off x="6644400" y="105702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7" name="9wq3_5_build_PredictedAtoms_31">
            <a:extLst>
              <a:ext uri="{FF2B5EF4-FFF2-40B4-BE49-F238E27FC236}">
                <a16:creationId xmlns:a16="http://schemas.microsoft.com/office/drawing/2014/main" id="{3EAA9E41-C1E9-4152-8D9D-92082B63AFA0}"/>
              </a:ext>
            </a:extLst>
          </p:cNvPr>
          <p:cNvSpPr>
            <a:spLocks noGrp="1"/>
          </p:cNvSpPr>
          <p:nvPr/>
        </p:nvSpPr>
        <p:spPr>
          <a:xfrm>
            <a:off x="6514354" y="106567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8" name="9wq3_5_build_PredictedAtoms_32">
            <a:extLst>
              <a:ext uri="{FF2B5EF4-FFF2-40B4-BE49-F238E27FC236}">
                <a16:creationId xmlns:a16="http://schemas.microsoft.com/office/drawing/2014/main" id="{71D4C81F-0F1F-408D-9E02-DC150DDF9706}"/>
              </a:ext>
            </a:extLst>
          </p:cNvPr>
          <p:cNvSpPr>
            <a:spLocks noGrp="1"/>
          </p:cNvSpPr>
          <p:nvPr/>
        </p:nvSpPr>
        <p:spPr>
          <a:xfrm>
            <a:off x="6823464" y="106142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9" name="9wq3_5_build_PredictedAtoms_33">
            <a:extLst>
              <a:ext uri="{FF2B5EF4-FFF2-40B4-BE49-F238E27FC236}">
                <a16:creationId xmlns:a16="http://schemas.microsoft.com/office/drawing/2014/main" id="{3D316C9F-D8D3-42AA-8C30-401A337F5D56}"/>
              </a:ext>
            </a:extLst>
          </p:cNvPr>
          <p:cNvSpPr>
            <a:spLocks noGrp="1"/>
          </p:cNvSpPr>
          <p:nvPr/>
        </p:nvSpPr>
        <p:spPr>
          <a:xfrm>
            <a:off x="6847414" y="105290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0" name="9wq3_5_build_PredictedAtoms_34">
            <a:extLst>
              <a:ext uri="{FF2B5EF4-FFF2-40B4-BE49-F238E27FC236}">
                <a16:creationId xmlns:a16="http://schemas.microsoft.com/office/drawing/2014/main" id="{2D4870C1-A6EB-4356-A673-FDC00D29906D}"/>
              </a:ext>
            </a:extLst>
          </p:cNvPr>
          <p:cNvSpPr>
            <a:spLocks noGrp="1"/>
          </p:cNvSpPr>
          <p:nvPr/>
        </p:nvSpPr>
        <p:spPr>
          <a:xfrm>
            <a:off x="7144061" y="107389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1" name="9wq3_5_build_PredictedAtoms_35">
            <a:extLst>
              <a:ext uri="{FF2B5EF4-FFF2-40B4-BE49-F238E27FC236}">
                <a16:creationId xmlns:a16="http://schemas.microsoft.com/office/drawing/2014/main" id="{B1D17A1E-A778-410D-A7FF-D53E3D638771}"/>
              </a:ext>
            </a:extLst>
          </p:cNvPr>
          <p:cNvSpPr>
            <a:spLocks noGrp="1"/>
          </p:cNvSpPr>
          <p:nvPr/>
        </p:nvSpPr>
        <p:spPr>
          <a:xfrm>
            <a:off x="7303681" y="108190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2" name="9wq3_5_build_PredictedAtoms_36">
            <a:extLst>
              <a:ext uri="{FF2B5EF4-FFF2-40B4-BE49-F238E27FC236}">
                <a16:creationId xmlns:a16="http://schemas.microsoft.com/office/drawing/2014/main" id="{C4025550-4560-4B9F-A870-DA10C25450F2}"/>
              </a:ext>
            </a:extLst>
          </p:cNvPr>
          <p:cNvSpPr>
            <a:spLocks noGrp="1"/>
          </p:cNvSpPr>
          <p:nvPr/>
        </p:nvSpPr>
        <p:spPr>
          <a:xfrm>
            <a:off x="7407269" y="1092329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3" name="9wq3_5_build_PredictedAtoms_37">
            <a:extLst>
              <a:ext uri="{FF2B5EF4-FFF2-40B4-BE49-F238E27FC236}">
                <a16:creationId xmlns:a16="http://schemas.microsoft.com/office/drawing/2014/main" id="{FE32C64E-0686-47E2-A6F0-F7EA0CEA43EE}"/>
              </a:ext>
            </a:extLst>
          </p:cNvPr>
          <p:cNvSpPr>
            <a:spLocks noGrp="1"/>
          </p:cNvSpPr>
          <p:nvPr/>
        </p:nvSpPr>
        <p:spPr>
          <a:xfrm>
            <a:off x="7403188" y="109904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4" name="9wq3_5_build_PredictedAtoms_41">
            <a:extLst>
              <a:ext uri="{FF2B5EF4-FFF2-40B4-BE49-F238E27FC236}">
                <a16:creationId xmlns:a16="http://schemas.microsoft.com/office/drawing/2014/main" id="{9BFA57B8-4B36-473F-8F56-04E432EEE9F4}"/>
              </a:ext>
            </a:extLst>
          </p:cNvPr>
          <p:cNvSpPr>
            <a:spLocks noGrp="1"/>
          </p:cNvSpPr>
          <p:nvPr/>
        </p:nvSpPr>
        <p:spPr>
          <a:xfrm>
            <a:off x="7669438" y="109482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5" name="9wq3_5_build_PredictedAtoms_42">
            <a:extLst>
              <a:ext uri="{FF2B5EF4-FFF2-40B4-BE49-F238E27FC236}">
                <a16:creationId xmlns:a16="http://schemas.microsoft.com/office/drawing/2014/main" id="{617BBDB3-BE0F-4307-BBE5-29DE936660BD}"/>
              </a:ext>
            </a:extLst>
          </p:cNvPr>
          <p:cNvSpPr>
            <a:spLocks noGrp="1"/>
          </p:cNvSpPr>
          <p:nvPr/>
        </p:nvSpPr>
        <p:spPr>
          <a:xfrm>
            <a:off x="7804786" y="10835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6" name="9wq3_5_build_PredictedAtoms_43">
            <a:extLst>
              <a:ext uri="{FF2B5EF4-FFF2-40B4-BE49-F238E27FC236}">
                <a16:creationId xmlns:a16="http://schemas.microsoft.com/office/drawing/2014/main" id="{0ECC068B-3D63-41AB-A9F1-6A2093F0DD2A}"/>
              </a:ext>
            </a:extLst>
          </p:cNvPr>
          <p:cNvSpPr>
            <a:spLocks noGrp="1"/>
          </p:cNvSpPr>
          <p:nvPr/>
        </p:nvSpPr>
        <p:spPr>
          <a:xfrm>
            <a:off x="7357865" y="107043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7" name="9wq3_5_build_PredictedAtoms_44">
            <a:extLst>
              <a:ext uri="{FF2B5EF4-FFF2-40B4-BE49-F238E27FC236}">
                <a16:creationId xmlns:a16="http://schemas.microsoft.com/office/drawing/2014/main" id="{3FC494D9-12D6-4378-9FA4-26B631D5C732}"/>
              </a:ext>
            </a:extLst>
          </p:cNvPr>
          <p:cNvSpPr>
            <a:spLocks noGrp="1"/>
          </p:cNvSpPr>
          <p:nvPr/>
        </p:nvSpPr>
        <p:spPr>
          <a:xfrm>
            <a:off x="7467153" y="106774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8" name="9wq3_5_build_Clashes_0">
            <a:extLst>
              <a:ext uri="{FF2B5EF4-FFF2-40B4-BE49-F238E27FC236}">
                <a16:creationId xmlns:a16="http://schemas.microsoft.com/office/drawing/2014/main" id="{E9BCB5B4-8890-45CC-B353-7C2A73AB38B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977617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39" name="9wq3_5_build_Clashes_1">
            <a:extLst>
              <a:ext uri="{FF2B5EF4-FFF2-40B4-BE49-F238E27FC236}">
                <a16:creationId xmlns:a16="http://schemas.microsoft.com/office/drawing/2014/main" id="{57345CB4-C842-4BEC-8365-FFD5F36B250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0" name="9wq3_5_build_Clashes_2">
            <a:extLst>
              <a:ext uri="{FF2B5EF4-FFF2-40B4-BE49-F238E27FC236}">
                <a16:creationId xmlns:a16="http://schemas.microsoft.com/office/drawing/2014/main" id="{9652392D-01CD-4A09-BFC0-35BCAA96174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605067" y="35180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1" name="9wq3_5_build_Clashes_3">
            <a:extLst>
              <a:ext uri="{FF2B5EF4-FFF2-40B4-BE49-F238E27FC236}">
                <a16:creationId xmlns:a16="http://schemas.microsoft.com/office/drawing/2014/main" id="{0B65F5FB-65C1-4B54-8BE0-610EA5F5B86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2" name="9wq3_5_build_Clashes_4">
            <a:extLst>
              <a:ext uri="{FF2B5EF4-FFF2-40B4-BE49-F238E27FC236}">
                <a16:creationId xmlns:a16="http://schemas.microsoft.com/office/drawing/2014/main" id="{0019E0A5-97FD-4206-AB4E-E5CDFD8DEAC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68043" y="38412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3" name="9wq3_5_build_Clashes_5">
            <a:extLst>
              <a:ext uri="{FF2B5EF4-FFF2-40B4-BE49-F238E27FC236}">
                <a16:creationId xmlns:a16="http://schemas.microsoft.com/office/drawing/2014/main" id="{6C820389-8E81-4EEC-854B-DC4FEC7F014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013071" y="48774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4" name="9wq3_5_build_Clashes_6">
            <a:extLst>
              <a:ext uri="{FF2B5EF4-FFF2-40B4-BE49-F238E27FC236}">
                <a16:creationId xmlns:a16="http://schemas.microsoft.com/office/drawing/2014/main" id="{8A72893F-84DD-446C-BECE-D4D8D97F99D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749227" y="85439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5" name="9wq3_5_build_Clashes_7">
            <a:extLst>
              <a:ext uri="{FF2B5EF4-FFF2-40B4-BE49-F238E27FC236}">
                <a16:creationId xmlns:a16="http://schemas.microsoft.com/office/drawing/2014/main" id="{B3B9A6DB-2124-4EC0-9BBC-E63BFD6737E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819853" y="55158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6" name="9wq3_5_build_Clashes_8">
            <a:extLst>
              <a:ext uri="{FF2B5EF4-FFF2-40B4-BE49-F238E27FC236}">
                <a16:creationId xmlns:a16="http://schemas.microsoft.com/office/drawing/2014/main" id="{8B46A5A4-3B9F-4A74-A50F-A502BD82B5C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503278" y="108915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7" name="9wq3_5_build_Clashes_9">
            <a:extLst>
              <a:ext uri="{FF2B5EF4-FFF2-40B4-BE49-F238E27FC236}">
                <a16:creationId xmlns:a16="http://schemas.microsoft.com/office/drawing/2014/main" id="{C6720110-91A8-4D12-8166-A4FF2D491A9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31053" y="100081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8" name="9wq3_5_build_ClashingReceptorAtoms_2">
            <a:extLst>
              <a:ext uri="{FF2B5EF4-FFF2-40B4-BE49-F238E27FC236}">
                <a16:creationId xmlns:a16="http://schemas.microsoft.com/office/drawing/2014/main" id="{90BCB3F7-C3A5-43B5-8F48-9E12E10FA00B}"/>
              </a:ext>
            </a:extLst>
          </p:cNvPr>
          <p:cNvSpPr>
            <a:spLocks noGrp="1"/>
          </p:cNvSpPr>
          <p:nvPr/>
        </p:nvSpPr>
        <p:spPr>
          <a:xfrm>
            <a:off x="8753455" y="100720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49" name="9wq3_5_build_ClashingReceptorAtoms_3">
            <a:extLst>
              <a:ext uri="{FF2B5EF4-FFF2-40B4-BE49-F238E27FC236}">
                <a16:creationId xmlns:a16="http://schemas.microsoft.com/office/drawing/2014/main" id="{1599B7AE-5410-4EA8-96C4-A9D2FD78E916}"/>
              </a:ext>
            </a:extLst>
          </p:cNvPr>
          <p:cNvSpPr>
            <a:spLocks noGrp="1"/>
          </p:cNvSpPr>
          <p:nvPr/>
        </p:nvSpPr>
        <p:spPr>
          <a:xfrm>
            <a:off x="8602320" y="1008682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0" name="9wq3_5_build_ClashingReceptorAtoms_4">
            <a:extLst>
              <a:ext uri="{FF2B5EF4-FFF2-40B4-BE49-F238E27FC236}">
                <a16:creationId xmlns:a16="http://schemas.microsoft.com/office/drawing/2014/main" id="{D66870F4-EDD9-44E7-A207-3C3702848CBC}"/>
              </a:ext>
            </a:extLst>
          </p:cNvPr>
          <p:cNvSpPr>
            <a:spLocks noGrp="1"/>
          </p:cNvSpPr>
          <p:nvPr/>
        </p:nvSpPr>
        <p:spPr>
          <a:xfrm>
            <a:off x="8316431" y="1010438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1" name="9wq3_5_build_ClashingReceptorAtoms_5">
            <a:extLst>
              <a:ext uri="{FF2B5EF4-FFF2-40B4-BE49-F238E27FC236}">
                <a16:creationId xmlns:a16="http://schemas.microsoft.com/office/drawing/2014/main" id="{1A69E4FC-EFEE-4E2B-B8F8-2EC624ED1AE5}"/>
              </a:ext>
            </a:extLst>
          </p:cNvPr>
          <p:cNvSpPr>
            <a:spLocks noGrp="1"/>
          </p:cNvSpPr>
          <p:nvPr/>
        </p:nvSpPr>
        <p:spPr>
          <a:xfrm>
            <a:off x="8161458" y="1020800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2" name="9wq3_5_build_ClashingReceptorAtoms_6">
            <a:extLst>
              <a:ext uri="{FF2B5EF4-FFF2-40B4-BE49-F238E27FC236}">
                <a16:creationId xmlns:a16="http://schemas.microsoft.com/office/drawing/2014/main" id="{22E264F7-99D7-4061-840A-9BFDB98D306F}"/>
              </a:ext>
            </a:extLst>
          </p:cNvPr>
          <p:cNvSpPr>
            <a:spLocks noGrp="1"/>
          </p:cNvSpPr>
          <p:nvPr/>
        </p:nvSpPr>
        <p:spPr>
          <a:xfrm>
            <a:off x="6897614" y="1057465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3" name="9wq3_5_build_ClashingReceptorAtoms_7">
            <a:extLst>
              <a:ext uri="{FF2B5EF4-FFF2-40B4-BE49-F238E27FC236}">
                <a16:creationId xmlns:a16="http://schemas.microsoft.com/office/drawing/2014/main" id="{0F29BE1D-214D-4EA4-B6D8-6E495A5DC729}"/>
              </a:ext>
            </a:extLst>
          </p:cNvPr>
          <p:cNvSpPr>
            <a:spLocks noGrp="1"/>
          </p:cNvSpPr>
          <p:nvPr/>
        </p:nvSpPr>
        <p:spPr>
          <a:xfrm>
            <a:off x="6968241" y="1027184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4" name="9wq3_5_build_ClashingReceptorAtoms_8">
            <a:extLst>
              <a:ext uri="{FF2B5EF4-FFF2-40B4-BE49-F238E27FC236}">
                <a16:creationId xmlns:a16="http://schemas.microsoft.com/office/drawing/2014/main" id="{71C0E4BC-F465-41B8-8365-FC3969DA1AC2}"/>
              </a:ext>
            </a:extLst>
          </p:cNvPr>
          <p:cNvSpPr>
            <a:spLocks noGrp="1"/>
          </p:cNvSpPr>
          <p:nvPr/>
        </p:nvSpPr>
        <p:spPr>
          <a:xfrm>
            <a:off x="6651665" y="1080942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5" name="9wq3_5_build_ClashingReceptorAtoms_9">
            <a:extLst>
              <a:ext uri="{FF2B5EF4-FFF2-40B4-BE49-F238E27FC236}">
                <a16:creationId xmlns:a16="http://schemas.microsoft.com/office/drawing/2014/main" id="{83000F03-3595-4ECC-B2C6-1BC8AC65E20B}"/>
              </a:ext>
            </a:extLst>
          </p:cNvPr>
          <p:cNvSpPr>
            <a:spLocks noGrp="1"/>
          </p:cNvSpPr>
          <p:nvPr/>
        </p:nvSpPr>
        <p:spPr>
          <a:xfrm>
            <a:off x="6579440" y="1072108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6" name="stage3-cases-main_56">
            <a:extLst>
              <a:ext uri="{FF2B5EF4-FFF2-40B4-BE49-F238E27FC236}">
                <a16:creationId xmlns:a16="http://schemas.microsoft.com/office/drawing/2014/main" id="{7B2FF8DA-E7FA-4DFB-92E2-1DB79C4A230E}"/>
              </a:ext>
            </a:extLst>
          </p:cNvPr>
          <p:cNvSpPr>
            <a:spLocks noGrp="1"/>
          </p:cNvSpPr>
          <p:nvPr/>
        </p:nvSpPr>
        <p:spPr>
          <a:xfrm>
            <a:off x="61722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9.30 Å   D 82%   Clash 11</a:t>
            </a:r>
          </a:p>
        </p:txBody>
      </p:sp>
      <p:sp>
        <p:nvSpPr>
          <p:cNvPr id="2357" name="stage3-cases-main_57">
            <a:extLst>
              <a:ext uri="{FF2B5EF4-FFF2-40B4-BE49-F238E27FC236}">
                <a16:creationId xmlns:a16="http://schemas.microsoft.com/office/drawing/2014/main" id="{C6D2F9C6-C663-420D-8343-3C60EB26B03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11706225"/>
                </a:moveTo>
                <a:lnTo>
                  <a:pt x="419100" y="117062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2358" name="stage3-cases-main_58">
            <a:extLst>
              <a:ext uri="{FF2B5EF4-FFF2-40B4-BE49-F238E27FC236}">
                <a16:creationId xmlns:a16="http://schemas.microsoft.com/office/drawing/2014/main" id="{E9763B98-3B34-4F80-932E-2B11448A76DC}"/>
              </a:ext>
            </a:extLst>
          </p:cNvPr>
          <p:cNvSpPr>
            <a:spLocks noGrp="1"/>
          </p:cNvSpPr>
          <p:nvPr/>
        </p:nvSpPr>
        <p:spPr>
          <a:xfrm>
            <a:off x="485775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2359" name="stage3-cases-main_59">
            <a:extLst>
              <a:ext uri="{FF2B5EF4-FFF2-40B4-BE49-F238E27FC236}">
                <a16:creationId xmlns:a16="http://schemas.microsoft.com/office/drawing/2014/main" id="{71A4627E-3B58-4677-ACCA-388A86937F3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11706225"/>
                </a:moveTo>
                <a:lnTo>
                  <a:pt x="2619375" y="117062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2360" name="stage3-cases-main_60">
            <a:extLst>
              <a:ext uri="{FF2B5EF4-FFF2-40B4-BE49-F238E27FC236}">
                <a16:creationId xmlns:a16="http://schemas.microsoft.com/office/drawing/2014/main" id="{827D38A2-FA65-4375-84CB-DF0FA2BEE1AB}"/>
              </a:ext>
            </a:extLst>
          </p:cNvPr>
          <p:cNvSpPr>
            <a:spLocks noGrp="1"/>
          </p:cNvSpPr>
          <p:nvPr/>
        </p:nvSpPr>
        <p:spPr>
          <a:xfrm>
            <a:off x="2686050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2361" name="stage3-cases-main_61">
            <a:extLst>
              <a:ext uri="{FF2B5EF4-FFF2-40B4-BE49-F238E27FC236}">
                <a16:creationId xmlns:a16="http://schemas.microsoft.com/office/drawing/2014/main" id="{6CA9A60D-2A83-4EAA-8118-18E4055654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11706225"/>
                </a:moveTo>
                <a:lnTo>
                  <a:pt x="5505450" y="117062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2362" name="stage3-cases-main_62">
            <a:extLst>
              <a:ext uri="{FF2B5EF4-FFF2-40B4-BE49-F238E27FC236}">
                <a16:creationId xmlns:a16="http://schemas.microsoft.com/office/drawing/2014/main" id="{AE3B2D56-5003-4674-884D-63C684CD3E5D}"/>
              </a:ext>
            </a:extLst>
          </p:cNvPr>
          <p:cNvSpPr>
            <a:spLocks noGrp="1"/>
          </p:cNvSpPr>
          <p:nvPr/>
        </p:nvSpPr>
        <p:spPr>
          <a:xfrm>
            <a:off x="5572125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2363" name="stage3-cases-main_63">
            <a:extLst>
              <a:ext uri="{FF2B5EF4-FFF2-40B4-BE49-F238E27FC236}">
                <a16:creationId xmlns:a16="http://schemas.microsoft.com/office/drawing/2014/main" id="{087CA53B-6631-4C1A-8524-946685BB34B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11706225"/>
                </a:moveTo>
                <a:lnTo>
                  <a:pt x="7239000" y="117062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2364" name="stage3-cases-main_64">
            <a:extLst>
              <a:ext uri="{FF2B5EF4-FFF2-40B4-BE49-F238E27FC236}">
                <a16:creationId xmlns:a16="http://schemas.microsoft.com/office/drawing/2014/main" id="{847C8AC1-16FA-44DB-89BD-64270C23A407}"/>
              </a:ext>
            </a:extLst>
          </p:cNvPr>
          <p:cNvSpPr>
            <a:spLocks noGrp="1"/>
          </p:cNvSpPr>
          <p:nvPr/>
        </p:nvSpPr>
        <p:spPr>
          <a:xfrm>
            <a:off x="7305675" y="115824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62206930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stage3-cases-density_0">
            <a:extLst>
              <a:ext uri="{FF2B5EF4-FFF2-40B4-BE49-F238E27FC236}">
                <a16:creationId xmlns:a16="http://schemas.microsoft.com/office/drawing/2014/main" id="{306C5B38-7D36-4BA3-8673-47A387C4A80D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density_1">
            <a:extLst>
              <a:ext uri="{FF2B5EF4-FFF2-40B4-BE49-F238E27FC236}">
                <a16:creationId xmlns:a16="http://schemas.microsoft.com/office/drawing/2014/main" id="{5A214C1D-2AFD-4079-9AA8-174A3E2D546A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density_2">
            <a:extLst>
              <a:ext uri="{FF2B5EF4-FFF2-40B4-BE49-F238E27FC236}">
                <a16:creationId xmlns:a16="http://schemas.microsoft.com/office/drawing/2014/main" id="{D96708E9-8A16-4257-BA5F-50BBA1FB447A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density_3">
            <a:extLst>
              <a:ext uri="{FF2B5EF4-FFF2-40B4-BE49-F238E27FC236}">
                <a16:creationId xmlns:a16="http://schemas.microsoft.com/office/drawing/2014/main" id="{23E56B33-1A8A-4352-AE3E-6D12C66C4736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a  9Q16 · XG4 (A:1201)</a:t>
            </a:r>
          </a:p>
        </p:txBody>
      </p:sp>
      <p:sp>
        <p:nvSpPr>
          <p:cNvPr id="5" name="stage3-cases-density_4">
            <a:extLst>
              <a:ext uri="{FF2B5EF4-FFF2-40B4-BE49-F238E27FC236}">
                <a16:creationId xmlns:a16="http://schemas.microsoft.com/office/drawing/2014/main" id="{9DCE214A-EEC1-4187-89B8-139ED6605FA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50005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density_5">
            <a:extLst>
              <a:ext uri="{FF2B5EF4-FFF2-40B4-BE49-F238E27FC236}">
                <a16:creationId xmlns:a16="http://schemas.microsoft.com/office/drawing/2014/main" id="{896F3F4D-DF04-4656-8CDF-092E571856E2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q16_0_official_Receptor">
            <a:extLst>
              <a:ext uri="{FF2B5EF4-FFF2-40B4-BE49-F238E27FC236}">
                <a16:creationId xmlns:a16="http://schemas.microsoft.com/office/drawing/2014/main" id="{F407E7BB-D210-4FEA-88EC-1AC1409AE2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q16_0_official_ExperimentalDensity">
            <a:extLst>
              <a:ext uri="{FF2B5EF4-FFF2-40B4-BE49-F238E27FC236}">
                <a16:creationId xmlns:a16="http://schemas.microsoft.com/office/drawing/2014/main" id="{9BAE8A99-6317-4F08-83CD-1C2F5A2788A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q16_0_official_ReferenceLigand_0">
            <a:extLst>
              <a:ext uri="{FF2B5EF4-FFF2-40B4-BE49-F238E27FC236}">
                <a16:creationId xmlns:a16="http://schemas.microsoft.com/office/drawing/2014/main" id="{9D84589D-90BA-497A-BA76-88A7E405C3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q16_0_official_ReferenceLigand_1">
            <a:extLst>
              <a:ext uri="{FF2B5EF4-FFF2-40B4-BE49-F238E27FC236}">
                <a16:creationId xmlns:a16="http://schemas.microsoft.com/office/drawing/2014/main" id="{36581A69-F0AF-4F62-945B-F996779B88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q16_0_official_ReferenceLigand_2">
            <a:extLst>
              <a:ext uri="{FF2B5EF4-FFF2-40B4-BE49-F238E27FC236}">
                <a16:creationId xmlns:a16="http://schemas.microsoft.com/office/drawing/2014/main" id="{F582CC0C-B9EB-46E0-A0F1-5F889A95A09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q16_0_official_ReferenceLigand_3">
            <a:extLst>
              <a:ext uri="{FF2B5EF4-FFF2-40B4-BE49-F238E27FC236}">
                <a16:creationId xmlns:a16="http://schemas.microsoft.com/office/drawing/2014/main" id="{ED296773-8C13-4035-83A7-DCAC8D5EFCE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q16_0_official_ReferenceLigand_4">
            <a:extLst>
              <a:ext uri="{FF2B5EF4-FFF2-40B4-BE49-F238E27FC236}">
                <a16:creationId xmlns:a16="http://schemas.microsoft.com/office/drawing/2014/main" id="{01BB928A-D8F1-45D7-9AC6-744E2D70F2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q16_0_official_ReferenceLigand_5">
            <a:extLst>
              <a:ext uri="{FF2B5EF4-FFF2-40B4-BE49-F238E27FC236}">
                <a16:creationId xmlns:a16="http://schemas.microsoft.com/office/drawing/2014/main" id="{F567B77F-13A8-4B23-AFEE-44B063D9817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q16_0_official_ReferenceLigand_6">
            <a:extLst>
              <a:ext uri="{FF2B5EF4-FFF2-40B4-BE49-F238E27FC236}">
                <a16:creationId xmlns:a16="http://schemas.microsoft.com/office/drawing/2014/main" id="{D6982DBE-E43B-4334-9AE5-C618B7B4E5B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q16_0_official_ReferenceLigand_7">
            <a:extLst>
              <a:ext uri="{FF2B5EF4-FFF2-40B4-BE49-F238E27FC236}">
                <a16:creationId xmlns:a16="http://schemas.microsoft.com/office/drawing/2014/main" id="{431476C4-29C0-479D-B117-576BCBE694A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q16_0_official_ReferenceLigand_8">
            <a:extLst>
              <a:ext uri="{FF2B5EF4-FFF2-40B4-BE49-F238E27FC236}">
                <a16:creationId xmlns:a16="http://schemas.microsoft.com/office/drawing/2014/main" id="{01966667-14BB-4E03-AB81-8780D4B20BE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q16_0_official_ReferenceLigand_9">
            <a:extLst>
              <a:ext uri="{FF2B5EF4-FFF2-40B4-BE49-F238E27FC236}">
                <a16:creationId xmlns:a16="http://schemas.microsoft.com/office/drawing/2014/main" id="{AD1D741F-BE53-4740-B791-C03ED5A97C7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q16_0_official_ReferenceLigand_10">
            <a:extLst>
              <a:ext uri="{FF2B5EF4-FFF2-40B4-BE49-F238E27FC236}">
                <a16:creationId xmlns:a16="http://schemas.microsoft.com/office/drawing/2014/main" id="{57FA145E-84EB-4D33-9918-82EBD4E48E0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q16_0_official_ReferenceLigand_11">
            <a:extLst>
              <a:ext uri="{FF2B5EF4-FFF2-40B4-BE49-F238E27FC236}">
                <a16:creationId xmlns:a16="http://schemas.microsoft.com/office/drawing/2014/main" id="{2743DDE8-759D-4163-A13B-22CCED86310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q16_0_official_ReferenceLigand_12">
            <a:extLst>
              <a:ext uri="{FF2B5EF4-FFF2-40B4-BE49-F238E27FC236}">
                <a16:creationId xmlns:a16="http://schemas.microsoft.com/office/drawing/2014/main" id="{11B46D2D-4F0F-4FEE-A79A-C4832748C61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q16_0_official_ReferenceLigand_13">
            <a:extLst>
              <a:ext uri="{FF2B5EF4-FFF2-40B4-BE49-F238E27FC236}">
                <a16:creationId xmlns:a16="http://schemas.microsoft.com/office/drawing/2014/main" id="{09ED0F93-23C8-4C78-91A3-D435ECA82B2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q16_0_official_ReferenceLigand_14">
            <a:extLst>
              <a:ext uri="{FF2B5EF4-FFF2-40B4-BE49-F238E27FC236}">
                <a16:creationId xmlns:a16="http://schemas.microsoft.com/office/drawing/2014/main" id="{D0F1EA2E-3A9B-479A-B5AA-AEA862052A2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q16_0_official_ReferenceLigand_15">
            <a:extLst>
              <a:ext uri="{FF2B5EF4-FFF2-40B4-BE49-F238E27FC236}">
                <a16:creationId xmlns:a16="http://schemas.microsoft.com/office/drawing/2014/main" id="{4AA48599-1841-45E3-80B1-E447631DFF2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q16_0_official_ReferenceLigand_16">
            <a:extLst>
              <a:ext uri="{FF2B5EF4-FFF2-40B4-BE49-F238E27FC236}">
                <a16:creationId xmlns:a16="http://schemas.microsoft.com/office/drawing/2014/main" id="{B6E809EB-8ABF-4362-8370-F63FFA14A25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q16_0_official_ReferenceLigand_17">
            <a:extLst>
              <a:ext uri="{FF2B5EF4-FFF2-40B4-BE49-F238E27FC236}">
                <a16:creationId xmlns:a16="http://schemas.microsoft.com/office/drawing/2014/main" id="{ED29F2DE-BFC2-4FDF-9447-15448785F9B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q16_0_official_ReferenceLigand_18">
            <a:extLst>
              <a:ext uri="{FF2B5EF4-FFF2-40B4-BE49-F238E27FC236}">
                <a16:creationId xmlns:a16="http://schemas.microsoft.com/office/drawing/2014/main" id="{B09F2CAC-BF6A-4518-B942-59CC509DA33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q16_0_official_ReferenceLigand_19">
            <a:extLst>
              <a:ext uri="{FF2B5EF4-FFF2-40B4-BE49-F238E27FC236}">
                <a16:creationId xmlns:a16="http://schemas.microsoft.com/office/drawing/2014/main" id="{F6169674-9476-46B8-8AFD-C496CEFA4E2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q16_0_official_ReferenceLigand_20">
            <a:extLst>
              <a:ext uri="{FF2B5EF4-FFF2-40B4-BE49-F238E27FC236}">
                <a16:creationId xmlns:a16="http://schemas.microsoft.com/office/drawing/2014/main" id="{A53352FA-8031-41C4-8FFD-AF6E767AC1A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q16_0_official_ReferenceLigand_21">
            <a:extLst>
              <a:ext uri="{FF2B5EF4-FFF2-40B4-BE49-F238E27FC236}">
                <a16:creationId xmlns:a16="http://schemas.microsoft.com/office/drawing/2014/main" id="{A1AB1497-117F-4907-A60B-B83EF1EE831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q16_0_official_ReferenceLigand_22">
            <a:extLst>
              <a:ext uri="{FF2B5EF4-FFF2-40B4-BE49-F238E27FC236}">
                <a16:creationId xmlns:a16="http://schemas.microsoft.com/office/drawing/2014/main" id="{1DACB274-5C17-4EA4-9945-8002EBEAE6C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q16_0_official_ReferenceLigand_23">
            <a:extLst>
              <a:ext uri="{FF2B5EF4-FFF2-40B4-BE49-F238E27FC236}">
                <a16:creationId xmlns:a16="http://schemas.microsoft.com/office/drawing/2014/main" id="{C05F3039-88F6-4931-ADA1-EB8106D747C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q16_0_official_ReferenceLigand_24">
            <a:extLst>
              <a:ext uri="{FF2B5EF4-FFF2-40B4-BE49-F238E27FC236}">
                <a16:creationId xmlns:a16="http://schemas.microsoft.com/office/drawing/2014/main" id="{CA782AA5-8DA3-4C92-B294-2D2CD1E92B5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q16_0_official_ReferenceLigand_25">
            <a:extLst>
              <a:ext uri="{FF2B5EF4-FFF2-40B4-BE49-F238E27FC236}">
                <a16:creationId xmlns:a16="http://schemas.microsoft.com/office/drawing/2014/main" id="{938BE2B7-3D6E-43F0-AF5C-31D8C0FE7A3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q16_0_official_ReferenceLigand_26">
            <a:extLst>
              <a:ext uri="{FF2B5EF4-FFF2-40B4-BE49-F238E27FC236}">
                <a16:creationId xmlns:a16="http://schemas.microsoft.com/office/drawing/2014/main" id="{32DCD4D1-1F80-4772-B880-4BC4F206E52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q16_0_official_ReferenceLigand_27">
            <a:extLst>
              <a:ext uri="{FF2B5EF4-FFF2-40B4-BE49-F238E27FC236}">
                <a16:creationId xmlns:a16="http://schemas.microsoft.com/office/drawing/2014/main" id="{DBCF4D7A-300E-41CC-B653-7C9FB162189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q16_0_official_ReferenceLigand_28">
            <a:extLst>
              <a:ext uri="{FF2B5EF4-FFF2-40B4-BE49-F238E27FC236}">
                <a16:creationId xmlns:a16="http://schemas.microsoft.com/office/drawing/2014/main" id="{2AFD2962-7957-462A-A2FD-E53D9DEE5E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q16_0_official_ReferenceLigand_29">
            <a:extLst>
              <a:ext uri="{FF2B5EF4-FFF2-40B4-BE49-F238E27FC236}">
                <a16:creationId xmlns:a16="http://schemas.microsoft.com/office/drawing/2014/main" id="{59B9E750-4C0E-4148-85FD-8EBF7E3A8FA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q16_0_official_ReferenceLigand_30">
            <a:extLst>
              <a:ext uri="{FF2B5EF4-FFF2-40B4-BE49-F238E27FC236}">
                <a16:creationId xmlns:a16="http://schemas.microsoft.com/office/drawing/2014/main" id="{A96206F4-D5B5-4B1D-A7E8-CB011D43DDF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q16_0_official_ReferenceLigand_31">
            <a:extLst>
              <a:ext uri="{FF2B5EF4-FFF2-40B4-BE49-F238E27FC236}">
                <a16:creationId xmlns:a16="http://schemas.microsoft.com/office/drawing/2014/main" id="{7E790D08-702F-4449-BAE5-F07C1D53FF9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" name="9q16_0_official_ReferenceLigand_32">
            <a:extLst>
              <a:ext uri="{FF2B5EF4-FFF2-40B4-BE49-F238E27FC236}">
                <a16:creationId xmlns:a16="http://schemas.microsoft.com/office/drawing/2014/main" id="{D72F13CE-425A-4C0A-B171-386E76486F9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" name="9q16_0_official_PredictedLigand_0">
            <a:extLst>
              <a:ext uri="{FF2B5EF4-FFF2-40B4-BE49-F238E27FC236}">
                <a16:creationId xmlns:a16="http://schemas.microsoft.com/office/drawing/2014/main" id="{7F26B7C4-4949-4FD0-946F-5A9C3402F59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0430" y="11423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q16_0_official_PredictedLigand_1">
            <a:extLst>
              <a:ext uri="{FF2B5EF4-FFF2-40B4-BE49-F238E27FC236}">
                <a16:creationId xmlns:a16="http://schemas.microsoft.com/office/drawing/2014/main" id="{F9BF2265-9270-4EEC-B1DB-CC7FE6BE5C0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0" y="275912"/>
                </a:moveTo>
                <a:lnTo>
                  <a:pt x="1336382" y="2190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q16_0_official_PredictedLigand_2">
            <a:extLst>
              <a:ext uri="{FF2B5EF4-FFF2-40B4-BE49-F238E27FC236}">
                <a16:creationId xmlns:a16="http://schemas.microsoft.com/office/drawing/2014/main" id="{B651D7A4-214D-4A9A-A653-3D50BCB4FC2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q16_0_official_PredictedLigand_3">
            <a:extLst>
              <a:ext uri="{FF2B5EF4-FFF2-40B4-BE49-F238E27FC236}">
                <a16:creationId xmlns:a16="http://schemas.microsoft.com/office/drawing/2014/main" id="{C35DC641-DCA0-41FA-BD25-3FC7FAD2EE1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069309" y="5505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q16_0_official_PredictedLigand_4">
            <a:extLst>
              <a:ext uri="{FF2B5EF4-FFF2-40B4-BE49-F238E27FC236}">
                <a16:creationId xmlns:a16="http://schemas.microsoft.com/office/drawing/2014/main" id="{91473C4A-3ECA-4D31-8B54-53B4542A10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382" y="219004"/>
                </a:moveTo>
                <a:lnTo>
                  <a:pt x="1257412" y="1781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q16_0_official_PredictedLigand_5">
            <a:extLst>
              <a:ext uri="{FF2B5EF4-FFF2-40B4-BE49-F238E27FC236}">
                <a16:creationId xmlns:a16="http://schemas.microsoft.com/office/drawing/2014/main" id="{A9A4B5F9-3F58-43E8-A7E5-98839E4690E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3578" y="5938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q16_0_official_PredictedLigand_6">
            <a:extLst>
              <a:ext uri="{FF2B5EF4-FFF2-40B4-BE49-F238E27FC236}">
                <a16:creationId xmlns:a16="http://schemas.microsoft.com/office/drawing/2014/main" id="{860949C6-5D85-4CBA-8C06-96723A37A31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227" y="230481"/>
                </a:moveTo>
                <a:lnTo>
                  <a:pt x="1033387" y="3450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q16_0_official_PredictedLigand_7">
            <a:extLst>
              <a:ext uri="{FF2B5EF4-FFF2-40B4-BE49-F238E27FC236}">
                <a16:creationId xmlns:a16="http://schemas.microsoft.com/office/drawing/2014/main" id="{C34A03CB-DD9B-41C5-A88A-04FD910F259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4851" y="9319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q16_0_official_PredictedLigand_8">
            <a:extLst>
              <a:ext uri="{FF2B5EF4-FFF2-40B4-BE49-F238E27FC236}">
                <a16:creationId xmlns:a16="http://schemas.microsoft.com/office/drawing/2014/main" id="{7F03E142-16C2-42C6-B311-BD040CE34DF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9309" y="550549"/>
                </a:moveTo>
                <a:lnTo>
                  <a:pt x="934280" y="6302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q16_0_official_PredictedLigand_9">
            <a:extLst>
              <a:ext uri="{FF2B5EF4-FFF2-40B4-BE49-F238E27FC236}">
                <a16:creationId xmlns:a16="http://schemas.microsoft.com/office/drawing/2014/main" id="{2575874E-7787-49BD-ACD7-173053B974C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068227" y="2304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q16_0_official_PredictedLigand_10">
            <a:extLst>
              <a:ext uri="{FF2B5EF4-FFF2-40B4-BE49-F238E27FC236}">
                <a16:creationId xmlns:a16="http://schemas.microsoft.com/office/drawing/2014/main" id="{189C4974-98BA-44BC-9353-61196E21DF7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229" y="715144"/>
                </a:moveTo>
                <a:lnTo>
                  <a:pt x="375748" y="7405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q16_0_official_PredictedLigand_11">
            <a:extLst>
              <a:ext uri="{FF2B5EF4-FFF2-40B4-BE49-F238E27FC236}">
                <a16:creationId xmlns:a16="http://schemas.microsoft.com/office/drawing/2014/main" id="{CD47C55B-0303-4512-9431-C56B991025E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214942" y="7135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q16_0_official_PredictedLigand_12">
            <a:extLst>
              <a:ext uri="{FF2B5EF4-FFF2-40B4-BE49-F238E27FC236}">
                <a16:creationId xmlns:a16="http://schemas.microsoft.com/office/drawing/2014/main" id="{E51080BB-F77F-473E-819E-DA7A51A7B8B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955751" y="4631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q16_0_official_PredictedLigand_13">
            <a:extLst>
              <a:ext uri="{FF2B5EF4-FFF2-40B4-BE49-F238E27FC236}">
                <a16:creationId xmlns:a16="http://schemas.microsoft.com/office/drawing/2014/main" id="{44FAA283-98E1-4F62-A40F-998C024D14A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q16_0_official_PredictedLigand_14">
            <a:extLst>
              <a:ext uri="{FF2B5EF4-FFF2-40B4-BE49-F238E27FC236}">
                <a16:creationId xmlns:a16="http://schemas.microsoft.com/office/drawing/2014/main" id="{391C0D50-0903-418D-B9E7-C0F2D46DD8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4280" y="630257"/>
                </a:moveTo>
                <a:lnTo>
                  <a:pt x="973464" y="792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q16_0_official_PredictedLigand_15">
            <a:extLst>
              <a:ext uri="{FF2B5EF4-FFF2-40B4-BE49-F238E27FC236}">
                <a16:creationId xmlns:a16="http://schemas.microsoft.com/office/drawing/2014/main" id="{B5EA362F-89EE-4C70-B0CB-A29A818A724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652498" y="3487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q16_0_official_PredictedLigand_16">
            <a:extLst>
              <a:ext uri="{FF2B5EF4-FFF2-40B4-BE49-F238E27FC236}">
                <a16:creationId xmlns:a16="http://schemas.microsoft.com/office/drawing/2014/main" id="{E3EC46C5-0641-4EF2-8FD3-B148728356C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945332" y="983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q16_0_official_PredictedLigand_17">
            <a:extLst>
              <a:ext uri="{FF2B5EF4-FFF2-40B4-BE49-F238E27FC236}">
                <a16:creationId xmlns:a16="http://schemas.microsoft.com/office/drawing/2014/main" id="{FE0BFA8E-C453-4B30-850B-E71D7949873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498" y="348795"/>
                </a:moveTo>
                <a:lnTo>
                  <a:pt x="1520191" y="2993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q16_0_official_PredictedLigand_18">
            <a:extLst>
              <a:ext uri="{FF2B5EF4-FFF2-40B4-BE49-F238E27FC236}">
                <a16:creationId xmlns:a16="http://schemas.microsoft.com/office/drawing/2014/main" id="{21F9F019-3667-4DD7-ADA4-5588B636953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q16_0_official_PredictedLigand_19">
            <a:extLst>
              <a:ext uri="{FF2B5EF4-FFF2-40B4-BE49-F238E27FC236}">
                <a16:creationId xmlns:a16="http://schemas.microsoft.com/office/drawing/2014/main" id="{8ACAFD90-F30B-4887-B1E3-E9EBD7EDD03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65229" y="715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q16_0_official_PredictedLigand_20">
            <a:extLst>
              <a:ext uri="{FF2B5EF4-FFF2-40B4-BE49-F238E27FC236}">
                <a16:creationId xmlns:a16="http://schemas.microsoft.com/office/drawing/2014/main" id="{E2F89C9C-EE4A-4AFB-9789-59AA8D75BF6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1165338" y="775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q16_0_official_PredictedLigand_21">
            <a:extLst>
              <a:ext uri="{FF2B5EF4-FFF2-40B4-BE49-F238E27FC236}">
                <a16:creationId xmlns:a16="http://schemas.microsoft.com/office/drawing/2014/main" id="{055DA71D-CE50-4124-9270-3A01D21CBF8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142" y="430437"/>
                </a:moveTo>
                <a:lnTo>
                  <a:pt x="1816196" y="4123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q16_0_official_PredictedLigand_22">
            <a:extLst>
              <a:ext uri="{FF2B5EF4-FFF2-40B4-BE49-F238E27FC236}">
                <a16:creationId xmlns:a16="http://schemas.microsoft.com/office/drawing/2014/main" id="{8AC86335-CB47-419C-9D8F-FA9E5260C18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822929" y="7855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q16_0_official_PredictedLigand_23">
            <a:extLst>
              <a:ext uri="{FF2B5EF4-FFF2-40B4-BE49-F238E27FC236}">
                <a16:creationId xmlns:a16="http://schemas.microsoft.com/office/drawing/2014/main" id="{2F755D19-3C1C-4E06-9B73-E22183D2CD2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309" y="226598"/>
                </a:moveTo>
                <a:lnTo>
                  <a:pt x="1269528" y="2052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q16_0_official_PredictedLigand_24">
            <a:extLst>
              <a:ext uri="{FF2B5EF4-FFF2-40B4-BE49-F238E27FC236}">
                <a16:creationId xmlns:a16="http://schemas.microsoft.com/office/drawing/2014/main" id="{58427E49-DAE2-4914-9CB8-E916745A06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q16_0_official_PredictedLigand_25">
            <a:extLst>
              <a:ext uri="{FF2B5EF4-FFF2-40B4-BE49-F238E27FC236}">
                <a16:creationId xmlns:a16="http://schemas.microsoft.com/office/drawing/2014/main" id="{820C57CD-DAF7-491D-A5BA-95EAEBD1DE0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33841" y="9903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q16_0_official_PredictedLigand_26">
            <a:extLst>
              <a:ext uri="{FF2B5EF4-FFF2-40B4-BE49-F238E27FC236}">
                <a16:creationId xmlns:a16="http://schemas.microsoft.com/office/drawing/2014/main" id="{5E4E3BC4-8453-4DCD-981C-1521CEAF6C5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929" y="785548"/>
                </a:moveTo>
                <a:lnTo>
                  <a:pt x="604786" y="793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q16_0_official_PredictedLigand_27">
            <a:extLst>
              <a:ext uri="{FF2B5EF4-FFF2-40B4-BE49-F238E27FC236}">
                <a16:creationId xmlns:a16="http://schemas.microsoft.com/office/drawing/2014/main" id="{CBB2B040-2405-4AB6-8F78-D218AA0D68C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01929" y="6714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q16_0_official_PredictedLigand_28">
            <a:extLst>
              <a:ext uri="{FF2B5EF4-FFF2-40B4-BE49-F238E27FC236}">
                <a16:creationId xmlns:a16="http://schemas.microsoft.com/office/drawing/2014/main" id="{3C51BF28-91E1-49D2-A3FF-6E17981D19D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855142" y="43043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q16_0_official_PredictedLigand_29">
            <a:extLst>
              <a:ext uri="{FF2B5EF4-FFF2-40B4-BE49-F238E27FC236}">
                <a16:creationId xmlns:a16="http://schemas.microsoft.com/office/drawing/2014/main" id="{FA0F5510-49C2-470F-9901-0832724745A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528" y="205264"/>
                </a:moveTo>
                <a:lnTo>
                  <a:pt x="1391345" y="2595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" name="9q16_0_official_PredictedLigand_30">
            <a:extLst>
              <a:ext uri="{FF2B5EF4-FFF2-40B4-BE49-F238E27FC236}">
                <a16:creationId xmlns:a16="http://schemas.microsoft.com/office/drawing/2014/main" id="{1F1693FE-B79A-4593-92B4-E32FCF24630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15" y="316209"/>
                </a:moveTo>
                <a:lnTo>
                  <a:pt x="1721927" y="3804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" name="9q16_0_official_PredictedLigand_31">
            <a:extLst>
              <a:ext uri="{FF2B5EF4-FFF2-40B4-BE49-F238E27FC236}">
                <a16:creationId xmlns:a16="http://schemas.microsoft.com/office/drawing/2014/main" id="{5FE5D5DC-ACED-4D27-BA47-194E4DE1654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1345" y="259570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4" name="9q16_0_official_PredictedLigand_32">
            <a:extLst>
              <a:ext uri="{FF2B5EF4-FFF2-40B4-BE49-F238E27FC236}">
                <a16:creationId xmlns:a16="http://schemas.microsoft.com/office/drawing/2014/main" id="{BE24C052-EB78-4E85-A2B6-5FF66F341EA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764122" y="3941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5" name="9q16_0_official_PredictedAtoms_0">
            <a:extLst>
              <a:ext uri="{FF2B5EF4-FFF2-40B4-BE49-F238E27FC236}">
                <a16:creationId xmlns:a16="http://schemas.microsoft.com/office/drawing/2014/main" id="{329A4CB3-A3DF-457C-B543-8044CA11785E}"/>
              </a:ext>
            </a:extLst>
          </p:cNvPr>
          <p:cNvSpPr>
            <a:spLocks noGrp="1"/>
          </p:cNvSpPr>
          <p:nvPr/>
        </p:nvSpPr>
        <p:spPr>
          <a:xfrm>
            <a:off x="1312837" y="8886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" name="9q16_0_official_PredictedAtoms_1">
            <a:extLst>
              <a:ext uri="{FF2B5EF4-FFF2-40B4-BE49-F238E27FC236}">
                <a16:creationId xmlns:a16="http://schemas.microsoft.com/office/drawing/2014/main" id="{23B5CA22-1019-4B80-BBB8-C841511A4A7B}"/>
              </a:ext>
            </a:extLst>
          </p:cNvPr>
          <p:cNvSpPr>
            <a:spLocks noGrp="1"/>
          </p:cNvSpPr>
          <p:nvPr/>
        </p:nvSpPr>
        <p:spPr>
          <a:xfrm>
            <a:off x="1383277" y="1050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" name="9q16_0_official_PredictedAtoms_2">
            <a:extLst>
              <a:ext uri="{FF2B5EF4-FFF2-40B4-BE49-F238E27FC236}">
                <a16:creationId xmlns:a16="http://schemas.microsoft.com/office/drawing/2014/main" id="{24338963-9983-41C2-99E3-79D9BFA2547F}"/>
              </a:ext>
            </a:extLst>
          </p:cNvPr>
          <p:cNvSpPr>
            <a:spLocks noGrp="1"/>
          </p:cNvSpPr>
          <p:nvPr/>
        </p:nvSpPr>
        <p:spPr>
          <a:xfrm>
            <a:off x="1548790" y="9933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8" name="9q16_0_official_PredictedAtoms_3">
            <a:extLst>
              <a:ext uri="{FF2B5EF4-FFF2-40B4-BE49-F238E27FC236}">
                <a16:creationId xmlns:a16="http://schemas.microsoft.com/office/drawing/2014/main" id="{A4255340-118C-48D1-8E6F-C238290CB012}"/>
              </a:ext>
            </a:extLst>
          </p:cNvPr>
          <p:cNvSpPr>
            <a:spLocks noGrp="1"/>
          </p:cNvSpPr>
          <p:nvPr/>
        </p:nvSpPr>
        <p:spPr>
          <a:xfrm>
            <a:off x="1469820" y="9524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q16_0_official_PredictedAtoms_4">
            <a:extLst>
              <a:ext uri="{FF2B5EF4-FFF2-40B4-BE49-F238E27FC236}">
                <a16:creationId xmlns:a16="http://schemas.microsoft.com/office/drawing/2014/main" id="{D9E2F7EB-39C9-4566-AEAE-F50AF2A3BDD8}"/>
              </a:ext>
            </a:extLst>
          </p:cNvPr>
          <p:cNvSpPr>
            <a:spLocks noGrp="1"/>
          </p:cNvSpPr>
          <p:nvPr/>
        </p:nvSpPr>
        <p:spPr>
          <a:xfrm>
            <a:off x="1555717" y="100098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0" name="9q16_0_official_PredictedAtoms_5">
            <a:extLst>
              <a:ext uri="{FF2B5EF4-FFF2-40B4-BE49-F238E27FC236}">
                <a16:creationId xmlns:a16="http://schemas.microsoft.com/office/drawing/2014/main" id="{5BFB01A9-69C4-40E3-814B-DE5C4DA58CB3}"/>
              </a:ext>
            </a:extLst>
          </p:cNvPr>
          <p:cNvSpPr>
            <a:spLocks noGrp="1"/>
          </p:cNvSpPr>
          <p:nvPr/>
        </p:nvSpPr>
        <p:spPr>
          <a:xfrm>
            <a:off x="1481936" y="9796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q16_0_official_PredictedAtoms_6">
            <a:extLst>
              <a:ext uri="{FF2B5EF4-FFF2-40B4-BE49-F238E27FC236}">
                <a16:creationId xmlns:a16="http://schemas.microsoft.com/office/drawing/2014/main" id="{A2B1D98A-21C2-4B0A-B726-6FE8F154B278}"/>
              </a:ext>
            </a:extLst>
          </p:cNvPr>
          <p:cNvSpPr>
            <a:spLocks noGrp="1"/>
          </p:cNvSpPr>
          <p:nvPr/>
        </p:nvSpPr>
        <p:spPr>
          <a:xfrm>
            <a:off x="1603752" y="10339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2" name="9q16_0_official_PredictedAtoms_7">
            <a:extLst>
              <a:ext uri="{FF2B5EF4-FFF2-40B4-BE49-F238E27FC236}">
                <a16:creationId xmlns:a16="http://schemas.microsoft.com/office/drawing/2014/main" id="{18CED94C-B0AB-470C-A58C-9A9936733D41}"/>
              </a:ext>
            </a:extLst>
          </p:cNvPr>
          <p:cNvSpPr>
            <a:spLocks noGrp="1"/>
          </p:cNvSpPr>
          <p:nvPr/>
        </p:nvSpPr>
        <p:spPr>
          <a:xfrm>
            <a:off x="1763122" y="10905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q16_0_official_PredictedAtoms_8">
            <a:extLst>
              <a:ext uri="{FF2B5EF4-FFF2-40B4-BE49-F238E27FC236}">
                <a16:creationId xmlns:a16="http://schemas.microsoft.com/office/drawing/2014/main" id="{E57B8098-84D9-4EC6-9AB0-CD3C2172C3DD}"/>
              </a:ext>
            </a:extLst>
          </p:cNvPr>
          <p:cNvSpPr>
            <a:spLocks noGrp="1"/>
          </p:cNvSpPr>
          <p:nvPr/>
        </p:nvSpPr>
        <p:spPr>
          <a:xfrm>
            <a:off x="1934334" y="11548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q16_0_official_PredictedAtoms_9">
            <a:extLst>
              <a:ext uri="{FF2B5EF4-FFF2-40B4-BE49-F238E27FC236}">
                <a16:creationId xmlns:a16="http://schemas.microsoft.com/office/drawing/2014/main" id="{067030F0-46DF-4EE2-97BC-40D8A1994974}"/>
              </a:ext>
            </a:extLst>
          </p:cNvPr>
          <p:cNvSpPr>
            <a:spLocks noGrp="1"/>
          </p:cNvSpPr>
          <p:nvPr/>
        </p:nvSpPr>
        <p:spPr>
          <a:xfrm>
            <a:off x="1976529" y="11684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5" name="9q16_0_official_PredictedAtoms_10">
            <a:extLst>
              <a:ext uri="{FF2B5EF4-FFF2-40B4-BE49-F238E27FC236}">
                <a16:creationId xmlns:a16="http://schemas.microsoft.com/office/drawing/2014/main" id="{E0FEA2F5-A547-4E0D-AE3B-9AF686F53A6B}"/>
              </a:ext>
            </a:extLst>
          </p:cNvPr>
          <p:cNvSpPr>
            <a:spLocks noGrp="1"/>
          </p:cNvSpPr>
          <p:nvPr/>
        </p:nvSpPr>
        <p:spPr>
          <a:xfrm>
            <a:off x="2067549" y="12048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q16_0_official_PredictedAtoms_11">
            <a:extLst>
              <a:ext uri="{FF2B5EF4-FFF2-40B4-BE49-F238E27FC236}">
                <a16:creationId xmlns:a16="http://schemas.microsoft.com/office/drawing/2014/main" id="{F0F43D72-84E6-412E-8692-AB3914AFBED0}"/>
              </a:ext>
            </a:extLst>
          </p:cNvPr>
          <p:cNvSpPr>
            <a:spLocks noGrp="1"/>
          </p:cNvSpPr>
          <p:nvPr/>
        </p:nvSpPr>
        <p:spPr>
          <a:xfrm>
            <a:off x="2028604" y="118677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q16_0_official_PredictedAtoms_12">
            <a:extLst>
              <a:ext uri="{FF2B5EF4-FFF2-40B4-BE49-F238E27FC236}">
                <a16:creationId xmlns:a16="http://schemas.microsoft.com/office/drawing/2014/main" id="{E9157749-BE44-4573-A89E-17F6F1137F97}"/>
              </a:ext>
            </a:extLst>
          </p:cNvPr>
          <p:cNvSpPr>
            <a:spLocks noGrp="1"/>
          </p:cNvSpPr>
          <p:nvPr/>
        </p:nvSpPr>
        <p:spPr>
          <a:xfrm>
            <a:off x="2168159" y="12375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q16_0_official_PredictedAtoms_13">
            <a:extLst>
              <a:ext uri="{FF2B5EF4-FFF2-40B4-BE49-F238E27FC236}">
                <a16:creationId xmlns:a16="http://schemas.microsoft.com/office/drawing/2014/main" id="{B3753ACA-807C-4081-A242-8885A89C9EFA}"/>
              </a:ext>
            </a:extLst>
          </p:cNvPr>
          <p:cNvSpPr>
            <a:spLocks noGrp="1"/>
          </p:cNvSpPr>
          <p:nvPr/>
        </p:nvSpPr>
        <p:spPr>
          <a:xfrm>
            <a:off x="1864905" y="11231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q16_0_official_PredictedAtoms_14">
            <a:extLst>
              <a:ext uri="{FF2B5EF4-FFF2-40B4-BE49-F238E27FC236}">
                <a16:creationId xmlns:a16="http://schemas.microsoft.com/office/drawing/2014/main" id="{04654372-D061-45EE-A8BD-6139DA1F4ACC}"/>
              </a:ext>
            </a:extLst>
          </p:cNvPr>
          <p:cNvSpPr>
            <a:spLocks noGrp="1"/>
          </p:cNvSpPr>
          <p:nvPr/>
        </p:nvSpPr>
        <p:spPr>
          <a:xfrm>
            <a:off x="1732599" y="10737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q16_0_official_PredictedAtoms_15">
            <a:extLst>
              <a:ext uri="{FF2B5EF4-FFF2-40B4-BE49-F238E27FC236}">
                <a16:creationId xmlns:a16="http://schemas.microsoft.com/office/drawing/2014/main" id="{49C850DE-C10A-48CD-BA39-7DD3FFDF281E}"/>
              </a:ext>
            </a:extLst>
          </p:cNvPr>
          <p:cNvSpPr>
            <a:spLocks noGrp="1"/>
          </p:cNvSpPr>
          <p:nvPr/>
        </p:nvSpPr>
        <p:spPr>
          <a:xfrm>
            <a:off x="1280634" y="10048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q16_0_official_PredictedAtoms_16">
            <a:extLst>
              <a:ext uri="{FF2B5EF4-FFF2-40B4-BE49-F238E27FC236}">
                <a16:creationId xmlns:a16="http://schemas.microsoft.com/office/drawing/2014/main" id="{9B79FAC9-921D-44D6-8E19-76C53991B85B}"/>
              </a:ext>
            </a:extLst>
          </p:cNvPr>
          <p:cNvSpPr>
            <a:spLocks noGrp="1"/>
          </p:cNvSpPr>
          <p:nvPr/>
        </p:nvSpPr>
        <p:spPr>
          <a:xfrm>
            <a:off x="1245794" y="11193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q16_0_official_PredictedAtoms_17">
            <a:extLst>
              <a:ext uri="{FF2B5EF4-FFF2-40B4-BE49-F238E27FC236}">
                <a16:creationId xmlns:a16="http://schemas.microsoft.com/office/drawing/2014/main" id="{F535D94B-0FB3-4CCA-888F-1E9E91AA9552}"/>
              </a:ext>
            </a:extLst>
          </p:cNvPr>
          <p:cNvSpPr>
            <a:spLocks noGrp="1"/>
          </p:cNvSpPr>
          <p:nvPr/>
        </p:nvSpPr>
        <p:spPr>
          <a:xfrm>
            <a:off x="1281717" y="1324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q16_0_official_PredictedAtoms_18">
            <a:extLst>
              <a:ext uri="{FF2B5EF4-FFF2-40B4-BE49-F238E27FC236}">
                <a16:creationId xmlns:a16="http://schemas.microsoft.com/office/drawing/2014/main" id="{DC52E6E0-32F8-4B1E-B0DD-1EA59AABB5CD}"/>
              </a:ext>
            </a:extLst>
          </p:cNvPr>
          <p:cNvSpPr>
            <a:spLocks noGrp="1"/>
          </p:cNvSpPr>
          <p:nvPr/>
        </p:nvSpPr>
        <p:spPr>
          <a:xfrm>
            <a:off x="1146688" y="14046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q16_0_official_PredictedAtoms_19">
            <a:extLst>
              <a:ext uri="{FF2B5EF4-FFF2-40B4-BE49-F238E27FC236}">
                <a16:creationId xmlns:a16="http://schemas.microsoft.com/office/drawing/2014/main" id="{894278FB-CC1F-4FAD-947D-CC396C18BF45}"/>
              </a:ext>
            </a:extLst>
          </p:cNvPr>
          <p:cNvSpPr>
            <a:spLocks noGrp="1"/>
          </p:cNvSpPr>
          <p:nvPr/>
        </p:nvSpPr>
        <p:spPr>
          <a:xfrm>
            <a:off x="1185871" y="15668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q16_0_official_PredictedAtoms_20">
            <a:extLst>
              <a:ext uri="{FF2B5EF4-FFF2-40B4-BE49-F238E27FC236}">
                <a16:creationId xmlns:a16="http://schemas.microsoft.com/office/drawing/2014/main" id="{7AACE8F1-43CA-4234-87AA-B2CC592A636A}"/>
              </a:ext>
            </a:extLst>
          </p:cNvPr>
          <p:cNvSpPr>
            <a:spLocks noGrp="1"/>
          </p:cNvSpPr>
          <p:nvPr/>
        </p:nvSpPr>
        <p:spPr>
          <a:xfrm>
            <a:off x="1377746" y="1549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q16_0_official_PredictedAtoms_21">
            <a:extLst>
              <a:ext uri="{FF2B5EF4-FFF2-40B4-BE49-F238E27FC236}">
                <a16:creationId xmlns:a16="http://schemas.microsoft.com/office/drawing/2014/main" id="{9A1F5762-ED85-4017-9D9C-66F18915A741}"/>
              </a:ext>
            </a:extLst>
          </p:cNvPr>
          <p:cNvSpPr>
            <a:spLocks noGrp="1"/>
          </p:cNvSpPr>
          <p:nvPr/>
        </p:nvSpPr>
        <p:spPr>
          <a:xfrm>
            <a:off x="1157740" y="17574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q16_0_official_PredictedAtoms_22">
            <a:extLst>
              <a:ext uri="{FF2B5EF4-FFF2-40B4-BE49-F238E27FC236}">
                <a16:creationId xmlns:a16="http://schemas.microsoft.com/office/drawing/2014/main" id="{EC6C86A6-6265-457C-84E3-7E614AF689D7}"/>
              </a:ext>
            </a:extLst>
          </p:cNvPr>
          <p:cNvSpPr>
            <a:spLocks noGrp="1"/>
          </p:cNvSpPr>
          <p:nvPr/>
        </p:nvSpPr>
        <p:spPr>
          <a:xfrm>
            <a:off x="1035337" y="15599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9q16_0_official_PredictedAtoms_23">
            <a:extLst>
              <a:ext uri="{FF2B5EF4-FFF2-40B4-BE49-F238E27FC236}">
                <a16:creationId xmlns:a16="http://schemas.microsoft.com/office/drawing/2014/main" id="{C1F1B7FB-D851-46BA-9C8C-FBE106DB8C77}"/>
              </a:ext>
            </a:extLst>
          </p:cNvPr>
          <p:cNvSpPr>
            <a:spLocks noGrp="1"/>
          </p:cNvSpPr>
          <p:nvPr/>
        </p:nvSpPr>
        <p:spPr>
          <a:xfrm>
            <a:off x="817194" y="15681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9" name="9q16_0_official_PredictedAtoms_24">
            <a:extLst>
              <a:ext uri="{FF2B5EF4-FFF2-40B4-BE49-F238E27FC236}">
                <a16:creationId xmlns:a16="http://schemas.microsoft.com/office/drawing/2014/main" id="{A3E0C4EC-C919-415E-9588-DEAE9572B3A4}"/>
              </a:ext>
            </a:extLst>
          </p:cNvPr>
          <p:cNvSpPr>
            <a:spLocks noGrp="1"/>
          </p:cNvSpPr>
          <p:nvPr/>
        </p:nvSpPr>
        <p:spPr>
          <a:xfrm>
            <a:off x="746249" y="1764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0" name="9q16_0_official_PredictedAtoms_25">
            <a:extLst>
              <a:ext uri="{FF2B5EF4-FFF2-40B4-BE49-F238E27FC236}">
                <a16:creationId xmlns:a16="http://schemas.microsoft.com/office/drawing/2014/main" id="{EEE02644-C612-4C6D-9D74-CA254BEEDF98}"/>
              </a:ext>
            </a:extLst>
          </p:cNvPr>
          <p:cNvSpPr>
            <a:spLocks noGrp="1"/>
          </p:cNvSpPr>
          <p:nvPr/>
        </p:nvSpPr>
        <p:spPr>
          <a:xfrm>
            <a:off x="714336" y="14458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" name="9q16_0_official_PredictedAtoms_26">
            <a:extLst>
              <a:ext uri="{FF2B5EF4-FFF2-40B4-BE49-F238E27FC236}">
                <a16:creationId xmlns:a16="http://schemas.microsoft.com/office/drawing/2014/main" id="{6F6B7BB4-D4C7-4FBD-B980-B20F15454531}"/>
              </a:ext>
            </a:extLst>
          </p:cNvPr>
          <p:cNvSpPr>
            <a:spLocks noGrp="1"/>
          </p:cNvSpPr>
          <p:nvPr/>
        </p:nvSpPr>
        <p:spPr>
          <a:xfrm>
            <a:off x="777636" y="14895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" name="9q16_0_official_PredictedAtoms_27">
            <a:extLst>
              <a:ext uri="{FF2B5EF4-FFF2-40B4-BE49-F238E27FC236}">
                <a16:creationId xmlns:a16="http://schemas.microsoft.com/office/drawing/2014/main" id="{C7059029-32BD-4D61-BEB8-001D1A7535CA}"/>
              </a:ext>
            </a:extLst>
          </p:cNvPr>
          <p:cNvSpPr>
            <a:spLocks noGrp="1"/>
          </p:cNvSpPr>
          <p:nvPr/>
        </p:nvSpPr>
        <p:spPr>
          <a:xfrm>
            <a:off x="588156" y="15148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" name="9q16_0_official_PredictedAtoms_28">
            <a:extLst>
              <a:ext uri="{FF2B5EF4-FFF2-40B4-BE49-F238E27FC236}">
                <a16:creationId xmlns:a16="http://schemas.microsoft.com/office/drawing/2014/main" id="{5AFC7B03-BA83-4282-B988-A40B1FD270FB}"/>
              </a:ext>
            </a:extLst>
          </p:cNvPr>
          <p:cNvSpPr>
            <a:spLocks noGrp="1"/>
          </p:cNvSpPr>
          <p:nvPr/>
        </p:nvSpPr>
        <p:spPr>
          <a:xfrm>
            <a:off x="577258" y="17063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" name="9q16_0_official_PredictedAtoms_29">
            <a:extLst>
              <a:ext uri="{FF2B5EF4-FFF2-40B4-BE49-F238E27FC236}">
                <a16:creationId xmlns:a16="http://schemas.microsoft.com/office/drawing/2014/main" id="{1D0EAAB7-8198-497B-997C-652FF072C4DD}"/>
              </a:ext>
            </a:extLst>
          </p:cNvPr>
          <p:cNvSpPr>
            <a:spLocks noGrp="1"/>
          </p:cNvSpPr>
          <p:nvPr/>
        </p:nvSpPr>
        <p:spPr>
          <a:xfrm>
            <a:off x="427350" y="1487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" name="9q16_0_official_PredictedAtoms_30">
            <a:extLst>
              <a:ext uri="{FF2B5EF4-FFF2-40B4-BE49-F238E27FC236}">
                <a16:creationId xmlns:a16="http://schemas.microsoft.com/office/drawing/2014/main" id="{E0924354-709B-4907-9E50-EDCCCF145273}"/>
              </a:ext>
            </a:extLst>
          </p:cNvPr>
          <p:cNvSpPr>
            <a:spLocks noGrp="1"/>
          </p:cNvSpPr>
          <p:nvPr/>
        </p:nvSpPr>
        <p:spPr>
          <a:xfrm>
            <a:off x="575986" y="13682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" name="stage3-cases-density_7">
            <a:extLst>
              <a:ext uri="{FF2B5EF4-FFF2-40B4-BE49-F238E27FC236}">
                <a16:creationId xmlns:a16="http://schemas.microsoft.com/office/drawing/2014/main" id="{2083C1D9-AB0D-4826-B8C9-3E1CDD505CB4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3.84 Å   D 77%   Clash 0</a:t>
            </a:r>
          </a:p>
        </p:txBody>
      </p:sp>
      <p:sp>
        <p:nvSpPr>
          <p:cNvPr id="107" name="9q16_0_tuned_Receptor">
            <a:extLst>
              <a:ext uri="{FF2B5EF4-FFF2-40B4-BE49-F238E27FC236}">
                <a16:creationId xmlns:a16="http://schemas.microsoft.com/office/drawing/2014/main" id="{EABEEE83-28DD-4F2D-9B42-0C7F2721ED9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8" name="9q16_0_tuned_ExperimentalDensity">
            <a:extLst>
              <a:ext uri="{FF2B5EF4-FFF2-40B4-BE49-F238E27FC236}">
                <a16:creationId xmlns:a16="http://schemas.microsoft.com/office/drawing/2014/main" id="{0651C3FC-E2E5-438B-AE4B-FAB7F32FA06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9" name="9q16_0_tuned_ReferenceLigand_0">
            <a:extLst>
              <a:ext uri="{FF2B5EF4-FFF2-40B4-BE49-F238E27FC236}">
                <a16:creationId xmlns:a16="http://schemas.microsoft.com/office/drawing/2014/main" id="{9F37EDB1-D9C5-4516-84DF-6FE5FBC611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q16_0_tuned_ReferenceLigand_1">
            <a:extLst>
              <a:ext uri="{FF2B5EF4-FFF2-40B4-BE49-F238E27FC236}">
                <a16:creationId xmlns:a16="http://schemas.microsoft.com/office/drawing/2014/main" id="{E03B9984-829A-4A3B-AED1-03F26760F94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q16_0_tuned_ReferenceLigand_2">
            <a:extLst>
              <a:ext uri="{FF2B5EF4-FFF2-40B4-BE49-F238E27FC236}">
                <a16:creationId xmlns:a16="http://schemas.microsoft.com/office/drawing/2014/main" id="{1E355B1A-DD41-4F5C-BDF6-75D674755A9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q16_0_tuned_ReferenceLigand_3">
            <a:extLst>
              <a:ext uri="{FF2B5EF4-FFF2-40B4-BE49-F238E27FC236}">
                <a16:creationId xmlns:a16="http://schemas.microsoft.com/office/drawing/2014/main" id="{382F7006-1A2D-47E5-B226-681341B3790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q16_0_tuned_ReferenceLigand_4">
            <a:extLst>
              <a:ext uri="{FF2B5EF4-FFF2-40B4-BE49-F238E27FC236}">
                <a16:creationId xmlns:a16="http://schemas.microsoft.com/office/drawing/2014/main" id="{A6642165-EC51-4719-8500-B48835D391C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q16_0_tuned_ReferenceLigand_5">
            <a:extLst>
              <a:ext uri="{FF2B5EF4-FFF2-40B4-BE49-F238E27FC236}">
                <a16:creationId xmlns:a16="http://schemas.microsoft.com/office/drawing/2014/main" id="{CA65C4D6-0C6F-4515-B483-871BD0F3D0B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q16_0_tuned_ReferenceLigand_6">
            <a:extLst>
              <a:ext uri="{FF2B5EF4-FFF2-40B4-BE49-F238E27FC236}">
                <a16:creationId xmlns:a16="http://schemas.microsoft.com/office/drawing/2014/main" id="{62EAB0EA-2C84-48FD-B337-546695AFFA3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q16_0_tuned_ReferenceLigand_7">
            <a:extLst>
              <a:ext uri="{FF2B5EF4-FFF2-40B4-BE49-F238E27FC236}">
                <a16:creationId xmlns:a16="http://schemas.microsoft.com/office/drawing/2014/main" id="{888009E0-9618-436A-91D8-CD1424D92BC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q16_0_tuned_ReferenceLigand_8">
            <a:extLst>
              <a:ext uri="{FF2B5EF4-FFF2-40B4-BE49-F238E27FC236}">
                <a16:creationId xmlns:a16="http://schemas.microsoft.com/office/drawing/2014/main" id="{71977D0D-D350-4CC0-A345-B5595459B65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q16_0_tuned_ReferenceLigand_9">
            <a:extLst>
              <a:ext uri="{FF2B5EF4-FFF2-40B4-BE49-F238E27FC236}">
                <a16:creationId xmlns:a16="http://schemas.microsoft.com/office/drawing/2014/main" id="{D5EF2930-F95D-4212-A015-73E4B963B1E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q16_0_tuned_ReferenceLigand_10">
            <a:extLst>
              <a:ext uri="{FF2B5EF4-FFF2-40B4-BE49-F238E27FC236}">
                <a16:creationId xmlns:a16="http://schemas.microsoft.com/office/drawing/2014/main" id="{9C7F4821-A855-4CE8-951F-A1B1E89A2E3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q16_0_tuned_ReferenceLigand_11">
            <a:extLst>
              <a:ext uri="{FF2B5EF4-FFF2-40B4-BE49-F238E27FC236}">
                <a16:creationId xmlns:a16="http://schemas.microsoft.com/office/drawing/2014/main" id="{067108E7-32D3-4A0C-B09B-84F05E70249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q16_0_tuned_ReferenceLigand_12">
            <a:extLst>
              <a:ext uri="{FF2B5EF4-FFF2-40B4-BE49-F238E27FC236}">
                <a16:creationId xmlns:a16="http://schemas.microsoft.com/office/drawing/2014/main" id="{AF70F056-DAF2-4CD6-AD59-BD27148CFA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q16_0_tuned_ReferenceLigand_13">
            <a:extLst>
              <a:ext uri="{FF2B5EF4-FFF2-40B4-BE49-F238E27FC236}">
                <a16:creationId xmlns:a16="http://schemas.microsoft.com/office/drawing/2014/main" id="{4C4EF59C-0A06-46AD-9957-39EA28974B0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q16_0_tuned_ReferenceLigand_14">
            <a:extLst>
              <a:ext uri="{FF2B5EF4-FFF2-40B4-BE49-F238E27FC236}">
                <a16:creationId xmlns:a16="http://schemas.microsoft.com/office/drawing/2014/main" id="{B537B5F0-476B-44BF-82D1-448569A6146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q16_0_tuned_ReferenceLigand_15">
            <a:extLst>
              <a:ext uri="{FF2B5EF4-FFF2-40B4-BE49-F238E27FC236}">
                <a16:creationId xmlns:a16="http://schemas.microsoft.com/office/drawing/2014/main" id="{ADD47CF4-38B8-440A-BBFF-EBA978A4D10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q16_0_tuned_ReferenceLigand_16">
            <a:extLst>
              <a:ext uri="{FF2B5EF4-FFF2-40B4-BE49-F238E27FC236}">
                <a16:creationId xmlns:a16="http://schemas.microsoft.com/office/drawing/2014/main" id="{A4838E9B-DCE2-4E0F-B8A7-94DA20A76C3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q16_0_tuned_ReferenceLigand_17">
            <a:extLst>
              <a:ext uri="{FF2B5EF4-FFF2-40B4-BE49-F238E27FC236}">
                <a16:creationId xmlns:a16="http://schemas.microsoft.com/office/drawing/2014/main" id="{5357D234-8698-46B8-80CC-C5EE144B69F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q16_0_tuned_ReferenceLigand_18">
            <a:extLst>
              <a:ext uri="{FF2B5EF4-FFF2-40B4-BE49-F238E27FC236}">
                <a16:creationId xmlns:a16="http://schemas.microsoft.com/office/drawing/2014/main" id="{010E6799-30DB-45DA-8615-0B7DB05ED8C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q16_0_tuned_ReferenceLigand_19">
            <a:extLst>
              <a:ext uri="{FF2B5EF4-FFF2-40B4-BE49-F238E27FC236}">
                <a16:creationId xmlns:a16="http://schemas.microsoft.com/office/drawing/2014/main" id="{89DE466E-63B9-487B-817F-5DE6BC90D79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q16_0_tuned_ReferenceLigand_20">
            <a:extLst>
              <a:ext uri="{FF2B5EF4-FFF2-40B4-BE49-F238E27FC236}">
                <a16:creationId xmlns:a16="http://schemas.microsoft.com/office/drawing/2014/main" id="{5031C519-5856-49F4-B629-80AD0FADB31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q16_0_tuned_ReferenceLigand_21">
            <a:extLst>
              <a:ext uri="{FF2B5EF4-FFF2-40B4-BE49-F238E27FC236}">
                <a16:creationId xmlns:a16="http://schemas.microsoft.com/office/drawing/2014/main" id="{4E0C391C-BB2A-4055-8200-3FAD260E076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q16_0_tuned_ReferenceLigand_22">
            <a:extLst>
              <a:ext uri="{FF2B5EF4-FFF2-40B4-BE49-F238E27FC236}">
                <a16:creationId xmlns:a16="http://schemas.microsoft.com/office/drawing/2014/main" id="{59494B4F-8016-4978-9C3F-18ADDD23134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q16_0_tuned_ReferenceLigand_23">
            <a:extLst>
              <a:ext uri="{FF2B5EF4-FFF2-40B4-BE49-F238E27FC236}">
                <a16:creationId xmlns:a16="http://schemas.microsoft.com/office/drawing/2014/main" id="{0FAEFC6D-C5DD-4985-B3E9-B841765CFFF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" name="9q16_0_tuned_ReferenceLigand_24">
            <a:extLst>
              <a:ext uri="{FF2B5EF4-FFF2-40B4-BE49-F238E27FC236}">
                <a16:creationId xmlns:a16="http://schemas.microsoft.com/office/drawing/2014/main" id="{E97C076B-AD4F-4538-B3C4-64A642D62AA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" name="9q16_0_tuned_ReferenceLigand_25">
            <a:extLst>
              <a:ext uri="{FF2B5EF4-FFF2-40B4-BE49-F238E27FC236}">
                <a16:creationId xmlns:a16="http://schemas.microsoft.com/office/drawing/2014/main" id="{CF3E35D4-DB81-4F75-A614-9558C5CDA72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" name="9q16_0_tuned_ReferenceLigand_26">
            <a:extLst>
              <a:ext uri="{FF2B5EF4-FFF2-40B4-BE49-F238E27FC236}">
                <a16:creationId xmlns:a16="http://schemas.microsoft.com/office/drawing/2014/main" id="{7B95DC9F-FC3B-4DD6-BF28-7D63FF9634A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" name="9q16_0_tuned_ReferenceLigand_27">
            <a:extLst>
              <a:ext uri="{FF2B5EF4-FFF2-40B4-BE49-F238E27FC236}">
                <a16:creationId xmlns:a16="http://schemas.microsoft.com/office/drawing/2014/main" id="{B9AD4B15-5F89-49BC-8232-136E84541D3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" name="9q16_0_tuned_ReferenceLigand_28">
            <a:extLst>
              <a:ext uri="{FF2B5EF4-FFF2-40B4-BE49-F238E27FC236}">
                <a16:creationId xmlns:a16="http://schemas.microsoft.com/office/drawing/2014/main" id="{8B7CA8C3-DDE9-45D3-BA85-6ACD003D639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" name="9q16_0_tuned_ReferenceLigand_29">
            <a:extLst>
              <a:ext uri="{FF2B5EF4-FFF2-40B4-BE49-F238E27FC236}">
                <a16:creationId xmlns:a16="http://schemas.microsoft.com/office/drawing/2014/main" id="{A2481D5C-2539-44A0-B451-45987AD76A1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" name="9q16_0_tuned_ReferenceLigand_30">
            <a:extLst>
              <a:ext uri="{FF2B5EF4-FFF2-40B4-BE49-F238E27FC236}">
                <a16:creationId xmlns:a16="http://schemas.microsoft.com/office/drawing/2014/main" id="{A20CEC63-FE27-4EF9-BAD8-F30562A2E58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" name="9q16_0_tuned_ReferenceLigand_31">
            <a:extLst>
              <a:ext uri="{FF2B5EF4-FFF2-40B4-BE49-F238E27FC236}">
                <a16:creationId xmlns:a16="http://schemas.microsoft.com/office/drawing/2014/main" id="{411FC778-5E60-44FB-8E9A-F32C286C57F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" name="9q16_0_tuned_ReferenceLigand_32">
            <a:extLst>
              <a:ext uri="{FF2B5EF4-FFF2-40B4-BE49-F238E27FC236}">
                <a16:creationId xmlns:a16="http://schemas.microsoft.com/office/drawing/2014/main" id="{B46688B6-4548-4186-8D11-B0B72A837D3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" name="9q16_0_tuned_PredictedLigand_0">
            <a:extLst>
              <a:ext uri="{FF2B5EF4-FFF2-40B4-BE49-F238E27FC236}">
                <a16:creationId xmlns:a16="http://schemas.microsoft.com/office/drawing/2014/main" id="{A9C58B93-F8C9-4831-BB39-DC4632F8AD5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445241" y="5525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q16_0_tuned_PredictedLigand_1">
            <a:extLst>
              <a:ext uri="{FF2B5EF4-FFF2-40B4-BE49-F238E27FC236}">
                <a16:creationId xmlns:a16="http://schemas.microsoft.com/office/drawing/2014/main" id="{26BFC39F-55BC-45EE-9BEC-9C25CE10D96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367129" y="4674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q16_0_tuned_PredictedLigand_2">
            <a:extLst>
              <a:ext uri="{FF2B5EF4-FFF2-40B4-BE49-F238E27FC236}">
                <a16:creationId xmlns:a16="http://schemas.microsoft.com/office/drawing/2014/main" id="{2CC8E0D8-232E-44D6-A6AB-CFD968FDAC3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94086" y="8995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q16_0_tuned_PredictedLigand_3">
            <a:extLst>
              <a:ext uri="{FF2B5EF4-FFF2-40B4-BE49-F238E27FC236}">
                <a16:creationId xmlns:a16="http://schemas.microsoft.com/office/drawing/2014/main" id="{930FB4F9-0FD4-4D84-8D45-34E56EFAD24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1821" y="776585"/>
                </a:moveTo>
                <a:lnTo>
                  <a:pt x="2238973" y="5866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q16_0_tuned_PredictedLigand_4">
            <a:extLst>
              <a:ext uri="{FF2B5EF4-FFF2-40B4-BE49-F238E27FC236}">
                <a16:creationId xmlns:a16="http://schemas.microsoft.com/office/drawing/2014/main" id="{FDF80C80-08B1-40C3-B419-479D54F149B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261821" y="7765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q16_0_tuned_PredictedLigand_5">
            <a:extLst>
              <a:ext uri="{FF2B5EF4-FFF2-40B4-BE49-F238E27FC236}">
                <a16:creationId xmlns:a16="http://schemas.microsoft.com/office/drawing/2014/main" id="{F7C4D90A-867D-4C52-82F0-21E934F8B94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834125" y="4994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q16_0_tuned_PredictedLigand_6">
            <a:extLst>
              <a:ext uri="{FF2B5EF4-FFF2-40B4-BE49-F238E27FC236}">
                <a16:creationId xmlns:a16="http://schemas.microsoft.com/office/drawing/2014/main" id="{1CC327DA-8409-4BA3-925C-A766D92E0EA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172619" y="10874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q16_0_tuned_PredictedLigand_7">
            <a:extLst>
              <a:ext uri="{FF2B5EF4-FFF2-40B4-BE49-F238E27FC236}">
                <a16:creationId xmlns:a16="http://schemas.microsoft.com/office/drawing/2014/main" id="{4E8261C2-771B-4FCF-89EC-893CDDDE480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093459" y="5296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q16_0_tuned_PredictedLigand_8">
            <a:extLst>
              <a:ext uri="{FF2B5EF4-FFF2-40B4-BE49-F238E27FC236}">
                <a16:creationId xmlns:a16="http://schemas.microsoft.com/office/drawing/2014/main" id="{8B895B2D-6BDF-470D-917B-9E446561B3A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67" y="743228"/>
                </a:moveTo>
                <a:lnTo>
                  <a:pt x="442018" y="7200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q16_0_tuned_PredictedLigand_9">
            <a:extLst>
              <a:ext uri="{FF2B5EF4-FFF2-40B4-BE49-F238E27FC236}">
                <a16:creationId xmlns:a16="http://schemas.microsoft.com/office/drawing/2014/main" id="{345145B5-E14B-466A-8032-96AB68A7EFC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00206" y="6961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q16_0_tuned_PredictedLigand_10">
            <a:extLst>
              <a:ext uri="{FF2B5EF4-FFF2-40B4-BE49-F238E27FC236}">
                <a16:creationId xmlns:a16="http://schemas.microsoft.com/office/drawing/2014/main" id="{E1A6F962-FAB0-4C31-B313-6E3DE827E3C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8" y="853104"/>
                </a:moveTo>
                <a:lnTo>
                  <a:pt x="2148157" y="91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q16_0_tuned_PredictedLigand_11">
            <a:extLst>
              <a:ext uri="{FF2B5EF4-FFF2-40B4-BE49-F238E27FC236}">
                <a16:creationId xmlns:a16="http://schemas.microsoft.com/office/drawing/2014/main" id="{8960F028-A54B-4CB8-BCBF-CA14FBE2736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649267" y="7432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q16_0_tuned_PredictedLigand_12">
            <a:extLst>
              <a:ext uri="{FF2B5EF4-FFF2-40B4-BE49-F238E27FC236}">
                <a16:creationId xmlns:a16="http://schemas.microsoft.com/office/drawing/2014/main" id="{BC184D7F-B252-4D21-AC76-414953AA90C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546" y="672717"/>
                </a:moveTo>
                <a:lnTo>
                  <a:pt x="807674" y="5833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q16_0_tuned_PredictedLigand_13">
            <a:extLst>
              <a:ext uri="{FF2B5EF4-FFF2-40B4-BE49-F238E27FC236}">
                <a16:creationId xmlns:a16="http://schemas.microsoft.com/office/drawing/2014/main" id="{6434EB27-ABAB-47D7-8F0A-C5BD5C22187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3459" y="529671"/>
                </a:moveTo>
                <a:lnTo>
                  <a:pt x="1972808" y="6630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q16_0_tuned_PredictedLigand_14">
            <a:extLst>
              <a:ext uri="{FF2B5EF4-FFF2-40B4-BE49-F238E27FC236}">
                <a16:creationId xmlns:a16="http://schemas.microsoft.com/office/drawing/2014/main" id="{E52DB06C-179A-4BA2-8031-420F834A7E1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q16_0_tuned_PredictedLigand_15">
            <a:extLst>
              <a:ext uri="{FF2B5EF4-FFF2-40B4-BE49-F238E27FC236}">
                <a16:creationId xmlns:a16="http://schemas.microsoft.com/office/drawing/2014/main" id="{74E0F28C-16D9-4E5D-A504-EC30F6E816C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2591" y="17334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q16_0_tuned_PredictedLigand_16">
            <a:extLst>
              <a:ext uri="{FF2B5EF4-FFF2-40B4-BE49-F238E27FC236}">
                <a16:creationId xmlns:a16="http://schemas.microsoft.com/office/drawing/2014/main" id="{81D75483-D81A-4E90-91E4-6C1407617EF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740296" y="436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q16_0_tuned_PredictedLigand_17">
            <a:extLst>
              <a:ext uri="{FF2B5EF4-FFF2-40B4-BE49-F238E27FC236}">
                <a16:creationId xmlns:a16="http://schemas.microsoft.com/office/drawing/2014/main" id="{7B3DFC1D-2D6E-419E-B201-E4DF04D5FBA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0787" y="347582"/>
                </a:moveTo>
                <a:lnTo>
                  <a:pt x="1627709" y="376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q16_0_tuned_PredictedLigand_18">
            <a:extLst>
              <a:ext uri="{FF2B5EF4-FFF2-40B4-BE49-F238E27FC236}">
                <a16:creationId xmlns:a16="http://schemas.microsoft.com/office/drawing/2014/main" id="{1EAF750A-AC86-4A58-820A-05071E0D2CC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764" y="945854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q16_0_tuned_PredictedLigand_19">
            <a:extLst>
              <a:ext uri="{FF2B5EF4-FFF2-40B4-BE49-F238E27FC236}">
                <a16:creationId xmlns:a16="http://schemas.microsoft.com/office/drawing/2014/main" id="{62C3627C-00D2-4777-BF90-B7D5391EEDB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q16_0_tuned_PredictedLigand_20">
            <a:extLst>
              <a:ext uri="{FF2B5EF4-FFF2-40B4-BE49-F238E27FC236}">
                <a16:creationId xmlns:a16="http://schemas.microsoft.com/office/drawing/2014/main" id="{44290D0B-E6D0-4EC1-BB85-382C544DED3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709" y="376219"/>
                </a:moveTo>
                <a:lnTo>
                  <a:pt x="1706834" y="4683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q16_0_tuned_PredictedLigand_21">
            <a:extLst>
              <a:ext uri="{FF2B5EF4-FFF2-40B4-BE49-F238E27FC236}">
                <a16:creationId xmlns:a16="http://schemas.microsoft.com/office/drawing/2014/main" id="{265CBC7D-E966-4E15-A8EA-FAD3B0D1BF1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001546" y="6727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" name="9q16_0_tuned_PredictedLigand_22">
            <a:extLst>
              <a:ext uri="{FF2B5EF4-FFF2-40B4-BE49-F238E27FC236}">
                <a16:creationId xmlns:a16="http://schemas.microsoft.com/office/drawing/2014/main" id="{FB0C5EF8-89F2-43BB-8F03-A32DC96FDB6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7439" y="813773"/>
                </a:moveTo>
                <a:lnTo>
                  <a:pt x="1858764" y="9458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5" name="9q16_0_tuned_PredictedLigand_23">
            <a:extLst>
              <a:ext uri="{FF2B5EF4-FFF2-40B4-BE49-F238E27FC236}">
                <a16:creationId xmlns:a16="http://schemas.microsoft.com/office/drawing/2014/main" id="{479FBEF2-66F3-4903-89AA-3787C3A85BA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6" name="9q16_0_tuned_PredictedLigand_24">
            <a:extLst>
              <a:ext uri="{FF2B5EF4-FFF2-40B4-BE49-F238E27FC236}">
                <a16:creationId xmlns:a16="http://schemas.microsoft.com/office/drawing/2014/main" id="{F816D1F9-5465-42D6-A2B3-EA8EEC82FC3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7" name="9q16_0_tuned_PredictedLigand_25">
            <a:extLst>
              <a:ext uri="{FF2B5EF4-FFF2-40B4-BE49-F238E27FC236}">
                <a16:creationId xmlns:a16="http://schemas.microsoft.com/office/drawing/2014/main" id="{C04E7B83-8B05-47FA-B602-05866804317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4453" y="639554"/>
                </a:moveTo>
                <a:lnTo>
                  <a:pt x="1747439" y="8137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8" name="9q16_0_tuned_PredictedLigand_26">
            <a:extLst>
              <a:ext uri="{FF2B5EF4-FFF2-40B4-BE49-F238E27FC236}">
                <a16:creationId xmlns:a16="http://schemas.microsoft.com/office/drawing/2014/main" id="{368F2C00-8E81-4C4F-B3D2-D2DB0E78E8E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115755" y="9799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9" name="9q16_0_tuned_PredictedLigand_27">
            <a:extLst>
              <a:ext uri="{FF2B5EF4-FFF2-40B4-BE49-F238E27FC236}">
                <a16:creationId xmlns:a16="http://schemas.microsoft.com/office/drawing/2014/main" id="{7CF012A9-B16B-467E-9D29-DCAB0F5E170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556878" y="4968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0" name="9q16_0_tuned_PredictedLigand_28">
            <a:extLst>
              <a:ext uri="{FF2B5EF4-FFF2-40B4-BE49-F238E27FC236}">
                <a16:creationId xmlns:a16="http://schemas.microsoft.com/office/drawing/2014/main" id="{7893855C-EA13-4BCF-9F56-ECEB53E6920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7951" y="669675"/>
                </a:moveTo>
                <a:lnTo>
                  <a:pt x="1071027" y="7845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1" name="9q16_0_tuned_PredictedLigand_29">
            <a:extLst>
              <a:ext uri="{FF2B5EF4-FFF2-40B4-BE49-F238E27FC236}">
                <a16:creationId xmlns:a16="http://schemas.microsoft.com/office/drawing/2014/main" id="{4E8385AC-5846-47B8-A6AB-C820E7C8071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208682" y="4630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2" name="9q16_0_tuned_PredictedLigand_30">
            <a:extLst>
              <a:ext uri="{FF2B5EF4-FFF2-40B4-BE49-F238E27FC236}">
                <a16:creationId xmlns:a16="http://schemas.microsoft.com/office/drawing/2014/main" id="{9CFF27F3-1971-4EDF-8034-12A1B476893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878" y="496857"/>
                </a:moveTo>
                <a:lnTo>
                  <a:pt x="1398711" y="380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3" name="9q16_0_tuned_PredictedLigand_31">
            <a:extLst>
              <a:ext uri="{FF2B5EF4-FFF2-40B4-BE49-F238E27FC236}">
                <a16:creationId xmlns:a16="http://schemas.microsoft.com/office/drawing/2014/main" id="{277E0D31-11F3-4DF3-87D2-D1779488248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911630" y="7658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" name="9q16_0_tuned_PredictedLigand_32">
            <a:extLst>
              <a:ext uri="{FF2B5EF4-FFF2-40B4-BE49-F238E27FC236}">
                <a16:creationId xmlns:a16="http://schemas.microsoft.com/office/drawing/2014/main" id="{BE134FDE-4881-43AB-BA9D-5B29CADB6EC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8682" y="463051"/>
                </a:moveTo>
                <a:lnTo>
                  <a:pt x="1237951" y="6696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" name="9q16_0_tuned_PredictedAtoms_0">
            <a:extLst>
              <a:ext uri="{FF2B5EF4-FFF2-40B4-BE49-F238E27FC236}">
                <a16:creationId xmlns:a16="http://schemas.microsoft.com/office/drawing/2014/main" id="{47D38492-4A1B-4690-92AD-F4F5AE498D3F}"/>
              </a:ext>
            </a:extLst>
          </p:cNvPr>
          <p:cNvSpPr>
            <a:spLocks noGrp="1"/>
          </p:cNvSpPr>
          <p:nvPr/>
        </p:nvSpPr>
        <p:spPr>
          <a:xfrm>
            <a:off x="4526798" y="947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6" name="9q16_0_tuned_PredictedAtoms_1">
            <a:extLst>
              <a:ext uri="{FF2B5EF4-FFF2-40B4-BE49-F238E27FC236}">
                <a16:creationId xmlns:a16="http://schemas.microsoft.com/office/drawing/2014/main" id="{64F3E12C-F9F2-4049-9E79-A79ACA0249AB}"/>
              </a:ext>
            </a:extLst>
          </p:cNvPr>
          <p:cNvSpPr>
            <a:spLocks noGrp="1"/>
          </p:cNvSpPr>
          <p:nvPr/>
        </p:nvSpPr>
        <p:spPr>
          <a:xfrm>
            <a:off x="4604994" y="1121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q16_0_tuned_PredictedAtoms_2">
            <a:extLst>
              <a:ext uri="{FF2B5EF4-FFF2-40B4-BE49-F238E27FC236}">
                <a16:creationId xmlns:a16="http://schemas.microsoft.com/office/drawing/2014/main" id="{831958A4-A028-41EF-BE3E-7A4D72A7A37C}"/>
              </a:ext>
            </a:extLst>
          </p:cNvPr>
          <p:cNvSpPr>
            <a:spLocks noGrp="1"/>
          </p:cNvSpPr>
          <p:nvPr/>
        </p:nvSpPr>
        <p:spPr>
          <a:xfrm>
            <a:off x="4811917" y="11506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8" name="9q16_0_tuned_PredictedAtoms_3">
            <a:extLst>
              <a:ext uri="{FF2B5EF4-FFF2-40B4-BE49-F238E27FC236}">
                <a16:creationId xmlns:a16="http://schemas.microsoft.com/office/drawing/2014/main" id="{75769E4E-2D50-46D7-920B-AD0F5ABB9BA9}"/>
              </a:ext>
            </a:extLst>
          </p:cNvPr>
          <p:cNvSpPr>
            <a:spLocks noGrp="1"/>
          </p:cNvSpPr>
          <p:nvPr/>
        </p:nvSpPr>
        <p:spPr>
          <a:xfrm>
            <a:off x="4891042" y="12427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q16_0_tuned_PredictedAtoms_4">
            <a:extLst>
              <a:ext uri="{FF2B5EF4-FFF2-40B4-BE49-F238E27FC236}">
                <a16:creationId xmlns:a16="http://schemas.microsoft.com/office/drawing/2014/main" id="{3EDAE1D9-D9D8-42FA-A152-E069664D3419}"/>
              </a:ext>
            </a:extLst>
          </p:cNvPr>
          <p:cNvSpPr>
            <a:spLocks noGrp="1"/>
          </p:cNvSpPr>
          <p:nvPr/>
        </p:nvSpPr>
        <p:spPr>
          <a:xfrm>
            <a:off x="4998661" y="14139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" name="9q16_0_tuned_PredictedAtoms_5">
            <a:extLst>
              <a:ext uri="{FF2B5EF4-FFF2-40B4-BE49-F238E27FC236}">
                <a16:creationId xmlns:a16="http://schemas.microsoft.com/office/drawing/2014/main" id="{859A8B89-F170-4674-935D-C80F88D1E012}"/>
              </a:ext>
            </a:extLst>
          </p:cNvPr>
          <p:cNvSpPr>
            <a:spLocks noGrp="1"/>
          </p:cNvSpPr>
          <p:nvPr/>
        </p:nvSpPr>
        <p:spPr>
          <a:xfrm>
            <a:off x="4931647" y="15881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q16_0_tuned_PredictedAtoms_6">
            <a:extLst>
              <a:ext uri="{FF2B5EF4-FFF2-40B4-BE49-F238E27FC236}">
                <a16:creationId xmlns:a16="http://schemas.microsoft.com/office/drawing/2014/main" id="{DE1B2CD3-4735-4A0C-AF96-646BFC19CC43}"/>
              </a:ext>
            </a:extLst>
          </p:cNvPr>
          <p:cNvSpPr>
            <a:spLocks noGrp="1"/>
          </p:cNvSpPr>
          <p:nvPr/>
        </p:nvSpPr>
        <p:spPr>
          <a:xfrm>
            <a:off x="5042972" y="17202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" name="9q16_0_tuned_PredictedAtoms_7">
            <a:extLst>
              <a:ext uri="{FF2B5EF4-FFF2-40B4-BE49-F238E27FC236}">
                <a16:creationId xmlns:a16="http://schemas.microsoft.com/office/drawing/2014/main" id="{53611AE5-438A-4E38-A0B3-D3BB6AAEA23C}"/>
              </a:ext>
            </a:extLst>
          </p:cNvPr>
          <p:cNvSpPr>
            <a:spLocks noGrp="1"/>
          </p:cNvSpPr>
          <p:nvPr/>
        </p:nvSpPr>
        <p:spPr>
          <a:xfrm>
            <a:off x="5182535" y="16274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q16_0_tuned_PredictedAtoms_8">
            <a:extLst>
              <a:ext uri="{FF2B5EF4-FFF2-40B4-BE49-F238E27FC236}">
                <a16:creationId xmlns:a16="http://schemas.microsoft.com/office/drawing/2014/main" id="{D307FA4B-4436-41D1-A3DA-FBB929826884}"/>
              </a:ext>
            </a:extLst>
          </p:cNvPr>
          <p:cNvSpPr>
            <a:spLocks noGrp="1"/>
          </p:cNvSpPr>
          <p:nvPr/>
        </p:nvSpPr>
        <p:spPr>
          <a:xfrm>
            <a:off x="5332364" y="16918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q16_0_tuned_PredictedAtoms_9">
            <a:extLst>
              <a:ext uri="{FF2B5EF4-FFF2-40B4-BE49-F238E27FC236}">
                <a16:creationId xmlns:a16="http://schemas.microsoft.com/office/drawing/2014/main" id="{94AEC6B1-B110-455D-83D2-EB51590666FF}"/>
              </a:ext>
            </a:extLst>
          </p:cNvPr>
          <p:cNvSpPr>
            <a:spLocks noGrp="1"/>
          </p:cNvSpPr>
          <p:nvPr/>
        </p:nvSpPr>
        <p:spPr>
          <a:xfrm>
            <a:off x="5356826" y="18618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" name="9q16_0_tuned_PredictedAtoms_10">
            <a:extLst>
              <a:ext uri="{FF2B5EF4-FFF2-40B4-BE49-F238E27FC236}">
                <a16:creationId xmlns:a16="http://schemas.microsoft.com/office/drawing/2014/main" id="{EEA18FBA-6A84-4F04-B179-E07A34EC5804}"/>
              </a:ext>
            </a:extLst>
          </p:cNvPr>
          <p:cNvSpPr>
            <a:spLocks noGrp="1"/>
          </p:cNvSpPr>
          <p:nvPr/>
        </p:nvSpPr>
        <p:spPr>
          <a:xfrm>
            <a:off x="5446029" y="15509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" name="9q16_0_tuned_PredictedAtoms_11">
            <a:extLst>
              <a:ext uri="{FF2B5EF4-FFF2-40B4-BE49-F238E27FC236}">
                <a16:creationId xmlns:a16="http://schemas.microsoft.com/office/drawing/2014/main" id="{2AC4F6EE-D36E-4F98-A3A1-538309307895}"/>
              </a:ext>
            </a:extLst>
          </p:cNvPr>
          <p:cNvSpPr>
            <a:spLocks noGrp="1"/>
          </p:cNvSpPr>
          <p:nvPr/>
        </p:nvSpPr>
        <p:spPr>
          <a:xfrm>
            <a:off x="5423180" y="13610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q16_0_tuned_PredictedAtoms_12">
            <a:extLst>
              <a:ext uri="{FF2B5EF4-FFF2-40B4-BE49-F238E27FC236}">
                <a16:creationId xmlns:a16="http://schemas.microsoft.com/office/drawing/2014/main" id="{FA1676EA-C238-4385-BBB2-799FF2A5743E}"/>
              </a:ext>
            </a:extLst>
          </p:cNvPr>
          <p:cNvSpPr>
            <a:spLocks noGrp="1"/>
          </p:cNvSpPr>
          <p:nvPr/>
        </p:nvSpPr>
        <p:spPr>
          <a:xfrm>
            <a:off x="5551337" y="124186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" name="9q16_0_tuned_PredictedAtoms_13">
            <a:extLst>
              <a:ext uri="{FF2B5EF4-FFF2-40B4-BE49-F238E27FC236}">
                <a16:creationId xmlns:a16="http://schemas.microsoft.com/office/drawing/2014/main" id="{DD1DB501-4EC1-45E1-812F-9A669B1AFA4F}"/>
              </a:ext>
            </a:extLst>
          </p:cNvPr>
          <p:cNvSpPr>
            <a:spLocks noGrp="1"/>
          </p:cNvSpPr>
          <p:nvPr/>
        </p:nvSpPr>
        <p:spPr>
          <a:xfrm>
            <a:off x="5277667" y="1304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9" name="9q16_0_tuned_PredictedAtoms_14">
            <a:extLst>
              <a:ext uri="{FF2B5EF4-FFF2-40B4-BE49-F238E27FC236}">
                <a16:creationId xmlns:a16="http://schemas.microsoft.com/office/drawing/2014/main" id="{FE12AD1D-A97C-458F-8939-F130AAF43522}"/>
              </a:ext>
            </a:extLst>
          </p:cNvPr>
          <p:cNvSpPr>
            <a:spLocks noGrp="1"/>
          </p:cNvSpPr>
          <p:nvPr/>
        </p:nvSpPr>
        <p:spPr>
          <a:xfrm>
            <a:off x="5157016" y="14374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q16_0_tuned_PredictedAtoms_15">
            <a:extLst>
              <a:ext uri="{FF2B5EF4-FFF2-40B4-BE49-F238E27FC236}">
                <a16:creationId xmlns:a16="http://schemas.microsoft.com/office/drawing/2014/main" id="{D8086BC9-2B5A-4CF0-8628-3F0DA231D5C2}"/>
              </a:ext>
            </a:extLst>
          </p:cNvPr>
          <p:cNvSpPr>
            <a:spLocks noGrp="1"/>
          </p:cNvSpPr>
          <p:nvPr/>
        </p:nvSpPr>
        <p:spPr>
          <a:xfrm>
            <a:off x="4741085" y="12712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1" name="9q16_0_tuned_PredictedAtoms_16">
            <a:extLst>
              <a:ext uri="{FF2B5EF4-FFF2-40B4-BE49-F238E27FC236}">
                <a16:creationId xmlns:a16="http://schemas.microsoft.com/office/drawing/2014/main" id="{16C97FCA-9590-4F3B-9323-2E61264CF11F}"/>
              </a:ext>
            </a:extLst>
          </p:cNvPr>
          <p:cNvSpPr>
            <a:spLocks noGrp="1"/>
          </p:cNvSpPr>
          <p:nvPr/>
        </p:nvSpPr>
        <p:spPr>
          <a:xfrm>
            <a:off x="4582918" y="11552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2" name="9q16_0_tuned_PredictedAtoms_17">
            <a:extLst>
              <a:ext uri="{FF2B5EF4-FFF2-40B4-BE49-F238E27FC236}">
                <a16:creationId xmlns:a16="http://schemas.microsoft.com/office/drawing/2014/main" id="{0B6F0AF3-6DBF-46DE-B279-9B58633754C1}"/>
              </a:ext>
            </a:extLst>
          </p:cNvPr>
          <p:cNvSpPr>
            <a:spLocks noGrp="1"/>
          </p:cNvSpPr>
          <p:nvPr/>
        </p:nvSpPr>
        <p:spPr>
          <a:xfrm>
            <a:off x="4392890" y="12374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3" name="9q16_0_tuned_PredictedAtoms_18">
            <a:extLst>
              <a:ext uri="{FF2B5EF4-FFF2-40B4-BE49-F238E27FC236}">
                <a16:creationId xmlns:a16="http://schemas.microsoft.com/office/drawing/2014/main" id="{2DF0091B-C6CA-438C-9A57-52137122E45D}"/>
              </a:ext>
            </a:extLst>
          </p:cNvPr>
          <p:cNvSpPr>
            <a:spLocks noGrp="1"/>
          </p:cNvSpPr>
          <p:nvPr/>
        </p:nvSpPr>
        <p:spPr>
          <a:xfrm>
            <a:off x="4422158" y="14440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4" name="9q16_0_tuned_PredictedAtoms_19">
            <a:extLst>
              <a:ext uri="{FF2B5EF4-FFF2-40B4-BE49-F238E27FC236}">
                <a16:creationId xmlns:a16="http://schemas.microsoft.com/office/drawing/2014/main" id="{3A2D3B24-D4F1-41C8-AA84-87CEF309A9E4}"/>
              </a:ext>
            </a:extLst>
          </p:cNvPr>
          <p:cNvSpPr>
            <a:spLocks noGrp="1"/>
          </p:cNvSpPr>
          <p:nvPr/>
        </p:nvSpPr>
        <p:spPr>
          <a:xfrm>
            <a:off x="4255235" y="15589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5" name="9q16_0_tuned_PredictedAtoms_20">
            <a:extLst>
              <a:ext uri="{FF2B5EF4-FFF2-40B4-BE49-F238E27FC236}">
                <a16:creationId xmlns:a16="http://schemas.microsoft.com/office/drawing/2014/main" id="{D5CB6495-1D3B-4858-864A-BB7370FD458C}"/>
              </a:ext>
            </a:extLst>
          </p:cNvPr>
          <p:cNvSpPr>
            <a:spLocks noGrp="1"/>
          </p:cNvSpPr>
          <p:nvPr/>
        </p:nvSpPr>
        <p:spPr>
          <a:xfrm>
            <a:off x="4299962" y="17542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6" name="9q16_0_tuned_PredictedAtoms_21">
            <a:extLst>
              <a:ext uri="{FF2B5EF4-FFF2-40B4-BE49-F238E27FC236}">
                <a16:creationId xmlns:a16="http://schemas.microsoft.com/office/drawing/2014/main" id="{DABA7CEF-58AB-498B-BFF2-5958A331A1F9}"/>
              </a:ext>
            </a:extLst>
          </p:cNvPr>
          <p:cNvSpPr>
            <a:spLocks noGrp="1"/>
          </p:cNvSpPr>
          <p:nvPr/>
        </p:nvSpPr>
        <p:spPr>
          <a:xfrm>
            <a:off x="4095838" y="15402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7" name="9q16_0_tuned_PredictedAtoms_22">
            <a:extLst>
              <a:ext uri="{FF2B5EF4-FFF2-40B4-BE49-F238E27FC236}">
                <a16:creationId xmlns:a16="http://schemas.microsoft.com/office/drawing/2014/main" id="{F21B145F-C913-4820-96DA-7889EB5BE896}"/>
              </a:ext>
            </a:extLst>
          </p:cNvPr>
          <p:cNvSpPr>
            <a:spLocks noGrp="1"/>
          </p:cNvSpPr>
          <p:nvPr/>
        </p:nvSpPr>
        <p:spPr>
          <a:xfrm>
            <a:off x="4185754" y="14470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8" name="9q16_0_tuned_PredictedAtoms_23">
            <a:extLst>
              <a:ext uri="{FF2B5EF4-FFF2-40B4-BE49-F238E27FC236}">
                <a16:creationId xmlns:a16="http://schemas.microsoft.com/office/drawing/2014/main" id="{681E8A15-0BAF-4142-BCC6-F5CAC11BDC37}"/>
              </a:ext>
            </a:extLst>
          </p:cNvPr>
          <p:cNvSpPr>
            <a:spLocks noGrp="1"/>
          </p:cNvSpPr>
          <p:nvPr/>
        </p:nvSpPr>
        <p:spPr>
          <a:xfrm>
            <a:off x="3991882" y="13577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9" name="9q16_0_tuned_PredictedAtoms_24">
            <a:extLst>
              <a:ext uri="{FF2B5EF4-FFF2-40B4-BE49-F238E27FC236}">
                <a16:creationId xmlns:a16="http://schemas.microsoft.com/office/drawing/2014/main" id="{E8A9F5D4-5091-4AAB-ABFB-B6DE55CC4EBC}"/>
              </a:ext>
            </a:extLst>
          </p:cNvPr>
          <p:cNvSpPr>
            <a:spLocks noGrp="1"/>
          </p:cNvSpPr>
          <p:nvPr/>
        </p:nvSpPr>
        <p:spPr>
          <a:xfrm>
            <a:off x="4018333" y="12738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0" name="9q16_0_tuned_PredictedAtoms_25">
            <a:extLst>
              <a:ext uri="{FF2B5EF4-FFF2-40B4-BE49-F238E27FC236}">
                <a16:creationId xmlns:a16="http://schemas.microsoft.com/office/drawing/2014/main" id="{4EF3F5D5-B35B-4F30-9B60-D8C02286DADA}"/>
              </a:ext>
            </a:extLst>
          </p:cNvPr>
          <p:cNvSpPr>
            <a:spLocks noGrp="1"/>
          </p:cNvSpPr>
          <p:nvPr/>
        </p:nvSpPr>
        <p:spPr>
          <a:xfrm>
            <a:off x="3924504" y="1210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1" name="9q16_0_tuned_PredictedAtoms_26">
            <a:extLst>
              <a:ext uri="{FF2B5EF4-FFF2-40B4-BE49-F238E27FC236}">
                <a16:creationId xmlns:a16="http://schemas.microsoft.com/office/drawing/2014/main" id="{127A099A-EC7D-4E6D-BB95-2F7127F28078}"/>
              </a:ext>
            </a:extLst>
          </p:cNvPr>
          <p:cNvSpPr>
            <a:spLocks noGrp="1"/>
          </p:cNvSpPr>
          <p:nvPr/>
        </p:nvSpPr>
        <p:spPr>
          <a:xfrm>
            <a:off x="3833474" y="15176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2" name="9q16_0_tuned_PredictedAtoms_27">
            <a:extLst>
              <a:ext uri="{FF2B5EF4-FFF2-40B4-BE49-F238E27FC236}">
                <a16:creationId xmlns:a16="http://schemas.microsoft.com/office/drawing/2014/main" id="{26334634-6AB9-4B09-A534-4E31048D09B3}"/>
              </a:ext>
            </a:extLst>
          </p:cNvPr>
          <p:cNvSpPr>
            <a:spLocks noGrp="1"/>
          </p:cNvSpPr>
          <p:nvPr/>
        </p:nvSpPr>
        <p:spPr>
          <a:xfrm>
            <a:off x="3626225" y="14944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3" name="9q16_0_tuned_PredictedAtoms_28">
            <a:extLst>
              <a:ext uri="{FF2B5EF4-FFF2-40B4-BE49-F238E27FC236}">
                <a16:creationId xmlns:a16="http://schemas.microsoft.com/office/drawing/2014/main" id="{E5C53444-6D44-4F11-887A-ACBEBC84770A}"/>
              </a:ext>
            </a:extLst>
          </p:cNvPr>
          <p:cNvSpPr>
            <a:spLocks noGrp="1"/>
          </p:cNvSpPr>
          <p:nvPr/>
        </p:nvSpPr>
        <p:spPr>
          <a:xfrm>
            <a:off x="3629448" y="132688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4" name="9q16_0_tuned_PredictedAtoms_29">
            <a:extLst>
              <a:ext uri="{FF2B5EF4-FFF2-40B4-BE49-F238E27FC236}">
                <a16:creationId xmlns:a16="http://schemas.microsoft.com/office/drawing/2014/main" id="{5784D60B-C0EF-4770-968C-71686A84C6E5}"/>
              </a:ext>
            </a:extLst>
          </p:cNvPr>
          <p:cNvSpPr>
            <a:spLocks noGrp="1"/>
          </p:cNvSpPr>
          <p:nvPr/>
        </p:nvSpPr>
        <p:spPr>
          <a:xfrm>
            <a:off x="3484414" y="14705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5" name="9q16_0_tuned_PredictedAtoms_30">
            <a:extLst>
              <a:ext uri="{FF2B5EF4-FFF2-40B4-BE49-F238E27FC236}">
                <a16:creationId xmlns:a16="http://schemas.microsoft.com/office/drawing/2014/main" id="{C0416F36-0123-4B63-AB50-67F4566E6576}"/>
              </a:ext>
            </a:extLst>
          </p:cNvPr>
          <p:cNvSpPr>
            <a:spLocks noGrp="1"/>
          </p:cNvSpPr>
          <p:nvPr/>
        </p:nvSpPr>
        <p:spPr>
          <a:xfrm>
            <a:off x="3578294" y="16739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6" name="stage3-cases-density_9">
            <a:extLst>
              <a:ext uri="{FF2B5EF4-FFF2-40B4-BE49-F238E27FC236}">
                <a16:creationId xmlns:a16="http://schemas.microsoft.com/office/drawing/2014/main" id="{D19CF3A7-6186-4047-BF6F-FF79ADD52B22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0.76 Å   D 100%   Clash 0</a:t>
            </a:r>
          </a:p>
        </p:txBody>
      </p:sp>
      <p:sp>
        <p:nvSpPr>
          <p:cNvPr id="207" name="9q16_0_build_Receptor">
            <a:extLst>
              <a:ext uri="{FF2B5EF4-FFF2-40B4-BE49-F238E27FC236}">
                <a16:creationId xmlns:a16="http://schemas.microsoft.com/office/drawing/2014/main" id="{5CF877DD-5E97-40D0-B5C5-C0F97437824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08" name="9q16_0_build_ExperimentalDensity">
            <a:extLst>
              <a:ext uri="{FF2B5EF4-FFF2-40B4-BE49-F238E27FC236}">
                <a16:creationId xmlns:a16="http://schemas.microsoft.com/office/drawing/2014/main" id="{779DFE82-A2E7-41B9-9242-47C9E41661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09" name="9q16_0_build_ReferenceLigand_0">
            <a:extLst>
              <a:ext uri="{FF2B5EF4-FFF2-40B4-BE49-F238E27FC236}">
                <a16:creationId xmlns:a16="http://schemas.microsoft.com/office/drawing/2014/main" id="{E8AD97BB-DCF5-4536-A464-B52EF82E397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q16_0_build_ReferenceLigand_1">
            <a:extLst>
              <a:ext uri="{FF2B5EF4-FFF2-40B4-BE49-F238E27FC236}">
                <a16:creationId xmlns:a16="http://schemas.microsoft.com/office/drawing/2014/main" id="{029C98F9-5FAB-4508-A144-8F7281096AA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q16_0_build_ReferenceLigand_2">
            <a:extLst>
              <a:ext uri="{FF2B5EF4-FFF2-40B4-BE49-F238E27FC236}">
                <a16:creationId xmlns:a16="http://schemas.microsoft.com/office/drawing/2014/main" id="{63E784A3-FD35-45DC-8AAC-30CF2A83B9F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q16_0_build_ReferenceLigand_3">
            <a:extLst>
              <a:ext uri="{FF2B5EF4-FFF2-40B4-BE49-F238E27FC236}">
                <a16:creationId xmlns:a16="http://schemas.microsoft.com/office/drawing/2014/main" id="{44F75112-546C-4F2E-A93F-2085305D4F4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q16_0_build_ReferenceLigand_4">
            <a:extLst>
              <a:ext uri="{FF2B5EF4-FFF2-40B4-BE49-F238E27FC236}">
                <a16:creationId xmlns:a16="http://schemas.microsoft.com/office/drawing/2014/main" id="{C7819459-0ACA-4A14-88B0-F74687550E5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q16_0_build_ReferenceLigand_5">
            <a:extLst>
              <a:ext uri="{FF2B5EF4-FFF2-40B4-BE49-F238E27FC236}">
                <a16:creationId xmlns:a16="http://schemas.microsoft.com/office/drawing/2014/main" id="{037E080A-11E3-49C5-8B5D-C074BCDD6D8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q16_0_build_ReferenceLigand_6">
            <a:extLst>
              <a:ext uri="{FF2B5EF4-FFF2-40B4-BE49-F238E27FC236}">
                <a16:creationId xmlns:a16="http://schemas.microsoft.com/office/drawing/2014/main" id="{24521D5D-075B-4775-BE36-550B1C74D8E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q16_0_build_ReferenceLigand_7">
            <a:extLst>
              <a:ext uri="{FF2B5EF4-FFF2-40B4-BE49-F238E27FC236}">
                <a16:creationId xmlns:a16="http://schemas.microsoft.com/office/drawing/2014/main" id="{C65E06D4-5E70-4A0D-A671-2B2DBF7552D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q16_0_build_ReferenceLigand_8">
            <a:extLst>
              <a:ext uri="{FF2B5EF4-FFF2-40B4-BE49-F238E27FC236}">
                <a16:creationId xmlns:a16="http://schemas.microsoft.com/office/drawing/2014/main" id="{BE1B14B1-7DDB-4E14-B45B-D58E332CAC8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q16_0_build_ReferenceLigand_9">
            <a:extLst>
              <a:ext uri="{FF2B5EF4-FFF2-40B4-BE49-F238E27FC236}">
                <a16:creationId xmlns:a16="http://schemas.microsoft.com/office/drawing/2014/main" id="{EF33A32A-03DD-477E-9394-DC9D1A5B155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q16_0_build_ReferenceLigand_10">
            <a:extLst>
              <a:ext uri="{FF2B5EF4-FFF2-40B4-BE49-F238E27FC236}">
                <a16:creationId xmlns:a16="http://schemas.microsoft.com/office/drawing/2014/main" id="{43504193-1C74-4E94-813D-E788C278F43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q16_0_build_ReferenceLigand_11">
            <a:extLst>
              <a:ext uri="{FF2B5EF4-FFF2-40B4-BE49-F238E27FC236}">
                <a16:creationId xmlns:a16="http://schemas.microsoft.com/office/drawing/2014/main" id="{2BBCAB52-B851-4077-8F0C-BBE23D7D6D5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q16_0_build_ReferenceLigand_12">
            <a:extLst>
              <a:ext uri="{FF2B5EF4-FFF2-40B4-BE49-F238E27FC236}">
                <a16:creationId xmlns:a16="http://schemas.microsoft.com/office/drawing/2014/main" id="{C1C94D28-6D5D-4E2F-BC65-1F5FB53BC81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q16_0_build_ReferenceLigand_13">
            <a:extLst>
              <a:ext uri="{FF2B5EF4-FFF2-40B4-BE49-F238E27FC236}">
                <a16:creationId xmlns:a16="http://schemas.microsoft.com/office/drawing/2014/main" id="{01571895-4580-4FE8-892C-5ED35703B5D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q16_0_build_ReferenceLigand_14">
            <a:extLst>
              <a:ext uri="{FF2B5EF4-FFF2-40B4-BE49-F238E27FC236}">
                <a16:creationId xmlns:a16="http://schemas.microsoft.com/office/drawing/2014/main" id="{F6BAD165-B8C3-4FB2-B5BC-8695B6A830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q16_0_build_ReferenceLigand_15">
            <a:extLst>
              <a:ext uri="{FF2B5EF4-FFF2-40B4-BE49-F238E27FC236}">
                <a16:creationId xmlns:a16="http://schemas.microsoft.com/office/drawing/2014/main" id="{DD3B06B6-1CBC-410C-B020-CFE85A6B87B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q16_0_build_ReferenceLigand_16">
            <a:extLst>
              <a:ext uri="{FF2B5EF4-FFF2-40B4-BE49-F238E27FC236}">
                <a16:creationId xmlns:a16="http://schemas.microsoft.com/office/drawing/2014/main" id="{A109623A-A838-46FF-B962-E8FD6101754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6" name="9q16_0_build_ReferenceLigand_17">
            <a:extLst>
              <a:ext uri="{FF2B5EF4-FFF2-40B4-BE49-F238E27FC236}">
                <a16:creationId xmlns:a16="http://schemas.microsoft.com/office/drawing/2014/main" id="{D3C24CF4-3801-45B8-89A4-5A34F901C1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7" name="9q16_0_build_ReferenceLigand_18">
            <a:extLst>
              <a:ext uri="{FF2B5EF4-FFF2-40B4-BE49-F238E27FC236}">
                <a16:creationId xmlns:a16="http://schemas.microsoft.com/office/drawing/2014/main" id="{BAC98A24-9F26-434D-9F15-523FAAB1585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8" name="9q16_0_build_ReferenceLigand_19">
            <a:extLst>
              <a:ext uri="{FF2B5EF4-FFF2-40B4-BE49-F238E27FC236}">
                <a16:creationId xmlns:a16="http://schemas.microsoft.com/office/drawing/2014/main" id="{DA2590AE-7104-42D8-82C2-C5CA61AE2F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9" name="9q16_0_build_ReferenceLigand_20">
            <a:extLst>
              <a:ext uri="{FF2B5EF4-FFF2-40B4-BE49-F238E27FC236}">
                <a16:creationId xmlns:a16="http://schemas.microsoft.com/office/drawing/2014/main" id="{39206A5A-B0D3-4F00-B838-A2F23F4AE57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0" name="9q16_0_build_ReferenceLigand_21">
            <a:extLst>
              <a:ext uri="{FF2B5EF4-FFF2-40B4-BE49-F238E27FC236}">
                <a16:creationId xmlns:a16="http://schemas.microsoft.com/office/drawing/2014/main" id="{EED50999-B781-4687-9609-6EF67698954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1" name="9q16_0_build_ReferenceLigand_22">
            <a:extLst>
              <a:ext uri="{FF2B5EF4-FFF2-40B4-BE49-F238E27FC236}">
                <a16:creationId xmlns:a16="http://schemas.microsoft.com/office/drawing/2014/main" id="{B3AEE6A1-A2EB-488D-B39A-58C7CD23CE1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2" name="9q16_0_build_ReferenceLigand_23">
            <a:extLst>
              <a:ext uri="{FF2B5EF4-FFF2-40B4-BE49-F238E27FC236}">
                <a16:creationId xmlns:a16="http://schemas.microsoft.com/office/drawing/2014/main" id="{E7E32F90-1058-4A01-8557-BF288FC10FA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3" name="9q16_0_build_ReferenceLigand_24">
            <a:extLst>
              <a:ext uri="{FF2B5EF4-FFF2-40B4-BE49-F238E27FC236}">
                <a16:creationId xmlns:a16="http://schemas.microsoft.com/office/drawing/2014/main" id="{37122463-743B-4FD1-A37F-251258D2EF3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4" name="9q16_0_build_ReferenceLigand_25">
            <a:extLst>
              <a:ext uri="{FF2B5EF4-FFF2-40B4-BE49-F238E27FC236}">
                <a16:creationId xmlns:a16="http://schemas.microsoft.com/office/drawing/2014/main" id="{3EBA46F8-7461-4DB7-A246-A8B5CB7626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5" name="9q16_0_build_ReferenceLigand_26">
            <a:extLst>
              <a:ext uri="{FF2B5EF4-FFF2-40B4-BE49-F238E27FC236}">
                <a16:creationId xmlns:a16="http://schemas.microsoft.com/office/drawing/2014/main" id="{66D6BACC-7109-4C21-BFC8-A7712547DBE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6" name="9q16_0_build_ReferenceLigand_27">
            <a:extLst>
              <a:ext uri="{FF2B5EF4-FFF2-40B4-BE49-F238E27FC236}">
                <a16:creationId xmlns:a16="http://schemas.microsoft.com/office/drawing/2014/main" id="{962E5589-8D13-4108-A325-C182DA147C6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7" name="9q16_0_build_ReferenceLigand_28">
            <a:extLst>
              <a:ext uri="{FF2B5EF4-FFF2-40B4-BE49-F238E27FC236}">
                <a16:creationId xmlns:a16="http://schemas.microsoft.com/office/drawing/2014/main" id="{4136BD19-8DAA-4F41-9F8F-C5DC5FB7AD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8" name="9q16_0_build_ReferenceLigand_29">
            <a:extLst>
              <a:ext uri="{FF2B5EF4-FFF2-40B4-BE49-F238E27FC236}">
                <a16:creationId xmlns:a16="http://schemas.microsoft.com/office/drawing/2014/main" id="{CB12E568-5E3B-4099-BC29-CED5F22F31B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9" name="9q16_0_build_ReferenceLigand_30">
            <a:extLst>
              <a:ext uri="{FF2B5EF4-FFF2-40B4-BE49-F238E27FC236}">
                <a16:creationId xmlns:a16="http://schemas.microsoft.com/office/drawing/2014/main" id="{31BEE066-0E9C-4E77-ADA5-F320A2D5062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" name="9q16_0_build_ReferenceLigand_31">
            <a:extLst>
              <a:ext uri="{FF2B5EF4-FFF2-40B4-BE49-F238E27FC236}">
                <a16:creationId xmlns:a16="http://schemas.microsoft.com/office/drawing/2014/main" id="{BE7771BF-F62A-4FF2-9557-770D0337A9B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1" name="9q16_0_build_ReferenceLigand_32">
            <a:extLst>
              <a:ext uri="{FF2B5EF4-FFF2-40B4-BE49-F238E27FC236}">
                <a16:creationId xmlns:a16="http://schemas.microsoft.com/office/drawing/2014/main" id="{B5F80752-F858-4270-A806-25845F01E78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2" name="9q16_0_build_PredictedLigand_0">
            <a:extLst>
              <a:ext uri="{FF2B5EF4-FFF2-40B4-BE49-F238E27FC236}">
                <a16:creationId xmlns:a16="http://schemas.microsoft.com/office/drawing/2014/main" id="{B4327F14-7B55-4F90-9507-F9A47A70315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2201936" y="5658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q16_0_build_PredictedLigand_1">
            <a:extLst>
              <a:ext uri="{FF2B5EF4-FFF2-40B4-BE49-F238E27FC236}">
                <a16:creationId xmlns:a16="http://schemas.microsoft.com/office/drawing/2014/main" id="{361EF0E8-E711-4121-8DE1-648BC21D557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4337" y="877255"/>
                </a:moveTo>
                <a:lnTo>
                  <a:pt x="2158754" y="5284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q16_0_build_PredictedLigand_2">
            <a:extLst>
              <a:ext uri="{FF2B5EF4-FFF2-40B4-BE49-F238E27FC236}">
                <a16:creationId xmlns:a16="http://schemas.microsoft.com/office/drawing/2014/main" id="{1C09149E-BE13-4864-B1E6-7A160B7DB6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144337" y="8772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q16_0_build_PredictedLigand_3">
            <a:extLst>
              <a:ext uri="{FF2B5EF4-FFF2-40B4-BE49-F238E27FC236}">
                <a16:creationId xmlns:a16="http://schemas.microsoft.com/office/drawing/2014/main" id="{DEB0ECEA-4DD8-4143-AC37-C372718D6B6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229586" y="12381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q16_0_build_PredictedLigand_4">
            <a:extLst>
              <a:ext uri="{FF2B5EF4-FFF2-40B4-BE49-F238E27FC236}">
                <a16:creationId xmlns:a16="http://schemas.microsoft.com/office/drawing/2014/main" id="{ED156E69-BC3D-46AA-8FD5-4DE1E5DCC3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16001" y="694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q16_0_build_PredictedLigand_5">
            <a:extLst>
              <a:ext uri="{FF2B5EF4-FFF2-40B4-BE49-F238E27FC236}">
                <a16:creationId xmlns:a16="http://schemas.microsoft.com/office/drawing/2014/main" id="{77C15769-F1B4-4A3A-AE81-DFD50F55935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835946" y="6524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q16_0_build_PredictedLigand_6">
            <a:extLst>
              <a:ext uri="{FF2B5EF4-FFF2-40B4-BE49-F238E27FC236}">
                <a16:creationId xmlns:a16="http://schemas.microsoft.com/office/drawing/2014/main" id="{922F9CD5-D250-4827-A362-C6CA501C6E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1849656" y="7311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q16_0_build_PredictedLigand_7">
            <a:extLst>
              <a:ext uri="{FF2B5EF4-FFF2-40B4-BE49-F238E27FC236}">
                <a16:creationId xmlns:a16="http://schemas.microsoft.com/office/drawing/2014/main" id="{C1D34323-9037-4674-B873-03FCC307D12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498146" y="9927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q16_0_build_PredictedLigand_8">
            <a:extLst>
              <a:ext uri="{FF2B5EF4-FFF2-40B4-BE49-F238E27FC236}">
                <a16:creationId xmlns:a16="http://schemas.microsoft.com/office/drawing/2014/main" id="{D4860DEB-F2B8-4507-9C8C-405B33B9084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31704" y="3911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q16_0_build_PredictedLigand_9">
            <a:extLst>
              <a:ext uri="{FF2B5EF4-FFF2-40B4-BE49-F238E27FC236}">
                <a16:creationId xmlns:a16="http://schemas.microsoft.com/office/drawing/2014/main" id="{97905347-E3E3-44F4-9F5F-E95BEF693D2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546" y="178106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q16_0_build_PredictedLigand_10">
            <a:extLst>
              <a:ext uri="{FF2B5EF4-FFF2-40B4-BE49-F238E27FC236}">
                <a16:creationId xmlns:a16="http://schemas.microsoft.com/office/drawing/2014/main" id="{252329C1-E07D-40B1-84F1-814D54DB645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7133" y="368122"/>
                </a:moveTo>
                <a:lnTo>
                  <a:pt x="1665234" y="377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q16_0_build_PredictedLigand_11">
            <a:extLst>
              <a:ext uri="{FF2B5EF4-FFF2-40B4-BE49-F238E27FC236}">
                <a16:creationId xmlns:a16="http://schemas.microsoft.com/office/drawing/2014/main" id="{E0729EAC-4293-4FCB-9ED0-5A9E3DA39E4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680" y="989573"/>
                </a:moveTo>
                <a:lnTo>
                  <a:pt x="2150610" y="12048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q16_0_build_PredictedLigand_12">
            <a:extLst>
              <a:ext uri="{FF2B5EF4-FFF2-40B4-BE49-F238E27FC236}">
                <a16:creationId xmlns:a16="http://schemas.microsoft.com/office/drawing/2014/main" id="{3F8721DF-6D56-4E66-A547-F0293DD27B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656" y="731184"/>
                </a:moveTo>
                <a:lnTo>
                  <a:pt x="1885119" y="8004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q16_0_build_PredictedLigand_13">
            <a:extLst>
              <a:ext uri="{FF2B5EF4-FFF2-40B4-BE49-F238E27FC236}">
                <a16:creationId xmlns:a16="http://schemas.microsoft.com/office/drawing/2014/main" id="{7A368004-7EBE-4822-87C3-EA4B2915956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15012" y="7085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6" name="9q16_0_build_PredictedLigand_14">
            <a:extLst>
              <a:ext uri="{FF2B5EF4-FFF2-40B4-BE49-F238E27FC236}">
                <a16:creationId xmlns:a16="http://schemas.microsoft.com/office/drawing/2014/main" id="{697A3908-3B30-4E7D-82EA-85E3221B731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5012" y="708591"/>
                </a:moveTo>
                <a:lnTo>
                  <a:pt x="428183" y="819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7" name="9q16_0_build_PredictedLigand_15">
            <a:extLst>
              <a:ext uri="{FF2B5EF4-FFF2-40B4-BE49-F238E27FC236}">
                <a16:creationId xmlns:a16="http://schemas.microsoft.com/office/drawing/2014/main" id="{76DD4E6E-C551-4E82-9126-25E8291ED99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8" name="9q16_0_build_PredictedLigand_16">
            <a:extLst>
              <a:ext uri="{FF2B5EF4-FFF2-40B4-BE49-F238E27FC236}">
                <a16:creationId xmlns:a16="http://schemas.microsoft.com/office/drawing/2014/main" id="{9A9FE4E5-29C6-4718-92DB-9EE04554747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5234" y="377957"/>
                </a:moveTo>
                <a:lnTo>
                  <a:pt x="1736332" y="471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9" name="9q16_0_build_PredictedLigand_17">
            <a:extLst>
              <a:ext uri="{FF2B5EF4-FFF2-40B4-BE49-F238E27FC236}">
                <a16:creationId xmlns:a16="http://schemas.microsoft.com/office/drawing/2014/main" id="{4274CDAB-EB80-4292-9569-017346DDF35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39535" y="8299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0" name="9q16_0_build_PredictedLigand_18">
            <a:extLst>
              <a:ext uri="{FF2B5EF4-FFF2-40B4-BE49-F238E27FC236}">
                <a16:creationId xmlns:a16="http://schemas.microsoft.com/office/drawing/2014/main" id="{685DBDB7-48DB-4282-A91E-4120EF48780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241" y="518748"/>
                </a:moveTo>
                <a:lnTo>
                  <a:pt x="730708" y="5697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1" name="9q16_0_build_PredictedLigand_19">
            <a:extLst>
              <a:ext uri="{FF2B5EF4-FFF2-40B4-BE49-F238E27FC236}">
                <a16:creationId xmlns:a16="http://schemas.microsoft.com/office/drawing/2014/main" id="{228E8F66-3985-4D8C-8891-3260A3E6938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2" name="9q16_0_build_PredictedLigand_20">
            <a:extLst>
              <a:ext uri="{FF2B5EF4-FFF2-40B4-BE49-F238E27FC236}">
                <a16:creationId xmlns:a16="http://schemas.microsoft.com/office/drawing/2014/main" id="{4A208D54-53AB-4EB5-A87D-75F446AD644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3" name="9q16_0_build_PredictedLigand_21">
            <a:extLst>
              <a:ext uri="{FF2B5EF4-FFF2-40B4-BE49-F238E27FC236}">
                <a16:creationId xmlns:a16="http://schemas.microsoft.com/office/drawing/2014/main" id="{4529E898-4B50-42AC-9DEB-E1D41265C10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4" name="9q16_0_build_PredictedLigand_22">
            <a:extLst>
              <a:ext uri="{FF2B5EF4-FFF2-40B4-BE49-F238E27FC236}">
                <a16:creationId xmlns:a16="http://schemas.microsoft.com/office/drawing/2014/main" id="{6923606D-75DE-480C-B5EB-9B956C6E75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6087" y="976413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5" name="9q16_0_build_PredictedLigand_23">
            <a:extLst>
              <a:ext uri="{FF2B5EF4-FFF2-40B4-BE49-F238E27FC236}">
                <a16:creationId xmlns:a16="http://schemas.microsoft.com/office/drawing/2014/main" id="{96FE25BE-05C5-4737-85CD-527355084E5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288734" y="528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6" name="9q16_0_build_PredictedLigand_24">
            <a:extLst>
              <a:ext uri="{FF2B5EF4-FFF2-40B4-BE49-F238E27FC236}">
                <a16:creationId xmlns:a16="http://schemas.microsoft.com/office/drawing/2014/main" id="{544F0EA2-E384-4270-AB1C-097ECF71652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587551" y="478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7" name="9q16_0_build_PredictedLigand_25">
            <a:extLst>
              <a:ext uri="{FF2B5EF4-FFF2-40B4-BE49-F238E27FC236}">
                <a16:creationId xmlns:a16="http://schemas.microsoft.com/office/drawing/2014/main" id="{E5B49B2F-7472-4528-86EB-32C4A9E4CB2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1051775" y="831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8" name="9q16_0_build_PredictedLigand_26">
            <a:extLst>
              <a:ext uri="{FF2B5EF4-FFF2-40B4-BE49-F238E27FC236}">
                <a16:creationId xmlns:a16="http://schemas.microsoft.com/office/drawing/2014/main" id="{606114A8-09C7-48BD-9B52-A92C1AD0CF7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867241" y="5187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9" name="9q16_0_build_PredictedLigand_27">
            <a:extLst>
              <a:ext uri="{FF2B5EF4-FFF2-40B4-BE49-F238E27FC236}">
                <a16:creationId xmlns:a16="http://schemas.microsoft.com/office/drawing/2014/main" id="{F60A5FFA-2598-4B52-BFAD-3091BED0F3F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551" y="478026"/>
                </a:moveTo>
                <a:lnTo>
                  <a:pt x="1425694" y="399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0" name="9q16_0_build_PredictedLigand_28">
            <a:extLst>
              <a:ext uri="{FF2B5EF4-FFF2-40B4-BE49-F238E27FC236}">
                <a16:creationId xmlns:a16="http://schemas.microsoft.com/office/drawing/2014/main" id="{3E669CF9-F52B-48A3-B5A2-6CC8F331ED3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5378" y="529711"/>
                </a:moveTo>
                <a:lnTo>
                  <a:pt x="1793168" y="7734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1" name="9q16_0_build_PredictedLigand_29">
            <a:extLst>
              <a:ext uri="{FF2B5EF4-FFF2-40B4-BE49-F238E27FC236}">
                <a16:creationId xmlns:a16="http://schemas.microsoft.com/office/drawing/2014/main" id="{FD5B8F4F-B96E-4BA0-AF34-C4BAB1D49F7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734" y="528028"/>
                </a:moveTo>
                <a:lnTo>
                  <a:pt x="1176408" y="550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2" name="9q16_0_build_PredictedLigand_30">
            <a:extLst>
              <a:ext uri="{FF2B5EF4-FFF2-40B4-BE49-F238E27FC236}">
                <a16:creationId xmlns:a16="http://schemas.microsoft.com/office/drawing/2014/main" id="{918F9B2B-3BDD-44AA-83CC-9F8EBE52AC7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168" y="773420"/>
                </a:moveTo>
                <a:lnTo>
                  <a:pt x="1746087" y="976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3" name="9q16_0_build_PredictedLigand_31">
            <a:extLst>
              <a:ext uri="{FF2B5EF4-FFF2-40B4-BE49-F238E27FC236}">
                <a16:creationId xmlns:a16="http://schemas.microsoft.com/office/drawing/2014/main" id="{34428BA8-262F-411A-B4F5-C7883EED0A6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408" y="550459"/>
                </a:moveTo>
                <a:lnTo>
                  <a:pt x="993311" y="6992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4" name="9q16_0_build_PredictedLigand_32">
            <a:extLst>
              <a:ext uri="{FF2B5EF4-FFF2-40B4-BE49-F238E27FC236}">
                <a16:creationId xmlns:a16="http://schemas.microsoft.com/office/drawing/2014/main" id="{C4F021CF-80B0-45AC-B9DF-538B92076D5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917181" y="7881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5" name="9q16_0_build_PredictedAtoms_0">
            <a:extLst>
              <a:ext uri="{FF2B5EF4-FFF2-40B4-BE49-F238E27FC236}">
                <a16:creationId xmlns:a16="http://schemas.microsoft.com/office/drawing/2014/main" id="{D0F3C3C5-9950-45C8-97FD-DF554B506176}"/>
              </a:ext>
            </a:extLst>
          </p:cNvPr>
          <p:cNvSpPr>
            <a:spLocks noGrp="1"/>
          </p:cNvSpPr>
          <p:nvPr/>
        </p:nvSpPr>
        <p:spPr>
          <a:xfrm>
            <a:off x="7549554" y="9524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6" name="9q16_0_build_PredictedAtoms_1">
            <a:extLst>
              <a:ext uri="{FF2B5EF4-FFF2-40B4-BE49-F238E27FC236}">
                <a16:creationId xmlns:a16="http://schemas.microsoft.com/office/drawing/2014/main" id="{68A99556-22CF-482B-9674-447DB86DCA7D}"/>
              </a:ext>
            </a:extLst>
          </p:cNvPr>
          <p:cNvSpPr>
            <a:spLocks noGrp="1"/>
          </p:cNvSpPr>
          <p:nvPr/>
        </p:nvSpPr>
        <p:spPr>
          <a:xfrm>
            <a:off x="7603140" y="11425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7" name="9q16_0_build_PredictedAtoms_2">
            <a:extLst>
              <a:ext uri="{FF2B5EF4-FFF2-40B4-BE49-F238E27FC236}">
                <a16:creationId xmlns:a16="http://schemas.microsoft.com/office/drawing/2014/main" id="{3362DD70-A79A-4D7B-8F0B-FAE17126EA8D}"/>
              </a:ext>
            </a:extLst>
          </p:cNvPr>
          <p:cNvSpPr>
            <a:spLocks noGrp="1"/>
          </p:cNvSpPr>
          <p:nvPr/>
        </p:nvSpPr>
        <p:spPr>
          <a:xfrm>
            <a:off x="7821242" y="11523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8" name="9q16_0_build_PredictedAtoms_3">
            <a:extLst>
              <a:ext uri="{FF2B5EF4-FFF2-40B4-BE49-F238E27FC236}">
                <a16:creationId xmlns:a16="http://schemas.microsoft.com/office/drawing/2014/main" id="{7CEC4D46-59C8-469C-8061-BD0823C9A012}"/>
              </a:ext>
            </a:extLst>
          </p:cNvPr>
          <p:cNvSpPr>
            <a:spLocks noGrp="1"/>
          </p:cNvSpPr>
          <p:nvPr/>
        </p:nvSpPr>
        <p:spPr>
          <a:xfrm>
            <a:off x="7892339" y="1245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q16_0_build_PredictedAtoms_4">
            <a:extLst>
              <a:ext uri="{FF2B5EF4-FFF2-40B4-BE49-F238E27FC236}">
                <a16:creationId xmlns:a16="http://schemas.microsoft.com/office/drawing/2014/main" id="{0399D04E-EF89-4422-8904-271D143A8D82}"/>
              </a:ext>
            </a:extLst>
          </p:cNvPr>
          <p:cNvSpPr>
            <a:spLocks noGrp="1"/>
          </p:cNvSpPr>
          <p:nvPr/>
        </p:nvSpPr>
        <p:spPr>
          <a:xfrm>
            <a:off x="8021386" y="13040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0" name="9q16_0_build_PredictedAtoms_5">
            <a:extLst>
              <a:ext uri="{FF2B5EF4-FFF2-40B4-BE49-F238E27FC236}">
                <a16:creationId xmlns:a16="http://schemas.microsoft.com/office/drawing/2014/main" id="{18B0F0FC-EC83-42F4-8108-571EE697041F}"/>
              </a:ext>
            </a:extLst>
          </p:cNvPr>
          <p:cNvSpPr>
            <a:spLocks noGrp="1"/>
          </p:cNvSpPr>
          <p:nvPr/>
        </p:nvSpPr>
        <p:spPr>
          <a:xfrm>
            <a:off x="7949175" y="15478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q16_0_build_PredictedAtoms_6">
            <a:extLst>
              <a:ext uri="{FF2B5EF4-FFF2-40B4-BE49-F238E27FC236}">
                <a16:creationId xmlns:a16="http://schemas.microsoft.com/office/drawing/2014/main" id="{1E0EF93B-9C14-4DBE-A9C2-B0EF4A918CC3}"/>
              </a:ext>
            </a:extLst>
          </p:cNvPr>
          <p:cNvSpPr>
            <a:spLocks noGrp="1"/>
          </p:cNvSpPr>
          <p:nvPr/>
        </p:nvSpPr>
        <p:spPr>
          <a:xfrm>
            <a:off x="7902095" y="17507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2" name="9q16_0_build_PredictedAtoms_7">
            <a:extLst>
              <a:ext uri="{FF2B5EF4-FFF2-40B4-BE49-F238E27FC236}">
                <a16:creationId xmlns:a16="http://schemas.microsoft.com/office/drawing/2014/main" id="{AF6EA02B-D1DF-48BF-924E-29F64CF88DD3}"/>
              </a:ext>
            </a:extLst>
          </p:cNvPr>
          <p:cNvSpPr>
            <a:spLocks noGrp="1"/>
          </p:cNvSpPr>
          <p:nvPr/>
        </p:nvSpPr>
        <p:spPr>
          <a:xfrm>
            <a:off x="8074687" y="17639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3" name="9q16_0_build_PredictedAtoms_8">
            <a:extLst>
              <a:ext uri="{FF2B5EF4-FFF2-40B4-BE49-F238E27FC236}">
                <a16:creationId xmlns:a16="http://schemas.microsoft.com/office/drawing/2014/main" id="{A1EA7069-37E1-4DE4-B716-34A1947EFABE}"/>
              </a:ext>
            </a:extLst>
          </p:cNvPr>
          <p:cNvSpPr>
            <a:spLocks noGrp="1"/>
          </p:cNvSpPr>
          <p:nvPr/>
        </p:nvSpPr>
        <p:spPr>
          <a:xfrm>
            <a:off x="8306618" y="19792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4" name="9q16_0_build_PredictedAtoms_9">
            <a:extLst>
              <a:ext uri="{FF2B5EF4-FFF2-40B4-BE49-F238E27FC236}">
                <a16:creationId xmlns:a16="http://schemas.microsoft.com/office/drawing/2014/main" id="{40F2DFBD-C51C-4D7E-A52F-70EA854A3B2E}"/>
              </a:ext>
            </a:extLst>
          </p:cNvPr>
          <p:cNvSpPr>
            <a:spLocks noGrp="1"/>
          </p:cNvSpPr>
          <p:nvPr/>
        </p:nvSpPr>
        <p:spPr>
          <a:xfrm>
            <a:off x="8385593" y="20125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5" name="9q16_0_build_PredictedAtoms_10">
            <a:extLst>
              <a:ext uri="{FF2B5EF4-FFF2-40B4-BE49-F238E27FC236}">
                <a16:creationId xmlns:a16="http://schemas.microsoft.com/office/drawing/2014/main" id="{2548C53E-FA11-40C5-A171-6315D7925AF6}"/>
              </a:ext>
            </a:extLst>
          </p:cNvPr>
          <p:cNvSpPr>
            <a:spLocks noGrp="1"/>
          </p:cNvSpPr>
          <p:nvPr/>
        </p:nvSpPr>
        <p:spPr>
          <a:xfrm>
            <a:off x="8300345" y="165163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6" name="9q16_0_build_PredictedAtoms_11">
            <a:extLst>
              <a:ext uri="{FF2B5EF4-FFF2-40B4-BE49-F238E27FC236}">
                <a16:creationId xmlns:a16="http://schemas.microsoft.com/office/drawing/2014/main" id="{296D0394-E57B-4977-8174-13BE866D60C7}"/>
              </a:ext>
            </a:extLst>
          </p:cNvPr>
          <p:cNvSpPr>
            <a:spLocks noGrp="1"/>
          </p:cNvSpPr>
          <p:nvPr/>
        </p:nvSpPr>
        <p:spPr>
          <a:xfrm>
            <a:off x="8314761" y="1302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7" name="9q16_0_build_PredictedAtoms_12">
            <a:extLst>
              <a:ext uri="{FF2B5EF4-FFF2-40B4-BE49-F238E27FC236}">
                <a16:creationId xmlns:a16="http://schemas.microsoft.com/office/drawing/2014/main" id="{D7EA51DE-E320-4C95-867D-A038CCCBF709}"/>
              </a:ext>
            </a:extLst>
          </p:cNvPr>
          <p:cNvSpPr>
            <a:spLocks noGrp="1"/>
          </p:cNvSpPr>
          <p:nvPr/>
        </p:nvSpPr>
        <p:spPr>
          <a:xfrm>
            <a:off x="8357944" y="13402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8" name="9q16_0_build_PredictedAtoms_13">
            <a:extLst>
              <a:ext uri="{FF2B5EF4-FFF2-40B4-BE49-F238E27FC236}">
                <a16:creationId xmlns:a16="http://schemas.microsoft.com/office/drawing/2014/main" id="{9533BCB8-FF98-45B2-A33A-E4301C60106F}"/>
              </a:ext>
            </a:extLst>
          </p:cNvPr>
          <p:cNvSpPr>
            <a:spLocks noGrp="1"/>
          </p:cNvSpPr>
          <p:nvPr/>
        </p:nvSpPr>
        <p:spPr>
          <a:xfrm>
            <a:off x="8005664" y="15055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9" name="9q16_0_build_PredictedAtoms_14">
            <a:extLst>
              <a:ext uri="{FF2B5EF4-FFF2-40B4-BE49-F238E27FC236}">
                <a16:creationId xmlns:a16="http://schemas.microsoft.com/office/drawing/2014/main" id="{9FD45FF3-B9BB-4854-B797-E285DC0D0626}"/>
              </a:ext>
            </a:extLst>
          </p:cNvPr>
          <p:cNvSpPr>
            <a:spLocks noGrp="1"/>
          </p:cNvSpPr>
          <p:nvPr/>
        </p:nvSpPr>
        <p:spPr>
          <a:xfrm>
            <a:off x="8041126" y="15748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0" name="9q16_0_build_PredictedAtoms_15">
            <a:extLst>
              <a:ext uri="{FF2B5EF4-FFF2-40B4-BE49-F238E27FC236}">
                <a16:creationId xmlns:a16="http://schemas.microsoft.com/office/drawing/2014/main" id="{15172BB6-8B6E-4EF9-9C92-E1AC42BF50EE}"/>
              </a:ext>
            </a:extLst>
          </p:cNvPr>
          <p:cNvSpPr>
            <a:spLocks noGrp="1"/>
          </p:cNvSpPr>
          <p:nvPr/>
        </p:nvSpPr>
        <p:spPr>
          <a:xfrm>
            <a:off x="7743559" y="1252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1" name="9q16_0_build_PredictedAtoms_16">
            <a:extLst>
              <a:ext uri="{FF2B5EF4-FFF2-40B4-BE49-F238E27FC236}">
                <a16:creationId xmlns:a16="http://schemas.microsoft.com/office/drawing/2014/main" id="{5F9BE7CC-BB5E-4DDD-8912-DA887B83573A}"/>
              </a:ext>
            </a:extLst>
          </p:cNvPr>
          <p:cNvSpPr>
            <a:spLocks noGrp="1"/>
          </p:cNvSpPr>
          <p:nvPr/>
        </p:nvSpPr>
        <p:spPr>
          <a:xfrm>
            <a:off x="7581701" y="11742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2" name="9q16_0_build_PredictedAtoms_17">
            <a:extLst>
              <a:ext uri="{FF2B5EF4-FFF2-40B4-BE49-F238E27FC236}">
                <a16:creationId xmlns:a16="http://schemas.microsoft.com/office/drawing/2014/main" id="{A2F7568E-3AA7-4188-97EB-6F21F15D59E6}"/>
              </a:ext>
            </a:extLst>
          </p:cNvPr>
          <p:cNvSpPr>
            <a:spLocks noGrp="1"/>
          </p:cNvSpPr>
          <p:nvPr/>
        </p:nvSpPr>
        <p:spPr>
          <a:xfrm>
            <a:off x="7444741" y="13024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3" name="9q16_0_build_PredictedAtoms_18">
            <a:extLst>
              <a:ext uri="{FF2B5EF4-FFF2-40B4-BE49-F238E27FC236}">
                <a16:creationId xmlns:a16="http://schemas.microsoft.com/office/drawing/2014/main" id="{1254ADE1-BD03-4A3E-BBB4-8E298FF7B85B}"/>
              </a:ext>
            </a:extLst>
          </p:cNvPr>
          <p:cNvSpPr>
            <a:spLocks noGrp="1"/>
          </p:cNvSpPr>
          <p:nvPr/>
        </p:nvSpPr>
        <p:spPr>
          <a:xfrm>
            <a:off x="7332416" y="13248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4" name="9q16_0_build_PredictedAtoms_19">
            <a:extLst>
              <a:ext uri="{FF2B5EF4-FFF2-40B4-BE49-F238E27FC236}">
                <a16:creationId xmlns:a16="http://schemas.microsoft.com/office/drawing/2014/main" id="{70EED64C-6F16-4F34-ADDE-6C8E31BE4A61}"/>
              </a:ext>
            </a:extLst>
          </p:cNvPr>
          <p:cNvSpPr>
            <a:spLocks noGrp="1"/>
          </p:cNvSpPr>
          <p:nvPr/>
        </p:nvSpPr>
        <p:spPr>
          <a:xfrm>
            <a:off x="7149319" y="14736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5" name="9q16_0_build_PredictedAtoms_20">
            <a:extLst>
              <a:ext uri="{FF2B5EF4-FFF2-40B4-BE49-F238E27FC236}">
                <a16:creationId xmlns:a16="http://schemas.microsoft.com/office/drawing/2014/main" id="{B644D476-CA90-40D3-8768-0795DA889B73}"/>
              </a:ext>
            </a:extLst>
          </p:cNvPr>
          <p:cNvSpPr>
            <a:spLocks noGrp="1"/>
          </p:cNvSpPr>
          <p:nvPr/>
        </p:nvSpPr>
        <p:spPr>
          <a:xfrm>
            <a:off x="7073189" y="15625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6" name="9q16_0_build_PredictedAtoms_21">
            <a:extLst>
              <a:ext uri="{FF2B5EF4-FFF2-40B4-BE49-F238E27FC236}">
                <a16:creationId xmlns:a16="http://schemas.microsoft.com/office/drawing/2014/main" id="{58352C92-8029-499B-945B-BABE3F1D6DE3}"/>
              </a:ext>
            </a:extLst>
          </p:cNvPr>
          <p:cNvSpPr>
            <a:spLocks noGrp="1"/>
          </p:cNvSpPr>
          <p:nvPr/>
        </p:nvSpPr>
        <p:spPr>
          <a:xfrm>
            <a:off x="7207782" y="16059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7" name="9q16_0_build_PredictedAtoms_22">
            <a:extLst>
              <a:ext uri="{FF2B5EF4-FFF2-40B4-BE49-F238E27FC236}">
                <a16:creationId xmlns:a16="http://schemas.microsoft.com/office/drawing/2014/main" id="{87E00A2D-C64D-440D-ACDA-B8C9878FEF51}"/>
              </a:ext>
            </a:extLst>
          </p:cNvPr>
          <p:cNvSpPr>
            <a:spLocks noGrp="1"/>
          </p:cNvSpPr>
          <p:nvPr/>
        </p:nvSpPr>
        <p:spPr>
          <a:xfrm>
            <a:off x="7023249" y="12931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8" name="9q16_0_build_PredictedAtoms_23">
            <a:extLst>
              <a:ext uri="{FF2B5EF4-FFF2-40B4-BE49-F238E27FC236}">
                <a16:creationId xmlns:a16="http://schemas.microsoft.com/office/drawing/2014/main" id="{BBD87063-020A-4090-8D05-2BBCBDE218EF}"/>
              </a:ext>
            </a:extLst>
          </p:cNvPr>
          <p:cNvSpPr>
            <a:spLocks noGrp="1"/>
          </p:cNvSpPr>
          <p:nvPr/>
        </p:nvSpPr>
        <p:spPr>
          <a:xfrm>
            <a:off x="6886716" y="13440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9" name="9q16_0_build_PredictedAtoms_24">
            <a:extLst>
              <a:ext uri="{FF2B5EF4-FFF2-40B4-BE49-F238E27FC236}">
                <a16:creationId xmlns:a16="http://schemas.microsoft.com/office/drawing/2014/main" id="{F35B58D5-66A1-4CE8-8C40-5984BA2E096F}"/>
              </a:ext>
            </a:extLst>
          </p:cNvPr>
          <p:cNvSpPr>
            <a:spLocks noGrp="1"/>
          </p:cNvSpPr>
          <p:nvPr/>
        </p:nvSpPr>
        <p:spPr>
          <a:xfrm>
            <a:off x="6787712" y="11655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0" name="9q16_0_build_PredictedAtoms_25">
            <a:extLst>
              <a:ext uri="{FF2B5EF4-FFF2-40B4-BE49-F238E27FC236}">
                <a16:creationId xmlns:a16="http://schemas.microsoft.com/office/drawing/2014/main" id="{1FA1B98B-DCAE-48ED-A578-469FE57DE083}"/>
              </a:ext>
            </a:extLst>
          </p:cNvPr>
          <p:cNvSpPr>
            <a:spLocks noGrp="1"/>
          </p:cNvSpPr>
          <p:nvPr/>
        </p:nvSpPr>
        <p:spPr>
          <a:xfrm>
            <a:off x="6991954" y="14267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1" name="9q16_0_build_PredictedAtoms_26">
            <a:extLst>
              <a:ext uri="{FF2B5EF4-FFF2-40B4-BE49-F238E27FC236}">
                <a16:creationId xmlns:a16="http://schemas.microsoft.com/office/drawing/2014/main" id="{C6D06123-54B9-4288-B1DE-0427A2233AD8}"/>
              </a:ext>
            </a:extLst>
          </p:cNvPr>
          <p:cNvSpPr>
            <a:spLocks noGrp="1"/>
          </p:cNvSpPr>
          <p:nvPr/>
        </p:nvSpPr>
        <p:spPr>
          <a:xfrm>
            <a:off x="6771020" y="14829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2" name="9q16_0_build_PredictedAtoms_27">
            <a:extLst>
              <a:ext uri="{FF2B5EF4-FFF2-40B4-BE49-F238E27FC236}">
                <a16:creationId xmlns:a16="http://schemas.microsoft.com/office/drawing/2014/main" id="{1F53D90B-E903-46FF-945C-882A41FEEBFC}"/>
              </a:ext>
            </a:extLst>
          </p:cNvPr>
          <p:cNvSpPr>
            <a:spLocks noGrp="1"/>
          </p:cNvSpPr>
          <p:nvPr/>
        </p:nvSpPr>
        <p:spPr>
          <a:xfrm>
            <a:off x="6584190" y="15941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3" name="9q16_0_build_PredictedAtoms_28">
            <a:extLst>
              <a:ext uri="{FF2B5EF4-FFF2-40B4-BE49-F238E27FC236}">
                <a16:creationId xmlns:a16="http://schemas.microsoft.com/office/drawing/2014/main" id="{C1278766-266E-4107-ACE8-060716EFDA1A}"/>
              </a:ext>
            </a:extLst>
          </p:cNvPr>
          <p:cNvSpPr>
            <a:spLocks noGrp="1"/>
          </p:cNvSpPr>
          <p:nvPr/>
        </p:nvSpPr>
        <p:spPr>
          <a:xfrm>
            <a:off x="6495543" y="16043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4" name="9q16_0_build_PredictedAtoms_29">
            <a:extLst>
              <a:ext uri="{FF2B5EF4-FFF2-40B4-BE49-F238E27FC236}">
                <a16:creationId xmlns:a16="http://schemas.microsoft.com/office/drawing/2014/main" id="{AD54543B-CEE1-4847-95E6-552D573E6DC0}"/>
              </a:ext>
            </a:extLst>
          </p:cNvPr>
          <p:cNvSpPr>
            <a:spLocks noGrp="1"/>
          </p:cNvSpPr>
          <p:nvPr/>
        </p:nvSpPr>
        <p:spPr>
          <a:xfrm>
            <a:off x="6654154" y="17671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5" name="9q16_0_build_PredictedAtoms_30">
            <a:extLst>
              <a:ext uri="{FF2B5EF4-FFF2-40B4-BE49-F238E27FC236}">
                <a16:creationId xmlns:a16="http://schemas.microsoft.com/office/drawing/2014/main" id="{7C780CF5-8E8E-43D5-95A6-898B186899DF}"/>
              </a:ext>
            </a:extLst>
          </p:cNvPr>
          <p:cNvSpPr>
            <a:spLocks noGrp="1"/>
          </p:cNvSpPr>
          <p:nvPr/>
        </p:nvSpPr>
        <p:spPr>
          <a:xfrm>
            <a:off x="6472009" y="14684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6" name="9q16_0_build_Clashes_0">
            <a:extLst>
              <a:ext uri="{FF2B5EF4-FFF2-40B4-BE49-F238E27FC236}">
                <a16:creationId xmlns:a16="http://schemas.microsoft.com/office/drawing/2014/main" id="{D61D9E5F-F645-4252-9846-8D87AA5A5E2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586" y="1238182"/>
                </a:moveTo>
                <a:lnTo>
                  <a:pt x="2441515" y="127441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7" name="9q16_0_build_Clashes_1">
            <a:extLst>
              <a:ext uri="{FF2B5EF4-FFF2-40B4-BE49-F238E27FC236}">
                <a16:creationId xmlns:a16="http://schemas.microsoft.com/office/drawing/2014/main" id="{83ABC399-27B7-4BDC-9053-2377C8B0129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1704" y="391144"/>
                </a:moveTo>
                <a:lnTo>
                  <a:pt x="443348" y="15450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8" name="9q16_0_build_ClashingReceptorAtoms_0">
            <a:extLst>
              <a:ext uri="{FF2B5EF4-FFF2-40B4-BE49-F238E27FC236}">
                <a16:creationId xmlns:a16="http://schemas.microsoft.com/office/drawing/2014/main" id="{A0B7AD34-9667-4A79-A9CD-D54C3C187237}"/>
              </a:ext>
            </a:extLst>
          </p:cNvPr>
          <p:cNvSpPr>
            <a:spLocks noGrp="1"/>
          </p:cNvSpPr>
          <p:nvPr/>
        </p:nvSpPr>
        <p:spPr>
          <a:xfrm>
            <a:off x="6591735" y="9212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09" name="9q16_0_build_ClashingReceptorAtoms_1">
            <a:extLst>
              <a:ext uri="{FF2B5EF4-FFF2-40B4-BE49-F238E27FC236}">
                <a16:creationId xmlns:a16="http://schemas.microsoft.com/office/drawing/2014/main" id="{AB19AA89-6F71-4580-900C-9DA11637E284}"/>
              </a:ext>
            </a:extLst>
          </p:cNvPr>
          <p:cNvSpPr>
            <a:spLocks noGrp="1"/>
          </p:cNvSpPr>
          <p:nvPr/>
        </p:nvSpPr>
        <p:spPr>
          <a:xfrm>
            <a:off x="8589902" y="204117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10" name="stage3-cases-density_11">
            <a:extLst>
              <a:ext uri="{FF2B5EF4-FFF2-40B4-BE49-F238E27FC236}">
                <a16:creationId xmlns:a16="http://schemas.microsoft.com/office/drawing/2014/main" id="{806119AD-0898-490B-8DF3-C2C60AE64242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0.98 Å   D 97%   Clash 2</a:t>
            </a:r>
          </a:p>
        </p:txBody>
      </p:sp>
      <p:sp>
        <p:nvSpPr>
          <p:cNvPr id="311" name="stage3-cases-density_12">
            <a:extLst>
              <a:ext uri="{FF2B5EF4-FFF2-40B4-BE49-F238E27FC236}">
                <a16:creationId xmlns:a16="http://schemas.microsoft.com/office/drawing/2014/main" id="{20A96FE3-4CD5-458F-824A-EBC90E1282ED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b  9UB7 · Y01 (A:701)</a:t>
            </a:r>
          </a:p>
        </p:txBody>
      </p:sp>
      <p:sp>
        <p:nvSpPr>
          <p:cNvPr id="312" name="stage3-cases-density_13">
            <a:extLst>
              <a:ext uri="{FF2B5EF4-FFF2-40B4-BE49-F238E27FC236}">
                <a16:creationId xmlns:a16="http://schemas.microsoft.com/office/drawing/2014/main" id="{3333E133-C278-4A49-BC2D-5562BE3F896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57054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313" name="stage3-cases-density_14">
            <a:extLst>
              <a:ext uri="{FF2B5EF4-FFF2-40B4-BE49-F238E27FC236}">
                <a16:creationId xmlns:a16="http://schemas.microsoft.com/office/drawing/2014/main" id="{E0F08C71-D9E3-4FA4-A94B-35BEAB710D60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4" name="9ub7_3_official_Receptor">
            <a:extLst>
              <a:ext uri="{FF2B5EF4-FFF2-40B4-BE49-F238E27FC236}">
                <a16:creationId xmlns:a16="http://schemas.microsoft.com/office/drawing/2014/main" id="{9E52EAE9-491F-4074-9BA9-D38C1AC8814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315" name="9ub7_3_official_ExperimentalDensity">
            <a:extLst>
              <a:ext uri="{FF2B5EF4-FFF2-40B4-BE49-F238E27FC236}">
                <a16:creationId xmlns:a16="http://schemas.microsoft.com/office/drawing/2014/main" id="{41C93C28-B2C0-411E-9069-3A2E5E93ECC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16" name="9ub7_3_official_ReferenceLigand_0">
            <a:extLst>
              <a:ext uri="{FF2B5EF4-FFF2-40B4-BE49-F238E27FC236}">
                <a16:creationId xmlns:a16="http://schemas.microsoft.com/office/drawing/2014/main" id="{82D65F44-6DDE-4737-B041-540C933AFC2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9ub7_3_official_ReferenceLigand_1">
            <a:extLst>
              <a:ext uri="{FF2B5EF4-FFF2-40B4-BE49-F238E27FC236}">
                <a16:creationId xmlns:a16="http://schemas.microsoft.com/office/drawing/2014/main" id="{6E4A23C6-6A29-4C74-A98B-389AA05C75F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ub7_3_official_ReferenceLigand_2">
            <a:extLst>
              <a:ext uri="{FF2B5EF4-FFF2-40B4-BE49-F238E27FC236}">
                <a16:creationId xmlns:a16="http://schemas.microsoft.com/office/drawing/2014/main" id="{0EB68EF4-1114-4E4F-82F7-3A383AF5855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ub7_3_official_ReferenceLigand_3">
            <a:extLst>
              <a:ext uri="{FF2B5EF4-FFF2-40B4-BE49-F238E27FC236}">
                <a16:creationId xmlns:a16="http://schemas.microsoft.com/office/drawing/2014/main" id="{BE1E5E10-C8D2-4281-8976-F532DDFD76C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ub7_3_official_ReferenceLigand_4">
            <a:extLst>
              <a:ext uri="{FF2B5EF4-FFF2-40B4-BE49-F238E27FC236}">
                <a16:creationId xmlns:a16="http://schemas.microsoft.com/office/drawing/2014/main" id="{2173FE4F-8614-45C5-8898-06CB2E3099E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ub7_3_official_ReferenceLigand_5">
            <a:extLst>
              <a:ext uri="{FF2B5EF4-FFF2-40B4-BE49-F238E27FC236}">
                <a16:creationId xmlns:a16="http://schemas.microsoft.com/office/drawing/2014/main" id="{EBEB5A4F-70DF-4224-912E-14FB8EAA334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ub7_3_official_ReferenceLigand_6">
            <a:extLst>
              <a:ext uri="{FF2B5EF4-FFF2-40B4-BE49-F238E27FC236}">
                <a16:creationId xmlns:a16="http://schemas.microsoft.com/office/drawing/2014/main" id="{D6169674-119F-4F6C-AEB5-F427D20614F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ub7_3_official_ReferenceLigand_7">
            <a:extLst>
              <a:ext uri="{FF2B5EF4-FFF2-40B4-BE49-F238E27FC236}">
                <a16:creationId xmlns:a16="http://schemas.microsoft.com/office/drawing/2014/main" id="{BA75F75C-18F8-4DEA-AE0F-9BC42313D39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ub7_3_official_ReferenceLigand_8">
            <a:extLst>
              <a:ext uri="{FF2B5EF4-FFF2-40B4-BE49-F238E27FC236}">
                <a16:creationId xmlns:a16="http://schemas.microsoft.com/office/drawing/2014/main" id="{964DDAFD-8B08-40DE-B7BD-2F280142058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ub7_3_official_ReferenceLigand_9">
            <a:extLst>
              <a:ext uri="{FF2B5EF4-FFF2-40B4-BE49-F238E27FC236}">
                <a16:creationId xmlns:a16="http://schemas.microsoft.com/office/drawing/2014/main" id="{3F1EBE6B-900A-4703-BAE6-4B598AA23AD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ub7_3_official_ReferenceLigand_10">
            <a:extLst>
              <a:ext uri="{FF2B5EF4-FFF2-40B4-BE49-F238E27FC236}">
                <a16:creationId xmlns:a16="http://schemas.microsoft.com/office/drawing/2014/main" id="{6FC76B93-81F8-4E79-AB83-2944F447E54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ub7_3_official_ReferenceLigand_11">
            <a:extLst>
              <a:ext uri="{FF2B5EF4-FFF2-40B4-BE49-F238E27FC236}">
                <a16:creationId xmlns:a16="http://schemas.microsoft.com/office/drawing/2014/main" id="{009A6FFD-815F-496A-9C87-C7039AA71FB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ub7_3_official_ReferenceLigand_12">
            <a:extLst>
              <a:ext uri="{FF2B5EF4-FFF2-40B4-BE49-F238E27FC236}">
                <a16:creationId xmlns:a16="http://schemas.microsoft.com/office/drawing/2014/main" id="{2C4E162D-506D-4A3C-9FBD-3FA3F9798A6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ub7_3_official_ReferenceLigand_13">
            <a:extLst>
              <a:ext uri="{FF2B5EF4-FFF2-40B4-BE49-F238E27FC236}">
                <a16:creationId xmlns:a16="http://schemas.microsoft.com/office/drawing/2014/main" id="{61F04E3E-DC1F-4294-AE2D-895DEB1821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ub7_3_official_ReferenceLigand_14">
            <a:extLst>
              <a:ext uri="{FF2B5EF4-FFF2-40B4-BE49-F238E27FC236}">
                <a16:creationId xmlns:a16="http://schemas.microsoft.com/office/drawing/2014/main" id="{9123C4EC-04DD-4F00-93E3-A071004288B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ub7_3_official_ReferenceLigand_15">
            <a:extLst>
              <a:ext uri="{FF2B5EF4-FFF2-40B4-BE49-F238E27FC236}">
                <a16:creationId xmlns:a16="http://schemas.microsoft.com/office/drawing/2014/main" id="{6AD029FA-68D9-472C-8091-857A4B3A94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2" name="9ub7_3_official_ReferenceLigand_16">
            <a:extLst>
              <a:ext uri="{FF2B5EF4-FFF2-40B4-BE49-F238E27FC236}">
                <a16:creationId xmlns:a16="http://schemas.microsoft.com/office/drawing/2014/main" id="{885113CC-9061-4564-84C0-AE513DBEF94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3" name="9ub7_3_official_ReferenceLigand_17">
            <a:extLst>
              <a:ext uri="{FF2B5EF4-FFF2-40B4-BE49-F238E27FC236}">
                <a16:creationId xmlns:a16="http://schemas.microsoft.com/office/drawing/2014/main" id="{769FEEFD-1829-4DAB-818D-39DE9D2A70F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4" name="9ub7_3_official_ReferenceLigand_18">
            <a:extLst>
              <a:ext uri="{FF2B5EF4-FFF2-40B4-BE49-F238E27FC236}">
                <a16:creationId xmlns:a16="http://schemas.microsoft.com/office/drawing/2014/main" id="{B34A3A45-C760-4E68-B910-49632F480A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5" name="9ub7_3_official_ReferenceLigand_19">
            <a:extLst>
              <a:ext uri="{FF2B5EF4-FFF2-40B4-BE49-F238E27FC236}">
                <a16:creationId xmlns:a16="http://schemas.microsoft.com/office/drawing/2014/main" id="{DA5CD040-8F66-4CB0-8D02-346F68A405F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6" name="9ub7_3_official_ReferenceLigand_20">
            <a:extLst>
              <a:ext uri="{FF2B5EF4-FFF2-40B4-BE49-F238E27FC236}">
                <a16:creationId xmlns:a16="http://schemas.microsoft.com/office/drawing/2014/main" id="{B9852762-C6EF-4ECC-BCA8-08295368496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7" name="9ub7_3_official_ReferenceLigand_21">
            <a:extLst>
              <a:ext uri="{FF2B5EF4-FFF2-40B4-BE49-F238E27FC236}">
                <a16:creationId xmlns:a16="http://schemas.microsoft.com/office/drawing/2014/main" id="{90FFB7BA-88B8-41F2-A578-C1F3C3D681E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8" name="9ub7_3_official_ReferenceLigand_22">
            <a:extLst>
              <a:ext uri="{FF2B5EF4-FFF2-40B4-BE49-F238E27FC236}">
                <a16:creationId xmlns:a16="http://schemas.microsoft.com/office/drawing/2014/main" id="{C7042338-90FA-430C-8F6E-31EE5018790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9" name="9ub7_3_official_ReferenceLigand_23">
            <a:extLst>
              <a:ext uri="{FF2B5EF4-FFF2-40B4-BE49-F238E27FC236}">
                <a16:creationId xmlns:a16="http://schemas.microsoft.com/office/drawing/2014/main" id="{6DB15583-FC4E-4ACA-94E7-C3176BBE239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0" name="9ub7_3_official_ReferenceLigand_24">
            <a:extLst>
              <a:ext uri="{FF2B5EF4-FFF2-40B4-BE49-F238E27FC236}">
                <a16:creationId xmlns:a16="http://schemas.microsoft.com/office/drawing/2014/main" id="{1CB1B733-315D-44EE-BF6E-25027B20CB8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1" name="9ub7_3_official_ReferenceLigand_25">
            <a:extLst>
              <a:ext uri="{FF2B5EF4-FFF2-40B4-BE49-F238E27FC236}">
                <a16:creationId xmlns:a16="http://schemas.microsoft.com/office/drawing/2014/main" id="{AB6001B1-B480-46D3-8545-69B6155AED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2" name="9ub7_3_official_ReferenceLigand_26">
            <a:extLst>
              <a:ext uri="{FF2B5EF4-FFF2-40B4-BE49-F238E27FC236}">
                <a16:creationId xmlns:a16="http://schemas.microsoft.com/office/drawing/2014/main" id="{F5366140-4407-43AD-9ED7-097AE97C2F1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3" name="9ub7_3_official_ReferenceLigand_27">
            <a:extLst>
              <a:ext uri="{FF2B5EF4-FFF2-40B4-BE49-F238E27FC236}">
                <a16:creationId xmlns:a16="http://schemas.microsoft.com/office/drawing/2014/main" id="{89C7E50D-9AFD-47D8-9434-0B2AFF20202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4" name="9ub7_3_official_ReferenceLigand_28">
            <a:extLst>
              <a:ext uri="{FF2B5EF4-FFF2-40B4-BE49-F238E27FC236}">
                <a16:creationId xmlns:a16="http://schemas.microsoft.com/office/drawing/2014/main" id="{350446DA-6DBC-46A6-8D60-00DCE063C5F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5" name="9ub7_3_official_ReferenceLigand_29">
            <a:extLst>
              <a:ext uri="{FF2B5EF4-FFF2-40B4-BE49-F238E27FC236}">
                <a16:creationId xmlns:a16="http://schemas.microsoft.com/office/drawing/2014/main" id="{C5B91CAC-484F-49AF-A8FF-8214744E2EE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6" name="9ub7_3_official_ReferenceLigand_30">
            <a:extLst>
              <a:ext uri="{FF2B5EF4-FFF2-40B4-BE49-F238E27FC236}">
                <a16:creationId xmlns:a16="http://schemas.microsoft.com/office/drawing/2014/main" id="{FE0AEF12-DF1C-42D7-A04E-4E441A63F9B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7" name="9ub7_3_official_ReferenceLigand_31">
            <a:extLst>
              <a:ext uri="{FF2B5EF4-FFF2-40B4-BE49-F238E27FC236}">
                <a16:creationId xmlns:a16="http://schemas.microsoft.com/office/drawing/2014/main" id="{2D838AFB-52AF-4DFD-B2F5-4E8BCF35B2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8" name="9ub7_3_official_ReferenceLigand_32">
            <a:extLst>
              <a:ext uri="{FF2B5EF4-FFF2-40B4-BE49-F238E27FC236}">
                <a16:creationId xmlns:a16="http://schemas.microsoft.com/office/drawing/2014/main" id="{C6A6BC64-F28B-4840-9F87-A5F1F3AE289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9" name="9ub7_3_official_ReferenceLigand_33">
            <a:extLst>
              <a:ext uri="{FF2B5EF4-FFF2-40B4-BE49-F238E27FC236}">
                <a16:creationId xmlns:a16="http://schemas.microsoft.com/office/drawing/2014/main" id="{859DBC5D-136E-4F60-A7A7-688A3A082E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0" name="9ub7_3_official_ReferenceLigand_34">
            <a:extLst>
              <a:ext uri="{FF2B5EF4-FFF2-40B4-BE49-F238E27FC236}">
                <a16:creationId xmlns:a16="http://schemas.microsoft.com/office/drawing/2014/main" id="{50E28FF0-6C78-46AC-824B-9FB50572DDC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1" name="9ub7_3_official_ReferenceLigand_35">
            <a:extLst>
              <a:ext uri="{FF2B5EF4-FFF2-40B4-BE49-F238E27FC236}">
                <a16:creationId xmlns:a16="http://schemas.microsoft.com/office/drawing/2014/main" id="{19F6506A-FA7A-4E5A-A6BA-5A2E8E74FB2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2" name="9ub7_3_official_ReferenceLigand_36">
            <a:extLst>
              <a:ext uri="{FF2B5EF4-FFF2-40B4-BE49-F238E27FC236}">
                <a16:creationId xmlns:a16="http://schemas.microsoft.com/office/drawing/2014/main" id="{D8C77361-0A1B-44D1-9898-EA5906BA02C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3" name="9ub7_3_official_ReferenceLigand_37">
            <a:extLst>
              <a:ext uri="{FF2B5EF4-FFF2-40B4-BE49-F238E27FC236}">
                <a16:creationId xmlns:a16="http://schemas.microsoft.com/office/drawing/2014/main" id="{8E587778-636D-45D7-9BC0-7960C1D9E5E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4" name="9ub7_3_official_PredictedLigand_0">
            <a:extLst>
              <a:ext uri="{FF2B5EF4-FFF2-40B4-BE49-F238E27FC236}">
                <a16:creationId xmlns:a16="http://schemas.microsoft.com/office/drawing/2014/main" id="{63E6C668-A096-4703-AB32-B947CB45D9C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3652" y="789627"/>
                </a:moveTo>
                <a:lnTo>
                  <a:pt x="1359762" y="7472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9ub7_3_official_PredictedLigand_1">
            <a:extLst>
              <a:ext uri="{FF2B5EF4-FFF2-40B4-BE49-F238E27FC236}">
                <a16:creationId xmlns:a16="http://schemas.microsoft.com/office/drawing/2014/main" id="{C0F11125-70DC-47E9-B5CC-359A2E9F47D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5979" y="787902"/>
                </a:moveTo>
                <a:lnTo>
                  <a:pt x="1654734" y="7166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9ub7_3_official_PredictedLigand_2">
            <a:extLst>
              <a:ext uri="{FF2B5EF4-FFF2-40B4-BE49-F238E27FC236}">
                <a16:creationId xmlns:a16="http://schemas.microsoft.com/office/drawing/2014/main" id="{EF3E8883-F772-4A1D-9E45-D218E3FB13E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9238" y="793258"/>
                </a:moveTo>
                <a:lnTo>
                  <a:pt x="1223652" y="789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9ub7_3_official_PredictedLigand_3">
            <a:extLst>
              <a:ext uri="{FF2B5EF4-FFF2-40B4-BE49-F238E27FC236}">
                <a16:creationId xmlns:a16="http://schemas.microsoft.com/office/drawing/2014/main" id="{F8F0A891-632B-41FE-AF13-3E1FE0B3D3F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9762" y="747235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9ub7_3_official_PredictedLigand_4">
            <a:extLst>
              <a:ext uri="{FF2B5EF4-FFF2-40B4-BE49-F238E27FC236}">
                <a16:creationId xmlns:a16="http://schemas.microsoft.com/office/drawing/2014/main" id="{6F628E45-E6B2-4378-92D8-91323E9F2F9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4734" y="716689"/>
                </a:moveTo>
                <a:lnTo>
                  <a:pt x="1568652" y="7225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9ub7_3_official_PredictedLigand_5">
            <a:extLst>
              <a:ext uri="{FF2B5EF4-FFF2-40B4-BE49-F238E27FC236}">
                <a16:creationId xmlns:a16="http://schemas.microsoft.com/office/drawing/2014/main" id="{986BCAD8-F5C0-4939-BDFF-E80D387EEEF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904" y="792390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9ub7_3_official_PredictedLigand_6">
            <a:extLst>
              <a:ext uri="{FF2B5EF4-FFF2-40B4-BE49-F238E27FC236}">
                <a16:creationId xmlns:a16="http://schemas.microsoft.com/office/drawing/2014/main" id="{BA2D2BBB-7ED6-4F02-B8C9-90CC3E32AD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775979" y="7879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9ub7_3_official_PredictedLigand_7">
            <a:extLst>
              <a:ext uri="{FF2B5EF4-FFF2-40B4-BE49-F238E27FC236}">
                <a16:creationId xmlns:a16="http://schemas.microsoft.com/office/drawing/2014/main" id="{35DFB912-34F1-41C0-ACBE-CA7B4161AC6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9ub7_3_official_PredictedLigand_8">
            <a:extLst>
              <a:ext uri="{FF2B5EF4-FFF2-40B4-BE49-F238E27FC236}">
                <a16:creationId xmlns:a16="http://schemas.microsoft.com/office/drawing/2014/main" id="{E3295F91-36DA-4A32-AAEE-90782AD9A65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711385" y="702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9ub7_3_official_PredictedLigand_9">
            <a:extLst>
              <a:ext uri="{FF2B5EF4-FFF2-40B4-BE49-F238E27FC236}">
                <a16:creationId xmlns:a16="http://schemas.microsoft.com/office/drawing/2014/main" id="{C9AFC90C-F3D8-4A77-A2F3-3A5A744B31A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3321" y="867132"/>
                </a:moveTo>
                <a:lnTo>
                  <a:pt x="1007904" y="7923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9ub7_3_official_PredictedLigand_10">
            <a:extLst>
              <a:ext uri="{FF2B5EF4-FFF2-40B4-BE49-F238E27FC236}">
                <a16:creationId xmlns:a16="http://schemas.microsoft.com/office/drawing/2014/main" id="{429177AE-7741-4C74-BBE5-8DB7BB2A329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367031" y="11506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5" name="9ub7_3_official_PredictedLigand_11">
            <a:extLst>
              <a:ext uri="{FF2B5EF4-FFF2-40B4-BE49-F238E27FC236}">
                <a16:creationId xmlns:a16="http://schemas.microsoft.com/office/drawing/2014/main" id="{C5852BC8-8D7A-4CFB-92FB-4DC803BA90C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6" name="9ub7_3_official_PredictedLigand_12">
            <a:extLst>
              <a:ext uri="{FF2B5EF4-FFF2-40B4-BE49-F238E27FC236}">
                <a16:creationId xmlns:a16="http://schemas.microsoft.com/office/drawing/2014/main" id="{3C2D7DD8-A3B5-43CB-AA0D-DAF69B6F4EE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426046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7" name="9ub7_3_official_PredictedLigand_13">
            <a:extLst>
              <a:ext uri="{FF2B5EF4-FFF2-40B4-BE49-F238E27FC236}">
                <a16:creationId xmlns:a16="http://schemas.microsoft.com/office/drawing/2014/main" id="{D5E13446-DE7D-430F-8C70-54A0F767CA4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8313" y="749653"/>
                </a:moveTo>
                <a:lnTo>
                  <a:pt x="1352608" y="7834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8" name="9ub7_3_official_PredictedLigand_14">
            <a:extLst>
              <a:ext uri="{FF2B5EF4-FFF2-40B4-BE49-F238E27FC236}">
                <a16:creationId xmlns:a16="http://schemas.microsoft.com/office/drawing/2014/main" id="{CD567577-DA6F-4464-8B23-F1547799D2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9" name="9ub7_3_official_PredictedLigand_15">
            <a:extLst>
              <a:ext uri="{FF2B5EF4-FFF2-40B4-BE49-F238E27FC236}">
                <a16:creationId xmlns:a16="http://schemas.microsoft.com/office/drawing/2014/main" id="{F86691CC-1FB2-414E-B3C0-86B4EF597C2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039" y="1229889"/>
                </a:moveTo>
                <a:lnTo>
                  <a:pt x="1458911" y="12607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0" name="9ub7_3_official_PredictedLigand_16">
            <a:extLst>
              <a:ext uri="{FF2B5EF4-FFF2-40B4-BE49-F238E27FC236}">
                <a16:creationId xmlns:a16="http://schemas.microsoft.com/office/drawing/2014/main" id="{BDA1086C-1CD6-4B76-BFFA-07525E97A96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829128" y="9445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1" name="9ub7_3_official_PredictedLigand_17">
            <a:extLst>
              <a:ext uri="{FF2B5EF4-FFF2-40B4-BE49-F238E27FC236}">
                <a16:creationId xmlns:a16="http://schemas.microsoft.com/office/drawing/2014/main" id="{872D3568-19F7-4AA2-9935-E1EC7343BD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64625" y="8326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2" name="9ub7_3_official_PredictedLigand_18">
            <a:extLst>
              <a:ext uri="{FF2B5EF4-FFF2-40B4-BE49-F238E27FC236}">
                <a16:creationId xmlns:a16="http://schemas.microsoft.com/office/drawing/2014/main" id="{9307DC5B-06C2-4682-96CE-82E68BA11EE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46" y="800042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3" name="9ub7_3_official_PredictedLigand_19">
            <a:extLst>
              <a:ext uri="{FF2B5EF4-FFF2-40B4-BE49-F238E27FC236}">
                <a16:creationId xmlns:a16="http://schemas.microsoft.com/office/drawing/2014/main" id="{32735AF0-C548-44CD-B6BF-6F16971FE89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831546" y="8000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4" name="9ub7_3_official_PredictedLigand_20">
            <a:extLst>
              <a:ext uri="{FF2B5EF4-FFF2-40B4-BE49-F238E27FC236}">
                <a16:creationId xmlns:a16="http://schemas.microsoft.com/office/drawing/2014/main" id="{043B345A-A071-41F1-B4F9-FD9615F7C4E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968817" y="983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5" name="9ub7_3_official_PredictedLigand_21">
            <a:extLst>
              <a:ext uri="{FF2B5EF4-FFF2-40B4-BE49-F238E27FC236}">
                <a16:creationId xmlns:a16="http://schemas.microsoft.com/office/drawing/2014/main" id="{3F880E70-3CFD-47D8-AB3E-E3B71614AFB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207640" y="7909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6" name="9ub7_3_official_PredictedLigand_22">
            <a:extLst>
              <a:ext uri="{FF2B5EF4-FFF2-40B4-BE49-F238E27FC236}">
                <a16:creationId xmlns:a16="http://schemas.microsoft.com/office/drawing/2014/main" id="{45F135E7-49BC-41F8-B815-2312368FF1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973" y="1092523"/>
                </a:moveTo>
                <a:lnTo>
                  <a:pt x="1578039" y="12298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7" name="9ub7_3_official_PredictedLigand_23">
            <a:extLst>
              <a:ext uri="{FF2B5EF4-FFF2-40B4-BE49-F238E27FC236}">
                <a16:creationId xmlns:a16="http://schemas.microsoft.com/office/drawing/2014/main" id="{8DC006C7-9C92-460E-BCEF-3E9856EE2C2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621417" y="496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8" name="9ub7_3_official_PredictedLigand_24">
            <a:extLst>
              <a:ext uri="{FF2B5EF4-FFF2-40B4-BE49-F238E27FC236}">
                <a16:creationId xmlns:a16="http://schemas.microsoft.com/office/drawing/2014/main" id="{4FE72F80-0EE4-447E-B047-09471AABCE1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71" y="624880"/>
                </a:moveTo>
                <a:lnTo>
                  <a:pt x="739614" y="7113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9" name="9ub7_3_official_PredictedLigand_25">
            <a:extLst>
              <a:ext uri="{FF2B5EF4-FFF2-40B4-BE49-F238E27FC236}">
                <a16:creationId xmlns:a16="http://schemas.microsoft.com/office/drawing/2014/main" id="{7DEFDE18-2A22-46A6-84E1-219F71D3BD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455" y="932634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0" name="9ub7_3_official_PredictedLigand_26">
            <a:extLst>
              <a:ext uri="{FF2B5EF4-FFF2-40B4-BE49-F238E27FC236}">
                <a16:creationId xmlns:a16="http://schemas.microsoft.com/office/drawing/2014/main" id="{6158C6A2-B26F-458C-B0E4-238972BB43C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1946" y="271205"/>
                </a:moveTo>
                <a:lnTo>
                  <a:pt x="724025" y="3934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1" name="9ub7_3_official_PredictedLigand_27">
            <a:extLst>
              <a:ext uri="{FF2B5EF4-FFF2-40B4-BE49-F238E27FC236}">
                <a16:creationId xmlns:a16="http://schemas.microsoft.com/office/drawing/2014/main" id="{4F455080-2AB9-4A46-A444-03E61235464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840449" y="4242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2" name="9ub7_3_official_PredictedLigand_28">
            <a:extLst>
              <a:ext uri="{FF2B5EF4-FFF2-40B4-BE49-F238E27FC236}">
                <a16:creationId xmlns:a16="http://schemas.microsoft.com/office/drawing/2014/main" id="{32FE4640-33BA-44BC-A6D4-A27B0EB410B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929" y="1055167"/>
                </a:moveTo>
                <a:lnTo>
                  <a:pt x="1627973" y="10925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3" name="9ub7_3_official_PredictedLigand_29">
            <a:extLst>
              <a:ext uri="{FF2B5EF4-FFF2-40B4-BE49-F238E27FC236}">
                <a16:creationId xmlns:a16="http://schemas.microsoft.com/office/drawing/2014/main" id="{EB8E2440-AE6D-45BF-A19E-350CBA205D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417" y="496770"/>
                </a:moveTo>
                <a:lnTo>
                  <a:pt x="670771" y="6248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4" name="9ub7_3_official_PredictedLigand_30">
            <a:extLst>
              <a:ext uri="{FF2B5EF4-FFF2-40B4-BE49-F238E27FC236}">
                <a16:creationId xmlns:a16="http://schemas.microsoft.com/office/drawing/2014/main" id="{4BFB9FC9-C106-4D23-9780-5437D37CA65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749929" y="10551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5" name="9ub7_3_official_PredictedLigand_31">
            <a:extLst>
              <a:ext uri="{FF2B5EF4-FFF2-40B4-BE49-F238E27FC236}">
                <a16:creationId xmlns:a16="http://schemas.microsoft.com/office/drawing/2014/main" id="{115BC34A-C9CB-46FE-9EB3-9306FA3B3D7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64513" y="6718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6" name="9ub7_3_official_PredictedLigand_32">
            <a:extLst>
              <a:ext uri="{FF2B5EF4-FFF2-40B4-BE49-F238E27FC236}">
                <a16:creationId xmlns:a16="http://schemas.microsoft.com/office/drawing/2014/main" id="{49AE0013-4F4B-4935-9DA3-515D7CF5BE6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59084" y="9016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7" name="9ub7_3_official_PredictedLigand_33">
            <a:extLst>
              <a:ext uri="{FF2B5EF4-FFF2-40B4-BE49-F238E27FC236}">
                <a16:creationId xmlns:a16="http://schemas.microsoft.com/office/drawing/2014/main" id="{997179DF-4703-4941-AD31-2D513762727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19208" y="6512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8" name="9ub7_3_official_PredictedLigand_34">
            <a:extLst>
              <a:ext uri="{FF2B5EF4-FFF2-40B4-BE49-F238E27FC236}">
                <a16:creationId xmlns:a16="http://schemas.microsoft.com/office/drawing/2014/main" id="{7878DE2D-9234-4573-B280-5BD48A94D4F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427787" y="7727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9" name="9ub7_3_official_PredictedLigand_35">
            <a:extLst>
              <a:ext uri="{FF2B5EF4-FFF2-40B4-BE49-F238E27FC236}">
                <a16:creationId xmlns:a16="http://schemas.microsoft.com/office/drawing/2014/main" id="{F6106CC4-91D6-48E1-99A2-16420B12EF0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850" y="810009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0" name="9ub7_3_official_PredictedLigand_36">
            <a:extLst>
              <a:ext uri="{FF2B5EF4-FFF2-40B4-BE49-F238E27FC236}">
                <a16:creationId xmlns:a16="http://schemas.microsoft.com/office/drawing/2014/main" id="{BA9176C0-0BF1-4545-B83C-52C73305F28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9084" y="901675"/>
                </a:moveTo>
                <a:lnTo>
                  <a:pt x="1020455" y="9326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1" name="9ub7_3_official_PredictedLigand_37">
            <a:extLst>
              <a:ext uri="{FF2B5EF4-FFF2-40B4-BE49-F238E27FC236}">
                <a16:creationId xmlns:a16="http://schemas.microsoft.com/office/drawing/2014/main" id="{7DA5896E-7026-4BB1-A6E7-FF3B00127BF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787" y="772741"/>
                </a:moveTo>
                <a:lnTo>
                  <a:pt x="1562850" y="8100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2" name="9ub7_3_official_PredictedAtoms_0">
            <a:extLst>
              <a:ext uri="{FF2B5EF4-FFF2-40B4-BE49-F238E27FC236}">
                <a16:creationId xmlns:a16="http://schemas.microsoft.com/office/drawing/2014/main" id="{958AC947-FDCE-460B-9457-F216A4E616E1}"/>
              </a:ext>
            </a:extLst>
          </p:cNvPr>
          <p:cNvSpPr>
            <a:spLocks noGrp="1"/>
          </p:cNvSpPr>
          <p:nvPr/>
        </p:nvSpPr>
        <p:spPr>
          <a:xfrm>
            <a:off x="894354" y="28362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3" name="9ub7_3_official_PredictedAtoms_1">
            <a:extLst>
              <a:ext uri="{FF2B5EF4-FFF2-40B4-BE49-F238E27FC236}">
                <a16:creationId xmlns:a16="http://schemas.microsoft.com/office/drawing/2014/main" id="{FAAD9CBA-A2D7-43E1-990B-296DE9A9212A}"/>
              </a:ext>
            </a:extLst>
          </p:cNvPr>
          <p:cNvSpPr>
            <a:spLocks noGrp="1"/>
          </p:cNvSpPr>
          <p:nvPr/>
        </p:nvSpPr>
        <p:spPr>
          <a:xfrm>
            <a:off x="936432" y="29585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4" name="9ub7_3_official_PredictedAtoms_2">
            <a:extLst>
              <a:ext uri="{FF2B5EF4-FFF2-40B4-BE49-F238E27FC236}">
                <a16:creationId xmlns:a16="http://schemas.microsoft.com/office/drawing/2014/main" id="{8ADE44A2-5FBE-4103-B011-7E966D1826EA}"/>
              </a:ext>
            </a:extLst>
          </p:cNvPr>
          <p:cNvSpPr>
            <a:spLocks noGrp="1"/>
          </p:cNvSpPr>
          <p:nvPr/>
        </p:nvSpPr>
        <p:spPr>
          <a:xfrm>
            <a:off x="1052857" y="29893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5" name="9ub7_3_official_PredictedAtoms_3">
            <a:extLst>
              <a:ext uri="{FF2B5EF4-FFF2-40B4-BE49-F238E27FC236}">
                <a16:creationId xmlns:a16="http://schemas.microsoft.com/office/drawing/2014/main" id="{A1659609-4183-42AA-9BFE-0397D91239DB}"/>
              </a:ext>
            </a:extLst>
          </p:cNvPr>
          <p:cNvSpPr>
            <a:spLocks noGrp="1"/>
          </p:cNvSpPr>
          <p:nvPr/>
        </p:nvSpPr>
        <p:spPr>
          <a:xfrm>
            <a:off x="833825" y="30618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6" name="9ub7_3_official_PredictedAtoms_4">
            <a:extLst>
              <a:ext uri="{FF2B5EF4-FFF2-40B4-BE49-F238E27FC236}">
                <a16:creationId xmlns:a16="http://schemas.microsoft.com/office/drawing/2014/main" id="{4261D7F1-0E41-4F49-97D5-8897A32DB5BC}"/>
              </a:ext>
            </a:extLst>
          </p:cNvPr>
          <p:cNvSpPr>
            <a:spLocks noGrp="1"/>
          </p:cNvSpPr>
          <p:nvPr/>
        </p:nvSpPr>
        <p:spPr>
          <a:xfrm>
            <a:off x="883179" y="31899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7" name="9ub7_3_official_PredictedAtoms_5">
            <a:extLst>
              <a:ext uri="{FF2B5EF4-FFF2-40B4-BE49-F238E27FC236}">
                <a16:creationId xmlns:a16="http://schemas.microsoft.com/office/drawing/2014/main" id="{A7D28363-8B92-4DA7-B41F-CC20F662C9EB}"/>
              </a:ext>
            </a:extLst>
          </p:cNvPr>
          <p:cNvSpPr>
            <a:spLocks noGrp="1"/>
          </p:cNvSpPr>
          <p:nvPr/>
        </p:nvSpPr>
        <p:spPr>
          <a:xfrm>
            <a:off x="952021" y="32764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8" name="9ub7_3_official_PredictedAtoms_6">
            <a:extLst>
              <a:ext uri="{FF2B5EF4-FFF2-40B4-BE49-F238E27FC236}">
                <a16:creationId xmlns:a16="http://schemas.microsoft.com/office/drawing/2014/main" id="{D64A0C44-EF09-43F8-BAB9-0E5389FC0AD0}"/>
              </a:ext>
            </a:extLst>
          </p:cNvPr>
          <p:cNvSpPr>
            <a:spLocks noGrp="1"/>
          </p:cNvSpPr>
          <p:nvPr/>
        </p:nvSpPr>
        <p:spPr>
          <a:xfrm>
            <a:off x="923792" y="32673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9" name="9ub7_3_official_PredictedAtoms_7">
            <a:extLst>
              <a:ext uri="{FF2B5EF4-FFF2-40B4-BE49-F238E27FC236}">
                <a16:creationId xmlns:a16="http://schemas.microsoft.com/office/drawing/2014/main" id="{31E054F1-4B72-4347-A5E5-2CF79F26D64C}"/>
              </a:ext>
            </a:extLst>
          </p:cNvPr>
          <p:cNvSpPr>
            <a:spLocks noGrp="1"/>
          </p:cNvSpPr>
          <p:nvPr/>
        </p:nvSpPr>
        <p:spPr>
          <a:xfrm>
            <a:off x="1043954" y="33651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0" name="9ub7_3_official_PredictedAtoms_8">
            <a:extLst>
              <a:ext uri="{FF2B5EF4-FFF2-40B4-BE49-F238E27FC236}">
                <a16:creationId xmlns:a16="http://schemas.microsoft.com/office/drawing/2014/main" id="{21685886-3BEE-4C06-8CFB-FD08C82053E4}"/>
              </a:ext>
            </a:extLst>
          </p:cNvPr>
          <p:cNvSpPr>
            <a:spLocks noGrp="1"/>
          </p:cNvSpPr>
          <p:nvPr/>
        </p:nvSpPr>
        <p:spPr>
          <a:xfrm>
            <a:off x="1155728" y="34322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1" name="9ub7_3_official_PredictedAtoms_9">
            <a:extLst>
              <a:ext uri="{FF2B5EF4-FFF2-40B4-BE49-F238E27FC236}">
                <a16:creationId xmlns:a16="http://schemas.microsoft.com/office/drawing/2014/main" id="{206F50B0-B814-472F-B4BE-7E1EFF197FC5}"/>
              </a:ext>
            </a:extLst>
          </p:cNvPr>
          <p:cNvSpPr>
            <a:spLocks noGrp="1"/>
          </p:cNvSpPr>
          <p:nvPr/>
        </p:nvSpPr>
        <p:spPr>
          <a:xfrm>
            <a:off x="1220312" y="33574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2" name="9ub7_3_official_PredictedAtoms_10">
            <a:extLst>
              <a:ext uri="{FF2B5EF4-FFF2-40B4-BE49-F238E27FC236}">
                <a16:creationId xmlns:a16="http://schemas.microsoft.com/office/drawing/2014/main" id="{A9D8F582-10EB-427F-98A6-44FBF62A8610}"/>
              </a:ext>
            </a:extLst>
          </p:cNvPr>
          <p:cNvSpPr>
            <a:spLocks noGrp="1"/>
          </p:cNvSpPr>
          <p:nvPr/>
        </p:nvSpPr>
        <p:spPr>
          <a:xfrm>
            <a:off x="1361646" y="33583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3" name="9ub7_3_official_PredictedAtoms_11">
            <a:extLst>
              <a:ext uri="{FF2B5EF4-FFF2-40B4-BE49-F238E27FC236}">
                <a16:creationId xmlns:a16="http://schemas.microsoft.com/office/drawing/2014/main" id="{8F2A3AC7-3E7B-4DED-8642-7D1232FA27B3}"/>
              </a:ext>
            </a:extLst>
          </p:cNvPr>
          <p:cNvSpPr>
            <a:spLocks noGrp="1"/>
          </p:cNvSpPr>
          <p:nvPr/>
        </p:nvSpPr>
        <p:spPr>
          <a:xfrm>
            <a:off x="1436060" y="33547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4" name="9ub7_3_official_PredictedAtoms_12">
            <a:extLst>
              <a:ext uri="{FF2B5EF4-FFF2-40B4-BE49-F238E27FC236}">
                <a16:creationId xmlns:a16="http://schemas.microsoft.com/office/drawing/2014/main" id="{77220D7F-4C51-4150-ADDE-BC2CEEC3D4FA}"/>
              </a:ext>
            </a:extLst>
          </p:cNvPr>
          <p:cNvSpPr>
            <a:spLocks noGrp="1"/>
          </p:cNvSpPr>
          <p:nvPr/>
        </p:nvSpPr>
        <p:spPr>
          <a:xfrm>
            <a:off x="1572169" y="33123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5" name="9ub7_3_official_PredictedAtoms_13">
            <a:extLst>
              <a:ext uri="{FF2B5EF4-FFF2-40B4-BE49-F238E27FC236}">
                <a16:creationId xmlns:a16="http://schemas.microsoft.com/office/drawing/2014/main" id="{08D73E7A-7138-4025-A6A1-A698D85A028B}"/>
              </a:ext>
            </a:extLst>
          </p:cNvPr>
          <p:cNvSpPr>
            <a:spLocks noGrp="1"/>
          </p:cNvSpPr>
          <p:nvPr/>
        </p:nvSpPr>
        <p:spPr>
          <a:xfrm>
            <a:off x="1640721" y="33147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6" name="9ub7_3_official_PredictedAtoms_14">
            <a:extLst>
              <a:ext uri="{FF2B5EF4-FFF2-40B4-BE49-F238E27FC236}">
                <a16:creationId xmlns:a16="http://schemas.microsoft.com/office/drawing/2014/main" id="{DD18ADF1-6E20-432F-A99B-150639C0EFCC}"/>
              </a:ext>
            </a:extLst>
          </p:cNvPr>
          <p:cNvSpPr>
            <a:spLocks noGrp="1"/>
          </p:cNvSpPr>
          <p:nvPr/>
        </p:nvSpPr>
        <p:spPr>
          <a:xfrm>
            <a:off x="1565016" y="33484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7" name="9ub7_3_official_PredictedAtoms_15">
            <a:extLst>
              <a:ext uri="{FF2B5EF4-FFF2-40B4-BE49-F238E27FC236}">
                <a16:creationId xmlns:a16="http://schemas.microsoft.com/office/drawing/2014/main" id="{B24BC9EB-9A87-4A40-BCBB-33207BC91B6C}"/>
              </a:ext>
            </a:extLst>
          </p:cNvPr>
          <p:cNvSpPr>
            <a:spLocks noGrp="1"/>
          </p:cNvSpPr>
          <p:nvPr/>
        </p:nvSpPr>
        <p:spPr>
          <a:xfrm>
            <a:off x="1640195" y="33378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8" name="9ub7_3_official_PredictedAtoms_16">
            <a:extLst>
              <a:ext uri="{FF2B5EF4-FFF2-40B4-BE49-F238E27FC236}">
                <a16:creationId xmlns:a16="http://schemas.microsoft.com/office/drawing/2014/main" id="{A1930931-7815-4E1D-8048-D61B8545080C}"/>
              </a:ext>
            </a:extLst>
          </p:cNvPr>
          <p:cNvSpPr>
            <a:spLocks noGrp="1"/>
          </p:cNvSpPr>
          <p:nvPr/>
        </p:nvSpPr>
        <p:spPr>
          <a:xfrm>
            <a:off x="1775257" y="33750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9" name="9ub7_3_official_PredictedAtoms_17">
            <a:extLst>
              <a:ext uri="{FF2B5EF4-FFF2-40B4-BE49-F238E27FC236}">
                <a16:creationId xmlns:a16="http://schemas.microsoft.com/office/drawing/2014/main" id="{30F7BF7E-5FA1-4B83-9EA6-E9B6C8490A6F}"/>
              </a:ext>
            </a:extLst>
          </p:cNvPr>
          <p:cNvSpPr>
            <a:spLocks noGrp="1"/>
          </p:cNvSpPr>
          <p:nvPr/>
        </p:nvSpPr>
        <p:spPr>
          <a:xfrm>
            <a:off x="1865179" y="33240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0" name="9ub7_3_official_PredictedAtoms_18">
            <a:extLst>
              <a:ext uri="{FF2B5EF4-FFF2-40B4-BE49-F238E27FC236}">
                <a16:creationId xmlns:a16="http://schemas.microsoft.com/office/drawing/2014/main" id="{BEE980DD-F29E-4516-B129-A9F97B33E570}"/>
              </a:ext>
            </a:extLst>
          </p:cNvPr>
          <p:cNvSpPr>
            <a:spLocks noGrp="1"/>
          </p:cNvSpPr>
          <p:nvPr/>
        </p:nvSpPr>
        <p:spPr>
          <a:xfrm>
            <a:off x="1931616" y="321637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1" name="9ub7_3_official_PredictedAtoms_19">
            <a:extLst>
              <a:ext uri="{FF2B5EF4-FFF2-40B4-BE49-F238E27FC236}">
                <a16:creationId xmlns:a16="http://schemas.microsoft.com/office/drawing/2014/main" id="{E812F61F-4162-48B7-AEC0-60583E41D67F}"/>
              </a:ext>
            </a:extLst>
          </p:cNvPr>
          <p:cNvSpPr>
            <a:spLocks noGrp="1"/>
          </p:cNvSpPr>
          <p:nvPr/>
        </p:nvSpPr>
        <p:spPr>
          <a:xfrm>
            <a:off x="1977033" y="33977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2" name="9ub7_3_official_PredictedAtoms_20">
            <a:extLst>
              <a:ext uri="{FF2B5EF4-FFF2-40B4-BE49-F238E27FC236}">
                <a16:creationId xmlns:a16="http://schemas.microsoft.com/office/drawing/2014/main" id="{08ED77BF-E57A-48C3-A3F2-2B7CBE5CFD36}"/>
              </a:ext>
            </a:extLst>
          </p:cNvPr>
          <p:cNvSpPr>
            <a:spLocks noGrp="1"/>
          </p:cNvSpPr>
          <p:nvPr/>
        </p:nvSpPr>
        <p:spPr>
          <a:xfrm>
            <a:off x="2041535" y="35096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3" name="9ub7_3_official_PredictedAtoms_21">
            <a:extLst>
              <a:ext uri="{FF2B5EF4-FFF2-40B4-BE49-F238E27FC236}">
                <a16:creationId xmlns:a16="http://schemas.microsoft.com/office/drawing/2014/main" id="{C7E1E7F3-38C1-45BD-A7BB-5E2F2F952288}"/>
              </a:ext>
            </a:extLst>
          </p:cNvPr>
          <p:cNvSpPr>
            <a:spLocks noGrp="1"/>
          </p:cNvSpPr>
          <p:nvPr/>
        </p:nvSpPr>
        <p:spPr>
          <a:xfrm>
            <a:off x="2181225" y="35482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4" name="9ub7_3_official_PredictedAtoms_22">
            <a:extLst>
              <a:ext uri="{FF2B5EF4-FFF2-40B4-BE49-F238E27FC236}">
                <a16:creationId xmlns:a16="http://schemas.microsoft.com/office/drawing/2014/main" id="{2800D24A-B200-49E1-AF0C-CF12AD1408A9}"/>
              </a:ext>
            </a:extLst>
          </p:cNvPr>
          <p:cNvSpPr>
            <a:spLocks noGrp="1"/>
          </p:cNvSpPr>
          <p:nvPr/>
        </p:nvSpPr>
        <p:spPr>
          <a:xfrm>
            <a:off x="1962336" y="36202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5" name="9ub7_3_official_PredictedAtoms_23">
            <a:extLst>
              <a:ext uri="{FF2B5EF4-FFF2-40B4-BE49-F238E27FC236}">
                <a16:creationId xmlns:a16="http://schemas.microsoft.com/office/drawing/2014/main" id="{EE9594A8-863B-46EB-808F-521D8663A00C}"/>
              </a:ext>
            </a:extLst>
          </p:cNvPr>
          <p:cNvSpPr>
            <a:spLocks noGrp="1"/>
          </p:cNvSpPr>
          <p:nvPr/>
        </p:nvSpPr>
        <p:spPr>
          <a:xfrm>
            <a:off x="1840380" y="36576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6" name="9ub7_3_official_PredictedAtoms_24">
            <a:extLst>
              <a:ext uri="{FF2B5EF4-FFF2-40B4-BE49-F238E27FC236}">
                <a16:creationId xmlns:a16="http://schemas.microsoft.com/office/drawing/2014/main" id="{7B94BAF3-A5FD-4B35-AD21-15B8D54E67D1}"/>
              </a:ext>
            </a:extLst>
          </p:cNvPr>
          <p:cNvSpPr>
            <a:spLocks noGrp="1"/>
          </p:cNvSpPr>
          <p:nvPr/>
        </p:nvSpPr>
        <p:spPr>
          <a:xfrm>
            <a:off x="1790447" y="37949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7" name="9ub7_3_official_PredictedAtoms_25">
            <a:extLst>
              <a:ext uri="{FF2B5EF4-FFF2-40B4-BE49-F238E27FC236}">
                <a16:creationId xmlns:a16="http://schemas.microsoft.com/office/drawing/2014/main" id="{9AD4C175-1ECB-48BF-83F1-551FBDF365CE}"/>
              </a:ext>
            </a:extLst>
          </p:cNvPr>
          <p:cNvSpPr>
            <a:spLocks noGrp="1"/>
          </p:cNvSpPr>
          <p:nvPr/>
        </p:nvSpPr>
        <p:spPr>
          <a:xfrm>
            <a:off x="1671318" y="38257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8" name="9ub7_3_official_PredictedAtoms_27">
            <a:extLst>
              <a:ext uri="{FF2B5EF4-FFF2-40B4-BE49-F238E27FC236}">
                <a16:creationId xmlns:a16="http://schemas.microsoft.com/office/drawing/2014/main" id="{689DCD1B-9A62-4D42-947C-AA00F1F05F18}"/>
              </a:ext>
            </a:extLst>
          </p:cNvPr>
          <p:cNvSpPr>
            <a:spLocks noGrp="1"/>
          </p:cNvSpPr>
          <p:nvPr/>
        </p:nvSpPr>
        <p:spPr>
          <a:xfrm>
            <a:off x="1579439" y="37156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9" name="9ub7_3_official_PredictedAtoms_28">
            <a:extLst>
              <a:ext uri="{FF2B5EF4-FFF2-40B4-BE49-F238E27FC236}">
                <a16:creationId xmlns:a16="http://schemas.microsoft.com/office/drawing/2014/main" id="{60C7F20E-2F4C-4280-AAD3-5CE020BF937B}"/>
              </a:ext>
            </a:extLst>
          </p:cNvPr>
          <p:cNvSpPr>
            <a:spLocks noGrp="1"/>
          </p:cNvSpPr>
          <p:nvPr/>
        </p:nvSpPr>
        <p:spPr>
          <a:xfrm>
            <a:off x="1988386" y="33529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0" name="9ub7_3_official_PredictedAtoms_29">
            <a:extLst>
              <a:ext uri="{FF2B5EF4-FFF2-40B4-BE49-F238E27FC236}">
                <a16:creationId xmlns:a16="http://schemas.microsoft.com/office/drawing/2014/main" id="{46A6502B-289B-471A-A092-49E697349136}"/>
              </a:ext>
            </a:extLst>
          </p:cNvPr>
          <p:cNvSpPr>
            <a:spLocks noGrp="1"/>
          </p:cNvSpPr>
          <p:nvPr/>
        </p:nvSpPr>
        <p:spPr>
          <a:xfrm>
            <a:off x="1867141" y="32817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1" name="9ub7_3_official_PredictedAtoms_30">
            <a:extLst>
              <a:ext uri="{FF2B5EF4-FFF2-40B4-BE49-F238E27FC236}">
                <a16:creationId xmlns:a16="http://schemas.microsoft.com/office/drawing/2014/main" id="{11D2CD2F-91CB-4C79-8934-ECA893EC77D1}"/>
              </a:ext>
            </a:extLst>
          </p:cNvPr>
          <p:cNvSpPr>
            <a:spLocks noGrp="1"/>
          </p:cNvSpPr>
          <p:nvPr/>
        </p:nvSpPr>
        <p:spPr>
          <a:xfrm>
            <a:off x="1781059" y="32876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2" name="9ub7_3_official_PredictedAtoms_31">
            <a:extLst>
              <a:ext uri="{FF2B5EF4-FFF2-40B4-BE49-F238E27FC236}">
                <a16:creationId xmlns:a16="http://schemas.microsoft.com/office/drawing/2014/main" id="{A444F423-F929-4319-B76F-AFB5EB0DD1D0}"/>
              </a:ext>
            </a:extLst>
          </p:cNvPr>
          <p:cNvSpPr>
            <a:spLocks noGrp="1"/>
          </p:cNvSpPr>
          <p:nvPr/>
        </p:nvSpPr>
        <p:spPr>
          <a:xfrm>
            <a:off x="1420048" y="33560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3" name="9ub7_3_official_PredictedAtoms_32">
            <a:extLst>
              <a:ext uri="{FF2B5EF4-FFF2-40B4-BE49-F238E27FC236}">
                <a16:creationId xmlns:a16="http://schemas.microsoft.com/office/drawing/2014/main" id="{19205514-41BC-412B-AD47-F3A119EBD7E5}"/>
              </a:ext>
            </a:extLst>
          </p:cNvPr>
          <p:cNvSpPr>
            <a:spLocks noGrp="1"/>
          </p:cNvSpPr>
          <p:nvPr/>
        </p:nvSpPr>
        <p:spPr>
          <a:xfrm>
            <a:off x="1376920" y="32368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4" name="9ub7_3_official_PredictedAtoms_33">
            <a:extLst>
              <a:ext uri="{FF2B5EF4-FFF2-40B4-BE49-F238E27FC236}">
                <a16:creationId xmlns:a16="http://schemas.microsoft.com/office/drawing/2014/main" id="{96AA1F54-2B4E-44DD-9726-9D2C900C70D8}"/>
              </a:ext>
            </a:extLst>
          </p:cNvPr>
          <p:cNvSpPr>
            <a:spLocks noGrp="1"/>
          </p:cNvSpPr>
          <p:nvPr/>
        </p:nvSpPr>
        <p:spPr>
          <a:xfrm>
            <a:off x="1371492" y="34667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5" name="9ub7_3_official_PredictedAtoms_34">
            <a:extLst>
              <a:ext uri="{FF2B5EF4-FFF2-40B4-BE49-F238E27FC236}">
                <a16:creationId xmlns:a16="http://schemas.microsoft.com/office/drawing/2014/main" id="{AC2F766A-C75D-4BD4-A492-A3AC92D93CCF}"/>
              </a:ext>
            </a:extLst>
          </p:cNvPr>
          <p:cNvSpPr>
            <a:spLocks noGrp="1"/>
          </p:cNvSpPr>
          <p:nvPr/>
        </p:nvSpPr>
        <p:spPr>
          <a:xfrm>
            <a:off x="1232863" y="34977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6" name="stage3-cases-density_16">
            <a:extLst>
              <a:ext uri="{FF2B5EF4-FFF2-40B4-BE49-F238E27FC236}">
                <a16:creationId xmlns:a16="http://schemas.microsoft.com/office/drawing/2014/main" id="{F038F56E-BAE8-4145-B02F-D7B451AEEC14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4.66 Å   D 46%   Clash 0</a:t>
            </a:r>
          </a:p>
        </p:txBody>
      </p:sp>
      <p:sp>
        <p:nvSpPr>
          <p:cNvPr id="427" name="9ub7_3_tuned_Receptor">
            <a:extLst>
              <a:ext uri="{FF2B5EF4-FFF2-40B4-BE49-F238E27FC236}">
                <a16:creationId xmlns:a16="http://schemas.microsoft.com/office/drawing/2014/main" id="{B7FB18DF-389C-436F-825F-F465C166B9B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428" name="9ub7_3_tuned_ExperimentalDensity">
            <a:extLst>
              <a:ext uri="{FF2B5EF4-FFF2-40B4-BE49-F238E27FC236}">
                <a16:creationId xmlns:a16="http://schemas.microsoft.com/office/drawing/2014/main" id="{6F95C9A9-6BA5-40BF-8750-0D7809689D0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29" name="9ub7_3_tuned_ReferenceLigand_0">
            <a:extLst>
              <a:ext uri="{FF2B5EF4-FFF2-40B4-BE49-F238E27FC236}">
                <a16:creationId xmlns:a16="http://schemas.microsoft.com/office/drawing/2014/main" id="{936402AA-C46E-4D96-A6E0-A4517AE1F21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9ub7_3_tuned_ReferenceLigand_1">
            <a:extLst>
              <a:ext uri="{FF2B5EF4-FFF2-40B4-BE49-F238E27FC236}">
                <a16:creationId xmlns:a16="http://schemas.microsoft.com/office/drawing/2014/main" id="{B10B2B13-E393-462F-BFE6-63DBD063A94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1" name="9ub7_3_tuned_ReferenceLigand_2">
            <a:extLst>
              <a:ext uri="{FF2B5EF4-FFF2-40B4-BE49-F238E27FC236}">
                <a16:creationId xmlns:a16="http://schemas.microsoft.com/office/drawing/2014/main" id="{9F2778B8-C34A-43A9-9473-4E77CB33F9B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2" name="9ub7_3_tuned_ReferenceLigand_3">
            <a:extLst>
              <a:ext uri="{FF2B5EF4-FFF2-40B4-BE49-F238E27FC236}">
                <a16:creationId xmlns:a16="http://schemas.microsoft.com/office/drawing/2014/main" id="{632A107C-957F-4F25-8D78-48F61E15019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3" name="9ub7_3_tuned_ReferenceLigand_4">
            <a:extLst>
              <a:ext uri="{FF2B5EF4-FFF2-40B4-BE49-F238E27FC236}">
                <a16:creationId xmlns:a16="http://schemas.microsoft.com/office/drawing/2014/main" id="{01C81C7B-361A-403C-88D5-FE4609748C4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4" name="9ub7_3_tuned_ReferenceLigand_5">
            <a:extLst>
              <a:ext uri="{FF2B5EF4-FFF2-40B4-BE49-F238E27FC236}">
                <a16:creationId xmlns:a16="http://schemas.microsoft.com/office/drawing/2014/main" id="{DDEE9CD0-1500-4CC1-B4FF-06D21A06481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5" name="9ub7_3_tuned_ReferenceLigand_6">
            <a:extLst>
              <a:ext uri="{FF2B5EF4-FFF2-40B4-BE49-F238E27FC236}">
                <a16:creationId xmlns:a16="http://schemas.microsoft.com/office/drawing/2014/main" id="{57D6B62B-8376-4847-BFD9-C17B7497EE9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6" name="9ub7_3_tuned_ReferenceLigand_7">
            <a:extLst>
              <a:ext uri="{FF2B5EF4-FFF2-40B4-BE49-F238E27FC236}">
                <a16:creationId xmlns:a16="http://schemas.microsoft.com/office/drawing/2014/main" id="{C93515D3-739D-4B7A-A070-5043172E252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7" name="9ub7_3_tuned_ReferenceLigand_8">
            <a:extLst>
              <a:ext uri="{FF2B5EF4-FFF2-40B4-BE49-F238E27FC236}">
                <a16:creationId xmlns:a16="http://schemas.microsoft.com/office/drawing/2014/main" id="{BA90B7BF-C08B-4D6D-987F-4286E9E72D0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8" name="9ub7_3_tuned_ReferenceLigand_9">
            <a:extLst>
              <a:ext uri="{FF2B5EF4-FFF2-40B4-BE49-F238E27FC236}">
                <a16:creationId xmlns:a16="http://schemas.microsoft.com/office/drawing/2014/main" id="{0353B1E3-7B67-45CC-A0DB-A4CFBA04C75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9" name="9ub7_3_tuned_ReferenceLigand_10">
            <a:extLst>
              <a:ext uri="{FF2B5EF4-FFF2-40B4-BE49-F238E27FC236}">
                <a16:creationId xmlns:a16="http://schemas.microsoft.com/office/drawing/2014/main" id="{1B896A9C-77DF-49CF-8719-AA5E12FFA7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0" name="9ub7_3_tuned_ReferenceLigand_11">
            <a:extLst>
              <a:ext uri="{FF2B5EF4-FFF2-40B4-BE49-F238E27FC236}">
                <a16:creationId xmlns:a16="http://schemas.microsoft.com/office/drawing/2014/main" id="{4C8742E0-AB6C-44C5-82E9-11BDE6F6BB2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1" name="9ub7_3_tuned_ReferenceLigand_12">
            <a:extLst>
              <a:ext uri="{FF2B5EF4-FFF2-40B4-BE49-F238E27FC236}">
                <a16:creationId xmlns:a16="http://schemas.microsoft.com/office/drawing/2014/main" id="{96669790-F562-404B-B354-2D19FCD999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2" name="9ub7_3_tuned_ReferenceLigand_13">
            <a:extLst>
              <a:ext uri="{FF2B5EF4-FFF2-40B4-BE49-F238E27FC236}">
                <a16:creationId xmlns:a16="http://schemas.microsoft.com/office/drawing/2014/main" id="{D1AF3F59-B4FA-4C82-8A22-B6399E9C57E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3" name="9ub7_3_tuned_ReferenceLigand_14">
            <a:extLst>
              <a:ext uri="{FF2B5EF4-FFF2-40B4-BE49-F238E27FC236}">
                <a16:creationId xmlns:a16="http://schemas.microsoft.com/office/drawing/2014/main" id="{A6E58DA9-C1D4-4798-926A-D68AB66863D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4" name="9ub7_3_tuned_ReferenceLigand_15">
            <a:extLst>
              <a:ext uri="{FF2B5EF4-FFF2-40B4-BE49-F238E27FC236}">
                <a16:creationId xmlns:a16="http://schemas.microsoft.com/office/drawing/2014/main" id="{18160ABA-FFFC-453D-BD52-1D932CE18A5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5" name="9ub7_3_tuned_ReferenceLigand_16">
            <a:extLst>
              <a:ext uri="{FF2B5EF4-FFF2-40B4-BE49-F238E27FC236}">
                <a16:creationId xmlns:a16="http://schemas.microsoft.com/office/drawing/2014/main" id="{DFBEEC12-421F-479C-B10E-6F03C6B216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6" name="9ub7_3_tuned_ReferenceLigand_17">
            <a:extLst>
              <a:ext uri="{FF2B5EF4-FFF2-40B4-BE49-F238E27FC236}">
                <a16:creationId xmlns:a16="http://schemas.microsoft.com/office/drawing/2014/main" id="{2B1B3DC5-15C6-4F75-BAEC-8D232B74CA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7" name="9ub7_3_tuned_ReferenceLigand_18">
            <a:extLst>
              <a:ext uri="{FF2B5EF4-FFF2-40B4-BE49-F238E27FC236}">
                <a16:creationId xmlns:a16="http://schemas.microsoft.com/office/drawing/2014/main" id="{BB2FC30A-8E75-42C2-A0D8-B488C23201A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8" name="9ub7_3_tuned_ReferenceLigand_19">
            <a:extLst>
              <a:ext uri="{FF2B5EF4-FFF2-40B4-BE49-F238E27FC236}">
                <a16:creationId xmlns:a16="http://schemas.microsoft.com/office/drawing/2014/main" id="{2643F62A-0524-4BF0-98C7-673ED82021D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9" name="9ub7_3_tuned_ReferenceLigand_20">
            <a:extLst>
              <a:ext uri="{FF2B5EF4-FFF2-40B4-BE49-F238E27FC236}">
                <a16:creationId xmlns:a16="http://schemas.microsoft.com/office/drawing/2014/main" id="{A0274FAC-0419-40B8-98C5-32F18064F2B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0" name="9ub7_3_tuned_ReferenceLigand_21">
            <a:extLst>
              <a:ext uri="{FF2B5EF4-FFF2-40B4-BE49-F238E27FC236}">
                <a16:creationId xmlns:a16="http://schemas.microsoft.com/office/drawing/2014/main" id="{012AF2E1-2E4A-4B1E-8F94-35268632139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1" name="9ub7_3_tuned_ReferenceLigand_22">
            <a:extLst>
              <a:ext uri="{FF2B5EF4-FFF2-40B4-BE49-F238E27FC236}">
                <a16:creationId xmlns:a16="http://schemas.microsoft.com/office/drawing/2014/main" id="{453AAB73-717E-4B43-AA8F-04F7E34418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2" name="9ub7_3_tuned_ReferenceLigand_23">
            <a:extLst>
              <a:ext uri="{FF2B5EF4-FFF2-40B4-BE49-F238E27FC236}">
                <a16:creationId xmlns:a16="http://schemas.microsoft.com/office/drawing/2014/main" id="{A917F604-513A-4224-8BA3-7D0EE3AC48C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3" name="9ub7_3_tuned_ReferenceLigand_24">
            <a:extLst>
              <a:ext uri="{FF2B5EF4-FFF2-40B4-BE49-F238E27FC236}">
                <a16:creationId xmlns:a16="http://schemas.microsoft.com/office/drawing/2014/main" id="{C6218FAE-72B3-4039-9DEA-819E6664EDD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4" name="9ub7_3_tuned_ReferenceLigand_25">
            <a:extLst>
              <a:ext uri="{FF2B5EF4-FFF2-40B4-BE49-F238E27FC236}">
                <a16:creationId xmlns:a16="http://schemas.microsoft.com/office/drawing/2014/main" id="{C749388A-81DE-4216-8401-B8BC777D405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5" name="9ub7_3_tuned_ReferenceLigand_26">
            <a:extLst>
              <a:ext uri="{FF2B5EF4-FFF2-40B4-BE49-F238E27FC236}">
                <a16:creationId xmlns:a16="http://schemas.microsoft.com/office/drawing/2014/main" id="{89CF8836-A26B-4B82-9A0E-7F6CE847D1D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6" name="9ub7_3_tuned_ReferenceLigand_27">
            <a:extLst>
              <a:ext uri="{FF2B5EF4-FFF2-40B4-BE49-F238E27FC236}">
                <a16:creationId xmlns:a16="http://schemas.microsoft.com/office/drawing/2014/main" id="{98BD670D-6A89-44E5-98E7-735D278EDDC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7" name="9ub7_3_tuned_ReferenceLigand_28">
            <a:extLst>
              <a:ext uri="{FF2B5EF4-FFF2-40B4-BE49-F238E27FC236}">
                <a16:creationId xmlns:a16="http://schemas.microsoft.com/office/drawing/2014/main" id="{488548C3-E12D-42E8-A052-50D7902224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8" name="9ub7_3_tuned_ReferenceLigand_29">
            <a:extLst>
              <a:ext uri="{FF2B5EF4-FFF2-40B4-BE49-F238E27FC236}">
                <a16:creationId xmlns:a16="http://schemas.microsoft.com/office/drawing/2014/main" id="{B6E5E064-5DBE-4E43-93B9-A68C3279BEE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9" name="9ub7_3_tuned_ReferenceLigand_30">
            <a:extLst>
              <a:ext uri="{FF2B5EF4-FFF2-40B4-BE49-F238E27FC236}">
                <a16:creationId xmlns:a16="http://schemas.microsoft.com/office/drawing/2014/main" id="{F9F4F8D3-4B77-4C40-B8CD-CA26B1B7E31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0" name="9ub7_3_tuned_ReferenceLigand_31">
            <a:extLst>
              <a:ext uri="{FF2B5EF4-FFF2-40B4-BE49-F238E27FC236}">
                <a16:creationId xmlns:a16="http://schemas.microsoft.com/office/drawing/2014/main" id="{EAC35053-1DB8-42B2-BF26-2098D149BA6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1" name="9ub7_3_tuned_ReferenceLigand_32">
            <a:extLst>
              <a:ext uri="{FF2B5EF4-FFF2-40B4-BE49-F238E27FC236}">
                <a16:creationId xmlns:a16="http://schemas.microsoft.com/office/drawing/2014/main" id="{3261CB2E-A96A-4374-817D-726212E72A8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2" name="9ub7_3_tuned_ReferenceLigand_33">
            <a:extLst>
              <a:ext uri="{FF2B5EF4-FFF2-40B4-BE49-F238E27FC236}">
                <a16:creationId xmlns:a16="http://schemas.microsoft.com/office/drawing/2014/main" id="{A4CA023A-1A19-443D-B8E9-DA669E0C96D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3" name="9ub7_3_tuned_ReferenceLigand_34">
            <a:extLst>
              <a:ext uri="{FF2B5EF4-FFF2-40B4-BE49-F238E27FC236}">
                <a16:creationId xmlns:a16="http://schemas.microsoft.com/office/drawing/2014/main" id="{28C0E8CB-8502-4E3C-98F9-7C5401C7AD0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4" name="9ub7_3_tuned_ReferenceLigand_35">
            <a:extLst>
              <a:ext uri="{FF2B5EF4-FFF2-40B4-BE49-F238E27FC236}">
                <a16:creationId xmlns:a16="http://schemas.microsoft.com/office/drawing/2014/main" id="{984472FD-6F1F-4A67-B583-64AEFE3895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5" name="9ub7_3_tuned_ReferenceLigand_36">
            <a:extLst>
              <a:ext uri="{FF2B5EF4-FFF2-40B4-BE49-F238E27FC236}">
                <a16:creationId xmlns:a16="http://schemas.microsoft.com/office/drawing/2014/main" id="{0202A93D-6073-4206-9F4E-BB5F4C34AAD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6" name="9ub7_3_tuned_ReferenceLigand_37">
            <a:extLst>
              <a:ext uri="{FF2B5EF4-FFF2-40B4-BE49-F238E27FC236}">
                <a16:creationId xmlns:a16="http://schemas.microsoft.com/office/drawing/2014/main" id="{AC09C0CE-39F7-4AD5-924F-085E69A8792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7" name="9ub7_3_tuned_PredictedLigand_0">
            <a:extLst>
              <a:ext uri="{FF2B5EF4-FFF2-40B4-BE49-F238E27FC236}">
                <a16:creationId xmlns:a16="http://schemas.microsoft.com/office/drawing/2014/main" id="{DD92DB65-AE44-427E-92D5-1386131D68C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858" y="746800"/>
                </a:moveTo>
                <a:lnTo>
                  <a:pt x="1535128" y="781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8" name="9ub7_3_tuned_PredictedLigand_1">
            <a:extLst>
              <a:ext uri="{FF2B5EF4-FFF2-40B4-BE49-F238E27FC236}">
                <a16:creationId xmlns:a16="http://schemas.microsoft.com/office/drawing/2014/main" id="{F7BF5B02-8D56-42CD-94CC-7C644B26552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055" y="763539"/>
                </a:moveTo>
                <a:lnTo>
                  <a:pt x="927636" y="735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9" name="9ub7_3_tuned_PredictedLigand_2">
            <a:extLst>
              <a:ext uri="{FF2B5EF4-FFF2-40B4-BE49-F238E27FC236}">
                <a16:creationId xmlns:a16="http://schemas.microsoft.com/office/drawing/2014/main" id="{9981AFFB-C9FD-45CE-88E1-F3531654F34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393858" y="7468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0" name="9ub7_3_tuned_PredictedLigand_3">
            <a:extLst>
              <a:ext uri="{FF2B5EF4-FFF2-40B4-BE49-F238E27FC236}">
                <a16:creationId xmlns:a16="http://schemas.microsoft.com/office/drawing/2014/main" id="{5A2EA365-8481-4301-B9D2-0A63D8F919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128" y="781241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1" name="9ub7_3_tuned_PredictedLigand_4">
            <a:extLst>
              <a:ext uri="{FF2B5EF4-FFF2-40B4-BE49-F238E27FC236}">
                <a16:creationId xmlns:a16="http://schemas.microsoft.com/office/drawing/2014/main" id="{CC9E4EF8-5E35-4078-8F76-B802EF4FF43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639067" y="716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2" name="9ub7_3_tuned_PredictedLigand_5">
            <a:extLst>
              <a:ext uri="{FF2B5EF4-FFF2-40B4-BE49-F238E27FC236}">
                <a16:creationId xmlns:a16="http://schemas.microsoft.com/office/drawing/2014/main" id="{B57915CB-0A11-4364-9235-FBE3FBFD6BD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63055" y="7635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3" name="9ub7_3_tuned_PredictedLigand_6">
            <a:extLst>
              <a:ext uri="{FF2B5EF4-FFF2-40B4-BE49-F238E27FC236}">
                <a16:creationId xmlns:a16="http://schemas.microsoft.com/office/drawing/2014/main" id="{F8581B77-0FDB-4FBE-9B73-F2A4FE2A0CD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886395" y="7337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4" name="9ub7_3_tuned_PredictedLigand_7">
            <a:extLst>
              <a:ext uri="{FF2B5EF4-FFF2-40B4-BE49-F238E27FC236}">
                <a16:creationId xmlns:a16="http://schemas.microsoft.com/office/drawing/2014/main" id="{9FC53942-687F-496D-ACD3-F6537A6BC7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157126" y="8066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5" name="9ub7_3_tuned_PredictedLigand_8">
            <a:extLst>
              <a:ext uri="{FF2B5EF4-FFF2-40B4-BE49-F238E27FC236}">
                <a16:creationId xmlns:a16="http://schemas.microsoft.com/office/drawing/2014/main" id="{D65DFE15-C3A4-4444-A830-B682809C1E2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636" y="735665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6" name="9ub7_3_tuned_PredictedLigand_9">
            <a:extLst>
              <a:ext uri="{FF2B5EF4-FFF2-40B4-BE49-F238E27FC236}">
                <a16:creationId xmlns:a16="http://schemas.microsoft.com/office/drawing/2014/main" id="{7E43905E-A404-4E75-BFD1-BDFC3E33C50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794" y="944446"/>
                </a:moveTo>
                <a:lnTo>
                  <a:pt x="1297545" y="8489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7" name="9ub7_3_tuned_PredictedLigand_10">
            <a:extLst>
              <a:ext uri="{FF2B5EF4-FFF2-40B4-BE49-F238E27FC236}">
                <a16:creationId xmlns:a16="http://schemas.microsoft.com/office/drawing/2014/main" id="{5CDCFB11-6751-43FD-964C-AE71320F88D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727708" y="9071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8" name="9ub7_3_tuned_PredictedLigand_11">
            <a:extLst>
              <a:ext uri="{FF2B5EF4-FFF2-40B4-BE49-F238E27FC236}">
                <a16:creationId xmlns:a16="http://schemas.microsoft.com/office/drawing/2014/main" id="{3E3ED982-806C-430C-B19F-DEC33A7F29D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850266" y="8262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9" name="9ub7_3_tuned_PredictedLigand_12">
            <a:extLst>
              <a:ext uri="{FF2B5EF4-FFF2-40B4-BE49-F238E27FC236}">
                <a16:creationId xmlns:a16="http://schemas.microsoft.com/office/drawing/2014/main" id="{BDC413E1-E94F-42AD-A3A1-6FB8141305A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0" name="9ub7_3_tuned_PredictedLigand_13">
            <a:extLst>
              <a:ext uri="{FF2B5EF4-FFF2-40B4-BE49-F238E27FC236}">
                <a16:creationId xmlns:a16="http://schemas.microsoft.com/office/drawing/2014/main" id="{9EE3C52A-A1CD-4F99-814C-60D246A176F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7046" y="819240"/>
                </a:moveTo>
                <a:lnTo>
                  <a:pt x="624674" y="7894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1" name="9ub7_3_tuned_PredictedLigand_14">
            <a:extLst>
              <a:ext uri="{FF2B5EF4-FFF2-40B4-BE49-F238E27FC236}">
                <a16:creationId xmlns:a16="http://schemas.microsoft.com/office/drawing/2014/main" id="{537CC351-BDDA-4A9B-BD6D-FCFD41A8489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726022" y="84228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2" name="9ub7_3_tuned_PredictedLigand_15">
            <a:extLst>
              <a:ext uri="{FF2B5EF4-FFF2-40B4-BE49-F238E27FC236}">
                <a16:creationId xmlns:a16="http://schemas.microsoft.com/office/drawing/2014/main" id="{4D0BDBBC-BA91-4523-AC42-E6D4E42B03E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3" name="9ub7_3_tuned_PredictedLigand_16">
            <a:extLst>
              <a:ext uri="{FF2B5EF4-FFF2-40B4-BE49-F238E27FC236}">
                <a16:creationId xmlns:a16="http://schemas.microsoft.com/office/drawing/2014/main" id="{77DF8112-0F8F-44F4-AD64-9BDFE9F801C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6022" y="842280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4" name="9ub7_3_tuned_PredictedLigand_17">
            <a:extLst>
              <a:ext uri="{FF2B5EF4-FFF2-40B4-BE49-F238E27FC236}">
                <a16:creationId xmlns:a16="http://schemas.microsoft.com/office/drawing/2014/main" id="{DC2B924D-4A9A-47D2-B052-CBFCBF32299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5" name="9ub7_3_tuned_PredictedLigand_18">
            <a:extLst>
              <a:ext uri="{FF2B5EF4-FFF2-40B4-BE49-F238E27FC236}">
                <a16:creationId xmlns:a16="http://schemas.microsoft.com/office/drawing/2014/main" id="{73B2BEB6-D055-449B-9EE8-6CC913BCDF4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727075" y="10306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6" name="9ub7_3_tuned_PredictedLigand_19">
            <a:extLst>
              <a:ext uri="{FF2B5EF4-FFF2-40B4-BE49-F238E27FC236}">
                <a16:creationId xmlns:a16="http://schemas.microsoft.com/office/drawing/2014/main" id="{7AAA5FE8-5305-4278-91D9-C6B5F8E3757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967021" y="9132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7" name="9ub7_3_tuned_PredictedLigand_20">
            <a:extLst>
              <a:ext uri="{FF2B5EF4-FFF2-40B4-BE49-F238E27FC236}">
                <a16:creationId xmlns:a16="http://schemas.microsoft.com/office/drawing/2014/main" id="{54D78A0C-77B2-48FC-9DD4-74ADDEBE282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183902" y="68709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8" name="9ub7_3_tuned_PredictedLigand_21">
            <a:extLst>
              <a:ext uri="{FF2B5EF4-FFF2-40B4-BE49-F238E27FC236}">
                <a16:creationId xmlns:a16="http://schemas.microsoft.com/office/drawing/2014/main" id="{60169DF0-C572-43B8-9D1D-5D8C205A245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4224" y="858068"/>
                </a:moveTo>
                <a:lnTo>
                  <a:pt x="950636" y="9107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9" name="9ub7_3_tuned_PredictedLigand_22">
            <a:extLst>
              <a:ext uri="{FF2B5EF4-FFF2-40B4-BE49-F238E27FC236}">
                <a16:creationId xmlns:a16="http://schemas.microsoft.com/office/drawing/2014/main" id="{86B5688F-FEDE-4A1C-ABC0-CE340E3E464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7021" y="913291"/>
                </a:moveTo>
                <a:lnTo>
                  <a:pt x="2098760" y="843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0" name="9ub7_3_tuned_PredictedLigand_23">
            <a:extLst>
              <a:ext uri="{FF2B5EF4-FFF2-40B4-BE49-F238E27FC236}">
                <a16:creationId xmlns:a16="http://schemas.microsoft.com/office/drawing/2014/main" id="{B925020A-962D-45ED-8AEB-4587BDE0E09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677" y="1069370"/>
                </a:moveTo>
                <a:lnTo>
                  <a:pt x="1500514" y="9733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1" name="9ub7_3_tuned_PredictedLigand_24">
            <a:extLst>
              <a:ext uri="{FF2B5EF4-FFF2-40B4-BE49-F238E27FC236}">
                <a16:creationId xmlns:a16="http://schemas.microsoft.com/office/drawing/2014/main" id="{888D6444-1712-4F3F-9DD9-3905B17477D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589386" y="7607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2" name="9ub7_3_tuned_PredictedLigand_25">
            <a:extLst>
              <a:ext uri="{FF2B5EF4-FFF2-40B4-BE49-F238E27FC236}">
                <a16:creationId xmlns:a16="http://schemas.microsoft.com/office/drawing/2014/main" id="{E55A5CD6-B187-4773-8B57-5B599A1A937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8613" y="106846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3" name="9ub7_3_tuned_PredictedLigand_26">
            <a:extLst>
              <a:ext uri="{FF2B5EF4-FFF2-40B4-BE49-F238E27FC236}">
                <a16:creationId xmlns:a16="http://schemas.microsoft.com/office/drawing/2014/main" id="{158BC342-2718-4DB7-98FD-220173A1DC7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8760" y="843970"/>
                </a:moveTo>
                <a:lnTo>
                  <a:pt x="2115885" y="706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4" name="9ub7_3_tuned_PredictedLigand_27">
            <a:extLst>
              <a:ext uri="{FF2B5EF4-FFF2-40B4-BE49-F238E27FC236}">
                <a16:creationId xmlns:a16="http://schemas.microsoft.com/office/drawing/2014/main" id="{3E05E31B-EF31-4A69-AC77-5D354DD0002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5924" y="929045"/>
                </a:moveTo>
                <a:lnTo>
                  <a:pt x="1147346" y="10403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5" name="9ub7_3_tuned_PredictedLigand_28">
            <a:extLst>
              <a:ext uri="{FF2B5EF4-FFF2-40B4-BE49-F238E27FC236}">
                <a16:creationId xmlns:a16="http://schemas.microsoft.com/office/drawing/2014/main" id="{DB3313A2-1BEA-4E13-96B6-0A530CE8155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075" y="1030636"/>
                </a:moveTo>
                <a:lnTo>
                  <a:pt x="1587677" y="10693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6" name="9ub7_3_tuned_PredictedLigand_29">
            <a:extLst>
              <a:ext uri="{FF2B5EF4-FFF2-40B4-BE49-F238E27FC236}">
                <a16:creationId xmlns:a16="http://schemas.microsoft.com/office/drawing/2014/main" id="{F4301883-CCA6-457A-AD5F-3BB358CCA2D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0636" y="910707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7" name="9ub7_3_tuned_PredictedLigand_30">
            <a:extLst>
              <a:ext uri="{FF2B5EF4-FFF2-40B4-BE49-F238E27FC236}">
                <a16:creationId xmlns:a16="http://schemas.microsoft.com/office/drawing/2014/main" id="{A32C6800-5F71-4EC6-BEFD-211064A0395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346" y="1040307"/>
                </a:moveTo>
                <a:lnTo>
                  <a:pt x="1278613" y="10684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8" name="9ub7_3_tuned_PredictedLigand_31">
            <a:extLst>
              <a:ext uri="{FF2B5EF4-FFF2-40B4-BE49-F238E27FC236}">
                <a16:creationId xmlns:a16="http://schemas.microsoft.com/office/drawing/2014/main" id="{88C85C6C-A937-4733-B335-3225DBBADC1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3748" y="839094"/>
                </a:moveTo>
                <a:lnTo>
                  <a:pt x="487046" y="8192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9" name="9ub7_3_tuned_PredictedLigand_32">
            <a:extLst>
              <a:ext uri="{FF2B5EF4-FFF2-40B4-BE49-F238E27FC236}">
                <a16:creationId xmlns:a16="http://schemas.microsoft.com/office/drawing/2014/main" id="{C72545EC-BB01-41F1-8A48-5DD91A8B04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5885" y="706419"/>
                </a:moveTo>
                <a:lnTo>
                  <a:pt x="2242417" y="6956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0" name="9ub7_3_tuned_PredictedLigand_33">
            <a:extLst>
              <a:ext uri="{FF2B5EF4-FFF2-40B4-BE49-F238E27FC236}">
                <a16:creationId xmlns:a16="http://schemas.microsoft.com/office/drawing/2014/main" id="{42118D97-B401-42B4-9305-EC9A9010EC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260339" y="939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1" name="9ub7_3_tuned_PredictedLigand_34">
            <a:extLst>
              <a:ext uri="{FF2B5EF4-FFF2-40B4-BE49-F238E27FC236}">
                <a16:creationId xmlns:a16="http://schemas.microsoft.com/office/drawing/2014/main" id="{6CFA1703-1344-4FA6-8E2F-613928318AF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473748" y="8390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2" name="9ub7_3_tuned_PredictedLigand_35">
            <a:extLst>
              <a:ext uri="{FF2B5EF4-FFF2-40B4-BE49-F238E27FC236}">
                <a16:creationId xmlns:a16="http://schemas.microsoft.com/office/drawing/2014/main" id="{A1B216E4-A781-459C-BD26-1655327A57E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71419" y="5510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3" name="9ub7_3_tuned_PredictedLigand_36">
            <a:extLst>
              <a:ext uri="{FF2B5EF4-FFF2-40B4-BE49-F238E27FC236}">
                <a16:creationId xmlns:a16="http://schemas.microsoft.com/office/drawing/2014/main" id="{EA2B3A14-361D-4281-90EE-7580EFB6E06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32447" y="7838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4" name="9ub7_3_tuned_PredictedLigand_37">
            <a:extLst>
              <a:ext uri="{FF2B5EF4-FFF2-40B4-BE49-F238E27FC236}">
                <a16:creationId xmlns:a16="http://schemas.microsoft.com/office/drawing/2014/main" id="{5A8964C6-F54F-4354-83BB-7F835E02A2F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7396" y="789714"/>
                </a:moveTo>
                <a:lnTo>
                  <a:pt x="333435" y="860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5" name="9ub7_3_tuned_PredictedAtoms_0">
            <a:extLst>
              <a:ext uri="{FF2B5EF4-FFF2-40B4-BE49-F238E27FC236}">
                <a16:creationId xmlns:a16="http://schemas.microsoft.com/office/drawing/2014/main" id="{783BAD50-F8E9-4735-9E9C-B53ADC3BFD81}"/>
              </a:ext>
            </a:extLst>
          </p:cNvPr>
          <p:cNvSpPr>
            <a:spLocks noGrp="1"/>
          </p:cNvSpPr>
          <p:nvPr/>
        </p:nvSpPr>
        <p:spPr>
          <a:xfrm>
            <a:off x="3471604" y="33547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6" name="9ub7_3_tuned_PredictedAtoms_1">
            <a:extLst>
              <a:ext uri="{FF2B5EF4-FFF2-40B4-BE49-F238E27FC236}">
                <a16:creationId xmlns:a16="http://schemas.microsoft.com/office/drawing/2014/main" id="{F82EAEC1-74AF-4313-95C2-115EE6B970C7}"/>
              </a:ext>
            </a:extLst>
          </p:cNvPr>
          <p:cNvSpPr>
            <a:spLocks noGrp="1"/>
          </p:cNvSpPr>
          <p:nvPr/>
        </p:nvSpPr>
        <p:spPr>
          <a:xfrm>
            <a:off x="3517643" y="34253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7" name="9ub7_3_tuned_PredictedAtoms_2">
            <a:extLst>
              <a:ext uri="{FF2B5EF4-FFF2-40B4-BE49-F238E27FC236}">
                <a16:creationId xmlns:a16="http://schemas.microsoft.com/office/drawing/2014/main" id="{70DAA2C8-A906-46F1-885A-7F75C336D87C}"/>
              </a:ext>
            </a:extLst>
          </p:cNvPr>
          <p:cNvSpPr>
            <a:spLocks noGrp="1"/>
          </p:cNvSpPr>
          <p:nvPr/>
        </p:nvSpPr>
        <p:spPr>
          <a:xfrm>
            <a:off x="3444546" y="35046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8" name="9ub7_3_tuned_PredictedAtoms_3">
            <a:extLst>
              <a:ext uri="{FF2B5EF4-FFF2-40B4-BE49-F238E27FC236}">
                <a16:creationId xmlns:a16="http://schemas.microsoft.com/office/drawing/2014/main" id="{E18EBFB9-B8A3-405E-B796-F702D6E8EA6A}"/>
              </a:ext>
            </a:extLst>
          </p:cNvPr>
          <p:cNvSpPr>
            <a:spLocks noGrp="1"/>
          </p:cNvSpPr>
          <p:nvPr/>
        </p:nvSpPr>
        <p:spPr>
          <a:xfrm>
            <a:off x="3657955" y="34041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9" name="9ub7_3_tuned_PredictedAtoms_4">
            <a:extLst>
              <a:ext uri="{FF2B5EF4-FFF2-40B4-BE49-F238E27FC236}">
                <a16:creationId xmlns:a16="http://schemas.microsoft.com/office/drawing/2014/main" id="{44E3A3D7-2D28-4186-ABF2-CAE7663F8D7D}"/>
              </a:ext>
            </a:extLst>
          </p:cNvPr>
          <p:cNvSpPr>
            <a:spLocks noGrp="1"/>
          </p:cNvSpPr>
          <p:nvPr/>
        </p:nvSpPr>
        <p:spPr>
          <a:xfrm>
            <a:off x="3671254" y="3384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0" name="9ub7_3_tuned_PredictedAtoms_5">
            <a:extLst>
              <a:ext uri="{FF2B5EF4-FFF2-40B4-BE49-F238E27FC236}">
                <a16:creationId xmlns:a16="http://schemas.microsoft.com/office/drawing/2014/main" id="{852F90D0-3FBC-4E5B-B0D9-D733FD073188}"/>
              </a:ext>
            </a:extLst>
          </p:cNvPr>
          <p:cNvSpPr>
            <a:spLocks noGrp="1"/>
          </p:cNvSpPr>
          <p:nvPr/>
        </p:nvSpPr>
        <p:spPr>
          <a:xfrm>
            <a:off x="3808882" y="33545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1" name="9ub7_3_tuned_PredictedAtoms_6">
            <a:extLst>
              <a:ext uri="{FF2B5EF4-FFF2-40B4-BE49-F238E27FC236}">
                <a16:creationId xmlns:a16="http://schemas.microsoft.com/office/drawing/2014/main" id="{5C00EADB-F823-4683-9E40-12334BEDD93F}"/>
              </a:ext>
            </a:extLst>
          </p:cNvPr>
          <p:cNvSpPr>
            <a:spLocks noGrp="1"/>
          </p:cNvSpPr>
          <p:nvPr/>
        </p:nvSpPr>
        <p:spPr>
          <a:xfrm>
            <a:off x="3823275" y="32819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2" name="9ub7_3_tuned_PredictedAtoms_7">
            <a:extLst>
              <a:ext uri="{FF2B5EF4-FFF2-40B4-BE49-F238E27FC236}">
                <a16:creationId xmlns:a16="http://schemas.microsoft.com/office/drawing/2014/main" id="{74B1303C-3C97-4A8C-879B-EFE73D93FF54}"/>
              </a:ext>
            </a:extLst>
          </p:cNvPr>
          <p:cNvSpPr>
            <a:spLocks noGrp="1"/>
          </p:cNvSpPr>
          <p:nvPr/>
        </p:nvSpPr>
        <p:spPr>
          <a:xfrm>
            <a:off x="3910230" y="340736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3" name="9ub7_3_tuned_PredictedAtoms_8">
            <a:extLst>
              <a:ext uri="{FF2B5EF4-FFF2-40B4-BE49-F238E27FC236}">
                <a16:creationId xmlns:a16="http://schemas.microsoft.com/office/drawing/2014/main" id="{C0FFCEED-C443-4BD9-9B7B-7123D4FFD355}"/>
              </a:ext>
            </a:extLst>
          </p:cNvPr>
          <p:cNvSpPr>
            <a:spLocks noGrp="1"/>
          </p:cNvSpPr>
          <p:nvPr/>
        </p:nvSpPr>
        <p:spPr>
          <a:xfrm>
            <a:off x="4038431" y="34231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4" name="9ub7_3_tuned_PredictedAtoms_9">
            <a:extLst>
              <a:ext uri="{FF2B5EF4-FFF2-40B4-BE49-F238E27FC236}">
                <a16:creationId xmlns:a16="http://schemas.microsoft.com/office/drawing/2014/main" id="{151FAB1F-6E26-4D36-8DE3-317D630CA155}"/>
              </a:ext>
            </a:extLst>
          </p:cNvPr>
          <p:cNvSpPr>
            <a:spLocks noGrp="1"/>
          </p:cNvSpPr>
          <p:nvPr/>
        </p:nvSpPr>
        <p:spPr>
          <a:xfrm>
            <a:off x="4134843" y="3475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5" name="9ub7_3_tuned_PredictedAtoms_10">
            <a:extLst>
              <a:ext uri="{FF2B5EF4-FFF2-40B4-BE49-F238E27FC236}">
                <a16:creationId xmlns:a16="http://schemas.microsoft.com/office/drawing/2014/main" id="{9A8B5BEE-E5A2-475A-B104-FE592B0F1254}"/>
              </a:ext>
            </a:extLst>
          </p:cNvPr>
          <p:cNvSpPr>
            <a:spLocks noGrp="1"/>
          </p:cNvSpPr>
          <p:nvPr/>
        </p:nvSpPr>
        <p:spPr>
          <a:xfrm>
            <a:off x="4270131" y="3494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6" name="9ub7_3_tuned_PredictedAtoms_11">
            <a:extLst>
              <a:ext uri="{FF2B5EF4-FFF2-40B4-BE49-F238E27FC236}">
                <a16:creationId xmlns:a16="http://schemas.microsoft.com/office/drawing/2014/main" id="{72DD0670-3DE3-4B9F-8562-78801B9B7116}"/>
              </a:ext>
            </a:extLst>
          </p:cNvPr>
          <p:cNvSpPr>
            <a:spLocks noGrp="1"/>
          </p:cNvSpPr>
          <p:nvPr/>
        </p:nvSpPr>
        <p:spPr>
          <a:xfrm>
            <a:off x="4331554" y="36053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7" name="9ub7_3_tuned_PredictedAtoms_12">
            <a:extLst>
              <a:ext uri="{FF2B5EF4-FFF2-40B4-BE49-F238E27FC236}">
                <a16:creationId xmlns:a16="http://schemas.microsoft.com/office/drawing/2014/main" id="{B555D40C-11C0-4503-9A2A-888C3872D929}"/>
              </a:ext>
            </a:extLst>
          </p:cNvPr>
          <p:cNvSpPr>
            <a:spLocks noGrp="1"/>
          </p:cNvSpPr>
          <p:nvPr/>
        </p:nvSpPr>
        <p:spPr>
          <a:xfrm>
            <a:off x="4462821" y="36335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8" name="9ub7_3_tuned_PredictedAtoms_13">
            <a:extLst>
              <a:ext uri="{FF2B5EF4-FFF2-40B4-BE49-F238E27FC236}">
                <a16:creationId xmlns:a16="http://schemas.microsoft.com/office/drawing/2014/main" id="{879EB900-AF7E-435E-999C-9FE83E2AFC78}"/>
              </a:ext>
            </a:extLst>
          </p:cNvPr>
          <p:cNvSpPr>
            <a:spLocks noGrp="1"/>
          </p:cNvSpPr>
          <p:nvPr/>
        </p:nvSpPr>
        <p:spPr>
          <a:xfrm>
            <a:off x="4541002" y="35095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9" name="9ub7_3_tuned_PredictedAtoms_14">
            <a:extLst>
              <a:ext uri="{FF2B5EF4-FFF2-40B4-BE49-F238E27FC236}">
                <a16:creationId xmlns:a16="http://schemas.microsoft.com/office/drawing/2014/main" id="{083745A4-44D2-44B4-B8A8-0187500AD4E3}"/>
              </a:ext>
            </a:extLst>
          </p:cNvPr>
          <p:cNvSpPr>
            <a:spLocks noGrp="1"/>
          </p:cNvSpPr>
          <p:nvPr/>
        </p:nvSpPr>
        <p:spPr>
          <a:xfrm>
            <a:off x="4481753" y="34139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0" name="9ub7_3_tuned_PredictedAtoms_15">
            <a:extLst>
              <a:ext uri="{FF2B5EF4-FFF2-40B4-BE49-F238E27FC236}">
                <a16:creationId xmlns:a16="http://schemas.microsoft.com/office/drawing/2014/main" id="{360950A5-B674-42BE-BA3E-D4C4F3C6A993}"/>
              </a:ext>
            </a:extLst>
          </p:cNvPr>
          <p:cNvSpPr>
            <a:spLocks noGrp="1"/>
          </p:cNvSpPr>
          <p:nvPr/>
        </p:nvSpPr>
        <p:spPr>
          <a:xfrm>
            <a:off x="4578065" y="33118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1" name="9ub7_3_tuned_PredictedAtoms_16">
            <a:extLst>
              <a:ext uri="{FF2B5EF4-FFF2-40B4-BE49-F238E27FC236}">
                <a16:creationId xmlns:a16="http://schemas.microsoft.com/office/drawing/2014/main" id="{50ED9F21-4C76-4DB0-8912-78519E952973}"/>
              </a:ext>
            </a:extLst>
          </p:cNvPr>
          <p:cNvSpPr>
            <a:spLocks noGrp="1"/>
          </p:cNvSpPr>
          <p:nvPr/>
        </p:nvSpPr>
        <p:spPr>
          <a:xfrm>
            <a:off x="4719335" y="3346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2" name="9ub7_3_tuned_PredictedAtoms_17">
            <a:extLst>
              <a:ext uri="{FF2B5EF4-FFF2-40B4-BE49-F238E27FC236}">
                <a16:creationId xmlns:a16="http://schemas.microsoft.com/office/drawing/2014/main" id="{513A24C4-2203-4AF6-AF2E-B34E23F0B068}"/>
              </a:ext>
            </a:extLst>
          </p:cNvPr>
          <p:cNvSpPr>
            <a:spLocks noGrp="1"/>
          </p:cNvSpPr>
          <p:nvPr/>
        </p:nvSpPr>
        <p:spPr>
          <a:xfrm>
            <a:off x="4771566" y="34155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3" name="9ub7_3_tuned_PredictedAtoms_18">
            <a:extLst>
              <a:ext uri="{FF2B5EF4-FFF2-40B4-BE49-F238E27FC236}">
                <a16:creationId xmlns:a16="http://schemas.microsoft.com/office/drawing/2014/main" id="{A3418BEA-7CFE-4FEC-A981-797EB8EC0E14}"/>
              </a:ext>
            </a:extLst>
          </p:cNvPr>
          <p:cNvSpPr>
            <a:spLocks noGrp="1"/>
          </p:cNvSpPr>
          <p:nvPr/>
        </p:nvSpPr>
        <p:spPr>
          <a:xfrm>
            <a:off x="4773593" y="3325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4" name="9ub7_3_tuned_PredictedAtoms_19">
            <a:extLst>
              <a:ext uri="{FF2B5EF4-FFF2-40B4-BE49-F238E27FC236}">
                <a16:creationId xmlns:a16="http://schemas.microsoft.com/office/drawing/2014/main" id="{2EB8FA8E-5324-437A-AB41-517D837188A9}"/>
              </a:ext>
            </a:extLst>
          </p:cNvPr>
          <p:cNvSpPr>
            <a:spLocks noGrp="1"/>
          </p:cNvSpPr>
          <p:nvPr/>
        </p:nvSpPr>
        <p:spPr>
          <a:xfrm>
            <a:off x="4911915" y="3472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5" name="9ub7_3_tuned_PredictedAtoms_20">
            <a:extLst>
              <a:ext uri="{FF2B5EF4-FFF2-40B4-BE49-F238E27FC236}">
                <a16:creationId xmlns:a16="http://schemas.microsoft.com/office/drawing/2014/main" id="{5668BA1C-FEBD-4981-AB40-0A4B7861E4E2}"/>
              </a:ext>
            </a:extLst>
          </p:cNvPr>
          <p:cNvSpPr>
            <a:spLocks noGrp="1"/>
          </p:cNvSpPr>
          <p:nvPr/>
        </p:nvSpPr>
        <p:spPr>
          <a:xfrm>
            <a:off x="5034474" y="33913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6" name="9ub7_3_tuned_PredictedAtoms_21">
            <a:extLst>
              <a:ext uri="{FF2B5EF4-FFF2-40B4-BE49-F238E27FC236}">
                <a16:creationId xmlns:a16="http://schemas.microsoft.com/office/drawing/2014/main" id="{801A21C6-1720-4756-8F80-590FBF9FF0C8}"/>
              </a:ext>
            </a:extLst>
          </p:cNvPr>
          <p:cNvSpPr>
            <a:spLocks noGrp="1"/>
          </p:cNvSpPr>
          <p:nvPr/>
        </p:nvSpPr>
        <p:spPr>
          <a:xfrm>
            <a:off x="5070602" y="32987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7" name="9ub7_3_tuned_PredictedAtoms_22">
            <a:extLst>
              <a:ext uri="{FF2B5EF4-FFF2-40B4-BE49-F238E27FC236}">
                <a16:creationId xmlns:a16="http://schemas.microsoft.com/office/drawing/2014/main" id="{12053F7C-C85F-49C1-8102-ECB6709285D9}"/>
              </a:ext>
            </a:extLst>
          </p:cNvPr>
          <p:cNvSpPr>
            <a:spLocks noGrp="1"/>
          </p:cNvSpPr>
          <p:nvPr/>
        </p:nvSpPr>
        <p:spPr>
          <a:xfrm>
            <a:off x="5151228" y="347837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8" name="9ub7_3_tuned_PredictedAtoms_23">
            <a:extLst>
              <a:ext uri="{FF2B5EF4-FFF2-40B4-BE49-F238E27FC236}">
                <a16:creationId xmlns:a16="http://schemas.microsoft.com/office/drawing/2014/main" id="{59AD4DDF-DE6D-4B71-8890-75EA35737F32}"/>
              </a:ext>
            </a:extLst>
          </p:cNvPr>
          <p:cNvSpPr>
            <a:spLocks noGrp="1"/>
          </p:cNvSpPr>
          <p:nvPr/>
        </p:nvSpPr>
        <p:spPr>
          <a:xfrm>
            <a:off x="5282967" y="3409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9" name="9ub7_3_tuned_PredictedAtoms_24">
            <a:extLst>
              <a:ext uri="{FF2B5EF4-FFF2-40B4-BE49-F238E27FC236}">
                <a16:creationId xmlns:a16="http://schemas.microsoft.com/office/drawing/2014/main" id="{EAD0B371-F929-4534-8C62-C3183D07A6F9}"/>
              </a:ext>
            </a:extLst>
          </p:cNvPr>
          <p:cNvSpPr>
            <a:spLocks noGrp="1"/>
          </p:cNvSpPr>
          <p:nvPr/>
        </p:nvSpPr>
        <p:spPr>
          <a:xfrm>
            <a:off x="5300092" y="32715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0" name="9ub7_3_tuned_PredictedAtoms_25">
            <a:extLst>
              <a:ext uri="{FF2B5EF4-FFF2-40B4-BE49-F238E27FC236}">
                <a16:creationId xmlns:a16="http://schemas.microsoft.com/office/drawing/2014/main" id="{936EA3E3-4F13-4F76-9D92-A0709E5A9D85}"/>
              </a:ext>
            </a:extLst>
          </p:cNvPr>
          <p:cNvSpPr>
            <a:spLocks noGrp="1"/>
          </p:cNvSpPr>
          <p:nvPr/>
        </p:nvSpPr>
        <p:spPr>
          <a:xfrm>
            <a:off x="5426625" y="3260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1" name="9ub7_3_tuned_PredictedAtoms_26">
            <a:extLst>
              <a:ext uri="{FF2B5EF4-FFF2-40B4-BE49-F238E27FC236}">
                <a16:creationId xmlns:a16="http://schemas.microsoft.com/office/drawing/2014/main" id="{3741CA64-2F93-4816-BC0F-FB082938EAD5}"/>
              </a:ext>
            </a:extLst>
          </p:cNvPr>
          <p:cNvSpPr>
            <a:spLocks noGrp="1"/>
          </p:cNvSpPr>
          <p:nvPr/>
        </p:nvSpPr>
        <p:spPr>
          <a:xfrm>
            <a:off x="5455626" y="31161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2" name="9ub7_3_tuned_PredictedAtoms_27">
            <a:extLst>
              <a:ext uri="{FF2B5EF4-FFF2-40B4-BE49-F238E27FC236}">
                <a16:creationId xmlns:a16="http://schemas.microsoft.com/office/drawing/2014/main" id="{090E3E98-7D84-453E-BD49-C46EAA69CB63}"/>
              </a:ext>
            </a:extLst>
          </p:cNvPr>
          <p:cNvSpPr>
            <a:spLocks noGrp="1"/>
          </p:cNvSpPr>
          <p:nvPr/>
        </p:nvSpPr>
        <p:spPr>
          <a:xfrm>
            <a:off x="5416654" y="33489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3" name="9ub7_3_tuned_PredictedAtoms_28">
            <a:extLst>
              <a:ext uri="{FF2B5EF4-FFF2-40B4-BE49-F238E27FC236}">
                <a16:creationId xmlns:a16="http://schemas.microsoft.com/office/drawing/2014/main" id="{697DE69E-E709-4C52-84A6-A55A6896BC5C}"/>
              </a:ext>
            </a:extLst>
          </p:cNvPr>
          <p:cNvSpPr>
            <a:spLocks noGrp="1"/>
          </p:cNvSpPr>
          <p:nvPr/>
        </p:nvSpPr>
        <p:spPr>
          <a:xfrm>
            <a:off x="4911283" y="35957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4" name="9ub7_3_tuned_PredictedAtoms_29">
            <a:extLst>
              <a:ext uri="{FF2B5EF4-FFF2-40B4-BE49-F238E27FC236}">
                <a16:creationId xmlns:a16="http://schemas.microsoft.com/office/drawing/2014/main" id="{0AFD44C5-CF2A-4717-AF3F-40D319986A8F}"/>
              </a:ext>
            </a:extLst>
          </p:cNvPr>
          <p:cNvSpPr>
            <a:spLocks noGrp="1"/>
          </p:cNvSpPr>
          <p:nvPr/>
        </p:nvSpPr>
        <p:spPr>
          <a:xfrm>
            <a:off x="4771884" y="36344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5" name="9ub7_3_tuned_PredictedAtoms_30">
            <a:extLst>
              <a:ext uri="{FF2B5EF4-FFF2-40B4-BE49-F238E27FC236}">
                <a16:creationId xmlns:a16="http://schemas.microsoft.com/office/drawing/2014/main" id="{628081B0-6D51-4209-A9F1-CF4D67FF7F7A}"/>
              </a:ext>
            </a:extLst>
          </p:cNvPr>
          <p:cNvSpPr>
            <a:spLocks noGrp="1"/>
          </p:cNvSpPr>
          <p:nvPr/>
        </p:nvSpPr>
        <p:spPr>
          <a:xfrm>
            <a:off x="4684722" y="35384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6" name="9ub7_3_tuned_PredictedAtoms_31">
            <a:extLst>
              <a:ext uri="{FF2B5EF4-FFF2-40B4-BE49-F238E27FC236}">
                <a16:creationId xmlns:a16="http://schemas.microsoft.com/office/drawing/2014/main" id="{E8AC8536-1817-4100-A6E4-492504F9B218}"/>
              </a:ext>
            </a:extLst>
          </p:cNvPr>
          <p:cNvSpPr>
            <a:spLocks noGrp="1"/>
          </p:cNvSpPr>
          <p:nvPr/>
        </p:nvSpPr>
        <p:spPr>
          <a:xfrm>
            <a:off x="4341334" y="33717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7" name="9ub7_3_tuned_PredictedAtoms_32">
            <a:extLst>
              <a:ext uri="{FF2B5EF4-FFF2-40B4-BE49-F238E27FC236}">
                <a16:creationId xmlns:a16="http://schemas.microsoft.com/office/drawing/2014/main" id="{35BC50C4-6CC2-4CDE-84AB-72209F3C9323}"/>
              </a:ext>
            </a:extLst>
          </p:cNvPr>
          <p:cNvSpPr>
            <a:spLocks noGrp="1"/>
          </p:cNvSpPr>
          <p:nvPr/>
        </p:nvSpPr>
        <p:spPr>
          <a:xfrm>
            <a:off x="4368109" y="32521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8" name="9ub7_3_tuned_PredictedAtoms_33">
            <a:extLst>
              <a:ext uri="{FF2B5EF4-FFF2-40B4-BE49-F238E27FC236}">
                <a16:creationId xmlns:a16="http://schemas.microsoft.com/office/drawing/2014/main" id="{3E1C19BC-97DE-498B-8B5E-326DA4D9AEE3}"/>
              </a:ext>
            </a:extLst>
          </p:cNvPr>
          <p:cNvSpPr>
            <a:spLocks noGrp="1"/>
          </p:cNvSpPr>
          <p:nvPr/>
        </p:nvSpPr>
        <p:spPr>
          <a:xfrm>
            <a:off x="4247263" y="33286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9" name="9ub7_3_tuned_PredictedAtoms_34">
            <a:extLst>
              <a:ext uri="{FF2B5EF4-FFF2-40B4-BE49-F238E27FC236}">
                <a16:creationId xmlns:a16="http://schemas.microsoft.com/office/drawing/2014/main" id="{30A75C6F-850D-41A9-95F7-2AA3A6A27C62}"/>
              </a:ext>
            </a:extLst>
          </p:cNvPr>
          <p:cNvSpPr>
            <a:spLocks noGrp="1"/>
          </p:cNvSpPr>
          <p:nvPr/>
        </p:nvSpPr>
        <p:spPr>
          <a:xfrm>
            <a:off x="4111844" y="33007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40" name="stage3-cases-density_18">
            <a:extLst>
              <a:ext uri="{FF2B5EF4-FFF2-40B4-BE49-F238E27FC236}">
                <a16:creationId xmlns:a16="http://schemas.microsoft.com/office/drawing/2014/main" id="{17FC1BD9-012B-49ED-85EA-870D0538CA37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1.02 Å   D 80%   Clash 0</a:t>
            </a:r>
          </a:p>
        </p:txBody>
      </p:sp>
      <p:sp>
        <p:nvSpPr>
          <p:cNvPr id="541" name="9ub7_3_build_Receptor">
            <a:extLst>
              <a:ext uri="{FF2B5EF4-FFF2-40B4-BE49-F238E27FC236}">
                <a16:creationId xmlns:a16="http://schemas.microsoft.com/office/drawing/2014/main" id="{0F250255-0DF8-4F98-8320-02FC673BB66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42" name="9ub7_3_build_ExperimentalDensity">
            <a:extLst>
              <a:ext uri="{FF2B5EF4-FFF2-40B4-BE49-F238E27FC236}">
                <a16:creationId xmlns:a16="http://schemas.microsoft.com/office/drawing/2014/main" id="{595FE7B9-9E1C-4963-887C-E6E6440B0CB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43" name="9ub7_3_build_ReferenceLigand_0">
            <a:extLst>
              <a:ext uri="{FF2B5EF4-FFF2-40B4-BE49-F238E27FC236}">
                <a16:creationId xmlns:a16="http://schemas.microsoft.com/office/drawing/2014/main" id="{B2802449-384B-44CC-AFAF-BAA2F8F752C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ub7_3_build_ReferenceLigand_1">
            <a:extLst>
              <a:ext uri="{FF2B5EF4-FFF2-40B4-BE49-F238E27FC236}">
                <a16:creationId xmlns:a16="http://schemas.microsoft.com/office/drawing/2014/main" id="{D4B0F158-1299-4773-B8C5-A287411A0A1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ub7_3_build_ReferenceLigand_2">
            <a:extLst>
              <a:ext uri="{FF2B5EF4-FFF2-40B4-BE49-F238E27FC236}">
                <a16:creationId xmlns:a16="http://schemas.microsoft.com/office/drawing/2014/main" id="{BC33ED89-1539-4B28-B01F-9B702DB91FC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ub7_3_build_ReferenceLigand_3">
            <a:extLst>
              <a:ext uri="{FF2B5EF4-FFF2-40B4-BE49-F238E27FC236}">
                <a16:creationId xmlns:a16="http://schemas.microsoft.com/office/drawing/2014/main" id="{7B66C0E6-4727-4F6D-AC81-835648F5DE9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ub7_3_build_ReferenceLigand_4">
            <a:extLst>
              <a:ext uri="{FF2B5EF4-FFF2-40B4-BE49-F238E27FC236}">
                <a16:creationId xmlns:a16="http://schemas.microsoft.com/office/drawing/2014/main" id="{3EC38F15-B45B-4899-805E-25347991420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ub7_3_build_ReferenceLigand_5">
            <a:extLst>
              <a:ext uri="{FF2B5EF4-FFF2-40B4-BE49-F238E27FC236}">
                <a16:creationId xmlns:a16="http://schemas.microsoft.com/office/drawing/2014/main" id="{D5445289-631C-4AAC-90DD-8C540F71C9A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ub7_3_build_ReferenceLigand_6">
            <a:extLst>
              <a:ext uri="{FF2B5EF4-FFF2-40B4-BE49-F238E27FC236}">
                <a16:creationId xmlns:a16="http://schemas.microsoft.com/office/drawing/2014/main" id="{E3976C19-3836-4983-A9DE-02A55CB016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ub7_3_build_ReferenceLigand_7">
            <a:extLst>
              <a:ext uri="{FF2B5EF4-FFF2-40B4-BE49-F238E27FC236}">
                <a16:creationId xmlns:a16="http://schemas.microsoft.com/office/drawing/2014/main" id="{F73BC884-D571-40F2-A378-1640F020C99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ub7_3_build_ReferenceLigand_8">
            <a:extLst>
              <a:ext uri="{FF2B5EF4-FFF2-40B4-BE49-F238E27FC236}">
                <a16:creationId xmlns:a16="http://schemas.microsoft.com/office/drawing/2014/main" id="{7EFCC6E5-62C1-4D7D-A413-16A13B80DD5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ub7_3_build_ReferenceLigand_9">
            <a:extLst>
              <a:ext uri="{FF2B5EF4-FFF2-40B4-BE49-F238E27FC236}">
                <a16:creationId xmlns:a16="http://schemas.microsoft.com/office/drawing/2014/main" id="{C146C14C-1C47-4C8C-84B6-D34D528A344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ub7_3_build_ReferenceLigand_10">
            <a:extLst>
              <a:ext uri="{FF2B5EF4-FFF2-40B4-BE49-F238E27FC236}">
                <a16:creationId xmlns:a16="http://schemas.microsoft.com/office/drawing/2014/main" id="{39BD4D57-1D96-4E69-BA43-25E0CE413A4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ub7_3_build_ReferenceLigand_11">
            <a:extLst>
              <a:ext uri="{FF2B5EF4-FFF2-40B4-BE49-F238E27FC236}">
                <a16:creationId xmlns:a16="http://schemas.microsoft.com/office/drawing/2014/main" id="{641F5D60-1F12-4717-88CE-8F7AE5105BD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ub7_3_build_ReferenceLigand_12">
            <a:extLst>
              <a:ext uri="{FF2B5EF4-FFF2-40B4-BE49-F238E27FC236}">
                <a16:creationId xmlns:a16="http://schemas.microsoft.com/office/drawing/2014/main" id="{E0239AC5-227C-4A41-8090-E11B34A921F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ub7_3_build_ReferenceLigand_13">
            <a:extLst>
              <a:ext uri="{FF2B5EF4-FFF2-40B4-BE49-F238E27FC236}">
                <a16:creationId xmlns:a16="http://schemas.microsoft.com/office/drawing/2014/main" id="{6BE88F52-C893-453D-9BC2-886F3AE1AB1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ub7_3_build_ReferenceLigand_14">
            <a:extLst>
              <a:ext uri="{FF2B5EF4-FFF2-40B4-BE49-F238E27FC236}">
                <a16:creationId xmlns:a16="http://schemas.microsoft.com/office/drawing/2014/main" id="{68BCE018-26F5-4FB9-80D1-A08AF5F72F2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ub7_3_build_ReferenceLigand_15">
            <a:extLst>
              <a:ext uri="{FF2B5EF4-FFF2-40B4-BE49-F238E27FC236}">
                <a16:creationId xmlns:a16="http://schemas.microsoft.com/office/drawing/2014/main" id="{EF669829-C9B5-482F-9BDE-7A09CB945B4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ub7_3_build_ReferenceLigand_16">
            <a:extLst>
              <a:ext uri="{FF2B5EF4-FFF2-40B4-BE49-F238E27FC236}">
                <a16:creationId xmlns:a16="http://schemas.microsoft.com/office/drawing/2014/main" id="{7552DF89-E7D1-40D1-9A99-5CFAF4481CB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ub7_3_build_ReferenceLigand_17">
            <a:extLst>
              <a:ext uri="{FF2B5EF4-FFF2-40B4-BE49-F238E27FC236}">
                <a16:creationId xmlns:a16="http://schemas.microsoft.com/office/drawing/2014/main" id="{AEF192A7-B5F8-40FD-950A-C231BC50AB5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ub7_3_build_ReferenceLigand_18">
            <a:extLst>
              <a:ext uri="{FF2B5EF4-FFF2-40B4-BE49-F238E27FC236}">
                <a16:creationId xmlns:a16="http://schemas.microsoft.com/office/drawing/2014/main" id="{04CDBDA1-CB93-4EF5-BD53-826CAE20099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ub7_3_build_ReferenceLigand_19">
            <a:extLst>
              <a:ext uri="{FF2B5EF4-FFF2-40B4-BE49-F238E27FC236}">
                <a16:creationId xmlns:a16="http://schemas.microsoft.com/office/drawing/2014/main" id="{9F73903C-54E0-4513-992F-86127D3C130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ub7_3_build_ReferenceLigand_20">
            <a:extLst>
              <a:ext uri="{FF2B5EF4-FFF2-40B4-BE49-F238E27FC236}">
                <a16:creationId xmlns:a16="http://schemas.microsoft.com/office/drawing/2014/main" id="{68401D25-16A1-43F3-AA68-CF7C772959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ub7_3_build_ReferenceLigand_21">
            <a:extLst>
              <a:ext uri="{FF2B5EF4-FFF2-40B4-BE49-F238E27FC236}">
                <a16:creationId xmlns:a16="http://schemas.microsoft.com/office/drawing/2014/main" id="{A59AD4AA-5EEE-4D88-8C7A-4CF6B7BC423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ub7_3_build_ReferenceLigand_22">
            <a:extLst>
              <a:ext uri="{FF2B5EF4-FFF2-40B4-BE49-F238E27FC236}">
                <a16:creationId xmlns:a16="http://schemas.microsoft.com/office/drawing/2014/main" id="{CE383293-53EF-443C-95C1-ABD0F2A22AD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ub7_3_build_ReferenceLigand_23">
            <a:extLst>
              <a:ext uri="{FF2B5EF4-FFF2-40B4-BE49-F238E27FC236}">
                <a16:creationId xmlns:a16="http://schemas.microsoft.com/office/drawing/2014/main" id="{67A45F44-E675-4DDB-B7AC-E0192D32D87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ub7_3_build_ReferenceLigand_24">
            <a:extLst>
              <a:ext uri="{FF2B5EF4-FFF2-40B4-BE49-F238E27FC236}">
                <a16:creationId xmlns:a16="http://schemas.microsoft.com/office/drawing/2014/main" id="{E89F2C1C-CED3-4EF5-B7A2-F727487A823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ub7_3_build_ReferenceLigand_25">
            <a:extLst>
              <a:ext uri="{FF2B5EF4-FFF2-40B4-BE49-F238E27FC236}">
                <a16:creationId xmlns:a16="http://schemas.microsoft.com/office/drawing/2014/main" id="{D9DE7310-6089-420E-B36C-7C3D540B312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ub7_3_build_ReferenceLigand_26">
            <a:extLst>
              <a:ext uri="{FF2B5EF4-FFF2-40B4-BE49-F238E27FC236}">
                <a16:creationId xmlns:a16="http://schemas.microsoft.com/office/drawing/2014/main" id="{2BA6B666-448F-42F7-B22C-CCAAC6E2B45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ub7_3_build_ReferenceLigand_27">
            <a:extLst>
              <a:ext uri="{FF2B5EF4-FFF2-40B4-BE49-F238E27FC236}">
                <a16:creationId xmlns:a16="http://schemas.microsoft.com/office/drawing/2014/main" id="{3135D22E-F459-4AF7-80AA-0FA595E3CA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ub7_3_build_ReferenceLigand_28">
            <a:extLst>
              <a:ext uri="{FF2B5EF4-FFF2-40B4-BE49-F238E27FC236}">
                <a16:creationId xmlns:a16="http://schemas.microsoft.com/office/drawing/2014/main" id="{93D2F3A6-1EE6-44D9-A2EF-68EEA54E45B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ub7_3_build_ReferenceLigand_29">
            <a:extLst>
              <a:ext uri="{FF2B5EF4-FFF2-40B4-BE49-F238E27FC236}">
                <a16:creationId xmlns:a16="http://schemas.microsoft.com/office/drawing/2014/main" id="{5E9DFAE5-1DE2-4C5B-BCCA-E606B1911EA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ub7_3_build_ReferenceLigand_30">
            <a:extLst>
              <a:ext uri="{FF2B5EF4-FFF2-40B4-BE49-F238E27FC236}">
                <a16:creationId xmlns:a16="http://schemas.microsoft.com/office/drawing/2014/main" id="{A7743BBA-C475-47BD-9462-C92F816286C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4" name="9ub7_3_build_ReferenceLigand_31">
            <a:extLst>
              <a:ext uri="{FF2B5EF4-FFF2-40B4-BE49-F238E27FC236}">
                <a16:creationId xmlns:a16="http://schemas.microsoft.com/office/drawing/2014/main" id="{36441DA6-C538-40FC-9890-8C6715D7B01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5" name="9ub7_3_build_ReferenceLigand_32">
            <a:extLst>
              <a:ext uri="{FF2B5EF4-FFF2-40B4-BE49-F238E27FC236}">
                <a16:creationId xmlns:a16="http://schemas.microsoft.com/office/drawing/2014/main" id="{82C04C6A-5350-4EEC-B2E4-B18B0DDD604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6" name="9ub7_3_build_ReferenceLigand_33">
            <a:extLst>
              <a:ext uri="{FF2B5EF4-FFF2-40B4-BE49-F238E27FC236}">
                <a16:creationId xmlns:a16="http://schemas.microsoft.com/office/drawing/2014/main" id="{76AFF934-64DD-4A6E-AD1C-61E9AAF9191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7" name="9ub7_3_build_ReferenceLigand_34">
            <a:extLst>
              <a:ext uri="{FF2B5EF4-FFF2-40B4-BE49-F238E27FC236}">
                <a16:creationId xmlns:a16="http://schemas.microsoft.com/office/drawing/2014/main" id="{19FCD523-9CDA-4E28-BC28-3CE95AAD3C9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8" name="9ub7_3_build_ReferenceLigand_35">
            <a:extLst>
              <a:ext uri="{FF2B5EF4-FFF2-40B4-BE49-F238E27FC236}">
                <a16:creationId xmlns:a16="http://schemas.microsoft.com/office/drawing/2014/main" id="{5DF6E407-4D3E-4BE4-8576-6084B813ED9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9" name="9ub7_3_build_ReferenceLigand_36">
            <a:extLst>
              <a:ext uri="{FF2B5EF4-FFF2-40B4-BE49-F238E27FC236}">
                <a16:creationId xmlns:a16="http://schemas.microsoft.com/office/drawing/2014/main" id="{A7CC9166-69E7-4E90-9A4F-A5F8AE7C4A0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0" name="9ub7_3_build_ReferenceLigand_37">
            <a:extLst>
              <a:ext uri="{FF2B5EF4-FFF2-40B4-BE49-F238E27FC236}">
                <a16:creationId xmlns:a16="http://schemas.microsoft.com/office/drawing/2014/main" id="{98F2AC50-A5F8-4F0F-B4BE-14BD710042F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1" name="9ub7_3_build_PredictedLigand_0">
            <a:extLst>
              <a:ext uri="{FF2B5EF4-FFF2-40B4-BE49-F238E27FC236}">
                <a16:creationId xmlns:a16="http://schemas.microsoft.com/office/drawing/2014/main" id="{E493A7AD-D18A-4521-BDF2-2077AA017D8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311622" y="6971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2" name="9ub7_3_build_PredictedLigand_1">
            <a:extLst>
              <a:ext uri="{FF2B5EF4-FFF2-40B4-BE49-F238E27FC236}">
                <a16:creationId xmlns:a16="http://schemas.microsoft.com/office/drawing/2014/main" id="{12DDF44D-D039-4B68-AEC2-BD36575ED24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830821" y="797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3" name="9ub7_3_build_PredictedLigand_2">
            <a:extLst>
              <a:ext uri="{FF2B5EF4-FFF2-40B4-BE49-F238E27FC236}">
                <a16:creationId xmlns:a16="http://schemas.microsoft.com/office/drawing/2014/main" id="{52CAD5CC-42AB-4E55-99DB-1183DCD8F3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3359" y="903503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4" name="9ub7_3_build_PredictedLigand_3">
            <a:extLst>
              <a:ext uri="{FF2B5EF4-FFF2-40B4-BE49-F238E27FC236}">
                <a16:creationId xmlns:a16="http://schemas.microsoft.com/office/drawing/2014/main" id="{7949180B-3B7C-48AC-A9DD-56E7B9C0F62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8314" y="884073"/>
                </a:moveTo>
                <a:lnTo>
                  <a:pt x="638392" y="782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5" name="9ub7_3_build_PredictedLigand_4">
            <a:extLst>
              <a:ext uri="{FF2B5EF4-FFF2-40B4-BE49-F238E27FC236}">
                <a16:creationId xmlns:a16="http://schemas.microsoft.com/office/drawing/2014/main" id="{BBF3A15A-DA66-4A89-8347-4411FF101C2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6" name="9ub7_3_build_PredictedLigand_5">
            <a:extLst>
              <a:ext uri="{FF2B5EF4-FFF2-40B4-BE49-F238E27FC236}">
                <a16:creationId xmlns:a16="http://schemas.microsoft.com/office/drawing/2014/main" id="{417BC58F-3854-4FF4-AE92-1387DFDD651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869" y="891088"/>
                </a:moveTo>
                <a:lnTo>
                  <a:pt x="1321498" y="10085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7" name="9ub7_3_build_PredictedLigand_6">
            <a:extLst>
              <a:ext uri="{FF2B5EF4-FFF2-40B4-BE49-F238E27FC236}">
                <a16:creationId xmlns:a16="http://schemas.microsoft.com/office/drawing/2014/main" id="{2923350B-FAB5-4F4B-8992-1D96080734D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523" y="1013804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8" name="9ub7_3_build_PredictedLigand_7">
            <a:extLst>
              <a:ext uri="{FF2B5EF4-FFF2-40B4-BE49-F238E27FC236}">
                <a16:creationId xmlns:a16="http://schemas.microsoft.com/office/drawing/2014/main" id="{42B71D23-3646-4871-AE4D-35B581DE1FF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5399" y="591906"/>
                </a:moveTo>
                <a:lnTo>
                  <a:pt x="2389781" y="516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9" name="9ub7_3_build_PredictedLigand_8">
            <a:extLst>
              <a:ext uri="{FF2B5EF4-FFF2-40B4-BE49-F238E27FC236}">
                <a16:creationId xmlns:a16="http://schemas.microsoft.com/office/drawing/2014/main" id="{F43E6096-5691-4E57-9F20-4561296AF16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1498" y="1008570"/>
                </a:moveTo>
                <a:lnTo>
                  <a:pt x="1466523" y="10138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0" name="9ub7_3_build_PredictedLigand_9">
            <a:extLst>
              <a:ext uri="{FF2B5EF4-FFF2-40B4-BE49-F238E27FC236}">
                <a16:creationId xmlns:a16="http://schemas.microsoft.com/office/drawing/2014/main" id="{F6A4FA6A-5ED2-422E-BB1E-ADFDA23E6B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405" y="728207"/>
                </a:moveTo>
                <a:lnTo>
                  <a:pt x="2265399" y="591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1" name="9ub7_3_build_PredictedLigand_10">
            <a:extLst>
              <a:ext uri="{FF2B5EF4-FFF2-40B4-BE49-F238E27FC236}">
                <a16:creationId xmlns:a16="http://schemas.microsoft.com/office/drawing/2014/main" id="{A8621371-7573-4C0C-81A0-1596E04E9E3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392" y="782039"/>
                </a:moveTo>
                <a:lnTo>
                  <a:pt x="747489" y="8092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2" name="9ub7_3_build_PredictedLigand_11">
            <a:extLst>
              <a:ext uri="{FF2B5EF4-FFF2-40B4-BE49-F238E27FC236}">
                <a16:creationId xmlns:a16="http://schemas.microsoft.com/office/drawing/2014/main" id="{86112E3C-4486-48F5-B7FA-97C8183E324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053" y="889673"/>
                </a:moveTo>
                <a:lnTo>
                  <a:pt x="1458152" y="766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3" name="9ub7_3_build_PredictedLigand_12">
            <a:extLst>
              <a:ext uri="{FF2B5EF4-FFF2-40B4-BE49-F238E27FC236}">
                <a16:creationId xmlns:a16="http://schemas.microsoft.com/office/drawing/2014/main" id="{52BC37B3-D1D5-440D-A79C-0B39C2F5C6D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918" y="812940"/>
                </a:moveTo>
                <a:lnTo>
                  <a:pt x="1093359" y="9035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4" name="9ub7_3_build_PredictedLigand_13">
            <a:extLst>
              <a:ext uri="{FF2B5EF4-FFF2-40B4-BE49-F238E27FC236}">
                <a16:creationId xmlns:a16="http://schemas.microsoft.com/office/drawing/2014/main" id="{230998A8-F293-4B49-9ADF-D6FC5DCD98E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309943" y="751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5" name="9ub7_3_build_PredictedLigand_14">
            <a:extLst>
              <a:ext uri="{FF2B5EF4-FFF2-40B4-BE49-F238E27FC236}">
                <a16:creationId xmlns:a16="http://schemas.microsoft.com/office/drawing/2014/main" id="{A5F112A0-058B-45FD-9286-E0166EA999E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6" name="9ub7_3_build_PredictedLigand_15">
            <a:extLst>
              <a:ext uri="{FF2B5EF4-FFF2-40B4-BE49-F238E27FC236}">
                <a16:creationId xmlns:a16="http://schemas.microsoft.com/office/drawing/2014/main" id="{95623F75-1C07-44A3-86E9-67BA58D7F0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347643" y="376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7" name="9ub7_3_build_PredictedLigand_16">
            <a:extLst>
              <a:ext uri="{FF2B5EF4-FFF2-40B4-BE49-F238E27FC236}">
                <a16:creationId xmlns:a16="http://schemas.microsoft.com/office/drawing/2014/main" id="{15364BF0-EE9B-482E-928C-86566B8C757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03438" y="6601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8" name="9ub7_3_build_PredictedLigand_17">
            <a:extLst>
              <a:ext uri="{FF2B5EF4-FFF2-40B4-BE49-F238E27FC236}">
                <a16:creationId xmlns:a16="http://schemas.microsoft.com/office/drawing/2014/main" id="{7301181E-4302-4850-A3C6-74A66CDBA2E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0871" y="730862"/>
                </a:moveTo>
                <a:lnTo>
                  <a:pt x="2238405" y="7282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9" name="9ub7_3_build_PredictedLigand_18">
            <a:extLst>
              <a:ext uri="{FF2B5EF4-FFF2-40B4-BE49-F238E27FC236}">
                <a16:creationId xmlns:a16="http://schemas.microsoft.com/office/drawing/2014/main" id="{460BDE2E-35EB-48C7-9ADD-E6DB18CE7AD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4219" y="858952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0" name="9ub7_3_build_PredictedLigand_19">
            <a:extLst>
              <a:ext uri="{FF2B5EF4-FFF2-40B4-BE49-F238E27FC236}">
                <a16:creationId xmlns:a16="http://schemas.microsoft.com/office/drawing/2014/main" id="{1BE47E6C-0865-43C6-8A54-C9B446D5294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864219" y="8589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1" name="9ub7_3_build_PredictedLigand_20">
            <a:extLst>
              <a:ext uri="{FF2B5EF4-FFF2-40B4-BE49-F238E27FC236}">
                <a16:creationId xmlns:a16="http://schemas.microsoft.com/office/drawing/2014/main" id="{8CEF9879-AD5C-44B5-A608-4EC166FF172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550730" y="651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2" name="9ub7_3_build_PredictedLigand_21">
            <a:extLst>
              <a:ext uri="{FF2B5EF4-FFF2-40B4-BE49-F238E27FC236}">
                <a16:creationId xmlns:a16="http://schemas.microsoft.com/office/drawing/2014/main" id="{B790FEC3-2B79-4049-B9D7-F195EB10818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3" name="9ub7_3_build_PredictedLigand_22">
            <a:extLst>
              <a:ext uri="{FF2B5EF4-FFF2-40B4-BE49-F238E27FC236}">
                <a16:creationId xmlns:a16="http://schemas.microsoft.com/office/drawing/2014/main" id="{F8E73423-4BA4-429F-9BA5-6CDDD1D9BC5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5478" y="670561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4" name="9ub7_3_build_PredictedLigand_23">
            <a:extLst>
              <a:ext uri="{FF2B5EF4-FFF2-40B4-BE49-F238E27FC236}">
                <a16:creationId xmlns:a16="http://schemas.microsoft.com/office/drawing/2014/main" id="{00E042C0-C592-438B-A397-2A5F4DC6D0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3438" y="660147"/>
                </a:moveTo>
                <a:lnTo>
                  <a:pt x="1045478" y="6705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5" name="9ub7_3_build_PredictedLigand_24">
            <a:extLst>
              <a:ext uri="{FF2B5EF4-FFF2-40B4-BE49-F238E27FC236}">
                <a16:creationId xmlns:a16="http://schemas.microsoft.com/office/drawing/2014/main" id="{89AAC344-1E0B-4767-86AA-8334E338EB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518314" y="8840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6" name="9ub7_3_build_PredictedLigand_25">
            <a:extLst>
              <a:ext uri="{FF2B5EF4-FFF2-40B4-BE49-F238E27FC236}">
                <a16:creationId xmlns:a16="http://schemas.microsoft.com/office/drawing/2014/main" id="{97E219F4-754B-477F-8F59-716243831F3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542" y="675898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7" name="9ub7_3_build_PredictedLigand_26">
            <a:extLst>
              <a:ext uri="{FF2B5EF4-FFF2-40B4-BE49-F238E27FC236}">
                <a16:creationId xmlns:a16="http://schemas.microsoft.com/office/drawing/2014/main" id="{74B0434D-46D3-4EF2-8E1B-8ED4C1FFEA0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30" y="651352"/>
                </a:moveTo>
                <a:lnTo>
                  <a:pt x="1701542" y="6758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8" name="9ub7_3_build_PredictedLigand_27">
            <a:extLst>
              <a:ext uri="{FF2B5EF4-FFF2-40B4-BE49-F238E27FC236}">
                <a16:creationId xmlns:a16="http://schemas.microsoft.com/office/drawing/2014/main" id="{56544CFD-A4EE-4EB2-8BF5-14F2CA0392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73" y="1034586"/>
                </a:moveTo>
                <a:lnTo>
                  <a:pt x="1684702" y="912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9" name="9ub7_3_build_PredictedLigand_28">
            <a:extLst>
              <a:ext uri="{FF2B5EF4-FFF2-40B4-BE49-F238E27FC236}">
                <a16:creationId xmlns:a16="http://schemas.microsoft.com/office/drawing/2014/main" id="{C1773E5B-2BBD-4E03-A6DB-E4199B68CC5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907111" y="8532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0" name="9ub7_3_build_PredictedLigand_29">
            <a:extLst>
              <a:ext uri="{FF2B5EF4-FFF2-40B4-BE49-F238E27FC236}">
                <a16:creationId xmlns:a16="http://schemas.microsoft.com/office/drawing/2014/main" id="{83089B3D-2646-4337-8F1E-656E4032CF3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6821" y="996024"/>
                </a:moveTo>
                <a:lnTo>
                  <a:pt x="1765873" y="1034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1" name="9ub7_3_build_PredictedLigand_30">
            <a:extLst>
              <a:ext uri="{FF2B5EF4-FFF2-40B4-BE49-F238E27FC236}">
                <a16:creationId xmlns:a16="http://schemas.microsoft.com/office/drawing/2014/main" id="{444E3A4F-9DED-4772-97EF-8B0AD3EC90B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100871" y="730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2" name="9ub7_3_build_PredictedLigand_31">
            <a:extLst>
              <a:ext uri="{FF2B5EF4-FFF2-40B4-BE49-F238E27FC236}">
                <a16:creationId xmlns:a16="http://schemas.microsoft.com/office/drawing/2014/main" id="{8E31D8A9-C7B8-45F1-8C91-0A01844568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5002" y="672239"/>
                </a:moveTo>
                <a:lnTo>
                  <a:pt x="407588" y="802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3" name="9ub7_3_build_PredictedLigand_32">
            <a:extLst>
              <a:ext uri="{FF2B5EF4-FFF2-40B4-BE49-F238E27FC236}">
                <a16:creationId xmlns:a16="http://schemas.microsoft.com/office/drawing/2014/main" id="{6BCB1887-DEE3-4F3A-9A19-A6D846440EF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428152" y="548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4" name="9ub7_3_build_PredictedLigand_33">
            <a:extLst>
              <a:ext uri="{FF2B5EF4-FFF2-40B4-BE49-F238E27FC236}">
                <a16:creationId xmlns:a16="http://schemas.microsoft.com/office/drawing/2014/main" id="{99C9AC0C-8494-402B-B936-C1E31743991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1906821" y="9960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5" name="9ub7_3_build_PredictedLigand_34">
            <a:extLst>
              <a:ext uri="{FF2B5EF4-FFF2-40B4-BE49-F238E27FC236}">
                <a16:creationId xmlns:a16="http://schemas.microsoft.com/office/drawing/2014/main" id="{C0076083-BE4E-4704-AAF0-F0311729C19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748729" y="7516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6" name="9ub7_3_build_PredictedLigand_35">
            <a:extLst>
              <a:ext uri="{FF2B5EF4-FFF2-40B4-BE49-F238E27FC236}">
                <a16:creationId xmlns:a16="http://schemas.microsoft.com/office/drawing/2014/main" id="{A38B5F8F-2F6F-4767-A95C-6152D3ADF44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333795" y="860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7" name="9ub7_3_build_PredictedLigand_36">
            <a:extLst>
              <a:ext uri="{FF2B5EF4-FFF2-40B4-BE49-F238E27FC236}">
                <a16:creationId xmlns:a16="http://schemas.microsoft.com/office/drawing/2014/main" id="{D09F1105-84AE-4568-829B-2821E9791E0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2017310" y="7666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8" name="9ub7_3_build_PredictedLigand_37">
            <a:extLst>
              <a:ext uri="{FF2B5EF4-FFF2-40B4-BE49-F238E27FC236}">
                <a16:creationId xmlns:a16="http://schemas.microsoft.com/office/drawing/2014/main" id="{375EB59A-FFE0-4D16-B493-8EEAE39BD2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096163" y="811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9" name="9ub7_3_build_PredictedAtoms_0">
            <a:extLst>
              <a:ext uri="{FF2B5EF4-FFF2-40B4-BE49-F238E27FC236}">
                <a16:creationId xmlns:a16="http://schemas.microsoft.com/office/drawing/2014/main" id="{F4B6F8BC-331D-4182-8218-B096B0936995}"/>
              </a:ext>
            </a:extLst>
          </p:cNvPr>
          <p:cNvSpPr>
            <a:spLocks noGrp="1"/>
          </p:cNvSpPr>
          <p:nvPr/>
        </p:nvSpPr>
        <p:spPr>
          <a:xfrm>
            <a:off x="6571009" y="32373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0" name="9ub7_3_build_PredictedAtoms_1">
            <a:extLst>
              <a:ext uri="{FF2B5EF4-FFF2-40B4-BE49-F238E27FC236}">
                <a16:creationId xmlns:a16="http://schemas.microsoft.com/office/drawing/2014/main" id="{70E415EE-358D-4B8A-AE04-0F048F5F1F8B}"/>
              </a:ext>
            </a:extLst>
          </p:cNvPr>
          <p:cNvSpPr>
            <a:spLocks noGrp="1"/>
          </p:cNvSpPr>
          <p:nvPr/>
        </p:nvSpPr>
        <p:spPr>
          <a:xfrm>
            <a:off x="6563595" y="33677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1" name="9ub7_3_build_PredictedAtoms_2">
            <a:extLst>
              <a:ext uri="{FF2B5EF4-FFF2-40B4-BE49-F238E27FC236}">
                <a16:creationId xmlns:a16="http://schemas.microsoft.com/office/drawing/2014/main" id="{7E247BAC-73CC-43FB-8DAC-BF37A48260DA}"/>
              </a:ext>
            </a:extLst>
          </p:cNvPr>
          <p:cNvSpPr>
            <a:spLocks noGrp="1"/>
          </p:cNvSpPr>
          <p:nvPr/>
        </p:nvSpPr>
        <p:spPr>
          <a:xfrm>
            <a:off x="6489802" y="34250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2" name="9ub7_3_build_PredictedAtoms_3">
            <a:extLst>
              <a:ext uri="{FF2B5EF4-FFF2-40B4-BE49-F238E27FC236}">
                <a16:creationId xmlns:a16="http://schemas.microsoft.com/office/drawing/2014/main" id="{F1372681-ED7A-4F65-9D51-F9FFC3901E70}"/>
              </a:ext>
            </a:extLst>
          </p:cNvPr>
          <p:cNvSpPr>
            <a:spLocks noGrp="1"/>
          </p:cNvSpPr>
          <p:nvPr/>
        </p:nvSpPr>
        <p:spPr>
          <a:xfrm>
            <a:off x="6674322" y="34491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3" name="9ub7_3_build_PredictedAtoms_4">
            <a:extLst>
              <a:ext uri="{FF2B5EF4-FFF2-40B4-BE49-F238E27FC236}">
                <a16:creationId xmlns:a16="http://schemas.microsoft.com/office/drawing/2014/main" id="{034DCF78-2FC4-427F-8275-FD90356BF76C}"/>
              </a:ext>
            </a:extLst>
          </p:cNvPr>
          <p:cNvSpPr>
            <a:spLocks noGrp="1"/>
          </p:cNvSpPr>
          <p:nvPr/>
        </p:nvSpPr>
        <p:spPr>
          <a:xfrm>
            <a:off x="6794400" y="3347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4" name="9ub7_3_build_PredictedAtoms_5">
            <a:extLst>
              <a:ext uri="{FF2B5EF4-FFF2-40B4-BE49-F238E27FC236}">
                <a16:creationId xmlns:a16="http://schemas.microsoft.com/office/drawing/2014/main" id="{E1AE47B2-FDC2-40AE-B837-D572758A1649}"/>
              </a:ext>
            </a:extLst>
          </p:cNvPr>
          <p:cNvSpPr>
            <a:spLocks noGrp="1"/>
          </p:cNvSpPr>
          <p:nvPr/>
        </p:nvSpPr>
        <p:spPr>
          <a:xfrm>
            <a:off x="6903497" y="33743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5" name="9ub7_3_build_PredictedAtoms_6">
            <a:extLst>
              <a:ext uri="{FF2B5EF4-FFF2-40B4-BE49-F238E27FC236}">
                <a16:creationId xmlns:a16="http://schemas.microsoft.com/office/drawing/2014/main" id="{D314DB5D-0EB8-4F03-91A0-63701262DE96}"/>
              </a:ext>
            </a:extLst>
          </p:cNvPr>
          <p:cNvSpPr>
            <a:spLocks noGrp="1"/>
          </p:cNvSpPr>
          <p:nvPr/>
        </p:nvSpPr>
        <p:spPr>
          <a:xfrm>
            <a:off x="6904736" y="33167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6" name="9ub7_3_build_PredictedAtoms_7">
            <a:extLst>
              <a:ext uri="{FF2B5EF4-FFF2-40B4-BE49-F238E27FC236}">
                <a16:creationId xmlns:a16="http://schemas.microsoft.com/office/drawing/2014/main" id="{ABA20064-6959-4B36-BE40-1A9106532E51}"/>
              </a:ext>
            </a:extLst>
          </p:cNvPr>
          <p:cNvSpPr>
            <a:spLocks noGrp="1"/>
          </p:cNvSpPr>
          <p:nvPr/>
        </p:nvSpPr>
        <p:spPr>
          <a:xfrm>
            <a:off x="7020226" y="34240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7" name="9ub7_3_build_PredictedAtoms_8">
            <a:extLst>
              <a:ext uri="{FF2B5EF4-FFF2-40B4-BE49-F238E27FC236}">
                <a16:creationId xmlns:a16="http://schemas.microsoft.com/office/drawing/2014/main" id="{779733E3-917D-4B8A-945B-D6488E5E9BBB}"/>
              </a:ext>
            </a:extLst>
          </p:cNvPr>
          <p:cNvSpPr>
            <a:spLocks noGrp="1"/>
          </p:cNvSpPr>
          <p:nvPr/>
        </p:nvSpPr>
        <p:spPr>
          <a:xfrm>
            <a:off x="7155926" y="33780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8" name="9ub7_3_build_PredictedAtoms_9">
            <a:extLst>
              <a:ext uri="{FF2B5EF4-FFF2-40B4-BE49-F238E27FC236}">
                <a16:creationId xmlns:a16="http://schemas.microsoft.com/office/drawing/2014/main" id="{1516EE29-F5A7-4D31-9EB7-9339A3484F6A}"/>
              </a:ext>
            </a:extLst>
          </p:cNvPr>
          <p:cNvSpPr>
            <a:spLocks noGrp="1"/>
          </p:cNvSpPr>
          <p:nvPr/>
        </p:nvSpPr>
        <p:spPr>
          <a:xfrm>
            <a:off x="7249367" y="3468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9" name="9ub7_3_build_PredictedAtoms_10">
            <a:extLst>
              <a:ext uri="{FF2B5EF4-FFF2-40B4-BE49-F238E27FC236}">
                <a16:creationId xmlns:a16="http://schemas.microsoft.com/office/drawing/2014/main" id="{FD4982D2-FE9A-498E-87CD-3EC24A7722C8}"/>
              </a:ext>
            </a:extLst>
          </p:cNvPr>
          <p:cNvSpPr>
            <a:spLocks noGrp="1"/>
          </p:cNvSpPr>
          <p:nvPr/>
        </p:nvSpPr>
        <p:spPr>
          <a:xfrm>
            <a:off x="7399876" y="3456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0" name="9ub7_3_build_PredictedAtoms_11">
            <a:extLst>
              <a:ext uri="{FF2B5EF4-FFF2-40B4-BE49-F238E27FC236}">
                <a16:creationId xmlns:a16="http://schemas.microsoft.com/office/drawing/2014/main" id="{319F88CA-3162-4FA2-8869-839B5445FBDE}"/>
              </a:ext>
            </a:extLst>
          </p:cNvPr>
          <p:cNvSpPr>
            <a:spLocks noGrp="1"/>
          </p:cNvSpPr>
          <p:nvPr/>
        </p:nvSpPr>
        <p:spPr>
          <a:xfrm>
            <a:off x="7477506" y="35736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1" name="9ub7_3_build_PredictedAtoms_12">
            <a:extLst>
              <a:ext uri="{FF2B5EF4-FFF2-40B4-BE49-F238E27FC236}">
                <a16:creationId xmlns:a16="http://schemas.microsoft.com/office/drawing/2014/main" id="{CBC68A8E-73F9-4F06-8C69-FF5D33F66D37}"/>
              </a:ext>
            </a:extLst>
          </p:cNvPr>
          <p:cNvSpPr>
            <a:spLocks noGrp="1"/>
          </p:cNvSpPr>
          <p:nvPr/>
        </p:nvSpPr>
        <p:spPr>
          <a:xfrm>
            <a:off x="7622530" y="357888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2" name="9ub7_3_build_PredictedAtoms_13">
            <a:extLst>
              <a:ext uri="{FF2B5EF4-FFF2-40B4-BE49-F238E27FC236}">
                <a16:creationId xmlns:a16="http://schemas.microsoft.com/office/drawing/2014/main" id="{BA138233-839C-445E-94F9-3F215EB2D303}"/>
              </a:ext>
            </a:extLst>
          </p:cNvPr>
          <p:cNvSpPr>
            <a:spLocks noGrp="1"/>
          </p:cNvSpPr>
          <p:nvPr/>
        </p:nvSpPr>
        <p:spPr>
          <a:xfrm>
            <a:off x="7701061" y="34547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3" name="9ub7_3_build_PredictedAtoms_14">
            <a:extLst>
              <a:ext uri="{FF2B5EF4-FFF2-40B4-BE49-F238E27FC236}">
                <a16:creationId xmlns:a16="http://schemas.microsoft.com/office/drawing/2014/main" id="{54849F07-2BCA-4566-A364-5897D69B4826}"/>
              </a:ext>
            </a:extLst>
          </p:cNvPr>
          <p:cNvSpPr>
            <a:spLocks noGrp="1"/>
          </p:cNvSpPr>
          <p:nvPr/>
        </p:nvSpPr>
        <p:spPr>
          <a:xfrm>
            <a:off x="7614159" y="3331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4" name="9ub7_3_build_PredictedAtoms_15">
            <a:extLst>
              <a:ext uri="{FF2B5EF4-FFF2-40B4-BE49-F238E27FC236}">
                <a16:creationId xmlns:a16="http://schemas.microsoft.com/office/drawing/2014/main" id="{D339A070-2A0A-45B8-8243-159520ECB7AE}"/>
              </a:ext>
            </a:extLst>
          </p:cNvPr>
          <p:cNvSpPr>
            <a:spLocks noGrp="1"/>
          </p:cNvSpPr>
          <p:nvPr/>
        </p:nvSpPr>
        <p:spPr>
          <a:xfrm>
            <a:off x="7706738" y="32164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5" name="9ub7_3_build_PredictedAtoms_16">
            <a:extLst>
              <a:ext uri="{FF2B5EF4-FFF2-40B4-BE49-F238E27FC236}">
                <a16:creationId xmlns:a16="http://schemas.microsoft.com/office/drawing/2014/main" id="{9970B2CC-3F1F-45D3-AED6-0992CA162AA3}"/>
              </a:ext>
            </a:extLst>
          </p:cNvPr>
          <p:cNvSpPr>
            <a:spLocks noGrp="1"/>
          </p:cNvSpPr>
          <p:nvPr/>
        </p:nvSpPr>
        <p:spPr>
          <a:xfrm>
            <a:off x="7857550" y="3240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6" name="9ub7_3_build_PredictedAtoms_17">
            <a:extLst>
              <a:ext uri="{FF2B5EF4-FFF2-40B4-BE49-F238E27FC236}">
                <a16:creationId xmlns:a16="http://schemas.microsoft.com/office/drawing/2014/main" id="{36A6187D-7AA9-4417-912E-FA9042B8614F}"/>
              </a:ext>
            </a:extLst>
          </p:cNvPr>
          <p:cNvSpPr>
            <a:spLocks noGrp="1"/>
          </p:cNvSpPr>
          <p:nvPr/>
        </p:nvSpPr>
        <p:spPr>
          <a:xfrm>
            <a:off x="7930940" y="33702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7" name="9ub7_3_build_PredictedAtoms_18">
            <a:extLst>
              <a:ext uri="{FF2B5EF4-FFF2-40B4-BE49-F238E27FC236}">
                <a16:creationId xmlns:a16="http://schemas.microsoft.com/office/drawing/2014/main" id="{0D021DFD-AE6B-42EB-9A15-47C51EF568C6}"/>
              </a:ext>
            </a:extLst>
          </p:cNvPr>
          <p:cNvSpPr>
            <a:spLocks noGrp="1"/>
          </p:cNvSpPr>
          <p:nvPr/>
        </p:nvSpPr>
        <p:spPr>
          <a:xfrm>
            <a:off x="7986829" y="3362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8" name="9ub7_3_build_PredictedAtoms_19">
            <a:extLst>
              <a:ext uri="{FF2B5EF4-FFF2-40B4-BE49-F238E27FC236}">
                <a16:creationId xmlns:a16="http://schemas.microsoft.com/office/drawing/2014/main" id="{7E3F15CE-5AD7-4DE7-A17B-6880FC8D5E00}"/>
              </a:ext>
            </a:extLst>
          </p:cNvPr>
          <p:cNvSpPr>
            <a:spLocks noGrp="1"/>
          </p:cNvSpPr>
          <p:nvPr/>
        </p:nvSpPr>
        <p:spPr>
          <a:xfrm>
            <a:off x="8063119" y="34182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9" name="9ub7_3_build_PredictedAtoms_20">
            <a:extLst>
              <a:ext uri="{FF2B5EF4-FFF2-40B4-BE49-F238E27FC236}">
                <a16:creationId xmlns:a16="http://schemas.microsoft.com/office/drawing/2014/main" id="{EBF0F0E1-23C8-4E76-B600-C2B9F7E5F20E}"/>
              </a:ext>
            </a:extLst>
          </p:cNvPr>
          <p:cNvSpPr>
            <a:spLocks noGrp="1"/>
          </p:cNvSpPr>
          <p:nvPr/>
        </p:nvSpPr>
        <p:spPr>
          <a:xfrm>
            <a:off x="8173317" y="33316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0" name="9ub7_3_build_PredictedAtoms_21">
            <a:extLst>
              <a:ext uri="{FF2B5EF4-FFF2-40B4-BE49-F238E27FC236}">
                <a16:creationId xmlns:a16="http://schemas.microsoft.com/office/drawing/2014/main" id="{47C4CEBA-C8B1-4266-8132-DAA6D4283DC1}"/>
              </a:ext>
            </a:extLst>
          </p:cNvPr>
          <p:cNvSpPr>
            <a:spLocks noGrp="1"/>
          </p:cNvSpPr>
          <p:nvPr/>
        </p:nvSpPr>
        <p:spPr>
          <a:xfrm>
            <a:off x="8252170" y="33764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1" name="9ub7_3_build_PredictedAtoms_22">
            <a:extLst>
              <a:ext uri="{FF2B5EF4-FFF2-40B4-BE49-F238E27FC236}">
                <a16:creationId xmlns:a16="http://schemas.microsoft.com/office/drawing/2014/main" id="{6AD3CA02-2ACB-44C5-8D1D-538AF79DFC50}"/>
              </a:ext>
            </a:extLst>
          </p:cNvPr>
          <p:cNvSpPr>
            <a:spLocks noGrp="1"/>
          </p:cNvSpPr>
          <p:nvPr/>
        </p:nvSpPr>
        <p:spPr>
          <a:xfrm>
            <a:off x="8256878" y="3295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2" name="9ub7_3_build_PredictedAtoms_23">
            <a:extLst>
              <a:ext uri="{FF2B5EF4-FFF2-40B4-BE49-F238E27FC236}">
                <a16:creationId xmlns:a16="http://schemas.microsoft.com/office/drawing/2014/main" id="{967834DD-9FE9-4A9A-BA59-BC9AEF46582E}"/>
              </a:ext>
            </a:extLst>
          </p:cNvPr>
          <p:cNvSpPr>
            <a:spLocks noGrp="1"/>
          </p:cNvSpPr>
          <p:nvPr/>
        </p:nvSpPr>
        <p:spPr>
          <a:xfrm>
            <a:off x="8394412" y="32932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3" name="9ub7_3_build_PredictedAtoms_24">
            <a:extLst>
              <a:ext uri="{FF2B5EF4-FFF2-40B4-BE49-F238E27FC236}">
                <a16:creationId xmlns:a16="http://schemas.microsoft.com/office/drawing/2014/main" id="{0E7205E0-229A-4121-A6D3-617DF577F33C}"/>
              </a:ext>
            </a:extLst>
          </p:cNvPr>
          <p:cNvSpPr>
            <a:spLocks noGrp="1"/>
          </p:cNvSpPr>
          <p:nvPr/>
        </p:nvSpPr>
        <p:spPr>
          <a:xfrm>
            <a:off x="8421406" y="31569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4" name="9ub7_3_build_PredictedAtoms_25">
            <a:extLst>
              <a:ext uri="{FF2B5EF4-FFF2-40B4-BE49-F238E27FC236}">
                <a16:creationId xmlns:a16="http://schemas.microsoft.com/office/drawing/2014/main" id="{D11AFBCA-F48C-4680-9473-48ABCA2D0B90}"/>
              </a:ext>
            </a:extLst>
          </p:cNvPr>
          <p:cNvSpPr>
            <a:spLocks noGrp="1"/>
          </p:cNvSpPr>
          <p:nvPr/>
        </p:nvSpPr>
        <p:spPr>
          <a:xfrm>
            <a:off x="8545788" y="30820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5" name="9ub7_3_build_PredictedAtoms_26">
            <a:extLst>
              <a:ext uri="{FF2B5EF4-FFF2-40B4-BE49-F238E27FC236}">
                <a16:creationId xmlns:a16="http://schemas.microsoft.com/office/drawing/2014/main" id="{079689EF-32B4-4D60-BE1C-A7462D48AF71}"/>
              </a:ext>
            </a:extLst>
          </p:cNvPr>
          <p:cNvSpPr>
            <a:spLocks noGrp="1"/>
          </p:cNvSpPr>
          <p:nvPr/>
        </p:nvSpPr>
        <p:spPr>
          <a:xfrm>
            <a:off x="8503650" y="2941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6" name="9ub7_3_build_PredictedAtoms_27">
            <a:extLst>
              <a:ext uri="{FF2B5EF4-FFF2-40B4-BE49-F238E27FC236}">
                <a16:creationId xmlns:a16="http://schemas.microsoft.com/office/drawing/2014/main" id="{F25955E3-42A9-46E3-887F-BB8545124F4F}"/>
              </a:ext>
            </a:extLst>
          </p:cNvPr>
          <p:cNvSpPr>
            <a:spLocks noGrp="1"/>
          </p:cNvSpPr>
          <p:nvPr/>
        </p:nvSpPr>
        <p:spPr>
          <a:xfrm>
            <a:off x="8584159" y="31137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7" name="9ub7_3_build_PredictedAtoms_28">
            <a:extLst>
              <a:ext uri="{FF2B5EF4-FFF2-40B4-BE49-F238E27FC236}">
                <a16:creationId xmlns:a16="http://schemas.microsoft.com/office/drawing/2014/main" id="{EB082EA3-484E-4C3C-8D7F-215CB9AE72F4}"/>
              </a:ext>
            </a:extLst>
          </p:cNvPr>
          <p:cNvSpPr>
            <a:spLocks noGrp="1"/>
          </p:cNvSpPr>
          <p:nvPr/>
        </p:nvSpPr>
        <p:spPr>
          <a:xfrm>
            <a:off x="8062829" y="35611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8" name="9ub7_3_build_PredictedAtoms_29">
            <a:extLst>
              <a:ext uri="{FF2B5EF4-FFF2-40B4-BE49-F238E27FC236}">
                <a16:creationId xmlns:a16="http://schemas.microsoft.com/office/drawing/2014/main" id="{E05784D7-D731-40F8-B7F6-92BC497F0411}"/>
              </a:ext>
            </a:extLst>
          </p:cNvPr>
          <p:cNvSpPr>
            <a:spLocks noGrp="1"/>
          </p:cNvSpPr>
          <p:nvPr/>
        </p:nvSpPr>
        <p:spPr>
          <a:xfrm>
            <a:off x="7921881" y="35996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9" name="9ub7_3_build_PredictedAtoms_30">
            <a:extLst>
              <a:ext uri="{FF2B5EF4-FFF2-40B4-BE49-F238E27FC236}">
                <a16:creationId xmlns:a16="http://schemas.microsoft.com/office/drawing/2014/main" id="{30D3A348-8FB0-40AA-9CDD-8096B57D4989}"/>
              </a:ext>
            </a:extLst>
          </p:cNvPr>
          <p:cNvSpPr>
            <a:spLocks noGrp="1"/>
          </p:cNvSpPr>
          <p:nvPr/>
        </p:nvSpPr>
        <p:spPr>
          <a:xfrm>
            <a:off x="7840709" y="34771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0" name="9ub7_3_build_PredictedAtoms_31">
            <a:extLst>
              <a:ext uri="{FF2B5EF4-FFF2-40B4-BE49-F238E27FC236}">
                <a16:creationId xmlns:a16="http://schemas.microsoft.com/office/drawing/2014/main" id="{7409E8D7-F8EE-45D1-A5CB-8806D4941671}"/>
              </a:ext>
            </a:extLst>
          </p:cNvPr>
          <p:cNvSpPr>
            <a:spLocks noGrp="1"/>
          </p:cNvSpPr>
          <p:nvPr/>
        </p:nvSpPr>
        <p:spPr>
          <a:xfrm>
            <a:off x="7465950" y="3316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1" name="9ub7_3_build_PredictedAtoms_32">
            <a:extLst>
              <a:ext uri="{FF2B5EF4-FFF2-40B4-BE49-F238E27FC236}">
                <a16:creationId xmlns:a16="http://schemas.microsoft.com/office/drawing/2014/main" id="{0E4A77E7-9BE9-4085-97D6-D46DAFC6A196}"/>
              </a:ext>
            </a:extLst>
          </p:cNvPr>
          <p:cNvSpPr>
            <a:spLocks noGrp="1"/>
          </p:cNvSpPr>
          <p:nvPr/>
        </p:nvSpPr>
        <p:spPr>
          <a:xfrm>
            <a:off x="7467629" y="32622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2" name="9ub7_3_build_PredictedAtoms_33">
            <a:extLst>
              <a:ext uri="{FF2B5EF4-FFF2-40B4-BE49-F238E27FC236}">
                <a16:creationId xmlns:a16="http://schemas.microsoft.com/office/drawing/2014/main" id="{1541579D-E5DA-44BC-AA28-4FAEA3CCE572}"/>
              </a:ext>
            </a:extLst>
          </p:cNvPr>
          <p:cNvSpPr>
            <a:spLocks noGrp="1"/>
          </p:cNvSpPr>
          <p:nvPr/>
        </p:nvSpPr>
        <p:spPr>
          <a:xfrm>
            <a:off x="7359446" y="32252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3" name="9ub7_3_build_PredictedAtoms_34">
            <a:extLst>
              <a:ext uri="{FF2B5EF4-FFF2-40B4-BE49-F238E27FC236}">
                <a16:creationId xmlns:a16="http://schemas.microsoft.com/office/drawing/2014/main" id="{F76778B0-26BE-40BD-8582-387E658DC0F4}"/>
              </a:ext>
            </a:extLst>
          </p:cNvPr>
          <p:cNvSpPr>
            <a:spLocks noGrp="1"/>
          </p:cNvSpPr>
          <p:nvPr/>
        </p:nvSpPr>
        <p:spPr>
          <a:xfrm>
            <a:off x="7201485" y="32356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4" name="stage3-cases-density_20">
            <a:extLst>
              <a:ext uri="{FF2B5EF4-FFF2-40B4-BE49-F238E27FC236}">
                <a16:creationId xmlns:a16="http://schemas.microsoft.com/office/drawing/2014/main" id="{16631B99-A2DA-45B6-B73A-B8BEB104CA18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2.64 Å   D 83%   Clash 0</a:t>
            </a:r>
          </a:p>
        </p:txBody>
      </p:sp>
      <p:sp>
        <p:nvSpPr>
          <p:cNvPr id="655" name="stage3-cases-density_21">
            <a:extLst>
              <a:ext uri="{FF2B5EF4-FFF2-40B4-BE49-F238E27FC236}">
                <a16:creationId xmlns:a16="http://schemas.microsoft.com/office/drawing/2014/main" id="{EA55DC59-D285-465B-AD79-5EBC96986B6A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c  9R3D · IHP (A:2401)</a:t>
            </a:r>
          </a:p>
        </p:txBody>
      </p:sp>
      <p:sp>
        <p:nvSpPr>
          <p:cNvPr id="656" name="stage3-cases-density_22">
            <a:extLst>
              <a:ext uri="{FF2B5EF4-FFF2-40B4-BE49-F238E27FC236}">
                <a16:creationId xmlns:a16="http://schemas.microsoft.com/office/drawing/2014/main" id="{E23182A7-ACB2-4549-99A0-CC7B8916FC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92767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57" name="stage3-cases-density_23">
            <a:extLst>
              <a:ext uri="{FF2B5EF4-FFF2-40B4-BE49-F238E27FC236}">
                <a16:creationId xmlns:a16="http://schemas.microsoft.com/office/drawing/2014/main" id="{53BD3A17-DFD2-455C-AAC1-9ACC5D18970F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58" name="9r3d_0_official_Receptor">
            <a:extLst>
              <a:ext uri="{FF2B5EF4-FFF2-40B4-BE49-F238E27FC236}">
                <a16:creationId xmlns:a16="http://schemas.microsoft.com/office/drawing/2014/main" id="{A4E49D5D-09B8-4CAB-B78D-D4CF85A4BE2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659" name="9r3d_0_official_ExperimentalDensity">
            <a:extLst>
              <a:ext uri="{FF2B5EF4-FFF2-40B4-BE49-F238E27FC236}">
                <a16:creationId xmlns:a16="http://schemas.microsoft.com/office/drawing/2014/main" id="{3FAB01D0-5231-474B-AEDC-BC57DE19EAA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60" name="9r3d_0_official_ReferenceLigand_0">
            <a:extLst>
              <a:ext uri="{FF2B5EF4-FFF2-40B4-BE49-F238E27FC236}">
                <a16:creationId xmlns:a16="http://schemas.microsoft.com/office/drawing/2014/main" id="{FDF136F2-F620-44B2-843E-A18346F2D79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1" name="9r3d_0_official_ReferenceLigand_1">
            <a:extLst>
              <a:ext uri="{FF2B5EF4-FFF2-40B4-BE49-F238E27FC236}">
                <a16:creationId xmlns:a16="http://schemas.microsoft.com/office/drawing/2014/main" id="{16848B82-7542-4B02-BAB1-2AB656B2D31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2" name="9r3d_0_official_ReferenceLigand_2">
            <a:extLst>
              <a:ext uri="{FF2B5EF4-FFF2-40B4-BE49-F238E27FC236}">
                <a16:creationId xmlns:a16="http://schemas.microsoft.com/office/drawing/2014/main" id="{605DC18F-07E3-405E-9FFB-4A66DBF8AD2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3" name="9r3d_0_official_ReferenceLigand_3">
            <a:extLst>
              <a:ext uri="{FF2B5EF4-FFF2-40B4-BE49-F238E27FC236}">
                <a16:creationId xmlns:a16="http://schemas.microsoft.com/office/drawing/2014/main" id="{8246E702-48E1-4425-95F3-A09C35C39FB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4" name="9r3d_0_official_ReferenceLigand_4">
            <a:extLst>
              <a:ext uri="{FF2B5EF4-FFF2-40B4-BE49-F238E27FC236}">
                <a16:creationId xmlns:a16="http://schemas.microsoft.com/office/drawing/2014/main" id="{85701D9B-71D4-498B-9D00-9CC07B2659F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5" name="9r3d_0_official_ReferenceLigand_5">
            <a:extLst>
              <a:ext uri="{FF2B5EF4-FFF2-40B4-BE49-F238E27FC236}">
                <a16:creationId xmlns:a16="http://schemas.microsoft.com/office/drawing/2014/main" id="{D2687649-4D79-4352-8D3A-6ED7015A268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6" name="9r3d_0_official_ReferenceLigand_6">
            <a:extLst>
              <a:ext uri="{FF2B5EF4-FFF2-40B4-BE49-F238E27FC236}">
                <a16:creationId xmlns:a16="http://schemas.microsoft.com/office/drawing/2014/main" id="{698A7A08-39B1-4E1E-A60A-18A3D203A1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7" name="9r3d_0_official_ReferenceLigand_7">
            <a:extLst>
              <a:ext uri="{FF2B5EF4-FFF2-40B4-BE49-F238E27FC236}">
                <a16:creationId xmlns:a16="http://schemas.microsoft.com/office/drawing/2014/main" id="{2B3053A1-F816-4FAD-8FED-2EB6F0352F1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8" name="9r3d_0_official_ReferenceLigand_8">
            <a:extLst>
              <a:ext uri="{FF2B5EF4-FFF2-40B4-BE49-F238E27FC236}">
                <a16:creationId xmlns:a16="http://schemas.microsoft.com/office/drawing/2014/main" id="{E49EBF01-5742-4C6A-AAB0-47614FA1931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9" name="9r3d_0_official_ReferenceLigand_9">
            <a:extLst>
              <a:ext uri="{FF2B5EF4-FFF2-40B4-BE49-F238E27FC236}">
                <a16:creationId xmlns:a16="http://schemas.microsoft.com/office/drawing/2014/main" id="{9E41879D-B041-4DA7-8C82-8FE745D46DF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0" name="9r3d_0_official_ReferenceLigand_10">
            <a:extLst>
              <a:ext uri="{FF2B5EF4-FFF2-40B4-BE49-F238E27FC236}">
                <a16:creationId xmlns:a16="http://schemas.microsoft.com/office/drawing/2014/main" id="{A1FAF246-3164-483D-B458-214E015ECA9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1" name="9r3d_0_official_ReferenceLigand_11">
            <a:extLst>
              <a:ext uri="{FF2B5EF4-FFF2-40B4-BE49-F238E27FC236}">
                <a16:creationId xmlns:a16="http://schemas.microsoft.com/office/drawing/2014/main" id="{55D14F9B-A20D-4460-A901-EDCBBDA0FE5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2" name="9r3d_0_official_ReferenceLigand_12">
            <a:extLst>
              <a:ext uri="{FF2B5EF4-FFF2-40B4-BE49-F238E27FC236}">
                <a16:creationId xmlns:a16="http://schemas.microsoft.com/office/drawing/2014/main" id="{24E869F3-9574-4D27-9059-77E684CB293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3" name="9r3d_0_official_ReferenceLigand_13">
            <a:extLst>
              <a:ext uri="{FF2B5EF4-FFF2-40B4-BE49-F238E27FC236}">
                <a16:creationId xmlns:a16="http://schemas.microsoft.com/office/drawing/2014/main" id="{649DDF4F-22E4-46C5-983C-5C31877DBA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4" name="9r3d_0_official_ReferenceLigand_14">
            <a:extLst>
              <a:ext uri="{FF2B5EF4-FFF2-40B4-BE49-F238E27FC236}">
                <a16:creationId xmlns:a16="http://schemas.microsoft.com/office/drawing/2014/main" id="{86CD8867-F051-4246-AF21-1E6A1ABE5BE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5" name="9r3d_0_official_ReferenceLigand_15">
            <a:extLst>
              <a:ext uri="{FF2B5EF4-FFF2-40B4-BE49-F238E27FC236}">
                <a16:creationId xmlns:a16="http://schemas.microsoft.com/office/drawing/2014/main" id="{578F5DCA-3731-48F8-ADF1-2B8772EE7A3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6" name="9r3d_0_official_ReferenceLigand_16">
            <a:extLst>
              <a:ext uri="{FF2B5EF4-FFF2-40B4-BE49-F238E27FC236}">
                <a16:creationId xmlns:a16="http://schemas.microsoft.com/office/drawing/2014/main" id="{9F275D4B-A7DE-4CA2-96AE-EC00FF6CDA3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7" name="9r3d_0_official_ReferenceLigand_17">
            <a:extLst>
              <a:ext uri="{FF2B5EF4-FFF2-40B4-BE49-F238E27FC236}">
                <a16:creationId xmlns:a16="http://schemas.microsoft.com/office/drawing/2014/main" id="{1C22C88E-091A-4E4F-9DE7-73D0DA056B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8" name="9r3d_0_official_ReferenceLigand_18">
            <a:extLst>
              <a:ext uri="{FF2B5EF4-FFF2-40B4-BE49-F238E27FC236}">
                <a16:creationId xmlns:a16="http://schemas.microsoft.com/office/drawing/2014/main" id="{85AFF6B7-EA93-4CBB-ACBF-C920F754689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9" name="9r3d_0_official_ReferenceLigand_19">
            <a:extLst>
              <a:ext uri="{FF2B5EF4-FFF2-40B4-BE49-F238E27FC236}">
                <a16:creationId xmlns:a16="http://schemas.microsoft.com/office/drawing/2014/main" id="{C08E64BD-D665-44F9-9BE2-8A5DF0BD57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0" name="9r3d_0_official_ReferenceLigand_20">
            <a:extLst>
              <a:ext uri="{FF2B5EF4-FFF2-40B4-BE49-F238E27FC236}">
                <a16:creationId xmlns:a16="http://schemas.microsoft.com/office/drawing/2014/main" id="{D27A64A1-74C9-4233-8AC5-1AE2ADF5385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1" name="9r3d_0_official_ReferenceLigand_21">
            <a:extLst>
              <a:ext uri="{FF2B5EF4-FFF2-40B4-BE49-F238E27FC236}">
                <a16:creationId xmlns:a16="http://schemas.microsoft.com/office/drawing/2014/main" id="{30D04453-0E01-4C2A-B6E1-6856CD1437C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2" name="9r3d_0_official_ReferenceLigand_22">
            <a:extLst>
              <a:ext uri="{FF2B5EF4-FFF2-40B4-BE49-F238E27FC236}">
                <a16:creationId xmlns:a16="http://schemas.microsoft.com/office/drawing/2014/main" id="{F0C46993-675E-47CA-8BAB-ACF8E08F5F1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3" name="9r3d_0_official_ReferenceLigand_23">
            <a:extLst>
              <a:ext uri="{FF2B5EF4-FFF2-40B4-BE49-F238E27FC236}">
                <a16:creationId xmlns:a16="http://schemas.microsoft.com/office/drawing/2014/main" id="{66251E7E-CA4D-489F-BE4D-DE0F8FF263A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4" name="9r3d_0_official_ReferenceLigand_24">
            <a:extLst>
              <a:ext uri="{FF2B5EF4-FFF2-40B4-BE49-F238E27FC236}">
                <a16:creationId xmlns:a16="http://schemas.microsoft.com/office/drawing/2014/main" id="{0F098242-82E2-404D-B268-247E81C1755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5" name="9r3d_0_official_ReferenceLigand_25">
            <a:extLst>
              <a:ext uri="{FF2B5EF4-FFF2-40B4-BE49-F238E27FC236}">
                <a16:creationId xmlns:a16="http://schemas.microsoft.com/office/drawing/2014/main" id="{2ADB4E75-9C11-44F4-A86E-4EC2128614F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6" name="9r3d_0_official_ReferenceLigand_26">
            <a:extLst>
              <a:ext uri="{FF2B5EF4-FFF2-40B4-BE49-F238E27FC236}">
                <a16:creationId xmlns:a16="http://schemas.microsoft.com/office/drawing/2014/main" id="{6AA1A27A-F7E2-49E4-B55D-4E534F0D9AA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7" name="9r3d_0_official_ReferenceLigand_27">
            <a:extLst>
              <a:ext uri="{FF2B5EF4-FFF2-40B4-BE49-F238E27FC236}">
                <a16:creationId xmlns:a16="http://schemas.microsoft.com/office/drawing/2014/main" id="{641F885D-DAB1-458C-9A11-BDA6C8F849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8" name="9r3d_0_official_ReferenceLigand_28">
            <a:extLst>
              <a:ext uri="{FF2B5EF4-FFF2-40B4-BE49-F238E27FC236}">
                <a16:creationId xmlns:a16="http://schemas.microsoft.com/office/drawing/2014/main" id="{D44CC775-3269-40EB-9AB5-76B7BDFDAEE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9" name="9r3d_0_official_ReferenceLigand_29">
            <a:extLst>
              <a:ext uri="{FF2B5EF4-FFF2-40B4-BE49-F238E27FC236}">
                <a16:creationId xmlns:a16="http://schemas.microsoft.com/office/drawing/2014/main" id="{06AD61A4-D755-4854-AD96-20E7DA5CF2B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0" name="9r3d_0_official_ReferenceLigand_30">
            <a:extLst>
              <a:ext uri="{FF2B5EF4-FFF2-40B4-BE49-F238E27FC236}">
                <a16:creationId xmlns:a16="http://schemas.microsoft.com/office/drawing/2014/main" id="{80E833D7-CFDE-40D1-AF6B-22066CC53D6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1" name="9r3d_0_official_ReferenceLigand_31">
            <a:extLst>
              <a:ext uri="{FF2B5EF4-FFF2-40B4-BE49-F238E27FC236}">
                <a16:creationId xmlns:a16="http://schemas.microsoft.com/office/drawing/2014/main" id="{B3C29338-074B-437A-BAEC-6438C4CA832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2" name="9r3d_0_official_ReferenceLigand_32">
            <a:extLst>
              <a:ext uri="{FF2B5EF4-FFF2-40B4-BE49-F238E27FC236}">
                <a16:creationId xmlns:a16="http://schemas.microsoft.com/office/drawing/2014/main" id="{E1E7F62D-F813-46A7-9C3D-C0F1CA0C0AC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3" name="9r3d_0_official_ReferenceLigand_33">
            <a:extLst>
              <a:ext uri="{FF2B5EF4-FFF2-40B4-BE49-F238E27FC236}">
                <a16:creationId xmlns:a16="http://schemas.microsoft.com/office/drawing/2014/main" id="{489A8416-B82B-408C-B40D-4E5C16ABE5A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4" name="9r3d_0_official_ReferenceLigand_34">
            <a:extLst>
              <a:ext uri="{FF2B5EF4-FFF2-40B4-BE49-F238E27FC236}">
                <a16:creationId xmlns:a16="http://schemas.microsoft.com/office/drawing/2014/main" id="{53E4D1D9-1A25-4A93-AF73-F3250197466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5" name="9r3d_0_official_ReferenceLigand_35">
            <a:extLst>
              <a:ext uri="{FF2B5EF4-FFF2-40B4-BE49-F238E27FC236}">
                <a16:creationId xmlns:a16="http://schemas.microsoft.com/office/drawing/2014/main" id="{6FE3CF07-DF93-4346-9B1D-D77B0E7BEDA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6" name="9r3d_0_official_PredictedLigand_0">
            <a:extLst>
              <a:ext uri="{FF2B5EF4-FFF2-40B4-BE49-F238E27FC236}">
                <a16:creationId xmlns:a16="http://schemas.microsoft.com/office/drawing/2014/main" id="{126A632C-3635-42B9-BAE4-BBF926D6868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24430" y="6845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7" name="9r3d_0_official_PredictedLigand_1">
            <a:extLst>
              <a:ext uri="{FF2B5EF4-FFF2-40B4-BE49-F238E27FC236}">
                <a16:creationId xmlns:a16="http://schemas.microsoft.com/office/drawing/2014/main" id="{B0C4014C-4CA9-41A9-8FD2-91744FBB5D7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06273" y="443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8" name="9r3d_0_official_PredictedLigand_2">
            <a:extLst>
              <a:ext uri="{FF2B5EF4-FFF2-40B4-BE49-F238E27FC236}">
                <a16:creationId xmlns:a16="http://schemas.microsoft.com/office/drawing/2014/main" id="{75821FEA-4345-4CEE-9DBE-AE4EB978877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025113" y="634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9" name="9r3d_0_official_PredictedLigand_3">
            <a:extLst>
              <a:ext uri="{FF2B5EF4-FFF2-40B4-BE49-F238E27FC236}">
                <a16:creationId xmlns:a16="http://schemas.microsoft.com/office/drawing/2014/main" id="{54F08D91-3E3A-4622-BA5A-E25EF581C50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4334" y="645247"/>
                </a:moveTo>
                <a:lnTo>
                  <a:pt x="1186083" y="5972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r3d_0_official_PredictedLigand_4">
            <a:extLst>
              <a:ext uri="{FF2B5EF4-FFF2-40B4-BE49-F238E27FC236}">
                <a16:creationId xmlns:a16="http://schemas.microsoft.com/office/drawing/2014/main" id="{BDC23C12-80E2-4752-AA32-B249F6EB4CB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658348" y="268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r3d_0_official_PredictedLigand_5">
            <a:extLst>
              <a:ext uri="{FF2B5EF4-FFF2-40B4-BE49-F238E27FC236}">
                <a16:creationId xmlns:a16="http://schemas.microsoft.com/office/drawing/2014/main" id="{19214BCA-DB5F-47D6-BB28-2FAA71808CA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94334" y="645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r3d_0_official_PredictedLigand_6">
            <a:extLst>
              <a:ext uri="{FF2B5EF4-FFF2-40B4-BE49-F238E27FC236}">
                <a16:creationId xmlns:a16="http://schemas.microsoft.com/office/drawing/2014/main" id="{E0A0C4B4-682D-4F11-9217-0FA0CA2BDF4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58521" y="4941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r3d_0_official_PredictedLigand_7">
            <a:extLst>
              <a:ext uri="{FF2B5EF4-FFF2-40B4-BE49-F238E27FC236}">
                <a16:creationId xmlns:a16="http://schemas.microsoft.com/office/drawing/2014/main" id="{6716662E-DB81-42AE-AD60-449A2C548D5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488398" y="1175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r3d_0_official_PredictedLigand_8">
            <a:extLst>
              <a:ext uri="{FF2B5EF4-FFF2-40B4-BE49-F238E27FC236}">
                <a16:creationId xmlns:a16="http://schemas.microsoft.com/office/drawing/2014/main" id="{C7859DE4-1AD4-42F4-A80A-3FDFA37BA48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0482" y="389260"/>
                </a:moveTo>
                <a:lnTo>
                  <a:pt x="1650045" y="3511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5" name="9r3d_0_official_PredictedLigand_9">
            <a:extLst>
              <a:ext uri="{FF2B5EF4-FFF2-40B4-BE49-F238E27FC236}">
                <a16:creationId xmlns:a16="http://schemas.microsoft.com/office/drawing/2014/main" id="{5FFA4015-6FF9-43AC-8340-86F25C68FED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8521" y="494138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6" name="9r3d_0_official_PredictedLigand_10">
            <a:extLst>
              <a:ext uri="{FF2B5EF4-FFF2-40B4-BE49-F238E27FC236}">
                <a16:creationId xmlns:a16="http://schemas.microsoft.com/office/drawing/2014/main" id="{4BFB028D-8B93-4746-8C66-75909C00F44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66772" y="2575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7" name="9r3d_0_official_PredictedLigand_11">
            <a:extLst>
              <a:ext uri="{FF2B5EF4-FFF2-40B4-BE49-F238E27FC236}">
                <a16:creationId xmlns:a16="http://schemas.microsoft.com/office/drawing/2014/main" id="{57E90530-196C-4DD0-90DC-70E7554903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348" y="947754"/>
                </a:moveTo>
                <a:lnTo>
                  <a:pt x="1423630" y="11168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8" name="9r3d_0_official_PredictedLigand_12">
            <a:extLst>
              <a:ext uri="{FF2B5EF4-FFF2-40B4-BE49-F238E27FC236}">
                <a16:creationId xmlns:a16="http://schemas.microsoft.com/office/drawing/2014/main" id="{78ADFD80-A9BD-4968-B168-92796165F5A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318" y="565087"/>
                </a:moveTo>
                <a:lnTo>
                  <a:pt x="1308948" y="5928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9" name="9r3d_0_official_PredictedLigand_13">
            <a:extLst>
              <a:ext uri="{FF2B5EF4-FFF2-40B4-BE49-F238E27FC236}">
                <a16:creationId xmlns:a16="http://schemas.microsoft.com/office/drawing/2014/main" id="{A9086728-D2CF-4D4B-9742-9B3A4D22C91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277983" y="12025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0" name="9r3d_0_official_PredictedLigand_14">
            <a:extLst>
              <a:ext uri="{FF2B5EF4-FFF2-40B4-BE49-F238E27FC236}">
                <a16:creationId xmlns:a16="http://schemas.microsoft.com/office/drawing/2014/main" id="{7C57AB13-AADA-489E-9912-A92D90642AA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941145" y="7936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1" name="9r3d_0_official_PredictedLigand_15">
            <a:extLst>
              <a:ext uri="{FF2B5EF4-FFF2-40B4-BE49-F238E27FC236}">
                <a16:creationId xmlns:a16="http://schemas.microsoft.com/office/drawing/2014/main" id="{FAB36C54-8D2C-434D-99BB-8CB1B16468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401348" y="947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2" name="9r3d_0_official_PredictedLigand_16">
            <a:extLst>
              <a:ext uri="{FF2B5EF4-FFF2-40B4-BE49-F238E27FC236}">
                <a16:creationId xmlns:a16="http://schemas.microsoft.com/office/drawing/2014/main" id="{BC8A5D3F-B8B5-4ABA-8992-C0743EDF2C1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681047" y="7205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3" name="9r3d_0_official_PredictedLigand_17">
            <a:extLst>
              <a:ext uri="{FF2B5EF4-FFF2-40B4-BE49-F238E27FC236}">
                <a16:creationId xmlns:a16="http://schemas.microsoft.com/office/drawing/2014/main" id="{F527D9F9-830E-4995-BF86-B52329BD94E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1047" y="720536"/>
                </a:moveTo>
                <a:lnTo>
                  <a:pt x="1826453" y="7501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4" name="9r3d_0_official_PredictedLigand_18">
            <a:extLst>
              <a:ext uri="{FF2B5EF4-FFF2-40B4-BE49-F238E27FC236}">
                <a16:creationId xmlns:a16="http://schemas.microsoft.com/office/drawing/2014/main" id="{804DB195-972A-4411-8D14-8CBCFB3B2B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5" name="9r3d_0_official_PredictedLigand_19">
            <a:extLst>
              <a:ext uri="{FF2B5EF4-FFF2-40B4-BE49-F238E27FC236}">
                <a16:creationId xmlns:a16="http://schemas.microsoft.com/office/drawing/2014/main" id="{277B171A-CD1E-47BD-9471-A7B73C9AD7E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27661" y="6431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6" name="9r3d_0_official_PredictedLigand_20">
            <a:extLst>
              <a:ext uri="{FF2B5EF4-FFF2-40B4-BE49-F238E27FC236}">
                <a16:creationId xmlns:a16="http://schemas.microsoft.com/office/drawing/2014/main" id="{C664B841-9AF8-459A-8D1F-6ABED288885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527795" y="1131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7" name="9r3d_0_official_PredictedLigand_21">
            <a:extLst>
              <a:ext uri="{FF2B5EF4-FFF2-40B4-BE49-F238E27FC236}">
                <a16:creationId xmlns:a16="http://schemas.microsoft.com/office/drawing/2014/main" id="{7EB5C448-0DB3-42CC-BE50-F410715A6AA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532438" y="7080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8" name="9r3d_0_official_PredictedLigand_22">
            <a:extLst>
              <a:ext uri="{FF2B5EF4-FFF2-40B4-BE49-F238E27FC236}">
                <a16:creationId xmlns:a16="http://schemas.microsoft.com/office/drawing/2014/main" id="{71917D15-BD64-48C8-A64E-00EBF153561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066133" y="6140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9" name="9r3d_0_official_PredictedLigand_23">
            <a:extLst>
              <a:ext uri="{FF2B5EF4-FFF2-40B4-BE49-F238E27FC236}">
                <a16:creationId xmlns:a16="http://schemas.microsoft.com/office/drawing/2014/main" id="{F0223416-9E00-42E9-8B0E-67C492AB18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887661" y="6163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0" name="9r3d_0_official_PredictedLigand_24">
            <a:extLst>
              <a:ext uri="{FF2B5EF4-FFF2-40B4-BE49-F238E27FC236}">
                <a16:creationId xmlns:a16="http://schemas.microsoft.com/office/drawing/2014/main" id="{FB54E89F-C9D2-4115-92B3-212611C4EE2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422301" y="838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1" name="9r3d_0_official_PredictedLigand_25">
            <a:extLst>
              <a:ext uri="{FF2B5EF4-FFF2-40B4-BE49-F238E27FC236}">
                <a16:creationId xmlns:a16="http://schemas.microsoft.com/office/drawing/2014/main" id="{62DA2C85-615B-47EA-9516-23265FDA2E4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799019" y="8791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2" name="9r3d_0_official_PredictedLigand_26">
            <a:extLst>
              <a:ext uri="{FF2B5EF4-FFF2-40B4-BE49-F238E27FC236}">
                <a16:creationId xmlns:a16="http://schemas.microsoft.com/office/drawing/2014/main" id="{53D658C7-253A-48FB-AC79-E0E669F147D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859550" y="4331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3" name="9r3d_0_official_PredictedLigand_27">
            <a:extLst>
              <a:ext uri="{FF2B5EF4-FFF2-40B4-BE49-F238E27FC236}">
                <a16:creationId xmlns:a16="http://schemas.microsoft.com/office/drawing/2014/main" id="{88892951-CDED-4339-8C11-3735FF909B0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273218" y="80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4" name="9r3d_0_official_PredictedLigand_28">
            <a:extLst>
              <a:ext uri="{FF2B5EF4-FFF2-40B4-BE49-F238E27FC236}">
                <a16:creationId xmlns:a16="http://schemas.microsoft.com/office/drawing/2014/main" id="{95221B48-8FC3-4145-A3FC-6FA557A0D3A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6133" y="614048"/>
                </a:moveTo>
                <a:lnTo>
                  <a:pt x="999653" y="472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5" name="9r3d_0_official_PredictedLigand_29">
            <a:extLst>
              <a:ext uri="{FF2B5EF4-FFF2-40B4-BE49-F238E27FC236}">
                <a16:creationId xmlns:a16="http://schemas.microsoft.com/office/drawing/2014/main" id="{602531D9-7070-49CF-A42B-14349DC0245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183061" y="9430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6" name="9r3d_0_official_PredictedLigand_30">
            <a:extLst>
              <a:ext uri="{FF2B5EF4-FFF2-40B4-BE49-F238E27FC236}">
                <a16:creationId xmlns:a16="http://schemas.microsoft.com/office/drawing/2014/main" id="{D6AAA9C8-8209-4922-829F-8BB1A25C24E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1116805" y="3507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7" name="9r3d_0_official_PredictedLigand_31">
            <a:extLst>
              <a:ext uri="{FF2B5EF4-FFF2-40B4-BE49-F238E27FC236}">
                <a16:creationId xmlns:a16="http://schemas.microsoft.com/office/drawing/2014/main" id="{0F3F9B25-DD67-4F7A-9A65-DFE823BB2CA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08434" y="8801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8" name="9r3d_0_official_PredictedLigand_32">
            <a:extLst>
              <a:ext uri="{FF2B5EF4-FFF2-40B4-BE49-F238E27FC236}">
                <a16:creationId xmlns:a16="http://schemas.microsoft.com/office/drawing/2014/main" id="{E7C631F6-FCCA-4CE1-B9F2-3DA6612FFE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3061" y="943073"/>
                </a:moveTo>
                <a:lnTo>
                  <a:pt x="1018382" y="9338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9" name="9r3d_0_official_PredictedLigand_33">
            <a:extLst>
              <a:ext uri="{FF2B5EF4-FFF2-40B4-BE49-F238E27FC236}">
                <a16:creationId xmlns:a16="http://schemas.microsoft.com/office/drawing/2014/main" id="{BE97A875-F6F7-456E-A3C3-DD6AA4E863F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71771" y="10839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0" name="9r3d_0_official_PredictedLigand_34">
            <a:extLst>
              <a:ext uri="{FF2B5EF4-FFF2-40B4-BE49-F238E27FC236}">
                <a16:creationId xmlns:a16="http://schemas.microsoft.com/office/drawing/2014/main" id="{B434D313-C080-4492-B873-6A04EC355C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962350" y="495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1" name="9r3d_0_official_PredictedLigand_35">
            <a:extLst>
              <a:ext uri="{FF2B5EF4-FFF2-40B4-BE49-F238E27FC236}">
                <a16:creationId xmlns:a16="http://schemas.microsoft.com/office/drawing/2014/main" id="{C518BA0A-CBD3-4A68-9371-7A3FCF77EF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1013016" y="82688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2" name="9r3d_0_official_PredictedAtoms_0">
            <a:extLst>
              <a:ext uri="{FF2B5EF4-FFF2-40B4-BE49-F238E27FC236}">
                <a16:creationId xmlns:a16="http://schemas.microsoft.com/office/drawing/2014/main" id="{F457054D-CBEF-4230-B0C5-027C7F757A47}"/>
              </a:ext>
            </a:extLst>
          </p:cNvPr>
          <p:cNvSpPr>
            <a:spLocks noGrp="1"/>
          </p:cNvSpPr>
          <p:nvPr/>
        </p:nvSpPr>
        <p:spPr>
          <a:xfrm>
            <a:off x="2022889" y="47450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3" name="9r3d_0_official_PredictedAtoms_1">
            <a:extLst>
              <a:ext uri="{FF2B5EF4-FFF2-40B4-BE49-F238E27FC236}">
                <a16:creationId xmlns:a16="http://schemas.microsoft.com/office/drawing/2014/main" id="{71A5A2FC-FBBA-4433-9EDA-9628977F6ECB}"/>
              </a:ext>
            </a:extLst>
          </p:cNvPr>
          <p:cNvSpPr>
            <a:spLocks noGrp="1"/>
          </p:cNvSpPr>
          <p:nvPr/>
        </p:nvSpPr>
        <p:spPr>
          <a:xfrm>
            <a:off x="1862453" y="47069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4" name="9r3d_0_official_PredictedAtoms_2">
            <a:extLst>
              <a:ext uri="{FF2B5EF4-FFF2-40B4-BE49-F238E27FC236}">
                <a16:creationId xmlns:a16="http://schemas.microsoft.com/office/drawing/2014/main" id="{D754DD70-1F75-42B9-AB9B-EFBA626B637F}"/>
              </a:ext>
            </a:extLst>
          </p:cNvPr>
          <p:cNvSpPr>
            <a:spLocks noGrp="1"/>
          </p:cNvSpPr>
          <p:nvPr/>
        </p:nvSpPr>
        <p:spPr>
          <a:xfrm>
            <a:off x="1870755" y="46245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5" name="9r3d_0_official_PredictedAtoms_3">
            <a:extLst>
              <a:ext uri="{FF2B5EF4-FFF2-40B4-BE49-F238E27FC236}">
                <a16:creationId xmlns:a16="http://schemas.microsoft.com/office/drawing/2014/main" id="{8333B45A-9D9B-4BAC-A414-F0EB6735BBB4}"/>
              </a:ext>
            </a:extLst>
          </p:cNvPr>
          <p:cNvSpPr>
            <a:spLocks noGrp="1"/>
          </p:cNvSpPr>
          <p:nvPr/>
        </p:nvSpPr>
        <p:spPr>
          <a:xfrm>
            <a:off x="1779179" y="46133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6" name="9r3d_0_official_PredictedAtoms_4">
            <a:extLst>
              <a:ext uri="{FF2B5EF4-FFF2-40B4-BE49-F238E27FC236}">
                <a16:creationId xmlns:a16="http://schemas.microsoft.com/office/drawing/2014/main" id="{7470E78A-BB96-4615-BF84-96EC32485F7A}"/>
              </a:ext>
            </a:extLst>
          </p:cNvPr>
          <p:cNvSpPr>
            <a:spLocks noGrp="1"/>
          </p:cNvSpPr>
          <p:nvPr/>
        </p:nvSpPr>
        <p:spPr>
          <a:xfrm>
            <a:off x="1770929" y="48499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7" name="9r3d_0_official_PredictedAtoms_5">
            <a:extLst>
              <a:ext uri="{FF2B5EF4-FFF2-40B4-BE49-F238E27FC236}">
                <a16:creationId xmlns:a16="http://schemas.microsoft.com/office/drawing/2014/main" id="{B1CF1A74-D097-4773-9704-FB8B0650E460}"/>
              </a:ext>
            </a:extLst>
          </p:cNvPr>
          <p:cNvSpPr>
            <a:spLocks noGrp="1"/>
          </p:cNvSpPr>
          <p:nvPr/>
        </p:nvSpPr>
        <p:spPr>
          <a:xfrm>
            <a:off x="1681726" y="492087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8" name="9r3d_0_official_PredictedAtoms_6">
            <a:extLst>
              <a:ext uri="{FF2B5EF4-FFF2-40B4-BE49-F238E27FC236}">
                <a16:creationId xmlns:a16="http://schemas.microsoft.com/office/drawing/2014/main" id="{F095678B-6444-46FC-8835-BCC0218E52EB}"/>
              </a:ext>
            </a:extLst>
          </p:cNvPr>
          <p:cNvSpPr>
            <a:spLocks noGrp="1"/>
          </p:cNvSpPr>
          <p:nvPr/>
        </p:nvSpPr>
        <p:spPr>
          <a:xfrm>
            <a:off x="1521356" y="4948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9" name="9r3d_0_official_PredictedAtoms_7">
            <a:extLst>
              <a:ext uri="{FF2B5EF4-FFF2-40B4-BE49-F238E27FC236}">
                <a16:creationId xmlns:a16="http://schemas.microsoft.com/office/drawing/2014/main" id="{3D15A81B-B726-4414-97B1-89E0BABC3020}"/>
              </a:ext>
            </a:extLst>
          </p:cNvPr>
          <p:cNvSpPr>
            <a:spLocks noGrp="1"/>
          </p:cNvSpPr>
          <p:nvPr/>
        </p:nvSpPr>
        <p:spPr>
          <a:xfrm>
            <a:off x="1506742" y="50010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0" name="9r3d_0_official_PredictedAtoms_8">
            <a:extLst>
              <a:ext uri="{FF2B5EF4-FFF2-40B4-BE49-F238E27FC236}">
                <a16:creationId xmlns:a16="http://schemas.microsoft.com/office/drawing/2014/main" id="{99A14FF7-AA4A-4713-AD0D-2C275E364138}"/>
              </a:ext>
            </a:extLst>
          </p:cNvPr>
          <p:cNvSpPr>
            <a:spLocks noGrp="1"/>
          </p:cNvSpPr>
          <p:nvPr/>
        </p:nvSpPr>
        <p:spPr>
          <a:xfrm>
            <a:off x="1398491" y="49530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1" name="9r3d_0_official_PredictedAtoms_9">
            <a:extLst>
              <a:ext uri="{FF2B5EF4-FFF2-40B4-BE49-F238E27FC236}">
                <a16:creationId xmlns:a16="http://schemas.microsoft.com/office/drawing/2014/main" id="{36E45ADF-F077-4E9C-8F93-49EBB7958265}"/>
              </a:ext>
            </a:extLst>
          </p:cNvPr>
          <p:cNvSpPr>
            <a:spLocks noGrp="1"/>
          </p:cNvSpPr>
          <p:nvPr/>
        </p:nvSpPr>
        <p:spPr>
          <a:xfrm>
            <a:off x="1418680" y="4799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2" name="9r3d_0_official_PredictedAtoms_10">
            <a:extLst>
              <a:ext uri="{FF2B5EF4-FFF2-40B4-BE49-F238E27FC236}">
                <a16:creationId xmlns:a16="http://schemas.microsoft.com/office/drawing/2014/main" id="{5B28DFD2-57C9-4623-AE03-89045A06053B}"/>
              </a:ext>
            </a:extLst>
          </p:cNvPr>
          <p:cNvSpPr>
            <a:spLocks noGrp="1"/>
          </p:cNvSpPr>
          <p:nvPr/>
        </p:nvSpPr>
        <p:spPr>
          <a:xfrm>
            <a:off x="1237520" y="49907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3" name="9r3d_0_official_PredictedAtoms_11">
            <a:extLst>
              <a:ext uri="{FF2B5EF4-FFF2-40B4-BE49-F238E27FC236}">
                <a16:creationId xmlns:a16="http://schemas.microsoft.com/office/drawing/2014/main" id="{88397C7B-4317-478D-AB33-D0AC8DF88429}"/>
              </a:ext>
            </a:extLst>
          </p:cNvPr>
          <p:cNvSpPr>
            <a:spLocks noGrp="1"/>
          </p:cNvSpPr>
          <p:nvPr/>
        </p:nvSpPr>
        <p:spPr>
          <a:xfrm>
            <a:off x="1436838" y="50403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4" name="9r3d_0_official_PredictedAtoms_12">
            <a:extLst>
              <a:ext uri="{FF2B5EF4-FFF2-40B4-BE49-F238E27FC236}">
                <a16:creationId xmlns:a16="http://schemas.microsoft.com/office/drawing/2014/main" id="{F71CA6DF-F4BC-48FB-A087-4A4F21B66AEA}"/>
              </a:ext>
            </a:extLst>
          </p:cNvPr>
          <p:cNvSpPr>
            <a:spLocks noGrp="1"/>
          </p:cNvSpPr>
          <p:nvPr/>
        </p:nvSpPr>
        <p:spPr>
          <a:xfrm>
            <a:off x="1440068" y="49989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5" name="9r3d_0_official_PredictedAtoms_13">
            <a:extLst>
              <a:ext uri="{FF2B5EF4-FFF2-40B4-BE49-F238E27FC236}">
                <a16:creationId xmlns:a16="http://schemas.microsoft.com/office/drawing/2014/main" id="{509E5ECB-AB58-41CF-9E5A-60ED3E777D08}"/>
              </a:ext>
            </a:extLst>
          </p:cNvPr>
          <p:cNvSpPr>
            <a:spLocks noGrp="1"/>
          </p:cNvSpPr>
          <p:nvPr/>
        </p:nvSpPr>
        <p:spPr>
          <a:xfrm>
            <a:off x="1278541" y="49698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6" name="9r3d_0_official_PredictedAtoms_14">
            <a:extLst>
              <a:ext uri="{FF2B5EF4-FFF2-40B4-BE49-F238E27FC236}">
                <a16:creationId xmlns:a16="http://schemas.microsoft.com/office/drawing/2014/main" id="{81C4710A-4D79-446B-B352-886432A9FD48}"/>
              </a:ext>
            </a:extLst>
          </p:cNvPr>
          <p:cNvSpPr>
            <a:spLocks noGrp="1"/>
          </p:cNvSpPr>
          <p:nvPr/>
        </p:nvSpPr>
        <p:spPr>
          <a:xfrm>
            <a:off x="1212060" y="4828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7" name="9r3d_0_official_PredictedAtoms_15">
            <a:extLst>
              <a:ext uri="{FF2B5EF4-FFF2-40B4-BE49-F238E27FC236}">
                <a16:creationId xmlns:a16="http://schemas.microsoft.com/office/drawing/2014/main" id="{5CB55658-25B9-419D-8B01-11721C875151}"/>
              </a:ext>
            </a:extLst>
          </p:cNvPr>
          <p:cNvSpPr>
            <a:spLocks noGrp="1"/>
          </p:cNvSpPr>
          <p:nvPr/>
        </p:nvSpPr>
        <p:spPr>
          <a:xfrm>
            <a:off x="1071958" y="4788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8" name="9r3d_0_official_PredictedAtoms_16">
            <a:extLst>
              <a:ext uri="{FF2B5EF4-FFF2-40B4-BE49-F238E27FC236}">
                <a16:creationId xmlns:a16="http://schemas.microsoft.com/office/drawing/2014/main" id="{B23F7C3B-EA34-4A69-8A50-348F8E0B635E}"/>
              </a:ext>
            </a:extLst>
          </p:cNvPr>
          <p:cNvSpPr>
            <a:spLocks noGrp="1"/>
          </p:cNvSpPr>
          <p:nvPr/>
        </p:nvSpPr>
        <p:spPr>
          <a:xfrm>
            <a:off x="1174757" y="48508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9" name="9r3d_0_official_PredictedAtoms_17">
            <a:extLst>
              <a:ext uri="{FF2B5EF4-FFF2-40B4-BE49-F238E27FC236}">
                <a16:creationId xmlns:a16="http://schemas.microsoft.com/office/drawing/2014/main" id="{A6E30860-E081-4EF3-9FDE-7D6526068910}"/>
              </a:ext>
            </a:extLst>
          </p:cNvPr>
          <p:cNvSpPr>
            <a:spLocks noGrp="1"/>
          </p:cNvSpPr>
          <p:nvPr/>
        </p:nvSpPr>
        <p:spPr>
          <a:xfrm>
            <a:off x="1329213" y="47065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0" name="9r3d_0_official_PredictedAtoms_18">
            <a:extLst>
              <a:ext uri="{FF2B5EF4-FFF2-40B4-BE49-F238E27FC236}">
                <a16:creationId xmlns:a16="http://schemas.microsoft.com/office/drawing/2014/main" id="{60894ABA-0528-499B-A521-0A0E8E6B8D9C}"/>
              </a:ext>
            </a:extLst>
          </p:cNvPr>
          <p:cNvSpPr>
            <a:spLocks noGrp="1"/>
          </p:cNvSpPr>
          <p:nvPr/>
        </p:nvSpPr>
        <p:spPr>
          <a:xfrm>
            <a:off x="1485625" y="51602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1" name="9r3d_0_official_PredictedAtoms_19">
            <a:extLst>
              <a:ext uri="{FF2B5EF4-FFF2-40B4-BE49-F238E27FC236}">
                <a16:creationId xmlns:a16="http://schemas.microsoft.com/office/drawing/2014/main" id="{9F5831CC-147E-44CC-B0D9-F6CA63C066D2}"/>
              </a:ext>
            </a:extLst>
          </p:cNvPr>
          <p:cNvSpPr>
            <a:spLocks noGrp="1"/>
          </p:cNvSpPr>
          <p:nvPr/>
        </p:nvSpPr>
        <p:spPr>
          <a:xfrm>
            <a:off x="1395468" y="52988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2" name="9r3d_0_official_PredictedAtoms_20">
            <a:extLst>
              <a:ext uri="{FF2B5EF4-FFF2-40B4-BE49-F238E27FC236}">
                <a16:creationId xmlns:a16="http://schemas.microsoft.com/office/drawing/2014/main" id="{5C028FF3-CC82-4B1F-A37B-7C3C0B110DC1}"/>
              </a:ext>
            </a:extLst>
          </p:cNvPr>
          <p:cNvSpPr>
            <a:spLocks noGrp="1"/>
          </p:cNvSpPr>
          <p:nvPr/>
        </p:nvSpPr>
        <p:spPr>
          <a:xfrm>
            <a:off x="1230790" y="52896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3" name="9r3d_0_official_PredictedAtoms_21">
            <a:extLst>
              <a:ext uri="{FF2B5EF4-FFF2-40B4-BE49-F238E27FC236}">
                <a16:creationId xmlns:a16="http://schemas.microsoft.com/office/drawing/2014/main" id="{226F10B5-05EB-4471-968B-08E58E688502}"/>
              </a:ext>
            </a:extLst>
          </p:cNvPr>
          <p:cNvSpPr>
            <a:spLocks noGrp="1"/>
          </p:cNvSpPr>
          <p:nvPr/>
        </p:nvSpPr>
        <p:spPr>
          <a:xfrm>
            <a:off x="1184178" y="54396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4" name="9r3d_0_official_PredictedAtoms_22">
            <a:extLst>
              <a:ext uri="{FF2B5EF4-FFF2-40B4-BE49-F238E27FC236}">
                <a16:creationId xmlns:a16="http://schemas.microsoft.com/office/drawing/2014/main" id="{C0AFC46C-4987-4D35-9FFC-498A9C849ECA}"/>
              </a:ext>
            </a:extLst>
          </p:cNvPr>
          <p:cNvSpPr>
            <a:spLocks noGrp="1"/>
          </p:cNvSpPr>
          <p:nvPr/>
        </p:nvSpPr>
        <p:spPr>
          <a:xfrm>
            <a:off x="1120842" y="5235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5" name="9r3d_0_official_PredictedAtoms_23">
            <a:extLst>
              <a:ext uri="{FF2B5EF4-FFF2-40B4-BE49-F238E27FC236}">
                <a16:creationId xmlns:a16="http://schemas.microsoft.com/office/drawing/2014/main" id="{48B9BCE8-F647-4D13-9436-0377A25CA4EE}"/>
              </a:ext>
            </a:extLst>
          </p:cNvPr>
          <p:cNvSpPr>
            <a:spLocks noGrp="1"/>
          </p:cNvSpPr>
          <p:nvPr/>
        </p:nvSpPr>
        <p:spPr>
          <a:xfrm>
            <a:off x="1225423" y="518266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6" name="9r3d_0_official_PredictedAtoms_24">
            <a:extLst>
              <a:ext uri="{FF2B5EF4-FFF2-40B4-BE49-F238E27FC236}">
                <a16:creationId xmlns:a16="http://schemas.microsoft.com/office/drawing/2014/main" id="{59237047-AA07-4224-9C5B-AD89C7D24883}"/>
              </a:ext>
            </a:extLst>
          </p:cNvPr>
          <p:cNvSpPr>
            <a:spLocks noGrp="1"/>
          </p:cNvSpPr>
          <p:nvPr/>
        </p:nvSpPr>
        <p:spPr>
          <a:xfrm>
            <a:off x="1634708" y="5194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7" name="9r3d_0_official_PredictedAtoms_25">
            <a:extLst>
              <a:ext uri="{FF2B5EF4-FFF2-40B4-BE49-F238E27FC236}">
                <a16:creationId xmlns:a16="http://schemas.microsoft.com/office/drawing/2014/main" id="{D855757B-49EB-44F1-A20C-7D57504689DF}"/>
              </a:ext>
            </a:extLst>
          </p:cNvPr>
          <p:cNvSpPr>
            <a:spLocks noGrp="1"/>
          </p:cNvSpPr>
          <p:nvPr/>
        </p:nvSpPr>
        <p:spPr>
          <a:xfrm>
            <a:off x="1613756" y="53035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8" name="9r3d_0_official_PredictedAtoms_26">
            <a:extLst>
              <a:ext uri="{FF2B5EF4-FFF2-40B4-BE49-F238E27FC236}">
                <a16:creationId xmlns:a16="http://schemas.microsoft.com/office/drawing/2014/main" id="{72D4AFAB-5AFE-4C8B-BE1A-1310F3AB0E80}"/>
              </a:ext>
            </a:extLst>
          </p:cNvPr>
          <p:cNvSpPr>
            <a:spLocks noGrp="1"/>
          </p:cNvSpPr>
          <p:nvPr/>
        </p:nvSpPr>
        <p:spPr>
          <a:xfrm>
            <a:off x="1636037" y="54726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9" name="9r3d_0_official_PredictedAtoms_27">
            <a:extLst>
              <a:ext uri="{FF2B5EF4-FFF2-40B4-BE49-F238E27FC236}">
                <a16:creationId xmlns:a16="http://schemas.microsoft.com/office/drawing/2014/main" id="{1B755652-1F40-45F2-8D9E-D023F4F9F9C9}"/>
              </a:ext>
            </a:extLst>
          </p:cNvPr>
          <p:cNvSpPr>
            <a:spLocks noGrp="1"/>
          </p:cNvSpPr>
          <p:nvPr/>
        </p:nvSpPr>
        <p:spPr>
          <a:xfrm>
            <a:off x="1700805" y="55309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0" name="9r3d_0_official_PredictedAtoms_28">
            <a:extLst>
              <a:ext uri="{FF2B5EF4-FFF2-40B4-BE49-F238E27FC236}">
                <a16:creationId xmlns:a16="http://schemas.microsoft.com/office/drawing/2014/main" id="{E7D953A4-FF3F-4341-98B3-B1CF8AC5969A}"/>
              </a:ext>
            </a:extLst>
          </p:cNvPr>
          <p:cNvSpPr>
            <a:spLocks noGrp="1"/>
          </p:cNvSpPr>
          <p:nvPr/>
        </p:nvSpPr>
        <p:spPr>
          <a:xfrm>
            <a:off x="1740202" y="54874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1" name="9r3d_0_official_PredictedAtoms_29">
            <a:extLst>
              <a:ext uri="{FF2B5EF4-FFF2-40B4-BE49-F238E27FC236}">
                <a16:creationId xmlns:a16="http://schemas.microsoft.com/office/drawing/2014/main" id="{FEFABE77-D5C0-4D04-B2D0-5219C55296F8}"/>
              </a:ext>
            </a:extLst>
          </p:cNvPr>
          <p:cNvSpPr>
            <a:spLocks noGrp="1"/>
          </p:cNvSpPr>
          <p:nvPr/>
        </p:nvSpPr>
        <p:spPr>
          <a:xfrm>
            <a:off x="1490391" y="5558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2" name="9r3d_0_official_PredictedAtoms_30">
            <a:extLst>
              <a:ext uri="{FF2B5EF4-FFF2-40B4-BE49-F238E27FC236}">
                <a16:creationId xmlns:a16="http://schemas.microsoft.com/office/drawing/2014/main" id="{60BA31EB-EEF9-4B25-81EE-26CA40C81869}"/>
              </a:ext>
            </a:extLst>
          </p:cNvPr>
          <p:cNvSpPr>
            <a:spLocks noGrp="1"/>
          </p:cNvSpPr>
          <p:nvPr/>
        </p:nvSpPr>
        <p:spPr>
          <a:xfrm>
            <a:off x="1744846" y="50638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3" name="9r3d_0_official_PredictedAtoms_31">
            <a:extLst>
              <a:ext uri="{FF2B5EF4-FFF2-40B4-BE49-F238E27FC236}">
                <a16:creationId xmlns:a16="http://schemas.microsoft.com/office/drawing/2014/main" id="{85AFC2EE-32F9-44F7-AD96-27349427F1AF}"/>
              </a:ext>
            </a:extLst>
          </p:cNvPr>
          <p:cNvSpPr>
            <a:spLocks noGrp="1"/>
          </p:cNvSpPr>
          <p:nvPr/>
        </p:nvSpPr>
        <p:spPr>
          <a:xfrm>
            <a:off x="1893455" y="50763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4" name="9r3d_0_official_PredictedAtoms_32">
            <a:extLst>
              <a:ext uri="{FF2B5EF4-FFF2-40B4-BE49-F238E27FC236}">
                <a16:creationId xmlns:a16="http://schemas.microsoft.com/office/drawing/2014/main" id="{57D90C0B-8B2E-42AA-B57B-51080AC5B216}"/>
              </a:ext>
            </a:extLst>
          </p:cNvPr>
          <p:cNvSpPr>
            <a:spLocks noGrp="1"/>
          </p:cNvSpPr>
          <p:nvPr/>
        </p:nvSpPr>
        <p:spPr>
          <a:xfrm>
            <a:off x="2038860" y="51059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5" name="9r3d_0_official_PredictedAtoms_33">
            <a:extLst>
              <a:ext uri="{FF2B5EF4-FFF2-40B4-BE49-F238E27FC236}">
                <a16:creationId xmlns:a16="http://schemas.microsoft.com/office/drawing/2014/main" id="{2D8A129D-7824-4188-B37B-62782FF8B33E}"/>
              </a:ext>
            </a:extLst>
          </p:cNvPr>
          <p:cNvSpPr>
            <a:spLocks noGrp="1"/>
          </p:cNvSpPr>
          <p:nvPr/>
        </p:nvSpPr>
        <p:spPr>
          <a:xfrm>
            <a:off x="2100069" y="49721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6" name="9r3d_0_official_PredictedAtoms_34">
            <a:extLst>
              <a:ext uri="{FF2B5EF4-FFF2-40B4-BE49-F238E27FC236}">
                <a16:creationId xmlns:a16="http://schemas.microsoft.com/office/drawing/2014/main" id="{FBFD9323-30C8-4FF8-9E44-E4C5C7893F49}"/>
              </a:ext>
            </a:extLst>
          </p:cNvPr>
          <p:cNvSpPr>
            <a:spLocks noGrp="1"/>
          </p:cNvSpPr>
          <p:nvPr/>
        </p:nvSpPr>
        <p:spPr>
          <a:xfrm>
            <a:off x="2011427" y="52349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7" name="9r3d_0_official_PredictedAtoms_35">
            <a:extLst>
              <a:ext uri="{FF2B5EF4-FFF2-40B4-BE49-F238E27FC236}">
                <a16:creationId xmlns:a16="http://schemas.microsoft.com/office/drawing/2014/main" id="{8DA5307F-7CFC-4260-A821-0F6408E1D0F4}"/>
              </a:ext>
            </a:extLst>
          </p:cNvPr>
          <p:cNvSpPr>
            <a:spLocks noGrp="1"/>
          </p:cNvSpPr>
          <p:nvPr/>
        </p:nvSpPr>
        <p:spPr>
          <a:xfrm>
            <a:off x="2153553" y="51494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8" name="stage3-cases-density_25">
            <a:extLst>
              <a:ext uri="{FF2B5EF4-FFF2-40B4-BE49-F238E27FC236}">
                <a16:creationId xmlns:a16="http://schemas.microsoft.com/office/drawing/2014/main" id="{74DC67EA-6A57-446C-AC7F-FC42A7443375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5.69 Å   D 56%   Clash 0</a:t>
            </a:r>
          </a:p>
        </p:txBody>
      </p:sp>
      <p:sp>
        <p:nvSpPr>
          <p:cNvPr id="769" name="9r3d_0_tuned_Receptor">
            <a:extLst>
              <a:ext uri="{FF2B5EF4-FFF2-40B4-BE49-F238E27FC236}">
                <a16:creationId xmlns:a16="http://schemas.microsoft.com/office/drawing/2014/main" id="{0E5AE2A1-967F-4EFE-889E-25CAC0F9437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70" name="9r3d_0_tuned_ExperimentalDensity">
            <a:extLst>
              <a:ext uri="{FF2B5EF4-FFF2-40B4-BE49-F238E27FC236}">
                <a16:creationId xmlns:a16="http://schemas.microsoft.com/office/drawing/2014/main" id="{23CDD66E-2E4F-45E8-9CBC-3741077AD01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71" name="9r3d_0_tuned_ReferenceLigand_0">
            <a:extLst>
              <a:ext uri="{FF2B5EF4-FFF2-40B4-BE49-F238E27FC236}">
                <a16:creationId xmlns:a16="http://schemas.microsoft.com/office/drawing/2014/main" id="{1609C127-F931-49D7-B2EE-B2F18A0CA8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r3d_0_tuned_ReferenceLigand_1">
            <a:extLst>
              <a:ext uri="{FF2B5EF4-FFF2-40B4-BE49-F238E27FC236}">
                <a16:creationId xmlns:a16="http://schemas.microsoft.com/office/drawing/2014/main" id="{B85B00E5-F337-461A-8B65-08A42374D36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3" name="9r3d_0_tuned_ReferenceLigand_2">
            <a:extLst>
              <a:ext uri="{FF2B5EF4-FFF2-40B4-BE49-F238E27FC236}">
                <a16:creationId xmlns:a16="http://schemas.microsoft.com/office/drawing/2014/main" id="{DEE26516-DF4E-4219-8319-25488641C6F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4" name="9r3d_0_tuned_ReferenceLigand_3">
            <a:extLst>
              <a:ext uri="{FF2B5EF4-FFF2-40B4-BE49-F238E27FC236}">
                <a16:creationId xmlns:a16="http://schemas.microsoft.com/office/drawing/2014/main" id="{865500DD-6D84-49E8-A3BE-98BC918AADB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5" name="9r3d_0_tuned_ReferenceLigand_4">
            <a:extLst>
              <a:ext uri="{FF2B5EF4-FFF2-40B4-BE49-F238E27FC236}">
                <a16:creationId xmlns:a16="http://schemas.microsoft.com/office/drawing/2014/main" id="{37DBE15E-6733-4292-BE69-D7FC039318B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6" name="9r3d_0_tuned_ReferenceLigand_5">
            <a:extLst>
              <a:ext uri="{FF2B5EF4-FFF2-40B4-BE49-F238E27FC236}">
                <a16:creationId xmlns:a16="http://schemas.microsoft.com/office/drawing/2014/main" id="{7BBE6E94-8029-4107-9207-A6D47FEE8BD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r3d_0_tuned_ReferenceLigand_6">
            <a:extLst>
              <a:ext uri="{FF2B5EF4-FFF2-40B4-BE49-F238E27FC236}">
                <a16:creationId xmlns:a16="http://schemas.microsoft.com/office/drawing/2014/main" id="{FF30F07A-3672-4961-A32E-D50173B7517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r3d_0_tuned_ReferenceLigand_7">
            <a:extLst>
              <a:ext uri="{FF2B5EF4-FFF2-40B4-BE49-F238E27FC236}">
                <a16:creationId xmlns:a16="http://schemas.microsoft.com/office/drawing/2014/main" id="{EF7EC66F-F699-45ED-845C-66FA0C6384E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r3d_0_tuned_ReferenceLigand_8">
            <a:extLst>
              <a:ext uri="{FF2B5EF4-FFF2-40B4-BE49-F238E27FC236}">
                <a16:creationId xmlns:a16="http://schemas.microsoft.com/office/drawing/2014/main" id="{54D39296-F05D-4386-9D7F-EC585D60A26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r3d_0_tuned_ReferenceLigand_9">
            <a:extLst>
              <a:ext uri="{FF2B5EF4-FFF2-40B4-BE49-F238E27FC236}">
                <a16:creationId xmlns:a16="http://schemas.microsoft.com/office/drawing/2014/main" id="{FDD69A86-FA44-435D-81B9-F1DB3C4282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r3d_0_tuned_ReferenceLigand_10">
            <a:extLst>
              <a:ext uri="{FF2B5EF4-FFF2-40B4-BE49-F238E27FC236}">
                <a16:creationId xmlns:a16="http://schemas.microsoft.com/office/drawing/2014/main" id="{7371CA48-B8CE-4B7B-A23D-6C3F95BA11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r3d_0_tuned_ReferenceLigand_11">
            <a:extLst>
              <a:ext uri="{FF2B5EF4-FFF2-40B4-BE49-F238E27FC236}">
                <a16:creationId xmlns:a16="http://schemas.microsoft.com/office/drawing/2014/main" id="{06FFFB22-F517-4285-8A99-303B65C2DB0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r3d_0_tuned_ReferenceLigand_12">
            <a:extLst>
              <a:ext uri="{FF2B5EF4-FFF2-40B4-BE49-F238E27FC236}">
                <a16:creationId xmlns:a16="http://schemas.microsoft.com/office/drawing/2014/main" id="{F5AB609D-C2AC-40BB-BF79-24EBC1A0966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r3d_0_tuned_ReferenceLigand_13">
            <a:extLst>
              <a:ext uri="{FF2B5EF4-FFF2-40B4-BE49-F238E27FC236}">
                <a16:creationId xmlns:a16="http://schemas.microsoft.com/office/drawing/2014/main" id="{ADC6B627-D461-455F-AFC7-03E893BA26D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r3d_0_tuned_ReferenceLigand_14">
            <a:extLst>
              <a:ext uri="{FF2B5EF4-FFF2-40B4-BE49-F238E27FC236}">
                <a16:creationId xmlns:a16="http://schemas.microsoft.com/office/drawing/2014/main" id="{105AC43D-40C3-484C-B271-C5AA2E362C2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6" name="9r3d_0_tuned_ReferenceLigand_15">
            <a:extLst>
              <a:ext uri="{FF2B5EF4-FFF2-40B4-BE49-F238E27FC236}">
                <a16:creationId xmlns:a16="http://schemas.microsoft.com/office/drawing/2014/main" id="{D73386DF-6723-414C-BCB3-66E5143D5F0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7" name="9r3d_0_tuned_ReferenceLigand_16">
            <a:extLst>
              <a:ext uri="{FF2B5EF4-FFF2-40B4-BE49-F238E27FC236}">
                <a16:creationId xmlns:a16="http://schemas.microsoft.com/office/drawing/2014/main" id="{535C8D1F-CEA2-443D-9F1E-D05CB54F67E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8" name="9r3d_0_tuned_ReferenceLigand_17">
            <a:extLst>
              <a:ext uri="{FF2B5EF4-FFF2-40B4-BE49-F238E27FC236}">
                <a16:creationId xmlns:a16="http://schemas.microsoft.com/office/drawing/2014/main" id="{787EB32A-F61D-4EF4-8AE1-8F666122604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9" name="9r3d_0_tuned_ReferenceLigand_18">
            <a:extLst>
              <a:ext uri="{FF2B5EF4-FFF2-40B4-BE49-F238E27FC236}">
                <a16:creationId xmlns:a16="http://schemas.microsoft.com/office/drawing/2014/main" id="{F75E8195-9AC2-40B1-88E9-375DC9F34C2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0" name="9r3d_0_tuned_ReferenceLigand_19">
            <a:extLst>
              <a:ext uri="{FF2B5EF4-FFF2-40B4-BE49-F238E27FC236}">
                <a16:creationId xmlns:a16="http://schemas.microsoft.com/office/drawing/2014/main" id="{F450F5F3-E21D-4C61-B122-2F11F51CACA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1" name="9r3d_0_tuned_ReferenceLigand_20">
            <a:extLst>
              <a:ext uri="{FF2B5EF4-FFF2-40B4-BE49-F238E27FC236}">
                <a16:creationId xmlns:a16="http://schemas.microsoft.com/office/drawing/2014/main" id="{30450BE7-B404-4A49-AE21-8C61B22A555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2" name="9r3d_0_tuned_ReferenceLigand_21">
            <a:extLst>
              <a:ext uri="{FF2B5EF4-FFF2-40B4-BE49-F238E27FC236}">
                <a16:creationId xmlns:a16="http://schemas.microsoft.com/office/drawing/2014/main" id="{BE47EF20-B935-41A0-9823-E134A5D0878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3" name="9r3d_0_tuned_ReferenceLigand_22">
            <a:extLst>
              <a:ext uri="{FF2B5EF4-FFF2-40B4-BE49-F238E27FC236}">
                <a16:creationId xmlns:a16="http://schemas.microsoft.com/office/drawing/2014/main" id="{18A3F69E-A999-44F3-BFC0-5876C7A093A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4" name="9r3d_0_tuned_ReferenceLigand_23">
            <a:extLst>
              <a:ext uri="{FF2B5EF4-FFF2-40B4-BE49-F238E27FC236}">
                <a16:creationId xmlns:a16="http://schemas.microsoft.com/office/drawing/2014/main" id="{D38B87B7-904B-483C-ACA9-660E916DB61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5" name="9r3d_0_tuned_ReferenceLigand_24">
            <a:extLst>
              <a:ext uri="{FF2B5EF4-FFF2-40B4-BE49-F238E27FC236}">
                <a16:creationId xmlns:a16="http://schemas.microsoft.com/office/drawing/2014/main" id="{7AE8ADF4-6067-4D7F-9A82-842A96ECE19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6" name="9r3d_0_tuned_ReferenceLigand_25">
            <a:extLst>
              <a:ext uri="{FF2B5EF4-FFF2-40B4-BE49-F238E27FC236}">
                <a16:creationId xmlns:a16="http://schemas.microsoft.com/office/drawing/2014/main" id="{DBF90A00-4D66-4953-8145-0D1147B3B3F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7" name="9r3d_0_tuned_ReferenceLigand_26">
            <a:extLst>
              <a:ext uri="{FF2B5EF4-FFF2-40B4-BE49-F238E27FC236}">
                <a16:creationId xmlns:a16="http://schemas.microsoft.com/office/drawing/2014/main" id="{0AA4A84F-15DA-47F1-80FD-D7B396E7A6E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8" name="9r3d_0_tuned_ReferenceLigand_27">
            <a:extLst>
              <a:ext uri="{FF2B5EF4-FFF2-40B4-BE49-F238E27FC236}">
                <a16:creationId xmlns:a16="http://schemas.microsoft.com/office/drawing/2014/main" id="{DAD0B072-1E40-4E0F-B6BD-38FD43C1362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9" name="9r3d_0_tuned_ReferenceLigand_28">
            <a:extLst>
              <a:ext uri="{FF2B5EF4-FFF2-40B4-BE49-F238E27FC236}">
                <a16:creationId xmlns:a16="http://schemas.microsoft.com/office/drawing/2014/main" id="{0485C552-358D-4E20-B962-46DE58D0389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0" name="9r3d_0_tuned_ReferenceLigand_29">
            <a:extLst>
              <a:ext uri="{FF2B5EF4-FFF2-40B4-BE49-F238E27FC236}">
                <a16:creationId xmlns:a16="http://schemas.microsoft.com/office/drawing/2014/main" id="{78447A78-BC43-4027-9661-0D6DECCF7DA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1" name="9r3d_0_tuned_ReferenceLigand_30">
            <a:extLst>
              <a:ext uri="{FF2B5EF4-FFF2-40B4-BE49-F238E27FC236}">
                <a16:creationId xmlns:a16="http://schemas.microsoft.com/office/drawing/2014/main" id="{6CB616FF-048C-4B55-9A14-5BA2E544343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2" name="9r3d_0_tuned_ReferenceLigand_31">
            <a:extLst>
              <a:ext uri="{FF2B5EF4-FFF2-40B4-BE49-F238E27FC236}">
                <a16:creationId xmlns:a16="http://schemas.microsoft.com/office/drawing/2014/main" id="{2F1456EA-6A5A-44A1-8572-0DB96B2AC89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3" name="9r3d_0_tuned_ReferenceLigand_32">
            <a:extLst>
              <a:ext uri="{FF2B5EF4-FFF2-40B4-BE49-F238E27FC236}">
                <a16:creationId xmlns:a16="http://schemas.microsoft.com/office/drawing/2014/main" id="{D9726139-8EB3-4B27-B189-B19EF6BB632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4" name="9r3d_0_tuned_ReferenceLigand_33">
            <a:extLst>
              <a:ext uri="{FF2B5EF4-FFF2-40B4-BE49-F238E27FC236}">
                <a16:creationId xmlns:a16="http://schemas.microsoft.com/office/drawing/2014/main" id="{2CF085ED-CF43-4B33-9C3B-4C6EDFA58BC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5" name="9r3d_0_tuned_ReferenceLigand_34">
            <a:extLst>
              <a:ext uri="{FF2B5EF4-FFF2-40B4-BE49-F238E27FC236}">
                <a16:creationId xmlns:a16="http://schemas.microsoft.com/office/drawing/2014/main" id="{C3BD807C-668C-4144-8C47-AEBA70B7315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6" name="9r3d_0_tuned_ReferenceLigand_35">
            <a:extLst>
              <a:ext uri="{FF2B5EF4-FFF2-40B4-BE49-F238E27FC236}">
                <a16:creationId xmlns:a16="http://schemas.microsoft.com/office/drawing/2014/main" id="{6BE35B23-3E8C-4F63-B55C-F2EB20CE752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7" name="9r3d_0_tuned_PredictedLigand_0">
            <a:extLst>
              <a:ext uri="{FF2B5EF4-FFF2-40B4-BE49-F238E27FC236}">
                <a16:creationId xmlns:a16="http://schemas.microsoft.com/office/drawing/2014/main" id="{3FE6C19A-C5CC-4323-9385-D04C49310E8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500104" y="4354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8" name="9r3d_0_tuned_PredictedLigand_1">
            <a:extLst>
              <a:ext uri="{FF2B5EF4-FFF2-40B4-BE49-F238E27FC236}">
                <a16:creationId xmlns:a16="http://schemas.microsoft.com/office/drawing/2014/main" id="{26746505-5E17-4D25-9000-73D0EBE2B38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868235" y="64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9" name="9r3d_0_tuned_PredictedLigand_2">
            <a:extLst>
              <a:ext uri="{FF2B5EF4-FFF2-40B4-BE49-F238E27FC236}">
                <a16:creationId xmlns:a16="http://schemas.microsoft.com/office/drawing/2014/main" id="{E3D58208-EA6B-4679-9D2C-1AE88847498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751502" y="5238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0" name="9r3d_0_tuned_PredictedLigand_3">
            <a:extLst>
              <a:ext uri="{FF2B5EF4-FFF2-40B4-BE49-F238E27FC236}">
                <a16:creationId xmlns:a16="http://schemas.microsoft.com/office/drawing/2014/main" id="{FC48D988-3C56-4E74-8960-0040C2D503F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3172" y="415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1" name="9r3d_0_tuned_PredictedLigand_4">
            <a:extLst>
              <a:ext uri="{FF2B5EF4-FFF2-40B4-BE49-F238E27FC236}">
                <a16:creationId xmlns:a16="http://schemas.microsoft.com/office/drawing/2014/main" id="{D33CCDCD-AA59-417D-BC1A-F98F15D5EA1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648380" y="2821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2" name="9r3d_0_tuned_PredictedLigand_5">
            <a:extLst>
              <a:ext uri="{FF2B5EF4-FFF2-40B4-BE49-F238E27FC236}">
                <a16:creationId xmlns:a16="http://schemas.microsoft.com/office/drawing/2014/main" id="{80BDFAC2-3B5A-4657-A662-5FE9BC36DF1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481029" y="11309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3" name="9r3d_0_tuned_PredictedLigand_6">
            <a:extLst>
              <a:ext uri="{FF2B5EF4-FFF2-40B4-BE49-F238E27FC236}">
                <a16:creationId xmlns:a16="http://schemas.microsoft.com/office/drawing/2014/main" id="{0314F3C5-5FCC-4110-95D1-5F0BEC7DD28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7168" y="518577"/>
                </a:moveTo>
                <a:lnTo>
                  <a:pt x="1611856" y="437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4" name="9r3d_0_tuned_PredictedLigand_7">
            <a:extLst>
              <a:ext uri="{FF2B5EF4-FFF2-40B4-BE49-F238E27FC236}">
                <a16:creationId xmlns:a16="http://schemas.microsoft.com/office/drawing/2014/main" id="{CEE3A28C-9140-497A-B661-625BA5C5073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1109" y="492854"/>
                </a:moveTo>
                <a:lnTo>
                  <a:pt x="912062" y="544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r3d_0_tuned_PredictedLigand_8">
            <a:extLst>
              <a:ext uri="{FF2B5EF4-FFF2-40B4-BE49-F238E27FC236}">
                <a16:creationId xmlns:a16="http://schemas.microsoft.com/office/drawing/2014/main" id="{D2A33EE3-6738-442D-B518-2431B7BD210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8598" y="6427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r3d_0_tuned_PredictedLigand_9">
            <a:extLst>
              <a:ext uri="{FF2B5EF4-FFF2-40B4-BE49-F238E27FC236}">
                <a16:creationId xmlns:a16="http://schemas.microsoft.com/office/drawing/2014/main" id="{FD90FAB1-5F4E-4773-8936-7CC41DAD0C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302585" y="12999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7" name="9r3d_0_tuned_PredictedLigand_10">
            <a:extLst>
              <a:ext uri="{FF2B5EF4-FFF2-40B4-BE49-F238E27FC236}">
                <a16:creationId xmlns:a16="http://schemas.microsoft.com/office/drawing/2014/main" id="{3414739F-280D-47CC-BE40-426F0896FC6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888" y="678372"/>
                </a:moveTo>
                <a:lnTo>
                  <a:pt x="1182735" y="8365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8" name="9r3d_0_tuned_PredictedLigand_11">
            <a:extLst>
              <a:ext uri="{FF2B5EF4-FFF2-40B4-BE49-F238E27FC236}">
                <a16:creationId xmlns:a16="http://schemas.microsoft.com/office/drawing/2014/main" id="{6574C218-6E76-4FC4-80AC-561C982C75F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335212" y="896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9" name="9r3d_0_tuned_PredictedLigand_12">
            <a:extLst>
              <a:ext uri="{FF2B5EF4-FFF2-40B4-BE49-F238E27FC236}">
                <a16:creationId xmlns:a16="http://schemas.microsoft.com/office/drawing/2014/main" id="{AB448EF8-6C24-4774-98FD-4FF12C85139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424787" y="6255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0" name="9r3d_0_tuned_PredictedLigand_13">
            <a:extLst>
              <a:ext uri="{FF2B5EF4-FFF2-40B4-BE49-F238E27FC236}">
                <a16:creationId xmlns:a16="http://schemas.microsoft.com/office/drawing/2014/main" id="{B8C2C10A-7B3A-4345-88E9-8288CAAF8B4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455810" y="7807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1" name="9r3d_0_tuned_PredictedLigand_14">
            <a:extLst>
              <a:ext uri="{FF2B5EF4-FFF2-40B4-BE49-F238E27FC236}">
                <a16:creationId xmlns:a16="http://schemas.microsoft.com/office/drawing/2014/main" id="{3AF753DB-5CB1-48D8-94C5-9012022960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537168" y="5185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2" name="9r3d_0_tuned_PredictedLigand_15">
            <a:extLst>
              <a:ext uri="{FF2B5EF4-FFF2-40B4-BE49-F238E27FC236}">
                <a16:creationId xmlns:a16="http://schemas.microsoft.com/office/drawing/2014/main" id="{AC057E4C-10DA-48F6-98EA-91593B49D81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8598" y="642734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3" name="9r3d_0_tuned_PredictedLigand_16">
            <a:extLst>
              <a:ext uri="{FF2B5EF4-FFF2-40B4-BE49-F238E27FC236}">
                <a16:creationId xmlns:a16="http://schemas.microsoft.com/office/drawing/2014/main" id="{7C9376C5-307E-4D1F-B010-BD5557BFDF4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4" name="9r3d_0_tuned_PredictedLigand_17">
            <a:extLst>
              <a:ext uri="{FF2B5EF4-FFF2-40B4-BE49-F238E27FC236}">
                <a16:creationId xmlns:a16="http://schemas.microsoft.com/office/drawing/2014/main" id="{A2C67BD6-9D21-41B3-90D9-DA68F5444EC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280541" y="5884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5" name="9r3d_0_tuned_PredictedLigand_18">
            <a:extLst>
              <a:ext uri="{FF2B5EF4-FFF2-40B4-BE49-F238E27FC236}">
                <a16:creationId xmlns:a16="http://schemas.microsoft.com/office/drawing/2014/main" id="{2E1E3A90-4E34-4E0A-8E3D-9F6C16F7CFC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339866" y="10352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6" name="9r3d_0_tuned_PredictedLigand_19">
            <a:extLst>
              <a:ext uri="{FF2B5EF4-FFF2-40B4-BE49-F238E27FC236}">
                <a16:creationId xmlns:a16="http://schemas.microsoft.com/office/drawing/2014/main" id="{BC359244-EFB2-450E-B18F-D5EF1F1952E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9866" y="1035287"/>
                </a:moveTo>
                <a:lnTo>
                  <a:pt x="1410620" y="1175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7" name="9r3d_0_tuned_PredictedLigand_20">
            <a:extLst>
              <a:ext uri="{FF2B5EF4-FFF2-40B4-BE49-F238E27FC236}">
                <a16:creationId xmlns:a16="http://schemas.microsoft.com/office/drawing/2014/main" id="{FA476405-6E37-4120-BBD4-4E259DA81A8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61141" y="9309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8" name="9r3d_0_tuned_PredictedLigand_21">
            <a:extLst>
              <a:ext uri="{FF2B5EF4-FFF2-40B4-BE49-F238E27FC236}">
                <a16:creationId xmlns:a16="http://schemas.microsoft.com/office/drawing/2014/main" id="{D7D16E1A-8406-4C82-8559-CC9F3C3B2D5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529473" y="12290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9" name="9r3d_0_tuned_PredictedLigand_22">
            <a:extLst>
              <a:ext uri="{FF2B5EF4-FFF2-40B4-BE49-F238E27FC236}">
                <a16:creationId xmlns:a16="http://schemas.microsoft.com/office/drawing/2014/main" id="{DC1C1049-87EB-4EDA-A5D0-963887FA663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094349" y="8879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0" name="9r3d_0_tuned_PredictedLigand_23">
            <a:extLst>
              <a:ext uri="{FF2B5EF4-FFF2-40B4-BE49-F238E27FC236}">
                <a16:creationId xmlns:a16="http://schemas.microsoft.com/office/drawing/2014/main" id="{A70BF1F4-CBA1-4A49-9BD8-FB6F5CA917F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1028269" y="11515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1" name="9r3d_0_tuned_PredictedLigand_24">
            <a:extLst>
              <a:ext uri="{FF2B5EF4-FFF2-40B4-BE49-F238E27FC236}">
                <a16:creationId xmlns:a16="http://schemas.microsoft.com/office/drawing/2014/main" id="{0874C003-E4A2-4C82-83D3-BA7B49667FB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539743" y="8239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2" name="9r3d_0_tuned_PredictedLigand_25">
            <a:extLst>
              <a:ext uri="{FF2B5EF4-FFF2-40B4-BE49-F238E27FC236}">
                <a16:creationId xmlns:a16="http://schemas.microsoft.com/office/drawing/2014/main" id="{B2F51498-6E19-4F46-81C3-36A961F7EBE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4349" y="887947"/>
                </a:moveTo>
                <a:lnTo>
                  <a:pt x="961357" y="99942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3" name="9r3d_0_tuned_PredictedLigand_26">
            <a:extLst>
              <a:ext uri="{FF2B5EF4-FFF2-40B4-BE49-F238E27FC236}">
                <a16:creationId xmlns:a16="http://schemas.microsoft.com/office/drawing/2014/main" id="{9CD881C2-90B6-4940-B9AA-14F86139D8C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89911" y="8204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4" name="9r3d_0_tuned_PredictedLigand_27">
            <a:extLst>
              <a:ext uri="{FF2B5EF4-FFF2-40B4-BE49-F238E27FC236}">
                <a16:creationId xmlns:a16="http://schemas.microsoft.com/office/drawing/2014/main" id="{555E7709-5B0A-4F26-A5B2-29770C728CE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243408" y="536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5" name="9r3d_0_tuned_PredictedLigand_28">
            <a:extLst>
              <a:ext uri="{FF2B5EF4-FFF2-40B4-BE49-F238E27FC236}">
                <a16:creationId xmlns:a16="http://schemas.microsoft.com/office/drawing/2014/main" id="{C20C029C-5FC7-49AC-9B2A-35F3E480831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75137" y="10259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6" name="9r3d_0_tuned_PredictedLigand_29">
            <a:extLst>
              <a:ext uri="{FF2B5EF4-FFF2-40B4-BE49-F238E27FC236}">
                <a16:creationId xmlns:a16="http://schemas.microsoft.com/office/drawing/2014/main" id="{55A9B15A-A46E-4DAA-992D-832420713F2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9743" y="823954"/>
                </a:moveTo>
                <a:lnTo>
                  <a:pt x="1707830" y="8488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7" name="9r3d_0_tuned_PredictedLigand_30">
            <a:extLst>
              <a:ext uri="{FF2B5EF4-FFF2-40B4-BE49-F238E27FC236}">
                <a16:creationId xmlns:a16="http://schemas.microsoft.com/office/drawing/2014/main" id="{7C0013F9-BA9E-43D4-8C45-94C79A83FB8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30988" y="10098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8" name="9r3d_0_tuned_PredictedLigand_31">
            <a:extLst>
              <a:ext uri="{FF2B5EF4-FFF2-40B4-BE49-F238E27FC236}">
                <a16:creationId xmlns:a16="http://schemas.microsoft.com/office/drawing/2014/main" id="{B5898E06-FB7F-477B-8017-B45F7D75D63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07342" y="2753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9" name="9r3d_0_tuned_PredictedLigand_32">
            <a:extLst>
              <a:ext uri="{FF2B5EF4-FFF2-40B4-BE49-F238E27FC236}">
                <a16:creationId xmlns:a16="http://schemas.microsoft.com/office/drawing/2014/main" id="{5A817713-09F6-4D54-BEB7-BD4DFC47D37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408" y="536282"/>
                </a:moveTo>
                <a:lnTo>
                  <a:pt x="1269077" y="3804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0" name="9r3d_0_tuned_PredictedLigand_33">
            <a:extLst>
              <a:ext uri="{FF2B5EF4-FFF2-40B4-BE49-F238E27FC236}">
                <a16:creationId xmlns:a16="http://schemas.microsoft.com/office/drawing/2014/main" id="{480878C4-C9B9-411B-8B09-C8DA6196862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68269" y="7530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1" name="9r3d_0_tuned_PredictedLigand_34">
            <a:extLst>
              <a:ext uri="{FF2B5EF4-FFF2-40B4-BE49-F238E27FC236}">
                <a16:creationId xmlns:a16="http://schemas.microsoft.com/office/drawing/2014/main" id="{B85CF127-4212-4215-92A6-9F0C5772EC4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118613" y="3356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2" name="9r3d_0_tuned_PredictedLigand_35">
            <a:extLst>
              <a:ext uri="{FF2B5EF4-FFF2-40B4-BE49-F238E27FC236}">
                <a16:creationId xmlns:a16="http://schemas.microsoft.com/office/drawing/2014/main" id="{81FA73C0-B8CD-44B3-8101-F13EA397B2F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92830" y="3935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3" name="9r3d_0_tuned_PredictedAtoms_0">
            <a:extLst>
              <a:ext uri="{FF2B5EF4-FFF2-40B4-BE49-F238E27FC236}">
                <a16:creationId xmlns:a16="http://schemas.microsoft.com/office/drawing/2014/main" id="{3C755B82-439E-4932-8005-CB9888DA6192}"/>
              </a:ext>
            </a:extLst>
          </p:cNvPr>
          <p:cNvSpPr>
            <a:spLocks noGrp="1"/>
          </p:cNvSpPr>
          <p:nvPr/>
        </p:nvSpPr>
        <p:spPr>
          <a:xfrm>
            <a:off x="3945317" y="48486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4" name="9r3d_0_tuned_PredictedAtoms_1">
            <a:extLst>
              <a:ext uri="{FF2B5EF4-FFF2-40B4-BE49-F238E27FC236}">
                <a16:creationId xmlns:a16="http://schemas.microsoft.com/office/drawing/2014/main" id="{A797587A-8086-477F-A8C9-D8876489C693}"/>
              </a:ext>
            </a:extLst>
          </p:cNvPr>
          <p:cNvSpPr>
            <a:spLocks noGrp="1"/>
          </p:cNvSpPr>
          <p:nvPr/>
        </p:nvSpPr>
        <p:spPr>
          <a:xfrm>
            <a:off x="4096269" y="49006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5" name="9r3d_0_tuned_PredictedAtoms_2">
            <a:extLst>
              <a:ext uri="{FF2B5EF4-FFF2-40B4-BE49-F238E27FC236}">
                <a16:creationId xmlns:a16="http://schemas.microsoft.com/office/drawing/2014/main" id="{8EE0CE37-92DC-4A20-A3B7-88F3249E7F46}"/>
              </a:ext>
            </a:extLst>
          </p:cNvPr>
          <p:cNvSpPr>
            <a:spLocks noGrp="1"/>
          </p:cNvSpPr>
          <p:nvPr/>
        </p:nvSpPr>
        <p:spPr>
          <a:xfrm>
            <a:off x="4187379" y="47713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6" name="9r3d_0_tuned_PredictedAtoms_3">
            <a:extLst>
              <a:ext uri="{FF2B5EF4-FFF2-40B4-BE49-F238E27FC236}">
                <a16:creationId xmlns:a16="http://schemas.microsoft.com/office/drawing/2014/main" id="{98980973-FC19-4050-8772-01D39322DC99}"/>
              </a:ext>
            </a:extLst>
          </p:cNvPr>
          <p:cNvSpPr>
            <a:spLocks noGrp="1"/>
          </p:cNvSpPr>
          <p:nvPr/>
        </p:nvSpPr>
        <p:spPr>
          <a:xfrm>
            <a:off x="4052442" y="49967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7" name="9r3d_0_tuned_PredictedAtoms_4">
            <a:extLst>
              <a:ext uri="{FF2B5EF4-FFF2-40B4-BE49-F238E27FC236}">
                <a16:creationId xmlns:a16="http://schemas.microsoft.com/office/drawing/2014/main" id="{BEA92FBC-0C94-4B82-B57C-6DBBCD15A7E5}"/>
              </a:ext>
            </a:extLst>
          </p:cNvPr>
          <p:cNvSpPr>
            <a:spLocks noGrp="1"/>
          </p:cNvSpPr>
          <p:nvPr/>
        </p:nvSpPr>
        <p:spPr>
          <a:xfrm>
            <a:off x="4192806" y="49985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8" name="9r3d_0_tuned_PredictedAtoms_5">
            <a:extLst>
              <a:ext uri="{FF2B5EF4-FFF2-40B4-BE49-F238E27FC236}">
                <a16:creationId xmlns:a16="http://schemas.microsoft.com/office/drawing/2014/main" id="{6C6F4399-133A-4623-860D-BF19B2C1A1A2}"/>
              </a:ext>
            </a:extLst>
          </p:cNvPr>
          <p:cNvSpPr>
            <a:spLocks noGrp="1"/>
          </p:cNvSpPr>
          <p:nvPr/>
        </p:nvSpPr>
        <p:spPr>
          <a:xfrm>
            <a:off x="4342095" y="50341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9" name="9r3d_0_tuned_PredictedAtoms_6">
            <a:extLst>
              <a:ext uri="{FF2B5EF4-FFF2-40B4-BE49-F238E27FC236}">
                <a16:creationId xmlns:a16="http://schemas.microsoft.com/office/drawing/2014/main" id="{6384195A-3AD9-4030-9DD2-543B06812E84}"/>
              </a:ext>
            </a:extLst>
          </p:cNvPr>
          <p:cNvSpPr>
            <a:spLocks noGrp="1"/>
          </p:cNvSpPr>
          <p:nvPr/>
        </p:nvSpPr>
        <p:spPr>
          <a:xfrm>
            <a:off x="4366942" y="51923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0" name="9r3d_0_tuned_PredictedAtoms_7">
            <a:extLst>
              <a:ext uri="{FF2B5EF4-FFF2-40B4-BE49-F238E27FC236}">
                <a16:creationId xmlns:a16="http://schemas.microsoft.com/office/drawing/2014/main" id="{20CA9B82-74FA-4728-928F-052B8895B65A}"/>
              </a:ext>
            </a:extLst>
          </p:cNvPr>
          <p:cNvSpPr>
            <a:spLocks noGrp="1"/>
          </p:cNvSpPr>
          <p:nvPr/>
        </p:nvSpPr>
        <p:spPr>
          <a:xfrm>
            <a:off x="4278556" y="52437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1" name="9r3d_0_tuned_PredictedAtoms_8">
            <a:extLst>
              <a:ext uri="{FF2B5EF4-FFF2-40B4-BE49-F238E27FC236}">
                <a16:creationId xmlns:a16="http://schemas.microsoft.com/office/drawing/2014/main" id="{14519275-FF5E-4159-9D47-AED06C113F9D}"/>
              </a:ext>
            </a:extLst>
          </p:cNvPr>
          <p:cNvSpPr>
            <a:spLocks noGrp="1"/>
          </p:cNvSpPr>
          <p:nvPr/>
        </p:nvSpPr>
        <p:spPr>
          <a:xfrm>
            <a:off x="4145564" y="5355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2" name="9r3d_0_tuned_PredictedAtoms_9">
            <a:extLst>
              <a:ext uri="{FF2B5EF4-FFF2-40B4-BE49-F238E27FC236}">
                <a16:creationId xmlns:a16="http://schemas.microsoft.com/office/drawing/2014/main" id="{B27F9FC6-104E-442E-B230-63D17B7C6750}"/>
              </a:ext>
            </a:extLst>
          </p:cNvPr>
          <p:cNvSpPr>
            <a:spLocks noGrp="1"/>
          </p:cNvSpPr>
          <p:nvPr/>
        </p:nvSpPr>
        <p:spPr>
          <a:xfrm>
            <a:off x="4059345" y="53817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3" name="9r3d_0_tuned_PredictedAtoms_10">
            <a:extLst>
              <a:ext uri="{FF2B5EF4-FFF2-40B4-BE49-F238E27FC236}">
                <a16:creationId xmlns:a16="http://schemas.microsoft.com/office/drawing/2014/main" id="{0F0F4F32-0B6F-4382-8612-9E4DB33D5ECC}"/>
              </a:ext>
            </a:extLst>
          </p:cNvPr>
          <p:cNvSpPr>
            <a:spLocks noGrp="1"/>
          </p:cNvSpPr>
          <p:nvPr/>
        </p:nvSpPr>
        <p:spPr>
          <a:xfrm>
            <a:off x="4045348" y="52866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4" name="9r3d_0_tuned_PredictedAtoms_11">
            <a:extLst>
              <a:ext uri="{FF2B5EF4-FFF2-40B4-BE49-F238E27FC236}">
                <a16:creationId xmlns:a16="http://schemas.microsoft.com/office/drawing/2014/main" id="{B97FD5F5-86BF-47A0-8648-198A8E681190}"/>
              </a:ext>
            </a:extLst>
          </p:cNvPr>
          <p:cNvSpPr>
            <a:spLocks noGrp="1"/>
          </p:cNvSpPr>
          <p:nvPr/>
        </p:nvSpPr>
        <p:spPr>
          <a:xfrm>
            <a:off x="4212476" y="5507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5" name="9r3d_0_tuned_PredictedAtoms_12">
            <a:extLst>
              <a:ext uri="{FF2B5EF4-FFF2-40B4-BE49-F238E27FC236}">
                <a16:creationId xmlns:a16="http://schemas.microsoft.com/office/drawing/2014/main" id="{502F9BA4-B6E7-4D92-9F07-5F0E397CDC5E}"/>
              </a:ext>
            </a:extLst>
          </p:cNvPr>
          <p:cNvSpPr>
            <a:spLocks noGrp="1"/>
          </p:cNvSpPr>
          <p:nvPr/>
        </p:nvSpPr>
        <p:spPr>
          <a:xfrm>
            <a:off x="4519419" y="52519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6" name="9r3d_0_tuned_PredictedAtoms_13">
            <a:extLst>
              <a:ext uri="{FF2B5EF4-FFF2-40B4-BE49-F238E27FC236}">
                <a16:creationId xmlns:a16="http://schemas.microsoft.com/office/drawing/2014/main" id="{21622895-BE2E-4899-B9BC-B0278F24DC81}"/>
              </a:ext>
            </a:extLst>
          </p:cNvPr>
          <p:cNvSpPr>
            <a:spLocks noGrp="1"/>
          </p:cNvSpPr>
          <p:nvPr/>
        </p:nvSpPr>
        <p:spPr>
          <a:xfrm>
            <a:off x="4524074" y="53910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7" name="9r3d_0_tuned_PredictedAtoms_14">
            <a:extLst>
              <a:ext uri="{FF2B5EF4-FFF2-40B4-BE49-F238E27FC236}">
                <a16:creationId xmlns:a16="http://schemas.microsoft.com/office/drawing/2014/main" id="{F82F256D-454C-4B06-8B12-116B2A045C42}"/>
              </a:ext>
            </a:extLst>
          </p:cNvPr>
          <p:cNvSpPr>
            <a:spLocks noGrp="1"/>
          </p:cNvSpPr>
          <p:nvPr/>
        </p:nvSpPr>
        <p:spPr>
          <a:xfrm>
            <a:off x="4594828" y="5531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8" name="9r3d_0_tuned_PredictedAtoms_15">
            <a:extLst>
              <a:ext uri="{FF2B5EF4-FFF2-40B4-BE49-F238E27FC236}">
                <a16:creationId xmlns:a16="http://schemas.microsoft.com/office/drawing/2014/main" id="{7B0C9ACB-B28C-455C-BA79-4214BB033E44}"/>
              </a:ext>
            </a:extLst>
          </p:cNvPr>
          <p:cNvSpPr>
            <a:spLocks noGrp="1"/>
          </p:cNvSpPr>
          <p:nvPr/>
        </p:nvSpPr>
        <p:spPr>
          <a:xfrm>
            <a:off x="4486792" y="56557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9" name="9r3d_0_tuned_PredictedAtoms_16">
            <a:extLst>
              <a:ext uri="{FF2B5EF4-FFF2-40B4-BE49-F238E27FC236}">
                <a16:creationId xmlns:a16="http://schemas.microsoft.com/office/drawing/2014/main" id="{B1CFAB24-FE14-4103-8FC3-466E50D5F4AA}"/>
              </a:ext>
            </a:extLst>
          </p:cNvPr>
          <p:cNvSpPr>
            <a:spLocks noGrp="1"/>
          </p:cNvSpPr>
          <p:nvPr/>
        </p:nvSpPr>
        <p:spPr>
          <a:xfrm>
            <a:off x="4713680" y="5584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0" name="9r3d_0_tuned_PredictedAtoms_17">
            <a:extLst>
              <a:ext uri="{FF2B5EF4-FFF2-40B4-BE49-F238E27FC236}">
                <a16:creationId xmlns:a16="http://schemas.microsoft.com/office/drawing/2014/main" id="{F3CE7033-00F2-4A5A-B0A5-3B06CB198ED6}"/>
              </a:ext>
            </a:extLst>
          </p:cNvPr>
          <p:cNvSpPr>
            <a:spLocks noGrp="1"/>
          </p:cNvSpPr>
          <p:nvPr/>
        </p:nvSpPr>
        <p:spPr>
          <a:xfrm>
            <a:off x="4665237" y="54867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1" name="9r3d_0_tuned_PredictedAtoms_18">
            <a:extLst>
              <a:ext uri="{FF2B5EF4-FFF2-40B4-BE49-F238E27FC236}">
                <a16:creationId xmlns:a16="http://schemas.microsoft.com/office/drawing/2014/main" id="{39476E56-FEF5-42C8-BDF2-BC379D0B55CB}"/>
              </a:ext>
            </a:extLst>
          </p:cNvPr>
          <p:cNvSpPr>
            <a:spLocks noGrp="1"/>
          </p:cNvSpPr>
          <p:nvPr/>
        </p:nvSpPr>
        <p:spPr>
          <a:xfrm>
            <a:off x="4640017" y="51365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2" name="9r3d_0_tuned_PredictedAtoms_19">
            <a:extLst>
              <a:ext uri="{FF2B5EF4-FFF2-40B4-BE49-F238E27FC236}">
                <a16:creationId xmlns:a16="http://schemas.microsoft.com/office/drawing/2014/main" id="{B00DB0BF-4BBA-49F4-B32D-C40210BF0A7D}"/>
              </a:ext>
            </a:extLst>
          </p:cNvPr>
          <p:cNvSpPr>
            <a:spLocks noGrp="1"/>
          </p:cNvSpPr>
          <p:nvPr/>
        </p:nvSpPr>
        <p:spPr>
          <a:xfrm>
            <a:off x="4723950" y="51797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3" name="9r3d_0_tuned_PredictedAtoms_20">
            <a:extLst>
              <a:ext uri="{FF2B5EF4-FFF2-40B4-BE49-F238E27FC236}">
                <a16:creationId xmlns:a16="http://schemas.microsoft.com/office/drawing/2014/main" id="{11B891FA-3D17-4E4B-98D4-EE1FA363FDCF}"/>
              </a:ext>
            </a:extLst>
          </p:cNvPr>
          <p:cNvSpPr>
            <a:spLocks noGrp="1"/>
          </p:cNvSpPr>
          <p:nvPr/>
        </p:nvSpPr>
        <p:spPr>
          <a:xfrm>
            <a:off x="4892038" y="52046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4" name="9r3d_0_tuned_PredictedAtoms_21">
            <a:extLst>
              <a:ext uri="{FF2B5EF4-FFF2-40B4-BE49-F238E27FC236}">
                <a16:creationId xmlns:a16="http://schemas.microsoft.com/office/drawing/2014/main" id="{D8C302C6-5C37-41CA-9138-DD2707204E33}"/>
              </a:ext>
            </a:extLst>
          </p:cNvPr>
          <p:cNvSpPr>
            <a:spLocks noGrp="1"/>
          </p:cNvSpPr>
          <p:nvPr/>
        </p:nvSpPr>
        <p:spPr>
          <a:xfrm>
            <a:off x="4974118" y="51762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5" name="9r3d_0_tuned_PredictedAtoms_22">
            <a:extLst>
              <a:ext uri="{FF2B5EF4-FFF2-40B4-BE49-F238E27FC236}">
                <a16:creationId xmlns:a16="http://schemas.microsoft.com/office/drawing/2014/main" id="{2638EA20-CD7D-4320-8958-81D79DBC955E}"/>
              </a:ext>
            </a:extLst>
          </p:cNvPr>
          <p:cNvSpPr>
            <a:spLocks noGrp="1"/>
          </p:cNvSpPr>
          <p:nvPr/>
        </p:nvSpPr>
        <p:spPr>
          <a:xfrm>
            <a:off x="4952477" y="51088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6" name="9r3d_0_tuned_PredictedAtoms_23">
            <a:extLst>
              <a:ext uri="{FF2B5EF4-FFF2-40B4-BE49-F238E27FC236}">
                <a16:creationId xmlns:a16="http://schemas.microsoft.com/office/drawing/2014/main" id="{F159CF95-90E5-4FAD-822C-A5374D251C75}"/>
              </a:ext>
            </a:extLst>
          </p:cNvPr>
          <p:cNvSpPr>
            <a:spLocks noGrp="1"/>
          </p:cNvSpPr>
          <p:nvPr/>
        </p:nvSpPr>
        <p:spPr>
          <a:xfrm>
            <a:off x="4915196" y="53655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7" name="9r3d_0_tuned_PredictedAtoms_24">
            <a:extLst>
              <a:ext uri="{FF2B5EF4-FFF2-40B4-BE49-F238E27FC236}">
                <a16:creationId xmlns:a16="http://schemas.microsoft.com/office/drawing/2014/main" id="{C796AFBA-1D46-4C00-A5B6-A1D67DB72D53}"/>
              </a:ext>
            </a:extLst>
          </p:cNvPr>
          <p:cNvSpPr>
            <a:spLocks noGrp="1"/>
          </p:cNvSpPr>
          <p:nvPr/>
        </p:nvSpPr>
        <p:spPr>
          <a:xfrm>
            <a:off x="4608994" y="49813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8" name="9r3d_0_tuned_PredictedAtoms_25">
            <a:extLst>
              <a:ext uri="{FF2B5EF4-FFF2-40B4-BE49-F238E27FC236}">
                <a16:creationId xmlns:a16="http://schemas.microsoft.com/office/drawing/2014/main" id="{400E0DC1-DC09-4443-94C6-35CF4A2B090B}"/>
              </a:ext>
            </a:extLst>
          </p:cNvPr>
          <p:cNvSpPr>
            <a:spLocks noGrp="1"/>
          </p:cNvSpPr>
          <p:nvPr/>
        </p:nvSpPr>
        <p:spPr>
          <a:xfrm>
            <a:off x="4721375" y="487435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9" name="9r3d_0_tuned_PredictedAtoms_26">
            <a:extLst>
              <a:ext uri="{FF2B5EF4-FFF2-40B4-BE49-F238E27FC236}">
                <a16:creationId xmlns:a16="http://schemas.microsoft.com/office/drawing/2014/main" id="{8E1CAAE3-4F20-4FF9-B598-F5F1E1E7561D}"/>
              </a:ext>
            </a:extLst>
          </p:cNvPr>
          <p:cNvSpPr>
            <a:spLocks noGrp="1"/>
          </p:cNvSpPr>
          <p:nvPr/>
        </p:nvSpPr>
        <p:spPr>
          <a:xfrm>
            <a:off x="4796064" y="47928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0" name="9r3d_0_tuned_PredictedAtoms_27">
            <a:extLst>
              <a:ext uri="{FF2B5EF4-FFF2-40B4-BE49-F238E27FC236}">
                <a16:creationId xmlns:a16="http://schemas.microsoft.com/office/drawing/2014/main" id="{248D49DB-5618-457C-8249-8385ECCCCB03}"/>
              </a:ext>
            </a:extLst>
          </p:cNvPr>
          <p:cNvSpPr>
            <a:spLocks noGrp="1"/>
          </p:cNvSpPr>
          <p:nvPr/>
        </p:nvSpPr>
        <p:spPr>
          <a:xfrm>
            <a:off x="4832587" y="46379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1" name="9r3d_0_tuned_PredictedAtoms_28">
            <a:extLst>
              <a:ext uri="{FF2B5EF4-FFF2-40B4-BE49-F238E27FC236}">
                <a16:creationId xmlns:a16="http://schemas.microsoft.com/office/drawing/2014/main" id="{DD852F4F-BF0C-41B0-B096-A215435ED8ED}"/>
              </a:ext>
            </a:extLst>
          </p:cNvPr>
          <p:cNvSpPr>
            <a:spLocks noGrp="1"/>
          </p:cNvSpPr>
          <p:nvPr/>
        </p:nvSpPr>
        <p:spPr>
          <a:xfrm>
            <a:off x="4684312" y="47912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2" name="9r3d_0_tuned_PredictedAtoms_29">
            <a:extLst>
              <a:ext uri="{FF2B5EF4-FFF2-40B4-BE49-F238E27FC236}">
                <a16:creationId xmlns:a16="http://schemas.microsoft.com/office/drawing/2014/main" id="{D47FF27C-C1D2-44B9-8C72-D9CE0843205D}"/>
              </a:ext>
            </a:extLst>
          </p:cNvPr>
          <p:cNvSpPr>
            <a:spLocks noGrp="1"/>
          </p:cNvSpPr>
          <p:nvPr/>
        </p:nvSpPr>
        <p:spPr>
          <a:xfrm>
            <a:off x="4935710" y="48796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3" name="9r3d_0_tuned_PredictedAtoms_30">
            <a:extLst>
              <a:ext uri="{FF2B5EF4-FFF2-40B4-BE49-F238E27FC236}">
                <a16:creationId xmlns:a16="http://schemas.microsoft.com/office/drawing/2014/main" id="{91FE865D-DB38-430A-9CC6-9D12D95A59A5}"/>
              </a:ext>
            </a:extLst>
          </p:cNvPr>
          <p:cNvSpPr>
            <a:spLocks noGrp="1"/>
          </p:cNvSpPr>
          <p:nvPr/>
        </p:nvSpPr>
        <p:spPr>
          <a:xfrm>
            <a:off x="4464749" y="4944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4" name="9r3d_0_tuned_PredictedAtoms_31">
            <a:extLst>
              <a:ext uri="{FF2B5EF4-FFF2-40B4-BE49-F238E27FC236}">
                <a16:creationId xmlns:a16="http://schemas.microsoft.com/office/drawing/2014/main" id="{41FCA3F3-53B3-4858-B94D-340750D52B99}"/>
              </a:ext>
            </a:extLst>
          </p:cNvPr>
          <p:cNvSpPr>
            <a:spLocks noGrp="1"/>
          </p:cNvSpPr>
          <p:nvPr/>
        </p:nvSpPr>
        <p:spPr>
          <a:xfrm>
            <a:off x="4427616" y="48920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5" name="9r3d_0_tuned_PredictedAtoms_32">
            <a:extLst>
              <a:ext uri="{FF2B5EF4-FFF2-40B4-BE49-F238E27FC236}">
                <a16:creationId xmlns:a16="http://schemas.microsoft.com/office/drawing/2014/main" id="{677C569D-32F1-4073-AA1C-ED073B14490B}"/>
              </a:ext>
            </a:extLst>
          </p:cNvPr>
          <p:cNvSpPr>
            <a:spLocks noGrp="1"/>
          </p:cNvSpPr>
          <p:nvPr/>
        </p:nvSpPr>
        <p:spPr>
          <a:xfrm>
            <a:off x="4453285" y="47362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6" name="9r3d_0_tuned_PredictedAtoms_33">
            <a:extLst>
              <a:ext uri="{FF2B5EF4-FFF2-40B4-BE49-F238E27FC236}">
                <a16:creationId xmlns:a16="http://schemas.microsoft.com/office/drawing/2014/main" id="{A3E4CA39-964B-4389-978C-2035CB890DB5}"/>
              </a:ext>
            </a:extLst>
          </p:cNvPr>
          <p:cNvSpPr>
            <a:spLocks noGrp="1"/>
          </p:cNvSpPr>
          <p:nvPr/>
        </p:nvSpPr>
        <p:spPr>
          <a:xfrm>
            <a:off x="4491550" y="4631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7" name="9r3d_0_tuned_PredictedAtoms_34">
            <a:extLst>
              <a:ext uri="{FF2B5EF4-FFF2-40B4-BE49-F238E27FC236}">
                <a16:creationId xmlns:a16="http://schemas.microsoft.com/office/drawing/2014/main" id="{0869924D-E3EE-41C7-8D5C-AE4423BE450A}"/>
              </a:ext>
            </a:extLst>
          </p:cNvPr>
          <p:cNvSpPr>
            <a:spLocks noGrp="1"/>
          </p:cNvSpPr>
          <p:nvPr/>
        </p:nvSpPr>
        <p:spPr>
          <a:xfrm>
            <a:off x="4302820" y="46914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8" name="9r3d_0_tuned_PredictedAtoms_35">
            <a:extLst>
              <a:ext uri="{FF2B5EF4-FFF2-40B4-BE49-F238E27FC236}">
                <a16:creationId xmlns:a16="http://schemas.microsoft.com/office/drawing/2014/main" id="{025F9123-1EF1-49BD-9E1B-881F8C57D990}"/>
              </a:ext>
            </a:extLst>
          </p:cNvPr>
          <p:cNvSpPr>
            <a:spLocks noGrp="1"/>
          </p:cNvSpPr>
          <p:nvPr/>
        </p:nvSpPr>
        <p:spPr>
          <a:xfrm>
            <a:off x="4577038" y="4749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9" name="stage3-cases-density_27">
            <a:extLst>
              <a:ext uri="{FF2B5EF4-FFF2-40B4-BE49-F238E27FC236}">
                <a16:creationId xmlns:a16="http://schemas.microsoft.com/office/drawing/2014/main" id="{24115E52-085E-4724-A798-32BF14DEAB3A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1.05 Å   D 86%   Clash 0</a:t>
            </a:r>
          </a:p>
        </p:txBody>
      </p:sp>
      <p:sp>
        <p:nvSpPr>
          <p:cNvPr id="880" name="9r3d_0_build_Receptor">
            <a:extLst>
              <a:ext uri="{FF2B5EF4-FFF2-40B4-BE49-F238E27FC236}">
                <a16:creationId xmlns:a16="http://schemas.microsoft.com/office/drawing/2014/main" id="{43CFA5A2-E607-4E5C-8B7C-97AEC616FA2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81" name="9r3d_0_build_ExperimentalDensity">
            <a:extLst>
              <a:ext uri="{FF2B5EF4-FFF2-40B4-BE49-F238E27FC236}">
                <a16:creationId xmlns:a16="http://schemas.microsoft.com/office/drawing/2014/main" id="{409D6F88-F3E9-446B-8C14-56C61689A70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82" name="9r3d_0_build_ReferenceLigand_0">
            <a:extLst>
              <a:ext uri="{FF2B5EF4-FFF2-40B4-BE49-F238E27FC236}">
                <a16:creationId xmlns:a16="http://schemas.microsoft.com/office/drawing/2014/main" id="{9535F4FA-67C4-4266-86AE-B73FD37723C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3" name="9r3d_0_build_ReferenceLigand_1">
            <a:extLst>
              <a:ext uri="{FF2B5EF4-FFF2-40B4-BE49-F238E27FC236}">
                <a16:creationId xmlns:a16="http://schemas.microsoft.com/office/drawing/2014/main" id="{8629C024-B6EE-4C84-B795-98DF16B8443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4" name="9r3d_0_build_ReferenceLigand_2">
            <a:extLst>
              <a:ext uri="{FF2B5EF4-FFF2-40B4-BE49-F238E27FC236}">
                <a16:creationId xmlns:a16="http://schemas.microsoft.com/office/drawing/2014/main" id="{B289C5F1-C366-41FB-8AC3-808E84225A8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5" name="9r3d_0_build_ReferenceLigand_3">
            <a:extLst>
              <a:ext uri="{FF2B5EF4-FFF2-40B4-BE49-F238E27FC236}">
                <a16:creationId xmlns:a16="http://schemas.microsoft.com/office/drawing/2014/main" id="{1AF90FDD-882E-4603-B63E-1869D20210B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6" name="9r3d_0_build_ReferenceLigand_4">
            <a:extLst>
              <a:ext uri="{FF2B5EF4-FFF2-40B4-BE49-F238E27FC236}">
                <a16:creationId xmlns:a16="http://schemas.microsoft.com/office/drawing/2014/main" id="{F28E0B2B-5309-4BB5-ACF5-DD519999B93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7" name="9r3d_0_build_ReferenceLigand_5">
            <a:extLst>
              <a:ext uri="{FF2B5EF4-FFF2-40B4-BE49-F238E27FC236}">
                <a16:creationId xmlns:a16="http://schemas.microsoft.com/office/drawing/2014/main" id="{5F916B74-1939-48CA-8A77-BA44478AA9E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8" name="9r3d_0_build_ReferenceLigand_6">
            <a:extLst>
              <a:ext uri="{FF2B5EF4-FFF2-40B4-BE49-F238E27FC236}">
                <a16:creationId xmlns:a16="http://schemas.microsoft.com/office/drawing/2014/main" id="{1992585D-F4F4-4863-BCDF-F6982DB5B05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9" name="9r3d_0_build_ReferenceLigand_7">
            <a:extLst>
              <a:ext uri="{FF2B5EF4-FFF2-40B4-BE49-F238E27FC236}">
                <a16:creationId xmlns:a16="http://schemas.microsoft.com/office/drawing/2014/main" id="{FE879B0B-405A-4874-8370-F52A6442E3D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0" name="9r3d_0_build_ReferenceLigand_8">
            <a:extLst>
              <a:ext uri="{FF2B5EF4-FFF2-40B4-BE49-F238E27FC236}">
                <a16:creationId xmlns:a16="http://schemas.microsoft.com/office/drawing/2014/main" id="{76B31175-418D-46A1-80F7-834FB52430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1" name="9r3d_0_build_ReferenceLigand_9">
            <a:extLst>
              <a:ext uri="{FF2B5EF4-FFF2-40B4-BE49-F238E27FC236}">
                <a16:creationId xmlns:a16="http://schemas.microsoft.com/office/drawing/2014/main" id="{E7E934D3-E941-4B22-A9A4-8EB25B8CE0C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2" name="9r3d_0_build_ReferenceLigand_10">
            <a:extLst>
              <a:ext uri="{FF2B5EF4-FFF2-40B4-BE49-F238E27FC236}">
                <a16:creationId xmlns:a16="http://schemas.microsoft.com/office/drawing/2014/main" id="{257C74C8-B660-4EE8-9FE9-1771C2EF5BC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3" name="9r3d_0_build_ReferenceLigand_11">
            <a:extLst>
              <a:ext uri="{FF2B5EF4-FFF2-40B4-BE49-F238E27FC236}">
                <a16:creationId xmlns:a16="http://schemas.microsoft.com/office/drawing/2014/main" id="{73220275-B5F7-4619-BBB8-338BDA78E19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4" name="9r3d_0_build_ReferenceLigand_12">
            <a:extLst>
              <a:ext uri="{FF2B5EF4-FFF2-40B4-BE49-F238E27FC236}">
                <a16:creationId xmlns:a16="http://schemas.microsoft.com/office/drawing/2014/main" id="{AA1870AA-22D4-43ED-BD6A-C4597774772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5" name="9r3d_0_build_ReferenceLigand_13">
            <a:extLst>
              <a:ext uri="{FF2B5EF4-FFF2-40B4-BE49-F238E27FC236}">
                <a16:creationId xmlns:a16="http://schemas.microsoft.com/office/drawing/2014/main" id="{E958BBDC-8E3F-4256-A677-F5BFE33FFB4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6" name="9r3d_0_build_ReferenceLigand_14">
            <a:extLst>
              <a:ext uri="{FF2B5EF4-FFF2-40B4-BE49-F238E27FC236}">
                <a16:creationId xmlns:a16="http://schemas.microsoft.com/office/drawing/2014/main" id="{987E2D63-0034-4068-9E73-644DAFC01B3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7" name="9r3d_0_build_ReferenceLigand_15">
            <a:extLst>
              <a:ext uri="{FF2B5EF4-FFF2-40B4-BE49-F238E27FC236}">
                <a16:creationId xmlns:a16="http://schemas.microsoft.com/office/drawing/2014/main" id="{4D1C5933-51C8-48F1-9A9C-0DC279DDDF7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8" name="9r3d_0_build_ReferenceLigand_16">
            <a:extLst>
              <a:ext uri="{FF2B5EF4-FFF2-40B4-BE49-F238E27FC236}">
                <a16:creationId xmlns:a16="http://schemas.microsoft.com/office/drawing/2014/main" id="{48D7EEDE-ACE6-49E4-BC12-F949BB1499D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9" name="9r3d_0_build_ReferenceLigand_17">
            <a:extLst>
              <a:ext uri="{FF2B5EF4-FFF2-40B4-BE49-F238E27FC236}">
                <a16:creationId xmlns:a16="http://schemas.microsoft.com/office/drawing/2014/main" id="{D8DFA384-EDB0-4DE4-A38F-3D77377E531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0" name="9r3d_0_build_ReferenceLigand_18">
            <a:extLst>
              <a:ext uri="{FF2B5EF4-FFF2-40B4-BE49-F238E27FC236}">
                <a16:creationId xmlns:a16="http://schemas.microsoft.com/office/drawing/2014/main" id="{8B88A90D-F17E-41E6-BC5B-5D7BCD0E887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1" name="9r3d_0_build_ReferenceLigand_19">
            <a:extLst>
              <a:ext uri="{FF2B5EF4-FFF2-40B4-BE49-F238E27FC236}">
                <a16:creationId xmlns:a16="http://schemas.microsoft.com/office/drawing/2014/main" id="{6A93EF7B-C82D-4A6C-9D77-FE725BD4E5D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2" name="9r3d_0_build_ReferenceLigand_20">
            <a:extLst>
              <a:ext uri="{FF2B5EF4-FFF2-40B4-BE49-F238E27FC236}">
                <a16:creationId xmlns:a16="http://schemas.microsoft.com/office/drawing/2014/main" id="{F249FB67-B108-4766-B671-D4CCE509952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3" name="9r3d_0_build_ReferenceLigand_21">
            <a:extLst>
              <a:ext uri="{FF2B5EF4-FFF2-40B4-BE49-F238E27FC236}">
                <a16:creationId xmlns:a16="http://schemas.microsoft.com/office/drawing/2014/main" id="{8C350B0F-89F1-481D-8BF5-DA3FF7D731A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4" name="9r3d_0_build_ReferenceLigand_22">
            <a:extLst>
              <a:ext uri="{FF2B5EF4-FFF2-40B4-BE49-F238E27FC236}">
                <a16:creationId xmlns:a16="http://schemas.microsoft.com/office/drawing/2014/main" id="{85962BEB-1E23-4E3F-A28A-F8C3AA64E86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5" name="9r3d_0_build_ReferenceLigand_23">
            <a:extLst>
              <a:ext uri="{FF2B5EF4-FFF2-40B4-BE49-F238E27FC236}">
                <a16:creationId xmlns:a16="http://schemas.microsoft.com/office/drawing/2014/main" id="{C7353473-EF83-47DF-BEB0-8A8478AE9C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6" name="9r3d_0_build_ReferenceLigand_24">
            <a:extLst>
              <a:ext uri="{FF2B5EF4-FFF2-40B4-BE49-F238E27FC236}">
                <a16:creationId xmlns:a16="http://schemas.microsoft.com/office/drawing/2014/main" id="{BB975E07-0308-4D8A-B35C-77A50D9B8B4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7" name="9r3d_0_build_ReferenceLigand_25">
            <a:extLst>
              <a:ext uri="{FF2B5EF4-FFF2-40B4-BE49-F238E27FC236}">
                <a16:creationId xmlns:a16="http://schemas.microsoft.com/office/drawing/2014/main" id="{70C7AADD-BB9F-45C5-B20B-17F2A0A3504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8" name="9r3d_0_build_ReferenceLigand_26">
            <a:extLst>
              <a:ext uri="{FF2B5EF4-FFF2-40B4-BE49-F238E27FC236}">
                <a16:creationId xmlns:a16="http://schemas.microsoft.com/office/drawing/2014/main" id="{05ABF26E-2825-436D-B527-E116A76C4CA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9" name="9r3d_0_build_ReferenceLigand_27">
            <a:extLst>
              <a:ext uri="{FF2B5EF4-FFF2-40B4-BE49-F238E27FC236}">
                <a16:creationId xmlns:a16="http://schemas.microsoft.com/office/drawing/2014/main" id="{173FEF37-2C6D-4825-81DC-D99CE58D48E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0" name="9r3d_0_build_ReferenceLigand_28">
            <a:extLst>
              <a:ext uri="{FF2B5EF4-FFF2-40B4-BE49-F238E27FC236}">
                <a16:creationId xmlns:a16="http://schemas.microsoft.com/office/drawing/2014/main" id="{A6712401-8800-4E14-A1D7-4369ACDC246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1" name="9r3d_0_build_ReferenceLigand_29">
            <a:extLst>
              <a:ext uri="{FF2B5EF4-FFF2-40B4-BE49-F238E27FC236}">
                <a16:creationId xmlns:a16="http://schemas.microsoft.com/office/drawing/2014/main" id="{341DD0C0-AB0B-40AD-8636-5506E65AA93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2" name="9r3d_0_build_ReferenceLigand_30">
            <a:extLst>
              <a:ext uri="{FF2B5EF4-FFF2-40B4-BE49-F238E27FC236}">
                <a16:creationId xmlns:a16="http://schemas.microsoft.com/office/drawing/2014/main" id="{BF5480E8-B4B7-44C1-8FFE-8A51FA5B5BC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3" name="9r3d_0_build_ReferenceLigand_31">
            <a:extLst>
              <a:ext uri="{FF2B5EF4-FFF2-40B4-BE49-F238E27FC236}">
                <a16:creationId xmlns:a16="http://schemas.microsoft.com/office/drawing/2014/main" id="{28BA3C78-1D6F-4DCB-B780-4ACC02B9403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4" name="9r3d_0_build_ReferenceLigand_32">
            <a:extLst>
              <a:ext uri="{FF2B5EF4-FFF2-40B4-BE49-F238E27FC236}">
                <a16:creationId xmlns:a16="http://schemas.microsoft.com/office/drawing/2014/main" id="{C754F73D-F2E9-4D43-8E7E-D29F52422F9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r3d_0_build_ReferenceLigand_33">
            <a:extLst>
              <a:ext uri="{FF2B5EF4-FFF2-40B4-BE49-F238E27FC236}">
                <a16:creationId xmlns:a16="http://schemas.microsoft.com/office/drawing/2014/main" id="{33208F42-3933-4920-8294-AB555FBCC02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r3d_0_build_ReferenceLigand_34">
            <a:extLst>
              <a:ext uri="{FF2B5EF4-FFF2-40B4-BE49-F238E27FC236}">
                <a16:creationId xmlns:a16="http://schemas.microsoft.com/office/drawing/2014/main" id="{F60C2E9F-A3B5-45F4-92AB-8A7A186720F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r3d_0_build_ReferenceLigand_35">
            <a:extLst>
              <a:ext uri="{FF2B5EF4-FFF2-40B4-BE49-F238E27FC236}">
                <a16:creationId xmlns:a16="http://schemas.microsoft.com/office/drawing/2014/main" id="{F56D8E47-F33C-459D-8CDA-3174890F931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r3d_0_build_PredictedLigand_0">
            <a:extLst>
              <a:ext uri="{FF2B5EF4-FFF2-40B4-BE49-F238E27FC236}">
                <a16:creationId xmlns:a16="http://schemas.microsoft.com/office/drawing/2014/main" id="{3D5AED97-7D1A-4052-98DE-C18A7B8813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478360" y="5043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19" name="9r3d_0_build_PredictedLigand_1">
            <a:extLst>
              <a:ext uri="{FF2B5EF4-FFF2-40B4-BE49-F238E27FC236}">
                <a16:creationId xmlns:a16="http://schemas.microsoft.com/office/drawing/2014/main" id="{F9794D47-8729-4310-92D1-84A87A5C6E0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728447" y="5900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0" name="9r3d_0_build_PredictedLigand_2">
            <a:extLst>
              <a:ext uri="{FF2B5EF4-FFF2-40B4-BE49-F238E27FC236}">
                <a16:creationId xmlns:a16="http://schemas.microsoft.com/office/drawing/2014/main" id="{54B10B51-C198-4618-B2A8-FC6C7A1E34A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627481" y="336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1" name="9r3d_0_build_PredictedLigand_3">
            <a:extLst>
              <a:ext uri="{FF2B5EF4-FFF2-40B4-BE49-F238E27FC236}">
                <a16:creationId xmlns:a16="http://schemas.microsoft.com/office/drawing/2014/main" id="{1D034F80-2694-4DED-A76C-9524901170A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461064" y="10781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2" name="9r3d_0_build_PredictedLigand_4">
            <a:extLst>
              <a:ext uri="{FF2B5EF4-FFF2-40B4-BE49-F238E27FC236}">
                <a16:creationId xmlns:a16="http://schemas.microsoft.com/office/drawing/2014/main" id="{C379D432-FC5C-4054-96A4-2E0AA696EEE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026" y="557342"/>
                </a:moveTo>
                <a:lnTo>
                  <a:pt x="1597383" y="4878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3" name="9r3d_0_build_PredictedLigand_5">
            <a:extLst>
              <a:ext uri="{FF2B5EF4-FFF2-40B4-BE49-F238E27FC236}">
                <a16:creationId xmlns:a16="http://schemas.microsoft.com/office/drawing/2014/main" id="{3F4429BE-0DDC-4364-BAB8-8C44606B30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63533" y="6199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4" name="9r3d_0_build_PredictedLigand_6">
            <a:extLst>
              <a:ext uri="{FF2B5EF4-FFF2-40B4-BE49-F238E27FC236}">
                <a16:creationId xmlns:a16="http://schemas.microsoft.com/office/drawing/2014/main" id="{989B7ECE-796D-4406-9A62-013A7E40FCC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1008125" y="4136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5" name="9r3d_0_build_PredictedLigand_7">
            <a:extLst>
              <a:ext uri="{FF2B5EF4-FFF2-40B4-BE49-F238E27FC236}">
                <a16:creationId xmlns:a16="http://schemas.microsoft.com/office/drawing/2014/main" id="{CCFA5C9F-03E9-48ED-BAB9-B77DB598BFD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268648" y="1238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6" name="9r3d_0_build_PredictedLigand_8">
            <a:extLst>
              <a:ext uri="{FF2B5EF4-FFF2-40B4-BE49-F238E27FC236}">
                <a16:creationId xmlns:a16="http://schemas.microsoft.com/office/drawing/2014/main" id="{94A375BA-B5F0-404F-B265-1D65B06E27E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8008" y="11281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7" name="9r3d_0_build_PredictedLigand_9">
            <a:extLst>
              <a:ext uri="{FF2B5EF4-FFF2-40B4-BE49-F238E27FC236}">
                <a16:creationId xmlns:a16="http://schemas.microsoft.com/office/drawing/2014/main" id="{CE63B944-7C93-4D34-BD9F-95A61DE28A6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819243" y="90573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8" name="9r3d_0_build_PredictedLigand_10">
            <a:extLst>
              <a:ext uri="{FF2B5EF4-FFF2-40B4-BE49-F238E27FC236}">
                <a16:creationId xmlns:a16="http://schemas.microsoft.com/office/drawing/2014/main" id="{4708945F-8AC7-4EAA-A921-3E5CD6307E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503362" y="12746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9" name="9r3d_0_build_PredictedLigand_11">
            <a:extLst>
              <a:ext uri="{FF2B5EF4-FFF2-40B4-BE49-F238E27FC236}">
                <a16:creationId xmlns:a16="http://schemas.microsoft.com/office/drawing/2014/main" id="{743EBD81-ACA2-450A-AF3C-7C452CB73E7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307" y="872363"/>
                </a:moveTo>
                <a:lnTo>
                  <a:pt x="947656" y="9809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0" name="9r3d_0_build_PredictedLigand_12">
            <a:extLst>
              <a:ext uri="{FF2B5EF4-FFF2-40B4-BE49-F238E27FC236}">
                <a16:creationId xmlns:a16="http://schemas.microsoft.com/office/drawing/2014/main" id="{EA8332FF-9A68-476C-9E44-0AFB759F38F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557026" y="5573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1" name="9r3d_0_build_PredictedLigand_13">
            <a:extLst>
              <a:ext uri="{FF2B5EF4-FFF2-40B4-BE49-F238E27FC236}">
                <a16:creationId xmlns:a16="http://schemas.microsoft.com/office/drawing/2014/main" id="{9B03701D-A9D6-4C23-B280-4075786793A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17178" y="4163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2" name="9r3d_0_build_PredictedLigand_14">
            <a:extLst>
              <a:ext uri="{FF2B5EF4-FFF2-40B4-BE49-F238E27FC236}">
                <a16:creationId xmlns:a16="http://schemas.microsoft.com/office/drawing/2014/main" id="{EB98E6F9-93F9-43F0-8FD3-DEEA44FB8E5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2030" y="791025"/>
                </a:moveTo>
                <a:lnTo>
                  <a:pt x="1432969" y="6379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3" name="9r3d_0_build_PredictedLigand_15">
            <a:extLst>
              <a:ext uri="{FF2B5EF4-FFF2-40B4-BE49-F238E27FC236}">
                <a16:creationId xmlns:a16="http://schemas.microsoft.com/office/drawing/2014/main" id="{7768E8E8-EE3F-4FCA-8F80-CD9327402A5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091307" y="8723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4" name="9r3d_0_build_PredictedLigand_16">
            <a:extLst>
              <a:ext uri="{FF2B5EF4-FFF2-40B4-BE49-F238E27FC236}">
                <a16:creationId xmlns:a16="http://schemas.microsoft.com/office/drawing/2014/main" id="{11EF4D71-8936-44D9-9066-01FB960E88D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4321" y="1038756"/>
                </a:moveTo>
                <a:lnTo>
                  <a:pt x="1395735" y="1164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5" name="9r3d_0_build_PredictedLigand_17">
            <a:extLst>
              <a:ext uri="{FF2B5EF4-FFF2-40B4-BE49-F238E27FC236}">
                <a16:creationId xmlns:a16="http://schemas.microsoft.com/office/drawing/2014/main" id="{47DD9F00-EEEE-4513-8810-484826BE64B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981" y="591831"/>
                </a:moveTo>
                <a:lnTo>
                  <a:pt x="931269" y="5021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6" name="9r3d_0_build_PredictedLigand_18">
            <a:extLst>
              <a:ext uri="{FF2B5EF4-FFF2-40B4-BE49-F238E27FC236}">
                <a16:creationId xmlns:a16="http://schemas.microsoft.com/office/drawing/2014/main" id="{94721F8C-2C13-4361-9EF9-D80A19BADFB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310198" y="5590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7" name="9r3d_0_build_PredictedLigand_19">
            <a:extLst>
              <a:ext uri="{FF2B5EF4-FFF2-40B4-BE49-F238E27FC236}">
                <a16:creationId xmlns:a16="http://schemas.microsoft.com/office/drawing/2014/main" id="{DA6EB6DE-264B-486F-B8BC-AE25DE5D4F3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8" name="9r3d_0_build_PredictedLigand_20">
            <a:extLst>
              <a:ext uri="{FF2B5EF4-FFF2-40B4-BE49-F238E27FC236}">
                <a16:creationId xmlns:a16="http://schemas.microsoft.com/office/drawing/2014/main" id="{8B7DD4AE-D79D-4197-BDD4-9AAFAFB9419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326340" y="8928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9" name="9r3d_0_build_PredictedLigand_21">
            <a:extLst>
              <a:ext uri="{FF2B5EF4-FFF2-40B4-BE49-F238E27FC236}">
                <a16:creationId xmlns:a16="http://schemas.microsoft.com/office/drawing/2014/main" id="{FD565499-430B-479E-964B-284812183CF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354321" y="1038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0" name="9r3d_0_build_PredictedLigand_22">
            <a:extLst>
              <a:ext uri="{FF2B5EF4-FFF2-40B4-BE49-F238E27FC236}">
                <a16:creationId xmlns:a16="http://schemas.microsoft.com/office/drawing/2014/main" id="{FB25A68D-CF9E-4B73-820E-CA2126F39B8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176732" y="8164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1" name="9r3d_0_build_PredictedLigand_23">
            <a:extLst>
              <a:ext uri="{FF2B5EF4-FFF2-40B4-BE49-F238E27FC236}">
                <a16:creationId xmlns:a16="http://schemas.microsoft.com/office/drawing/2014/main" id="{9B6EDA80-BA4B-45EC-A1CE-83BFD6E2D5B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160692" y="6464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2" name="9r3d_0_build_PredictedLigand_24">
            <a:extLst>
              <a:ext uri="{FF2B5EF4-FFF2-40B4-BE49-F238E27FC236}">
                <a16:creationId xmlns:a16="http://schemas.microsoft.com/office/drawing/2014/main" id="{DC1A9522-453E-4443-A60D-FD5FC6F63C8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255" y="867907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3" name="9r3d_0_build_PredictedLigand_25">
            <a:extLst>
              <a:ext uri="{FF2B5EF4-FFF2-40B4-BE49-F238E27FC236}">
                <a16:creationId xmlns:a16="http://schemas.microsoft.com/office/drawing/2014/main" id="{12587A72-8781-4264-A85E-09A0F5FA655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028981" y="591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4" name="9r3d_0_build_PredictedLigand_26">
            <a:extLst>
              <a:ext uri="{FF2B5EF4-FFF2-40B4-BE49-F238E27FC236}">
                <a16:creationId xmlns:a16="http://schemas.microsoft.com/office/drawing/2014/main" id="{D601C225-8AA1-4348-9FC2-19A734B68BE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4338" y="10120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5" name="9r3d_0_build_PredictedLigand_27">
            <a:extLst>
              <a:ext uri="{FF2B5EF4-FFF2-40B4-BE49-F238E27FC236}">
                <a16:creationId xmlns:a16="http://schemas.microsoft.com/office/drawing/2014/main" id="{6D8B186E-B136-4577-ADEB-34655AD6144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4116" y="856750"/>
                </a:moveTo>
                <a:lnTo>
                  <a:pt x="1728945" y="9104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6" name="9r3d_0_build_PredictedLigand_28">
            <a:extLst>
              <a:ext uri="{FF2B5EF4-FFF2-40B4-BE49-F238E27FC236}">
                <a16:creationId xmlns:a16="http://schemas.microsoft.com/office/drawing/2014/main" id="{CD0B0ACB-D774-4A9F-B566-EEF63599E0F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285042" y="4566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7" name="9r3d_0_build_PredictedLigand_29">
            <a:extLst>
              <a:ext uri="{FF2B5EF4-FFF2-40B4-BE49-F238E27FC236}">
                <a16:creationId xmlns:a16="http://schemas.microsoft.com/office/drawing/2014/main" id="{A6BD6B25-824B-4286-A412-ADB8CABA9B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568255" y="8679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8" name="9r3d_0_build_PredictedLigand_30">
            <a:extLst>
              <a:ext uri="{FF2B5EF4-FFF2-40B4-BE49-F238E27FC236}">
                <a16:creationId xmlns:a16="http://schemas.microsoft.com/office/drawing/2014/main" id="{E98B5A14-AE06-4281-B737-36E25AC1A3F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27624" y="2248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9" name="9r3d_0_build_PredictedLigand_31">
            <a:extLst>
              <a:ext uri="{FF2B5EF4-FFF2-40B4-BE49-F238E27FC236}">
                <a16:creationId xmlns:a16="http://schemas.microsoft.com/office/drawing/2014/main" id="{2BB43284-BFB0-4E54-9715-81E079AAF4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2177" y="10655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0" name="9r3d_0_build_PredictedLigand_32">
            <a:extLst>
              <a:ext uri="{FF2B5EF4-FFF2-40B4-BE49-F238E27FC236}">
                <a16:creationId xmlns:a16="http://schemas.microsoft.com/office/drawing/2014/main" id="{ADEE5191-A02C-4732-B1A4-46077DC75D5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5042" y="456631"/>
                </a:moveTo>
                <a:lnTo>
                  <a:pt x="1345955" y="27684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1" name="9r3d_0_build_PredictedLigand_33">
            <a:extLst>
              <a:ext uri="{FF2B5EF4-FFF2-40B4-BE49-F238E27FC236}">
                <a16:creationId xmlns:a16="http://schemas.microsoft.com/office/drawing/2014/main" id="{2810F985-042C-4066-97B3-F0A88D0FEF4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211539" y="1857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2" name="9r3d_0_build_PredictedLigand_34">
            <a:extLst>
              <a:ext uri="{FF2B5EF4-FFF2-40B4-BE49-F238E27FC236}">
                <a16:creationId xmlns:a16="http://schemas.microsoft.com/office/drawing/2014/main" id="{244FE3F1-F954-48D3-AF25-B9670214B70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9245" y="830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3" name="9r3d_0_build_PredictedLigand_35">
            <a:extLst>
              <a:ext uri="{FF2B5EF4-FFF2-40B4-BE49-F238E27FC236}">
                <a16:creationId xmlns:a16="http://schemas.microsoft.com/office/drawing/2014/main" id="{C1911399-8BE0-4B22-B606-DD73085EA24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34540" y="305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4" name="9r3d_0_build_PredictedAtoms_0">
            <a:extLst>
              <a:ext uri="{FF2B5EF4-FFF2-40B4-BE49-F238E27FC236}">
                <a16:creationId xmlns:a16="http://schemas.microsoft.com/office/drawing/2014/main" id="{5C62F162-5529-4702-88B5-26AD38DE6FD8}"/>
              </a:ext>
            </a:extLst>
          </p:cNvPr>
          <p:cNvSpPr>
            <a:spLocks noGrp="1"/>
          </p:cNvSpPr>
          <p:nvPr/>
        </p:nvSpPr>
        <p:spPr>
          <a:xfrm>
            <a:off x="7990124" y="52125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5" name="9r3d_0_build_PredictedAtoms_1">
            <a:extLst>
              <a:ext uri="{FF2B5EF4-FFF2-40B4-BE49-F238E27FC236}">
                <a16:creationId xmlns:a16="http://schemas.microsoft.com/office/drawing/2014/main" id="{9E1DCD5B-6D72-4DC5-9DF9-8AF0B61FCAB4}"/>
              </a:ext>
            </a:extLst>
          </p:cNvPr>
          <p:cNvSpPr>
            <a:spLocks noGrp="1"/>
          </p:cNvSpPr>
          <p:nvPr/>
        </p:nvSpPr>
        <p:spPr>
          <a:xfrm>
            <a:off x="7884953" y="52662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6" name="9r3d_0_build_PredictedAtoms_2">
            <a:extLst>
              <a:ext uri="{FF2B5EF4-FFF2-40B4-BE49-F238E27FC236}">
                <a16:creationId xmlns:a16="http://schemas.microsoft.com/office/drawing/2014/main" id="{3B4E69DD-881C-4AE5-A151-4818D7A532DB}"/>
              </a:ext>
            </a:extLst>
          </p:cNvPr>
          <p:cNvSpPr>
            <a:spLocks noGrp="1"/>
          </p:cNvSpPr>
          <p:nvPr/>
        </p:nvSpPr>
        <p:spPr>
          <a:xfrm>
            <a:off x="7895252" y="51862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7" name="9r3d_0_build_PredictedAtoms_3">
            <a:extLst>
              <a:ext uri="{FF2B5EF4-FFF2-40B4-BE49-F238E27FC236}">
                <a16:creationId xmlns:a16="http://schemas.microsoft.com/office/drawing/2014/main" id="{58FEE9F6-1463-44BA-8581-97A37B0ADA71}"/>
              </a:ext>
            </a:extLst>
          </p:cNvPr>
          <p:cNvSpPr>
            <a:spLocks noGrp="1"/>
          </p:cNvSpPr>
          <p:nvPr/>
        </p:nvSpPr>
        <p:spPr>
          <a:xfrm>
            <a:off x="7888185" y="54213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8" name="9r3d_0_build_PredictedAtoms_4">
            <a:extLst>
              <a:ext uri="{FF2B5EF4-FFF2-40B4-BE49-F238E27FC236}">
                <a16:creationId xmlns:a16="http://schemas.microsoft.com/office/drawing/2014/main" id="{44657727-ABBD-4FE5-8E96-7207D0E33CDB}"/>
              </a:ext>
            </a:extLst>
          </p:cNvPr>
          <p:cNvSpPr>
            <a:spLocks noGrp="1"/>
          </p:cNvSpPr>
          <p:nvPr/>
        </p:nvSpPr>
        <p:spPr>
          <a:xfrm>
            <a:off x="7724262" y="5223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9" name="9r3d_0_build_PredictedAtoms_5">
            <a:extLst>
              <a:ext uri="{FF2B5EF4-FFF2-40B4-BE49-F238E27FC236}">
                <a16:creationId xmlns:a16="http://schemas.microsoft.com/office/drawing/2014/main" id="{CAED6F75-36F0-46D4-9F19-1E17D4727FD6}"/>
              </a:ext>
            </a:extLst>
          </p:cNvPr>
          <p:cNvSpPr>
            <a:spLocks noGrp="1"/>
          </p:cNvSpPr>
          <p:nvPr/>
        </p:nvSpPr>
        <p:spPr>
          <a:xfrm>
            <a:off x="7618038" y="51468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0" name="9r3d_0_build_PredictedAtoms_6">
            <a:extLst>
              <a:ext uri="{FF2B5EF4-FFF2-40B4-BE49-F238E27FC236}">
                <a16:creationId xmlns:a16="http://schemas.microsoft.com/office/drawing/2014/main" id="{9CEE6FDC-C948-43B2-B595-9B531271326B}"/>
              </a:ext>
            </a:extLst>
          </p:cNvPr>
          <p:cNvSpPr>
            <a:spLocks noGrp="1"/>
          </p:cNvSpPr>
          <p:nvPr/>
        </p:nvSpPr>
        <p:spPr>
          <a:xfrm>
            <a:off x="7588976" y="49936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1" name="9r3d_0_build_PredictedAtoms_7">
            <a:extLst>
              <a:ext uri="{FF2B5EF4-FFF2-40B4-BE49-F238E27FC236}">
                <a16:creationId xmlns:a16="http://schemas.microsoft.com/office/drawing/2014/main" id="{8B6D4A40-853A-4E60-990F-8EAE30C1582A}"/>
              </a:ext>
            </a:extLst>
          </p:cNvPr>
          <p:cNvSpPr>
            <a:spLocks noGrp="1"/>
          </p:cNvSpPr>
          <p:nvPr/>
        </p:nvSpPr>
        <p:spPr>
          <a:xfrm>
            <a:off x="7713034" y="491312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2" name="9r3d_0_build_PredictedAtoms_8">
            <a:extLst>
              <a:ext uri="{FF2B5EF4-FFF2-40B4-BE49-F238E27FC236}">
                <a16:creationId xmlns:a16="http://schemas.microsoft.com/office/drawing/2014/main" id="{9A096DBF-7352-4528-9313-AC9FF55EAD3B}"/>
              </a:ext>
            </a:extLst>
          </p:cNvPr>
          <p:cNvSpPr>
            <a:spLocks noGrp="1"/>
          </p:cNvSpPr>
          <p:nvPr/>
        </p:nvSpPr>
        <p:spPr>
          <a:xfrm>
            <a:off x="7753391" y="48436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3" name="9r3d_0_build_PredictedAtoms_9">
            <a:extLst>
              <a:ext uri="{FF2B5EF4-FFF2-40B4-BE49-F238E27FC236}">
                <a16:creationId xmlns:a16="http://schemas.microsoft.com/office/drawing/2014/main" id="{4CBCA4BC-1E9C-45EB-969F-7F227FC44A75}"/>
              </a:ext>
            </a:extLst>
          </p:cNvPr>
          <p:cNvSpPr>
            <a:spLocks noGrp="1"/>
          </p:cNvSpPr>
          <p:nvPr/>
        </p:nvSpPr>
        <p:spPr>
          <a:xfrm>
            <a:off x="7783489" y="4691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4" name="9r3d_0_build_PredictedAtoms_10">
            <a:extLst>
              <a:ext uri="{FF2B5EF4-FFF2-40B4-BE49-F238E27FC236}">
                <a16:creationId xmlns:a16="http://schemas.microsoft.com/office/drawing/2014/main" id="{FDA6091C-D8DD-43EC-ACC0-7965B0819A4E}"/>
              </a:ext>
            </a:extLst>
          </p:cNvPr>
          <p:cNvSpPr>
            <a:spLocks noGrp="1"/>
          </p:cNvSpPr>
          <p:nvPr/>
        </p:nvSpPr>
        <p:spPr>
          <a:xfrm>
            <a:off x="7884455" y="4945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5" name="9r3d_0_build_PredictedAtoms_11">
            <a:extLst>
              <a:ext uri="{FF2B5EF4-FFF2-40B4-BE49-F238E27FC236}">
                <a16:creationId xmlns:a16="http://schemas.microsoft.com/office/drawing/2014/main" id="{568372EF-E6B6-4EE3-8EDF-FE477ED4BC6D}"/>
              </a:ext>
            </a:extLst>
          </p:cNvPr>
          <p:cNvSpPr>
            <a:spLocks noGrp="1"/>
          </p:cNvSpPr>
          <p:nvPr/>
        </p:nvSpPr>
        <p:spPr>
          <a:xfrm>
            <a:off x="7634367" y="48601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6" name="9r3d_0_build_PredictedAtoms_12">
            <a:extLst>
              <a:ext uri="{FF2B5EF4-FFF2-40B4-BE49-F238E27FC236}">
                <a16:creationId xmlns:a16="http://schemas.microsoft.com/office/drawing/2014/main" id="{E19F7080-BEB8-4554-96D2-300EE5ACAF9C}"/>
              </a:ext>
            </a:extLst>
          </p:cNvPr>
          <p:cNvSpPr>
            <a:spLocks noGrp="1"/>
          </p:cNvSpPr>
          <p:nvPr/>
        </p:nvSpPr>
        <p:spPr>
          <a:xfrm>
            <a:off x="7466205" y="4914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7" name="9r3d_0_build_PredictedAtoms_13">
            <a:extLst>
              <a:ext uri="{FF2B5EF4-FFF2-40B4-BE49-F238E27FC236}">
                <a16:creationId xmlns:a16="http://schemas.microsoft.com/office/drawing/2014/main" id="{2C4DD5BC-5D50-4CF0-88A9-ABFD9D864B61}"/>
              </a:ext>
            </a:extLst>
          </p:cNvPr>
          <p:cNvSpPr>
            <a:spLocks noGrp="1"/>
          </p:cNvSpPr>
          <p:nvPr/>
        </p:nvSpPr>
        <p:spPr>
          <a:xfrm>
            <a:off x="7441050" y="48124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8" name="9r3d_0_build_PredictedAtoms_14">
            <a:extLst>
              <a:ext uri="{FF2B5EF4-FFF2-40B4-BE49-F238E27FC236}">
                <a16:creationId xmlns:a16="http://schemas.microsoft.com/office/drawing/2014/main" id="{1890B112-114E-4869-B8A7-D8E2C7012036}"/>
              </a:ext>
            </a:extLst>
          </p:cNvPr>
          <p:cNvSpPr>
            <a:spLocks noGrp="1"/>
          </p:cNvSpPr>
          <p:nvPr/>
        </p:nvSpPr>
        <p:spPr>
          <a:xfrm>
            <a:off x="7501963" y="46326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9" name="9r3d_0_build_PredictedAtoms_15">
            <a:extLst>
              <a:ext uri="{FF2B5EF4-FFF2-40B4-BE49-F238E27FC236}">
                <a16:creationId xmlns:a16="http://schemas.microsoft.com/office/drawing/2014/main" id="{E1915F6A-B83D-44F5-8D98-BF5C624B5783}"/>
              </a:ext>
            </a:extLst>
          </p:cNvPr>
          <p:cNvSpPr>
            <a:spLocks noGrp="1"/>
          </p:cNvSpPr>
          <p:nvPr/>
        </p:nvSpPr>
        <p:spPr>
          <a:xfrm>
            <a:off x="7590547" y="466150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0" name="9r3d_0_build_PredictedAtoms_16">
            <a:extLst>
              <a:ext uri="{FF2B5EF4-FFF2-40B4-BE49-F238E27FC236}">
                <a16:creationId xmlns:a16="http://schemas.microsoft.com/office/drawing/2014/main" id="{25FCFF8C-B707-4876-89A3-816CF2C5234C}"/>
              </a:ext>
            </a:extLst>
          </p:cNvPr>
          <p:cNvSpPr>
            <a:spLocks noGrp="1"/>
          </p:cNvSpPr>
          <p:nvPr/>
        </p:nvSpPr>
        <p:spPr>
          <a:xfrm>
            <a:off x="7367547" y="45414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1" name="9r3d_0_build_PredictedAtoms_17">
            <a:extLst>
              <a:ext uri="{FF2B5EF4-FFF2-40B4-BE49-F238E27FC236}">
                <a16:creationId xmlns:a16="http://schemas.microsoft.com/office/drawing/2014/main" id="{8D432B32-6485-40F0-979A-230718F105FC}"/>
              </a:ext>
            </a:extLst>
          </p:cNvPr>
          <p:cNvSpPr>
            <a:spLocks noGrp="1"/>
          </p:cNvSpPr>
          <p:nvPr/>
        </p:nvSpPr>
        <p:spPr>
          <a:xfrm>
            <a:off x="7583632" y="45806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2" name="9r3d_0_build_PredictedAtoms_18">
            <a:extLst>
              <a:ext uri="{FF2B5EF4-FFF2-40B4-BE49-F238E27FC236}">
                <a16:creationId xmlns:a16="http://schemas.microsoft.com/office/drawing/2014/main" id="{BF62DB9B-3450-487D-9EF3-E2506E09FBE9}"/>
              </a:ext>
            </a:extLst>
          </p:cNvPr>
          <p:cNvSpPr>
            <a:spLocks noGrp="1"/>
          </p:cNvSpPr>
          <p:nvPr/>
        </p:nvSpPr>
        <p:spPr>
          <a:xfrm>
            <a:off x="7316700" y="50022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3" name="9r3d_0_build_PredictedAtoms_19">
            <a:extLst>
              <a:ext uri="{FF2B5EF4-FFF2-40B4-BE49-F238E27FC236}">
                <a16:creationId xmlns:a16="http://schemas.microsoft.com/office/drawing/2014/main" id="{99E9DE5F-34D7-42E4-9E0A-CD07FEE32395}"/>
              </a:ext>
            </a:extLst>
          </p:cNvPr>
          <p:cNvSpPr>
            <a:spLocks noGrp="1"/>
          </p:cNvSpPr>
          <p:nvPr/>
        </p:nvSpPr>
        <p:spPr>
          <a:xfrm>
            <a:off x="7184989" y="49476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4" name="9r3d_0_build_PredictedAtoms_20">
            <a:extLst>
              <a:ext uri="{FF2B5EF4-FFF2-40B4-BE49-F238E27FC236}">
                <a16:creationId xmlns:a16="http://schemas.microsoft.com/office/drawing/2014/main" id="{2702834C-1A25-4F66-BE51-4908C12C2FDA}"/>
              </a:ext>
            </a:extLst>
          </p:cNvPr>
          <p:cNvSpPr>
            <a:spLocks noGrp="1"/>
          </p:cNvSpPr>
          <p:nvPr/>
        </p:nvSpPr>
        <p:spPr>
          <a:xfrm>
            <a:off x="7087276" y="48579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5" name="9r3d_0_build_PredictedAtoms_21">
            <a:extLst>
              <a:ext uri="{FF2B5EF4-FFF2-40B4-BE49-F238E27FC236}">
                <a16:creationId xmlns:a16="http://schemas.microsoft.com/office/drawing/2014/main" id="{CEFAD223-59BF-43D8-9524-5C0D465F7625}"/>
              </a:ext>
            </a:extLst>
          </p:cNvPr>
          <p:cNvSpPr>
            <a:spLocks noGrp="1"/>
          </p:cNvSpPr>
          <p:nvPr/>
        </p:nvSpPr>
        <p:spPr>
          <a:xfrm>
            <a:off x="7164132" y="47694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6" name="9r3d_0_build_PredictedAtoms_22">
            <a:extLst>
              <a:ext uri="{FF2B5EF4-FFF2-40B4-BE49-F238E27FC236}">
                <a16:creationId xmlns:a16="http://schemas.microsoft.com/office/drawing/2014/main" id="{BA00E4B1-2720-46BE-BD56-6099190B180A}"/>
              </a:ext>
            </a:extLst>
          </p:cNvPr>
          <p:cNvSpPr>
            <a:spLocks noGrp="1"/>
          </p:cNvSpPr>
          <p:nvPr/>
        </p:nvSpPr>
        <p:spPr>
          <a:xfrm>
            <a:off x="7019541" y="49757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7" name="9r3d_0_build_PredictedAtoms_23">
            <a:extLst>
              <a:ext uri="{FF2B5EF4-FFF2-40B4-BE49-F238E27FC236}">
                <a16:creationId xmlns:a16="http://schemas.microsoft.com/office/drawing/2014/main" id="{24A65F82-9BCE-4835-9EC6-D1E88B521657}"/>
              </a:ext>
            </a:extLst>
          </p:cNvPr>
          <p:cNvSpPr>
            <a:spLocks noGrp="1"/>
          </p:cNvSpPr>
          <p:nvPr/>
        </p:nvSpPr>
        <p:spPr>
          <a:xfrm>
            <a:off x="6973185" y="47721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8" name="9r3d_0_build_PredictedAtoms_24">
            <a:extLst>
              <a:ext uri="{FF2B5EF4-FFF2-40B4-BE49-F238E27FC236}">
                <a16:creationId xmlns:a16="http://schemas.microsoft.com/office/drawing/2014/main" id="{DBC5DAD8-E642-4C25-9D62-24BE3325E2A6}"/>
              </a:ext>
            </a:extLst>
          </p:cNvPr>
          <p:cNvSpPr>
            <a:spLocks noGrp="1"/>
          </p:cNvSpPr>
          <p:nvPr/>
        </p:nvSpPr>
        <p:spPr>
          <a:xfrm>
            <a:off x="7332739" y="51722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9" name="9r3d_0_build_PredictedAtoms_25">
            <a:extLst>
              <a:ext uri="{FF2B5EF4-FFF2-40B4-BE49-F238E27FC236}">
                <a16:creationId xmlns:a16="http://schemas.microsoft.com/office/drawing/2014/main" id="{D619C605-F07B-496D-A5F6-35605D31DBE0}"/>
              </a:ext>
            </a:extLst>
          </p:cNvPr>
          <p:cNvSpPr>
            <a:spLocks noGrp="1"/>
          </p:cNvSpPr>
          <p:nvPr/>
        </p:nvSpPr>
        <p:spPr>
          <a:xfrm>
            <a:off x="7247314" y="52281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0" name="9r3d_0_build_PredictedAtoms_26">
            <a:extLst>
              <a:ext uri="{FF2B5EF4-FFF2-40B4-BE49-F238E27FC236}">
                <a16:creationId xmlns:a16="http://schemas.microsoft.com/office/drawing/2014/main" id="{2CF21CB9-641D-4134-A5E3-19D369907956}"/>
              </a:ext>
            </a:extLst>
          </p:cNvPr>
          <p:cNvSpPr>
            <a:spLocks noGrp="1"/>
          </p:cNvSpPr>
          <p:nvPr/>
        </p:nvSpPr>
        <p:spPr>
          <a:xfrm>
            <a:off x="7103664" y="5336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1" name="9r3d_0_build_PredictedAtoms_27">
            <a:extLst>
              <a:ext uri="{FF2B5EF4-FFF2-40B4-BE49-F238E27FC236}">
                <a16:creationId xmlns:a16="http://schemas.microsoft.com/office/drawing/2014/main" id="{81ECA648-0E9C-4112-BF81-0EB5E863E94C}"/>
              </a:ext>
            </a:extLst>
          </p:cNvPr>
          <p:cNvSpPr>
            <a:spLocks noGrp="1"/>
          </p:cNvSpPr>
          <p:nvPr/>
        </p:nvSpPr>
        <p:spPr>
          <a:xfrm>
            <a:off x="6975250" y="52615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2" name="9r3d_0_build_PredictedAtoms_28">
            <a:extLst>
              <a:ext uri="{FF2B5EF4-FFF2-40B4-BE49-F238E27FC236}">
                <a16:creationId xmlns:a16="http://schemas.microsoft.com/office/drawing/2014/main" id="{535E6DC3-4844-4B4E-AE6C-CCE19AAB35CA}"/>
              </a:ext>
            </a:extLst>
          </p:cNvPr>
          <p:cNvSpPr>
            <a:spLocks noGrp="1"/>
          </p:cNvSpPr>
          <p:nvPr/>
        </p:nvSpPr>
        <p:spPr>
          <a:xfrm>
            <a:off x="7110345" y="53678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3" name="9r3d_0_build_PredictedAtoms_29">
            <a:extLst>
              <a:ext uri="{FF2B5EF4-FFF2-40B4-BE49-F238E27FC236}">
                <a16:creationId xmlns:a16="http://schemas.microsoft.com/office/drawing/2014/main" id="{1793F3E8-3ABE-4981-B3D7-77E67F22D790}"/>
              </a:ext>
            </a:extLst>
          </p:cNvPr>
          <p:cNvSpPr>
            <a:spLocks noGrp="1"/>
          </p:cNvSpPr>
          <p:nvPr/>
        </p:nvSpPr>
        <p:spPr>
          <a:xfrm>
            <a:off x="7114016" y="54839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4" name="9r3d_0_build_PredictedAtoms_30">
            <a:extLst>
              <a:ext uri="{FF2B5EF4-FFF2-40B4-BE49-F238E27FC236}">
                <a16:creationId xmlns:a16="http://schemas.microsoft.com/office/drawing/2014/main" id="{EA082D22-C4E4-4301-A7F0-358DA5A22E20}"/>
              </a:ext>
            </a:extLst>
          </p:cNvPr>
          <p:cNvSpPr>
            <a:spLocks noGrp="1"/>
          </p:cNvSpPr>
          <p:nvPr/>
        </p:nvSpPr>
        <p:spPr>
          <a:xfrm>
            <a:off x="7482348" y="52486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5" name="9r3d_0_build_PredictedAtoms_31">
            <a:extLst>
              <a:ext uri="{FF2B5EF4-FFF2-40B4-BE49-F238E27FC236}">
                <a16:creationId xmlns:a16="http://schemas.microsoft.com/office/drawing/2014/main" id="{28BD7058-5C2F-4780-957E-00CA3E58C3E4}"/>
              </a:ext>
            </a:extLst>
          </p:cNvPr>
          <p:cNvSpPr>
            <a:spLocks noGrp="1"/>
          </p:cNvSpPr>
          <p:nvPr/>
        </p:nvSpPr>
        <p:spPr>
          <a:xfrm>
            <a:off x="7510329" y="53945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6" name="9r3d_0_build_PredictedAtoms_32">
            <a:extLst>
              <a:ext uri="{FF2B5EF4-FFF2-40B4-BE49-F238E27FC236}">
                <a16:creationId xmlns:a16="http://schemas.microsoft.com/office/drawing/2014/main" id="{209EA31C-0FFD-4A94-8657-EEB47D914CFE}"/>
              </a:ext>
            </a:extLst>
          </p:cNvPr>
          <p:cNvSpPr>
            <a:spLocks noGrp="1"/>
          </p:cNvSpPr>
          <p:nvPr/>
        </p:nvSpPr>
        <p:spPr>
          <a:xfrm>
            <a:off x="7551742" y="55203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7" name="9r3d_0_build_PredictedAtoms_33">
            <a:extLst>
              <a:ext uri="{FF2B5EF4-FFF2-40B4-BE49-F238E27FC236}">
                <a16:creationId xmlns:a16="http://schemas.microsoft.com/office/drawing/2014/main" id="{2C3C2050-7DAA-44FD-9166-D424C95604F7}"/>
              </a:ext>
            </a:extLst>
          </p:cNvPr>
          <p:cNvSpPr>
            <a:spLocks noGrp="1"/>
          </p:cNvSpPr>
          <p:nvPr/>
        </p:nvSpPr>
        <p:spPr>
          <a:xfrm>
            <a:off x="7617071" y="54339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8" name="9r3d_0_build_PredictedAtoms_34">
            <a:extLst>
              <a:ext uri="{FF2B5EF4-FFF2-40B4-BE49-F238E27FC236}">
                <a16:creationId xmlns:a16="http://schemas.microsoft.com/office/drawing/2014/main" id="{92175FC7-239C-44C5-85E7-CC0A1FE681E1}"/>
              </a:ext>
            </a:extLst>
          </p:cNvPr>
          <p:cNvSpPr>
            <a:spLocks noGrp="1"/>
          </p:cNvSpPr>
          <p:nvPr/>
        </p:nvSpPr>
        <p:spPr>
          <a:xfrm>
            <a:off x="7659369" y="56304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9" name="9r3d_0_build_PredictedAtoms_35">
            <a:extLst>
              <a:ext uri="{FF2B5EF4-FFF2-40B4-BE49-F238E27FC236}">
                <a16:creationId xmlns:a16="http://schemas.microsoft.com/office/drawing/2014/main" id="{DD77F88B-5D07-4FC9-84AB-1AC489069440}"/>
              </a:ext>
            </a:extLst>
          </p:cNvPr>
          <p:cNvSpPr>
            <a:spLocks noGrp="1"/>
          </p:cNvSpPr>
          <p:nvPr/>
        </p:nvSpPr>
        <p:spPr>
          <a:xfrm>
            <a:off x="7424656" y="55943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0" name="9r3d_0_build_Clashes_0">
            <a:extLst>
              <a:ext uri="{FF2B5EF4-FFF2-40B4-BE49-F238E27FC236}">
                <a16:creationId xmlns:a16="http://schemas.microsoft.com/office/drawing/2014/main" id="{696C96DA-7ADA-497A-AECA-22D1043825A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447" y="590004"/>
                </a:moveTo>
                <a:lnTo>
                  <a:pt x="1647874" y="78885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91" name="9r3d_0_build_ClashingReceptorAtoms_0">
            <a:extLst>
              <a:ext uri="{FF2B5EF4-FFF2-40B4-BE49-F238E27FC236}">
                <a16:creationId xmlns:a16="http://schemas.microsoft.com/office/drawing/2014/main" id="{8AC5EDB5-423E-45EA-ACE9-142F77390B52}"/>
              </a:ext>
            </a:extLst>
          </p:cNvPr>
          <p:cNvSpPr>
            <a:spLocks noGrp="1"/>
          </p:cNvSpPr>
          <p:nvPr/>
        </p:nvSpPr>
        <p:spPr>
          <a:xfrm>
            <a:off x="7796261" y="513701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92" name="stage3-cases-density_29">
            <a:extLst>
              <a:ext uri="{FF2B5EF4-FFF2-40B4-BE49-F238E27FC236}">
                <a16:creationId xmlns:a16="http://schemas.microsoft.com/office/drawing/2014/main" id="{82F85D9A-5FDE-4F79-AEEB-982844D039F6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5.56 Å   D 86%   Clash 1</a:t>
            </a:r>
          </a:p>
        </p:txBody>
      </p:sp>
      <p:sp>
        <p:nvSpPr>
          <p:cNvPr id="993" name="stage3-cases-density_30">
            <a:extLst>
              <a:ext uri="{FF2B5EF4-FFF2-40B4-BE49-F238E27FC236}">
                <a16:creationId xmlns:a16="http://schemas.microsoft.com/office/drawing/2014/main" id="{9A935AB5-1B21-43D9-ABB8-1E56EDC5096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6334125"/>
                </a:moveTo>
                <a:lnTo>
                  <a:pt x="419100" y="63341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994" name="stage3-cases-density_31">
            <a:extLst>
              <a:ext uri="{FF2B5EF4-FFF2-40B4-BE49-F238E27FC236}">
                <a16:creationId xmlns:a16="http://schemas.microsoft.com/office/drawing/2014/main" id="{9FBA1521-3507-4ABC-8DE9-4395F1CE45D9}"/>
              </a:ext>
            </a:extLst>
          </p:cNvPr>
          <p:cNvSpPr>
            <a:spLocks noGrp="1"/>
          </p:cNvSpPr>
          <p:nvPr/>
        </p:nvSpPr>
        <p:spPr>
          <a:xfrm>
            <a:off x="48577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995" name="stage3-cases-density_32">
            <a:extLst>
              <a:ext uri="{FF2B5EF4-FFF2-40B4-BE49-F238E27FC236}">
                <a16:creationId xmlns:a16="http://schemas.microsoft.com/office/drawing/2014/main" id="{46DAB055-1DD3-4B5B-8584-7575925D9EA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6334125"/>
                </a:moveTo>
                <a:lnTo>
                  <a:pt x="2619375" y="63341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996" name="stage3-cases-density_33">
            <a:extLst>
              <a:ext uri="{FF2B5EF4-FFF2-40B4-BE49-F238E27FC236}">
                <a16:creationId xmlns:a16="http://schemas.microsoft.com/office/drawing/2014/main" id="{DA2258FD-5D71-43BD-8EAE-4C388764F7F1}"/>
              </a:ext>
            </a:extLst>
          </p:cNvPr>
          <p:cNvSpPr>
            <a:spLocks noGrp="1"/>
          </p:cNvSpPr>
          <p:nvPr/>
        </p:nvSpPr>
        <p:spPr>
          <a:xfrm>
            <a:off x="2686050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997" name="stage3-cases-density_34">
            <a:extLst>
              <a:ext uri="{FF2B5EF4-FFF2-40B4-BE49-F238E27FC236}">
                <a16:creationId xmlns:a16="http://schemas.microsoft.com/office/drawing/2014/main" id="{BC806866-0B80-44AD-A204-3B139F6B4D6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6334125"/>
                </a:moveTo>
                <a:lnTo>
                  <a:pt x="5505450" y="63341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998" name="stage3-cases-density_35">
            <a:extLst>
              <a:ext uri="{FF2B5EF4-FFF2-40B4-BE49-F238E27FC236}">
                <a16:creationId xmlns:a16="http://schemas.microsoft.com/office/drawing/2014/main" id="{36B8B868-06FB-4B65-B84A-8EE6E5D3F0EC}"/>
              </a:ext>
            </a:extLst>
          </p:cNvPr>
          <p:cNvSpPr>
            <a:spLocks noGrp="1"/>
          </p:cNvSpPr>
          <p:nvPr/>
        </p:nvSpPr>
        <p:spPr>
          <a:xfrm>
            <a:off x="557212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999" name="stage3-cases-density_36">
            <a:extLst>
              <a:ext uri="{FF2B5EF4-FFF2-40B4-BE49-F238E27FC236}">
                <a16:creationId xmlns:a16="http://schemas.microsoft.com/office/drawing/2014/main" id="{4A38C7AD-C6EB-4DD0-A021-D820B5494EC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6334125"/>
                </a:moveTo>
                <a:lnTo>
                  <a:pt x="7239000" y="63341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1000" name="stage3-cases-density_37">
            <a:extLst>
              <a:ext uri="{FF2B5EF4-FFF2-40B4-BE49-F238E27FC236}">
                <a16:creationId xmlns:a16="http://schemas.microsoft.com/office/drawing/2014/main" id="{6CFC46B1-6527-4F8C-A6E2-17CE51D6BF9C}"/>
              </a:ext>
            </a:extLst>
          </p:cNvPr>
          <p:cNvSpPr>
            <a:spLocks noGrp="1"/>
          </p:cNvSpPr>
          <p:nvPr/>
        </p:nvSpPr>
        <p:spPr>
          <a:xfrm>
            <a:off x="7305675" y="62103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56568193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6" name="stage3-cases-clash_0">
            <a:extLst>
              <a:ext uri="{FF2B5EF4-FFF2-40B4-BE49-F238E27FC236}">
                <a16:creationId xmlns:a16="http://schemas.microsoft.com/office/drawing/2014/main" id="{B5B9B5BA-D5B4-4956-A21C-6DE2C5282F34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clash_1">
            <a:extLst>
              <a:ext uri="{FF2B5EF4-FFF2-40B4-BE49-F238E27FC236}">
                <a16:creationId xmlns:a16="http://schemas.microsoft.com/office/drawing/2014/main" id="{DAFDF18C-2169-43E7-946F-3AB37B95F042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clash_2">
            <a:extLst>
              <a:ext uri="{FF2B5EF4-FFF2-40B4-BE49-F238E27FC236}">
                <a16:creationId xmlns:a16="http://schemas.microsoft.com/office/drawing/2014/main" id="{7BA51DDC-5CBF-4F6E-BC3C-F685993CD1D5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clash_3">
            <a:extLst>
              <a:ext uri="{FF2B5EF4-FFF2-40B4-BE49-F238E27FC236}">
                <a16:creationId xmlns:a16="http://schemas.microsoft.com/office/drawing/2014/main" id="{E1ABA795-1DFF-4A9E-A371-B99FB5C7261C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9U7J · GDU (A:801)</a:t>
            </a:r>
          </a:p>
        </p:txBody>
      </p:sp>
      <p:sp>
        <p:nvSpPr>
          <p:cNvPr id="5" name="stage3-cases-clash_4">
            <a:extLst>
              <a:ext uri="{FF2B5EF4-FFF2-40B4-BE49-F238E27FC236}">
                <a16:creationId xmlns:a16="http://schemas.microsoft.com/office/drawing/2014/main" id="{68A01F32-2270-45B8-ADD8-CB84AC5586B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17919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clash_5">
            <a:extLst>
              <a:ext uri="{FF2B5EF4-FFF2-40B4-BE49-F238E27FC236}">
                <a16:creationId xmlns:a16="http://schemas.microsoft.com/office/drawing/2014/main" id="{9AD0F7C0-3578-443C-BCB5-3826739B8CD0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u7j_2_official_Receptor">
            <a:extLst>
              <a:ext uri="{FF2B5EF4-FFF2-40B4-BE49-F238E27FC236}">
                <a16:creationId xmlns:a16="http://schemas.microsoft.com/office/drawing/2014/main" id="{DA876881-C7AF-4669-B2DE-C827CA26F5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u7j_2_official_ExperimentalDensity">
            <a:extLst>
              <a:ext uri="{FF2B5EF4-FFF2-40B4-BE49-F238E27FC236}">
                <a16:creationId xmlns:a16="http://schemas.microsoft.com/office/drawing/2014/main" id="{846993A6-0513-4CF4-8A23-FE50E335CCC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u7j_2_official_ReferenceLigand_0">
            <a:extLst>
              <a:ext uri="{FF2B5EF4-FFF2-40B4-BE49-F238E27FC236}">
                <a16:creationId xmlns:a16="http://schemas.microsoft.com/office/drawing/2014/main" id="{9DCC84DF-DBB8-401D-8070-3206797BA9E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u7j_2_official_ReferenceLigand_1">
            <a:extLst>
              <a:ext uri="{FF2B5EF4-FFF2-40B4-BE49-F238E27FC236}">
                <a16:creationId xmlns:a16="http://schemas.microsoft.com/office/drawing/2014/main" id="{3A937E09-8D67-4796-8D80-659D20C9E01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u7j_2_official_ReferenceLigand_2">
            <a:extLst>
              <a:ext uri="{FF2B5EF4-FFF2-40B4-BE49-F238E27FC236}">
                <a16:creationId xmlns:a16="http://schemas.microsoft.com/office/drawing/2014/main" id="{D7CA3121-D5BC-48B0-BF9D-D20D38FCB3D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u7j_2_official_ReferenceLigand_3">
            <a:extLst>
              <a:ext uri="{FF2B5EF4-FFF2-40B4-BE49-F238E27FC236}">
                <a16:creationId xmlns:a16="http://schemas.microsoft.com/office/drawing/2014/main" id="{E2F26ED4-C8E9-4D70-8E62-0435FA2515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u7j_2_official_ReferenceLigand_4">
            <a:extLst>
              <a:ext uri="{FF2B5EF4-FFF2-40B4-BE49-F238E27FC236}">
                <a16:creationId xmlns:a16="http://schemas.microsoft.com/office/drawing/2014/main" id="{D77239A8-74E3-419F-B0A9-4EEB702A54F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u7j_2_official_ReferenceLigand_5">
            <a:extLst>
              <a:ext uri="{FF2B5EF4-FFF2-40B4-BE49-F238E27FC236}">
                <a16:creationId xmlns:a16="http://schemas.microsoft.com/office/drawing/2014/main" id="{D1569AE4-64D1-47D5-8255-4609274661C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u7j_2_official_ReferenceLigand_6">
            <a:extLst>
              <a:ext uri="{FF2B5EF4-FFF2-40B4-BE49-F238E27FC236}">
                <a16:creationId xmlns:a16="http://schemas.microsoft.com/office/drawing/2014/main" id="{31DF8E21-DD97-4257-BD07-42595431E59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u7j_2_official_ReferenceLigand_7">
            <a:extLst>
              <a:ext uri="{FF2B5EF4-FFF2-40B4-BE49-F238E27FC236}">
                <a16:creationId xmlns:a16="http://schemas.microsoft.com/office/drawing/2014/main" id="{45DD0DD3-98A9-4CDA-B332-A9DBBD5C406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u7j_2_official_ReferenceLigand_8">
            <a:extLst>
              <a:ext uri="{FF2B5EF4-FFF2-40B4-BE49-F238E27FC236}">
                <a16:creationId xmlns:a16="http://schemas.microsoft.com/office/drawing/2014/main" id="{6054091E-2A15-47CE-B70D-E4EBE336245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u7j_2_official_ReferenceLigand_9">
            <a:extLst>
              <a:ext uri="{FF2B5EF4-FFF2-40B4-BE49-F238E27FC236}">
                <a16:creationId xmlns:a16="http://schemas.microsoft.com/office/drawing/2014/main" id="{E95503E3-1888-47E9-858E-B7A2FFFAAFB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u7j_2_official_ReferenceLigand_10">
            <a:extLst>
              <a:ext uri="{FF2B5EF4-FFF2-40B4-BE49-F238E27FC236}">
                <a16:creationId xmlns:a16="http://schemas.microsoft.com/office/drawing/2014/main" id="{01CE75F4-F129-4882-A578-224CFF682C4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u7j_2_official_ReferenceLigand_11">
            <a:extLst>
              <a:ext uri="{FF2B5EF4-FFF2-40B4-BE49-F238E27FC236}">
                <a16:creationId xmlns:a16="http://schemas.microsoft.com/office/drawing/2014/main" id="{00A8741E-2055-48EA-98A4-3AC3CCB91AE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u7j_2_official_ReferenceLigand_12">
            <a:extLst>
              <a:ext uri="{FF2B5EF4-FFF2-40B4-BE49-F238E27FC236}">
                <a16:creationId xmlns:a16="http://schemas.microsoft.com/office/drawing/2014/main" id="{16E7B716-01A6-4505-A7CA-0AE3052B28D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u7j_2_official_ReferenceLigand_13">
            <a:extLst>
              <a:ext uri="{FF2B5EF4-FFF2-40B4-BE49-F238E27FC236}">
                <a16:creationId xmlns:a16="http://schemas.microsoft.com/office/drawing/2014/main" id="{ECB48BD6-FD6A-4D2F-BDB4-499F88B273F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u7j_2_official_ReferenceLigand_14">
            <a:extLst>
              <a:ext uri="{FF2B5EF4-FFF2-40B4-BE49-F238E27FC236}">
                <a16:creationId xmlns:a16="http://schemas.microsoft.com/office/drawing/2014/main" id="{F3946CE6-0C42-4C67-A2FA-8749A93D9A8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u7j_2_official_ReferenceLigand_15">
            <a:extLst>
              <a:ext uri="{FF2B5EF4-FFF2-40B4-BE49-F238E27FC236}">
                <a16:creationId xmlns:a16="http://schemas.microsoft.com/office/drawing/2014/main" id="{B799EFE6-0A7E-4089-8A70-3D1D5910330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u7j_2_official_ReferenceLigand_16">
            <a:extLst>
              <a:ext uri="{FF2B5EF4-FFF2-40B4-BE49-F238E27FC236}">
                <a16:creationId xmlns:a16="http://schemas.microsoft.com/office/drawing/2014/main" id="{7A8E27D5-F00E-46A4-ADBD-258148C1B1B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u7j_2_official_ReferenceLigand_17">
            <a:extLst>
              <a:ext uri="{FF2B5EF4-FFF2-40B4-BE49-F238E27FC236}">
                <a16:creationId xmlns:a16="http://schemas.microsoft.com/office/drawing/2014/main" id="{65FFEA96-6714-48DE-97E6-68AD6D91EC8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u7j_2_official_ReferenceLigand_18">
            <a:extLst>
              <a:ext uri="{FF2B5EF4-FFF2-40B4-BE49-F238E27FC236}">
                <a16:creationId xmlns:a16="http://schemas.microsoft.com/office/drawing/2014/main" id="{1680FC4F-2A34-4C67-A121-7A0C35C370E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u7j_2_official_ReferenceLigand_19">
            <a:extLst>
              <a:ext uri="{FF2B5EF4-FFF2-40B4-BE49-F238E27FC236}">
                <a16:creationId xmlns:a16="http://schemas.microsoft.com/office/drawing/2014/main" id="{F8CA2ACA-2163-4072-A2FF-9DE38D4A2A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u7j_2_official_ReferenceLigand_20">
            <a:extLst>
              <a:ext uri="{FF2B5EF4-FFF2-40B4-BE49-F238E27FC236}">
                <a16:creationId xmlns:a16="http://schemas.microsoft.com/office/drawing/2014/main" id="{C611AC42-8CD5-47E0-8EDC-7DA99260A82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u7j_2_official_ReferenceLigand_21">
            <a:extLst>
              <a:ext uri="{FF2B5EF4-FFF2-40B4-BE49-F238E27FC236}">
                <a16:creationId xmlns:a16="http://schemas.microsoft.com/office/drawing/2014/main" id="{439BBEA6-00BE-40B8-964A-75F2001E181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u7j_2_official_ReferenceLigand_22">
            <a:extLst>
              <a:ext uri="{FF2B5EF4-FFF2-40B4-BE49-F238E27FC236}">
                <a16:creationId xmlns:a16="http://schemas.microsoft.com/office/drawing/2014/main" id="{8F5AD3EA-B24A-4C7A-836C-CBCA00F2F3F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u7j_2_official_ReferenceLigand_23">
            <a:extLst>
              <a:ext uri="{FF2B5EF4-FFF2-40B4-BE49-F238E27FC236}">
                <a16:creationId xmlns:a16="http://schemas.microsoft.com/office/drawing/2014/main" id="{302C1DBA-266F-41C6-8987-AB721CE83D7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u7j_2_official_ReferenceLigand_24">
            <a:extLst>
              <a:ext uri="{FF2B5EF4-FFF2-40B4-BE49-F238E27FC236}">
                <a16:creationId xmlns:a16="http://schemas.microsoft.com/office/drawing/2014/main" id="{71A29FFC-0A56-4C8D-B951-4049AEE78A8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u7j_2_official_ReferenceLigand_25">
            <a:extLst>
              <a:ext uri="{FF2B5EF4-FFF2-40B4-BE49-F238E27FC236}">
                <a16:creationId xmlns:a16="http://schemas.microsoft.com/office/drawing/2014/main" id="{E089355B-134A-4330-8A4E-EDADA903421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u7j_2_official_ReferenceLigand_26">
            <a:extLst>
              <a:ext uri="{FF2B5EF4-FFF2-40B4-BE49-F238E27FC236}">
                <a16:creationId xmlns:a16="http://schemas.microsoft.com/office/drawing/2014/main" id="{38E6B3F7-DBE6-42BF-B819-02B66F496A4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u7j_2_official_ReferenceLigand_27">
            <a:extLst>
              <a:ext uri="{FF2B5EF4-FFF2-40B4-BE49-F238E27FC236}">
                <a16:creationId xmlns:a16="http://schemas.microsoft.com/office/drawing/2014/main" id="{43CE4CEB-6FFE-42F2-944F-15EE653116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u7j_2_official_ReferenceLigand_28">
            <a:extLst>
              <a:ext uri="{FF2B5EF4-FFF2-40B4-BE49-F238E27FC236}">
                <a16:creationId xmlns:a16="http://schemas.microsoft.com/office/drawing/2014/main" id="{BD907DC7-7264-464C-9DEA-C6CA5ACFE83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u7j_2_official_ReferenceLigand_29">
            <a:extLst>
              <a:ext uri="{FF2B5EF4-FFF2-40B4-BE49-F238E27FC236}">
                <a16:creationId xmlns:a16="http://schemas.microsoft.com/office/drawing/2014/main" id="{59BAED6A-2B39-4D7D-9C1E-0A894BFF2A6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u7j_2_official_ReferenceLigand_30">
            <a:extLst>
              <a:ext uri="{FF2B5EF4-FFF2-40B4-BE49-F238E27FC236}">
                <a16:creationId xmlns:a16="http://schemas.microsoft.com/office/drawing/2014/main" id="{8099F656-DF08-494C-8EA8-1949355803F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u7j_2_official_ReferenceLigand_31">
            <a:extLst>
              <a:ext uri="{FF2B5EF4-FFF2-40B4-BE49-F238E27FC236}">
                <a16:creationId xmlns:a16="http://schemas.microsoft.com/office/drawing/2014/main" id="{FEDDCB56-9F91-406A-BAC4-CE106335BED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" name="9u7j_2_official_ReferenceLigand_32">
            <a:extLst>
              <a:ext uri="{FF2B5EF4-FFF2-40B4-BE49-F238E27FC236}">
                <a16:creationId xmlns:a16="http://schemas.microsoft.com/office/drawing/2014/main" id="{8C3AC80A-F643-4202-91DB-EA43616468C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" name="9u7j_2_official_ReferenceLigand_33">
            <a:extLst>
              <a:ext uri="{FF2B5EF4-FFF2-40B4-BE49-F238E27FC236}">
                <a16:creationId xmlns:a16="http://schemas.microsoft.com/office/drawing/2014/main" id="{8A12DE02-8F9B-4963-862D-B0B8E2BB20A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" name="9u7j_2_official_ReferenceLigand_34">
            <a:extLst>
              <a:ext uri="{FF2B5EF4-FFF2-40B4-BE49-F238E27FC236}">
                <a16:creationId xmlns:a16="http://schemas.microsoft.com/office/drawing/2014/main" id="{46BB3569-4374-4061-AD51-EC1C1793711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" name="9u7j_2_official_ReferenceLigand_35">
            <a:extLst>
              <a:ext uri="{FF2B5EF4-FFF2-40B4-BE49-F238E27FC236}">
                <a16:creationId xmlns:a16="http://schemas.microsoft.com/office/drawing/2014/main" id="{B1B018AF-DAF5-470F-B94E-C90D73D6B82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" name="9u7j_2_official_ReferenceLigand_36">
            <a:extLst>
              <a:ext uri="{FF2B5EF4-FFF2-40B4-BE49-F238E27FC236}">
                <a16:creationId xmlns:a16="http://schemas.microsoft.com/office/drawing/2014/main" id="{4664918C-BDCD-45C4-A6FE-1FEF0C90A38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" name="9u7j_2_official_ReferenceLigand_37">
            <a:extLst>
              <a:ext uri="{FF2B5EF4-FFF2-40B4-BE49-F238E27FC236}">
                <a16:creationId xmlns:a16="http://schemas.microsoft.com/office/drawing/2014/main" id="{E4F82344-32A3-46CF-B1BF-C441F92AC23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7" name="9u7j_2_official_PredictedLigand_0">
            <a:extLst>
              <a:ext uri="{FF2B5EF4-FFF2-40B4-BE49-F238E27FC236}">
                <a16:creationId xmlns:a16="http://schemas.microsoft.com/office/drawing/2014/main" id="{403DA15A-B516-4167-A4E3-629D354F303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381072" y="3595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u7j_2_official_PredictedLigand_1">
            <a:extLst>
              <a:ext uri="{FF2B5EF4-FFF2-40B4-BE49-F238E27FC236}">
                <a16:creationId xmlns:a16="http://schemas.microsoft.com/office/drawing/2014/main" id="{7595928D-A42E-4036-BB2A-760AA36FD18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275818" y="133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u7j_2_official_PredictedLigand_2">
            <a:extLst>
              <a:ext uri="{FF2B5EF4-FFF2-40B4-BE49-F238E27FC236}">
                <a16:creationId xmlns:a16="http://schemas.microsoft.com/office/drawing/2014/main" id="{91D6D10F-D9C0-46E9-8A62-E535838CA15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603" y="926111"/>
                </a:moveTo>
                <a:lnTo>
                  <a:pt x="731427" y="8116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u7j_2_official_PredictedLigand_3">
            <a:extLst>
              <a:ext uri="{FF2B5EF4-FFF2-40B4-BE49-F238E27FC236}">
                <a16:creationId xmlns:a16="http://schemas.microsoft.com/office/drawing/2014/main" id="{41FB1C86-80E4-4043-907F-98D67663703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8203" y="360075"/>
                </a:moveTo>
                <a:lnTo>
                  <a:pt x="1333496" y="272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u7j_2_official_PredictedLigand_4">
            <a:extLst>
              <a:ext uri="{FF2B5EF4-FFF2-40B4-BE49-F238E27FC236}">
                <a16:creationId xmlns:a16="http://schemas.microsoft.com/office/drawing/2014/main" id="{C3BE78E4-1E7D-426C-9105-032E66D2F1B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466901" y="2381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u7j_2_official_PredictedLigand_5">
            <a:extLst>
              <a:ext uri="{FF2B5EF4-FFF2-40B4-BE49-F238E27FC236}">
                <a16:creationId xmlns:a16="http://schemas.microsoft.com/office/drawing/2014/main" id="{2EDAD786-5292-49CF-A3BE-A25D9023F30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968004" y="3795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u7j_2_official_PredictedLigand_6">
            <a:extLst>
              <a:ext uri="{FF2B5EF4-FFF2-40B4-BE49-F238E27FC236}">
                <a16:creationId xmlns:a16="http://schemas.microsoft.com/office/drawing/2014/main" id="{A33DA1AB-FF8A-4EC7-8CB3-60DFFE3E094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1427" y="811660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u7j_2_official_PredictedLigand_7">
            <a:extLst>
              <a:ext uri="{FF2B5EF4-FFF2-40B4-BE49-F238E27FC236}">
                <a16:creationId xmlns:a16="http://schemas.microsoft.com/office/drawing/2014/main" id="{2D8DBC83-80EC-4F9D-B1FB-005632B6CB9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14313" y="9012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u7j_2_official_PredictedLigand_8">
            <a:extLst>
              <a:ext uri="{FF2B5EF4-FFF2-40B4-BE49-F238E27FC236}">
                <a16:creationId xmlns:a16="http://schemas.microsoft.com/office/drawing/2014/main" id="{A23E3B71-9D0C-43E2-A542-724529A7B45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218203" y="3600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u7j_2_official_PredictedLigand_9">
            <a:extLst>
              <a:ext uri="{FF2B5EF4-FFF2-40B4-BE49-F238E27FC236}">
                <a16:creationId xmlns:a16="http://schemas.microsoft.com/office/drawing/2014/main" id="{6570D375-C849-4187-A724-2B1FEEAA66B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8737" y="680907"/>
                </a:moveTo>
                <a:lnTo>
                  <a:pt x="1796822" y="7869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u7j_2_official_PredictedLigand_10">
            <a:extLst>
              <a:ext uri="{FF2B5EF4-FFF2-40B4-BE49-F238E27FC236}">
                <a16:creationId xmlns:a16="http://schemas.microsoft.com/office/drawing/2014/main" id="{24362D98-8E53-40B6-9CA0-0CB7ED31156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3605" y="551875"/>
                </a:moveTo>
                <a:lnTo>
                  <a:pt x="1708737" y="68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u7j_2_official_PredictedLigand_11">
            <a:extLst>
              <a:ext uri="{FF2B5EF4-FFF2-40B4-BE49-F238E27FC236}">
                <a16:creationId xmlns:a16="http://schemas.microsoft.com/office/drawing/2014/main" id="{81B23D78-7448-428E-B17C-85E0FCA0F81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027235" y="176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u7j_2_official_PredictedLigand_12">
            <a:extLst>
              <a:ext uri="{FF2B5EF4-FFF2-40B4-BE49-F238E27FC236}">
                <a16:creationId xmlns:a16="http://schemas.microsoft.com/office/drawing/2014/main" id="{6DEDD09A-A67C-4B5A-AE6B-755FE2240CB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8815" y="774859"/>
                </a:moveTo>
                <a:lnTo>
                  <a:pt x="876822" y="628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u7j_2_official_PredictedLigand_13">
            <a:extLst>
              <a:ext uri="{FF2B5EF4-FFF2-40B4-BE49-F238E27FC236}">
                <a16:creationId xmlns:a16="http://schemas.microsoft.com/office/drawing/2014/main" id="{3F7089BC-5E61-4122-B241-265655933F3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901" y="238169"/>
                </a:moveTo>
                <a:lnTo>
                  <a:pt x="1461518" y="1846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u7j_2_official_PredictedLigand_14">
            <a:extLst>
              <a:ext uri="{FF2B5EF4-FFF2-40B4-BE49-F238E27FC236}">
                <a16:creationId xmlns:a16="http://schemas.microsoft.com/office/drawing/2014/main" id="{7C558019-A8D2-415A-A461-4F4B82214E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752" y="430876"/>
                </a:moveTo>
                <a:lnTo>
                  <a:pt x="1054291" y="3362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u7j_2_official_PredictedLigand_15">
            <a:extLst>
              <a:ext uri="{FF2B5EF4-FFF2-40B4-BE49-F238E27FC236}">
                <a16:creationId xmlns:a16="http://schemas.microsoft.com/office/drawing/2014/main" id="{7074B239-601A-4E52-BE8F-FAD7688CD60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6822" y="628071"/>
                </a:moveTo>
                <a:lnTo>
                  <a:pt x="1001986" y="5852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u7j_2_official_PredictedLigand_16">
            <a:extLst>
              <a:ext uri="{FF2B5EF4-FFF2-40B4-BE49-F238E27FC236}">
                <a16:creationId xmlns:a16="http://schemas.microsoft.com/office/drawing/2014/main" id="{E5E8123C-9246-4CC5-A8CF-BBB753BF30E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69486" y="7609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u7j_2_official_PredictedLigand_17">
            <a:extLst>
              <a:ext uri="{FF2B5EF4-FFF2-40B4-BE49-F238E27FC236}">
                <a16:creationId xmlns:a16="http://schemas.microsoft.com/office/drawing/2014/main" id="{8389EB2F-91E7-478F-81AD-77B1A62157F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u7j_2_official_PredictedLigand_18">
            <a:extLst>
              <a:ext uri="{FF2B5EF4-FFF2-40B4-BE49-F238E27FC236}">
                <a16:creationId xmlns:a16="http://schemas.microsoft.com/office/drawing/2014/main" id="{38B5F2FB-20DE-4DAF-81D8-DD51FCF67E1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47" y="535914"/>
                </a:moveTo>
                <a:lnTo>
                  <a:pt x="1693605" y="5518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u7j_2_official_PredictedLigand_19">
            <a:extLst>
              <a:ext uri="{FF2B5EF4-FFF2-40B4-BE49-F238E27FC236}">
                <a16:creationId xmlns:a16="http://schemas.microsoft.com/office/drawing/2014/main" id="{8F2DC823-53A6-4CE9-81CF-F7EAE1B4126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3752" y="4308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u7j_2_official_PredictedLigand_20">
            <a:extLst>
              <a:ext uri="{FF2B5EF4-FFF2-40B4-BE49-F238E27FC236}">
                <a16:creationId xmlns:a16="http://schemas.microsoft.com/office/drawing/2014/main" id="{B607AD70-CCA1-4878-BB15-031A709E46B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790279" y="987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u7j_2_official_PredictedLigand_21">
            <a:extLst>
              <a:ext uri="{FF2B5EF4-FFF2-40B4-BE49-F238E27FC236}">
                <a16:creationId xmlns:a16="http://schemas.microsoft.com/office/drawing/2014/main" id="{0A0D33A7-40B4-4BAD-B63F-5E6403C9C1F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518" y="184667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u7j_2_official_PredictedLigand_22">
            <a:extLst>
              <a:ext uri="{FF2B5EF4-FFF2-40B4-BE49-F238E27FC236}">
                <a16:creationId xmlns:a16="http://schemas.microsoft.com/office/drawing/2014/main" id="{7346684B-61E8-48F5-92C4-D67A154EE99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9486" y="760951"/>
                </a:moveTo>
                <a:lnTo>
                  <a:pt x="1853578" y="6378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u7j_2_official_PredictedLigand_23">
            <a:extLst>
              <a:ext uri="{FF2B5EF4-FFF2-40B4-BE49-F238E27FC236}">
                <a16:creationId xmlns:a16="http://schemas.microsoft.com/office/drawing/2014/main" id="{A972726A-710C-4E89-A173-1CAF03A7906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4501" y="66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u7j_2_official_PredictedLigand_24">
            <a:extLst>
              <a:ext uri="{FF2B5EF4-FFF2-40B4-BE49-F238E27FC236}">
                <a16:creationId xmlns:a16="http://schemas.microsoft.com/office/drawing/2014/main" id="{8234DFC7-2B20-45C7-8843-8DFA713247B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677" y="200366"/>
                </a:moveTo>
                <a:lnTo>
                  <a:pt x="1696899" y="289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" name="9u7j_2_official_PredictedLigand_25">
            <a:extLst>
              <a:ext uri="{FF2B5EF4-FFF2-40B4-BE49-F238E27FC236}">
                <a16:creationId xmlns:a16="http://schemas.microsoft.com/office/drawing/2014/main" id="{0AF0C486-CF89-4377-94B8-3893A03BEE2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" name="9u7j_2_official_PredictedLigand_26">
            <a:extLst>
              <a:ext uri="{FF2B5EF4-FFF2-40B4-BE49-F238E27FC236}">
                <a16:creationId xmlns:a16="http://schemas.microsoft.com/office/drawing/2014/main" id="{98A0F02D-477B-4DC2-900C-49B514E99AA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853921" y="8495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4" name="9u7j_2_official_PredictedLigand_27">
            <a:extLst>
              <a:ext uri="{FF2B5EF4-FFF2-40B4-BE49-F238E27FC236}">
                <a16:creationId xmlns:a16="http://schemas.microsoft.com/office/drawing/2014/main" id="{6ACD53EA-7B58-47BC-9191-1FA77C6DBD9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6899" y="289739"/>
                </a:moveTo>
                <a:lnTo>
                  <a:pt x="1734564" y="404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5" name="9u7j_2_official_PredictedLigand_28">
            <a:extLst>
              <a:ext uri="{FF2B5EF4-FFF2-40B4-BE49-F238E27FC236}">
                <a16:creationId xmlns:a16="http://schemas.microsoft.com/office/drawing/2014/main" id="{9BF02BDB-6C19-4ADF-A49C-AFE8924F936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6" name="9u7j_2_official_PredictedLigand_29">
            <a:extLst>
              <a:ext uri="{FF2B5EF4-FFF2-40B4-BE49-F238E27FC236}">
                <a16:creationId xmlns:a16="http://schemas.microsoft.com/office/drawing/2014/main" id="{A1382771-31E8-4DA7-89DD-4EDBBBBB227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94902" y="821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7" name="9u7j_2_official_PredictedLigand_30">
            <a:extLst>
              <a:ext uri="{FF2B5EF4-FFF2-40B4-BE49-F238E27FC236}">
                <a16:creationId xmlns:a16="http://schemas.microsoft.com/office/drawing/2014/main" id="{EF4CC383-8F42-4A86-8AEC-94679F3BB73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926887" y="6244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8" name="9u7j_2_official_PredictedLigand_31">
            <a:extLst>
              <a:ext uri="{FF2B5EF4-FFF2-40B4-BE49-F238E27FC236}">
                <a16:creationId xmlns:a16="http://schemas.microsoft.com/office/drawing/2014/main" id="{4D431CCE-41BA-46A2-9878-B8C58F8145B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9" name="9u7j_2_official_PredictedLigand_32">
            <a:extLst>
              <a:ext uri="{FF2B5EF4-FFF2-40B4-BE49-F238E27FC236}">
                <a16:creationId xmlns:a16="http://schemas.microsoft.com/office/drawing/2014/main" id="{E0E97227-85FA-4440-B54E-C82C6A206DB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618717" y="4083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0" name="9u7j_2_official_PredictedLigand_33">
            <a:extLst>
              <a:ext uri="{FF2B5EF4-FFF2-40B4-BE49-F238E27FC236}">
                <a16:creationId xmlns:a16="http://schemas.microsoft.com/office/drawing/2014/main" id="{70A1817A-E347-4A48-9806-27EE989AC3D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997485" y="8922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1" name="9u7j_2_official_PredictedLigand_34">
            <a:extLst>
              <a:ext uri="{FF2B5EF4-FFF2-40B4-BE49-F238E27FC236}">
                <a16:creationId xmlns:a16="http://schemas.microsoft.com/office/drawing/2014/main" id="{7505EC4C-5A9F-46C2-A16C-34CEBC8A361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31844" y="615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2" name="9u7j_2_official_PredictedLigand_35">
            <a:extLst>
              <a:ext uri="{FF2B5EF4-FFF2-40B4-BE49-F238E27FC236}">
                <a16:creationId xmlns:a16="http://schemas.microsoft.com/office/drawing/2014/main" id="{FA1B2D60-CF3E-464F-B1A7-D353DD10CC5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562229" y="2581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3" name="9u7j_2_official_PredictedLigand_36">
            <a:extLst>
              <a:ext uri="{FF2B5EF4-FFF2-40B4-BE49-F238E27FC236}">
                <a16:creationId xmlns:a16="http://schemas.microsoft.com/office/drawing/2014/main" id="{F469AACD-E1D3-413E-8E2C-370137AE5B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625907" y="1918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4" name="9u7j_2_official_PredictedLigand_37">
            <a:extLst>
              <a:ext uri="{FF2B5EF4-FFF2-40B4-BE49-F238E27FC236}">
                <a16:creationId xmlns:a16="http://schemas.microsoft.com/office/drawing/2014/main" id="{45F08D8B-82CA-4214-9CBB-643DC03D1DF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644070" y="4633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5" name="9u7j_2_official_PredictedAtoms_0">
            <a:extLst>
              <a:ext uri="{FF2B5EF4-FFF2-40B4-BE49-F238E27FC236}">
                <a16:creationId xmlns:a16="http://schemas.microsoft.com/office/drawing/2014/main" id="{2F3905F7-69B7-43DA-91E0-EC9B2C9FD9B8}"/>
              </a:ext>
            </a:extLst>
          </p:cNvPr>
          <p:cNvSpPr>
            <a:spLocks noGrp="1"/>
          </p:cNvSpPr>
          <p:nvPr/>
        </p:nvSpPr>
        <p:spPr>
          <a:xfrm>
            <a:off x="972011" y="170049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u7j_2_official_PredictedAtoms_1">
            <a:extLst>
              <a:ext uri="{FF2B5EF4-FFF2-40B4-BE49-F238E27FC236}">
                <a16:creationId xmlns:a16="http://schemas.microsoft.com/office/drawing/2014/main" id="{E125E72D-3C7E-49F3-B2E4-E51F7AB6ABD8}"/>
              </a:ext>
            </a:extLst>
          </p:cNvPr>
          <p:cNvSpPr>
            <a:spLocks noGrp="1"/>
          </p:cNvSpPr>
          <p:nvPr/>
        </p:nvSpPr>
        <p:spPr>
          <a:xfrm>
            <a:off x="943835" y="15860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u7j_2_official_PredictedAtoms_2">
            <a:extLst>
              <a:ext uri="{FF2B5EF4-FFF2-40B4-BE49-F238E27FC236}">
                <a16:creationId xmlns:a16="http://schemas.microsoft.com/office/drawing/2014/main" id="{0AF8A025-31B5-4CE1-BEA6-69A8430599ED}"/>
              </a:ext>
            </a:extLst>
          </p:cNvPr>
          <p:cNvSpPr>
            <a:spLocks noGrp="1"/>
          </p:cNvSpPr>
          <p:nvPr/>
        </p:nvSpPr>
        <p:spPr>
          <a:xfrm>
            <a:off x="1071223" y="15492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u7j_2_official_PredictedAtoms_3">
            <a:extLst>
              <a:ext uri="{FF2B5EF4-FFF2-40B4-BE49-F238E27FC236}">
                <a16:creationId xmlns:a16="http://schemas.microsoft.com/office/drawing/2014/main" id="{8EB7092E-CAD2-49B6-A8A9-F03CA5E6A979}"/>
              </a:ext>
            </a:extLst>
          </p:cNvPr>
          <p:cNvSpPr>
            <a:spLocks noGrp="1"/>
          </p:cNvSpPr>
          <p:nvPr/>
        </p:nvSpPr>
        <p:spPr>
          <a:xfrm>
            <a:off x="1089230" y="14024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u7j_2_official_PredictedAtoms_4">
            <a:extLst>
              <a:ext uri="{FF2B5EF4-FFF2-40B4-BE49-F238E27FC236}">
                <a16:creationId xmlns:a16="http://schemas.microsoft.com/office/drawing/2014/main" id="{D5810A65-2A2E-4FAF-99D6-1DDFC54AA069}"/>
              </a:ext>
            </a:extLst>
          </p:cNvPr>
          <p:cNvSpPr>
            <a:spLocks noGrp="1"/>
          </p:cNvSpPr>
          <p:nvPr/>
        </p:nvSpPr>
        <p:spPr>
          <a:xfrm>
            <a:off x="1214394" y="13596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u7j_2_official_PredictedAtoms_5">
            <a:extLst>
              <a:ext uri="{FF2B5EF4-FFF2-40B4-BE49-F238E27FC236}">
                <a16:creationId xmlns:a16="http://schemas.microsoft.com/office/drawing/2014/main" id="{5D51A4BF-C1D4-4550-91FE-4DAE5EEDCC07}"/>
              </a:ext>
            </a:extLst>
          </p:cNvPr>
          <p:cNvSpPr>
            <a:spLocks noGrp="1"/>
          </p:cNvSpPr>
          <p:nvPr/>
        </p:nvSpPr>
        <p:spPr>
          <a:xfrm>
            <a:off x="1226160" y="12052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u7j_2_official_PredictedAtoms_6">
            <a:extLst>
              <a:ext uri="{FF2B5EF4-FFF2-40B4-BE49-F238E27FC236}">
                <a16:creationId xmlns:a16="http://schemas.microsoft.com/office/drawing/2014/main" id="{4D6E05E9-5000-4787-A021-0FBE298F7A9D}"/>
              </a:ext>
            </a:extLst>
          </p:cNvPr>
          <p:cNvSpPr>
            <a:spLocks noGrp="1"/>
          </p:cNvSpPr>
          <p:nvPr/>
        </p:nvSpPr>
        <p:spPr>
          <a:xfrm>
            <a:off x="1266698" y="11106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u7j_2_official_PredictedAtoms_7">
            <a:extLst>
              <a:ext uri="{FF2B5EF4-FFF2-40B4-BE49-F238E27FC236}">
                <a16:creationId xmlns:a16="http://schemas.microsoft.com/office/drawing/2014/main" id="{153D3BFD-7804-43DC-93E5-5400E5A6CE78}"/>
              </a:ext>
            </a:extLst>
          </p:cNvPr>
          <p:cNvSpPr>
            <a:spLocks noGrp="1"/>
          </p:cNvSpPr>
          <p:nvPr/>
        </p:nvSpPr>
        <p:spPr>
          <a:xfrm>
            <a:off x="1180412" y="11539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u7j_2_official_PredictedAtoms_8">
            <a:extLst>
              <a:ext uri="{FF2B5EF4-FFF2-40B4-BE49-F238E27FC236}">
                <a16:creationId xmlns:a16="http://schemas.microsoft.com/office/drawing/2014/main" id="{8080AD2C-4B0C-4B50-87D5-B7C2D9C9906D}"/>
              </a:ext>
            </a:extLst>
          </p:cNvPr>
          <p:cNvSpPr>
            <a:spLocks noGrp="1"/>
          </p:cNvSpPr>
          <p:nvPr/>
        </p:nvSpPr>
        <p:spPr>
          <a:xfrm>
            <a:off x="1239643" y="9511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u7j_2_official_PredictedAtoms_9">
            <a:extLst>
              <a:ext uri="{FF2B5EF4-FFF2-40B4-BE49-F238E27FC236}">
                <a16:creationId xmlns:a16="http://schemas.microsoft.com/office/drawing/2014/main" id="{9B833E88-8667-44B1-91B3-CC07396EF3E2}"/>
              </a:ext>
            </a:extLst>
          </p:cNvPr>
          <p:cNvSpPr>
            <a:spLocks noGrp="1"/>
          </p:cNvSpPr>
          <p:nvPr/>
        </p:nvSpPr>
        <p:spPr>
          <a:xfrm>
            <a:off x="1430610" y="11344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u7j_2_official_PredictedAtoms_10">
            <a:extLst>
              <a:ext uri="{FF2B5EF4-FFF2-40B4-BE49-F238E27FC236}">
                <a16:creationId xmlns:a16="http://schemas.microsoft.com/office/drawing/2014/main" id="{E770B966-33F6-43B7-B30C-878B6A14D81F}"/>
              </a:ext>
            </a:extLst>
          </p:cNvPr>
          <p:cNvSpPr>
            <a:spLocks noGrp="1"/>
          </p:cNvSpPr>
          <p:nvPr/>
        </p:nvSpPr>
        <p:spPr>
          <a:xfrm>
            <a:off x="1545904" y="10464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u7j_2_official_PredictedAtoms_11">
            <a:extLst>
              <a:ext uri="{FF2B5EF4-FFF2-40B4-BE49-F238E27FC236}">
                <a16:creationId xmlns:a16="http://schemas.microsoft.com/office/drawing/2014/main" id="{3558F244-4FB6-4FD5-B804-117FC8AF61A1}"/>
              </a:ext>
            </a:extLst>
          </p:cNvPr>
          <p:cNvSpPr>
            <a:spLocks noGrp="1"/>
          </p:cNvSpPr>
          <p:nvPr/>
        </p:nvSpPr>
        <p:spPr>
          <a:xfrm>
            <a:off x="1488225" y="9082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u7j_2_official_PredictedAtoms_12">
            <a:extLst>
              <a:ext uri="{FF2B5EF4-FFF2-40B4-BE49-F238E27FC236}">
                <a16:creationId xmlns:a16="http://schemas.microsoft.com/office/drawing/2014/main" id="{34FD18B3-D752-479C-9DEF-BD2DE445AACC}"/>
              </a:ext>
            </a:extLst>
          </p:cNvPr>
          <p:cNvSpPr>
            <a:spLocks noGrp="1"/>
          </p:cNvSpPr>
          <p:nvPr/>
        </p:nvSpPr>
        <p:spPr>
          <a:xfrm>
            <a:off x="1593479" y="11339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9u7j_2_official_PredictedAtoms_13">
            <a:extLst>
              <a:ext uri="{FF2B5EF4-FFF2-40B4-BE49-F238E27FC236}">
                <a16:creationId xmlns:a16="http://schemas.microsoft.com/office/drawing/2014/main" id="{0D257592-A8ED-44DB-828E-C5B530B36B01}"/>
              </a:ext>
            </a:extLst>
          </p:cNvPr>
          <p:cNvSpPr>
            <a:spLocks noGrp="1"/>
          </p:cNvSpPr>
          <p:nvPr/>
        </p:nvSpPr>
        <p:spPr>
          <a:xfrm>
            <a:off x="1679309" y="10125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9" name="9u7j_2_official_PredictedAtoms_14">
            <a:extLst>
              <a:ext uri="{FF2B5EF4-FFF2-40B4-BE49-F238E27FC236}">
                <a16:creationId xmlns:a16="http://schemas.microsoft.com/office/drawing/2014/main" id="{52A6F526-667E-402D-A003-8C9755D83690}"/>
              </a:ext>
            </a:extLst>
          </p:cNvPr>
          <p:cNvSpPr>
            <a:spLocks noGrp="1"/>
          </p:cNvSpPr>
          <p:nvPr/>
        </p:nvSpPr>
        <p:spPr>
          <a:xfrm>
            <a:off x="1673926" y="9590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0" name="9u7j_2_official_PredictedAtoms_15">
            <a:extLst>
              <a:ext uri="{FF2B5EF4-FFF2-40B4-BE49-F238E27FC236}">
                <a16:creationId xmlns:a16="http://schemas.microsoft.com/office/drawing/2014/main" id="{7225ADF4-5C86-4CD6-AD68-B1643E3F8FC2}"/>
              </a:ext>
            </a:extLst>
          </p:cNvPr>
          <p:cNvSpPr>
            <a:spLocks noGrp="1"/>
          </p:cNvSpPr>
          <p:nvPr/>
        </p:nvSpPr>
        <p:spPr>
          <a:xfrm>
            <a:off x="1804084" y="9747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" name="9u7j_2_official_PredictedAtoms_16">
            <a:extLst>
              <a:ext uri="{FF2B5EF4-FFF2-40B4-BE49-F238E27FC236}">
                <a16:creationId xmlns:a16="http://schemas.microsoft.com/office/drawing/2014/main" id="{B180332F-40B5-42A6-AF0B-F5AA0F7030C8}"/>
              </a:ext>
            </a:extLst>
          </p:cNvPr>
          <p:cNvSpPr>
            <a:spLocks noGrp="1"/>
          </p:cNvSpPr>
          <p:nvPr/>
        </p:nvSpPr>
        <p:spPr>
          <a:xfrm>
            <a:off x="1909306" y="10641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" name="9u7j_2_official_PredictedAtoms_17">
            <a:extLst>
              <a:ext uri="{FF2B5EF4-FFF2-40B4-BE49-F238E27FC236}">
                <a16:creationId xmlns:a16="http://schemas.microsoft.com/office/drawing/2014/main" id="{00D868A9-2D25-4C87-82AD-4D608B230F3E}"/>
              </a:ext>
            </a:extLst>
          </p:cNvPr>
          <p:cNvSpPr>
            <a:spLocks noGrp="1"/>
          </p:cNvSpPr>
          <p:nvPr/>
        </p:nvSpPr>
        <p:spPr>
          <a:xfrm>
            <a:off x="1946971" y="1178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" name="9u7j_2_official_PredictedAtoms_18">
            <a:extLst>
              <a:ext uri="{FF2B5EF4-FFF2-40B4-BE49-F238E27FC236}">
                <a16:creationId xmlns:a16="http://schemas.microsoft.com/office/drawing/2014/main" id="{B3B06E45-1BE8-41D2-8432-10426F18498C}"/>
              </a:ext>
            </a:extLst>
          </p:cNvPr>
          <p:cNvSpPr>
            <a:spLocks noGrp="1"/>
          </p:cNvSpPr>
          <p:nvPr/>
        </p:nvSpPr>
        <p:spPr>
          <a:xfrm>
            <a:off x="1977055" y="13102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" name="9u7j_2_official_PredictedAtoms_19">
            <a:extLst>
              <a:ext uri="{FF2B5EF4-FFF2-40B4-BE49-F238E27FC236}">
                <a16:creationId xmlns:a16="http://schemas.microsoft.com/office/drawing/2014/main" id="{48F9DE8C-A96C-4EB9-B4BE-A1CC6223344C}"/>
              </a:ext>
            </a:extLst>
          </p:cNvPr>
          <p:cNvSpPr>
            <a:spLocks noGrp="1"/>
          </p:cNvSpPr>
          <p:nvPr/>
        </p:nvSpPr>
        <p:spPr>
          <a:xfrm>
            <a:off x="1906013" y="13262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" name="9u7j_2_official_PredictedAtoms_20">
            <a:extLst>
              <a:ext uri="{FF2B5EF4-FFF2-40B4-BE49-F238E27FC236}">
                <a16:creationId xmlns:a16="http://schemas.microsoft.com/office/drawing/2014/main" id="{AE92D55E-374F-47DF-AE8C-34C9CFDDEEA3}"/>
              </a:ext>
            </a:extLst>
          </p:cNvPr>
          <p:cNvSpPr>
            <a:spLocks noGrp="1"/>
          </p:cNvSpPr>
          <p:nvPr/>
        </p:nvSpPr>
        <p:spPr>
          <a:xfrm>
            <a:off x="1921145" y="14552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" name="9u7j_2_official_PredictedAtoms_21">
            <a:extLst>
              <a:ext uri="{FF2B5EF4-FFF2-40B4-BE49-F238E27FC236}">
                <a16:creationId xmlns:a16="http://schemas.microsoft.com/office/drawing/2014/main" id="{AA2ED255-5858-46D2-9ABE-B982FA02EE80}"/>
              </a:ext>
            </a:extLst>
          </p:cNvPr>
          <p:cNvSpPr>
            <a:spLocks noGrp="1"/>
          </p:cNvSpPr>
          <p:nvPr/>
        </p:nvSpPr>
        <p:spPr>
          <a:xfrm>
            <a:off x="2009229" y="15613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" name="9u7j_2_official_PredictedAtoms_22">
            <a:extLst>
              <a:ext uri="{FF2B5EF4-FFF2-40B4-BE49-F238E27FC236}">
                <a16:creationId xmlns:a16="http://schemas.microsoft.com/office/drawing/2014/main" id="{784EBD42-FAE0-4B47-80EE-54E9D3538369}"/>
              </a:ext>
            </a:extLst>
          </p:cNvPr>
          <p:cNvSpPr>
            <a:spLocks noGrp="1"/>
          </p:cNvSpPr>
          <p:nvPr/>
        </p:nvSpPr>
        <p:spPr>
          <a:xfrm>
            <a:off x="2026720" y="16756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" name="9u7j_2_official_PredictedAtoms_23">
            <a:extLst>
              <a:ext uri="{FF2B5EF4-FFF2-40B4-BE49-F238E27FC236}">
                <a16:creationId xmlns:a16="http://schemas.microsoft.com/office/drawing/2014/main" id="{6164D76F-3AD6-478E-AF50-D0785B9CB0B4}"/>
              </a:ext>
            </a:extLst>
          </p:cNvPr>
          <p:cNvSpPr>
            <a:spLocks noGrp="1"/>
          </p:cNvSpPr>
          <p:nvPr/>
        </p:nvSpPr>
        <p:spPr>
          <a:xfrm>
            <a:off x="2081893" y="15353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" name="9u7j_2_official_PredictedAtoms_24">
            <a:extLst>
              <a:ext uri="{FF2B5EF4-FFF2-40B4-BE49-F238E27FC236}">
                <a16:creationId xmlns:a16="http://schemas.microsoft.com/office/drawing/2014/main" id="{F4D11456-C185-4D53-B987-7349C0DC6798}"/>
              </a:ext>
            </a:extLst>
          </p:cNvPr>
          <p:cNvSpPr>
            <a:spLocks noGrp="1"/>
          </p:cNvSpPr>
          <p:nvPr/>
        </p:nvSpPr>
        <p:spPr>
          <a:xfrm>
            <a:off x="2065985" y="14122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" name="9u7j_2_official_PredictedAtoms_25">
            <a:extLst>
              <a:ext uri="{FF2B5EF4-FFF2-40B4-BE49-F238E27FC236}">
                <a16:creationId xmlns:a16="http://schemas.microsoft.com/office/drawing/2014/main" id="{43C4E522-10FC-43DA-BFF7-95CBDC17EC10}"/>
              </a:ext>
            </a:extLst>
          </p:cNvPr>
          <p:cNvSpPr>
            <a:spLocks noGrp="1"/>
          </p:cNvSpPr>
          <p:nvPr/>
        </p:nvSpPr>
        <p:spPr>
          <a:xfrm>
            <a:off x="2139295" y="13988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1" name="9u7j_2_official_PredictedAtoms_26">
            <a:extLst>
              <a:ext uri="{FF2B5EF4-FFF2-40B4-BE49-F238E27FC236}">
                <a16:creationId xmlns:a16="http://schemas.microsoft.com/office/drawing/2014/main" id="{EFC1F2E1-5BFB-4E77-8FD4-F39A793580C9}"/>
              </a:ext>
            </a:extLst>
          </p:cNvPr>
          <p:cNvSpPr>
            <a:spLocks noGrp="1"/>
          </p:cNvSpPr>
          <p:nvPr/>
        </p:nvSpPr>
        <p:spPr>
          <a:xfrm>
            <a:off x="1831125" y="11826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2" name="9u7j_2_official_PredictedAtoms_27">
            <a:extLst>
              <a:ext uri="{FF2B5EF4-FFF2-40B4-BE49-F238E27FC236}">
                <a16:creationId xmlns:a16="http://schemas.microsoft.com/office/drawing/2014/main" id="{C0F71226-7B31-4A20-B910-670DF75FEAFD}"/>
              </a:ext>
            </a:extLst>
          </p:cNvPr>
          <p:cNvSpPr>
            <a:spLocks noGrp="1"/>
          </p:cNvSpPr>
          <p:nvPr/>
        </p:nvSpPr>
        <p:spPr>
          <a:xfrm>
            <a:off x="1856478" y="12377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3" name="9u7j_2_official_PredictedAtoms_28">
            <a:extLst>
              <a:ext uri="{FF2B5EF4-FFF2-40B4-BE49-F238E27FC236}">
                <a16:creationId xmlns:a16="http://schemas.microsoft.com/office/drawing/2014/main" id="{89D7A8BC-5BD3-4722-A177-22E734D089EC}"/>
              </a:ext>
            </a:extLst>
          </p:cNvPr>
          <p:cNvSpPr>
            <a:spLocks noGrp="1"/>
          </p:cNvSpPr>
          <p:nvPr/>
        </p:nvSpPr>
        <p:spPr>
          <a:xfrm>
            <a:off x="1774637" y="10325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4" name="9u7j_2_official_PredictedAtoms_29">
            <a:extLst>
              <a:ext uri="{FF2B5EF4-FFF2-40B4-BE49-F238E27FC236}">
                <a16:creationId xmlns:a16="http://schemas.microsoft.com/office/drawing/2014/main" id="{86DAE491-20D8-427A-B38F-61F027AAB2A6}"/>
              </a:ext>
            </a:extLst>
          </p:cNvPr>
          <p:cNvSpPr>
            <a:spLocks noGrp="1"/>
          </p:cNvSpPr>
          <p:nvPr/>
        </p:nvSpPr>
        <p:spPr>
          <a:xfrm>
            <a:off x="1838315" y="9661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5" name="9u7j_2_official_PredictedAtoms_30">
            <a:extLst>
              <a:ext uri="{FF2B5EF4-FFF2-40B4-BE49-F238E27FC236}">
                <a16:creationId xmlns:a16="http://schemas.microsoft.com/office/drawing/2014/main" id="{AD1025D9-A4EC-4F15-9BC5-89F24E249B58}"/>
              </a:ext>
            </a:extLst>
          </p:cNvPr>
          <p:cNvSpPr>
            <a:spLocks noGrp="1"/>
          </p:cNvSpPr>
          <p:nvPr/>
        </p:nvSpPr>
        <p:spPr>
          <a:xfrm>
            <a:off x="1226909" y="14378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6" name="9u7j_2_official_PredictedAtoms_31">
            <a:extLst>
              <a:ext uri="{FF2B5EF4-FFF2-40B4-BE49-F238E27FC236}">
                <a16:creationId xmlns:a16="http://schemas.microsoft.com/office/drawing/2014/main" id="{6D9820BC-6898-4A06-9EAC-84D8307EAA5A}"/>
              </a:ext>
            </a:extLst>
          </p:cNvPr>
          <p:cNvSpPr>
            <a:spLocks noGrp="1"/>
          </p:cNvSpPr>
          <p:nvPr/>
        </p:nvSpPr>
        <p:spPr>
          <a:xfrm>
            <a:off x="1144252" y="13897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7" name="9u7j_2_official_PredictedAtoms_32">
            <a:extLst>
              <a:ext uri="{FF2B5EF4-FFF2-40B4-BE49-F238E27FC236}">
                <a16:creationId xmlns:a16="http://schemas.microsoft.com/office/drawing/2014/main" id="{9415270F-BE14-4654-BF8E-C33FEC6D2390}"/>
              </a:ext>
            </a:extLst>
          </p:cNvPr>
          <p:cNvSpPr>
            <a:spLocks noGrp="1"/>
          </p:cNvSpPr>
          <p:nvPr/>
        </p:nvSpPr>
        <p:spPr>
          <a:xfrm>
            <a:off x="1207310" y="15956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" name="9u7j_2_official_PredictedAtoms_33">
            <a:extLst>
              <a:ext uri="{FF2B5EF4-FFF2-40B4-BE49-F238E27FC236}">
                <a16:creationId xmlns:a16="http://schemas.microsoft.com/office/drawing/2014/main" id="{5B8A1C5A-EA6F-48DB-84E6-F60EB9757F25}"/>
              </a:ext>
            </a:extLst>
          </p:cNvPr>
          <p:cNvSpPr>
            <a:spLocks noGrp="1"/>
          </p:cNvSpPr>
          <p:nvPr/>
        </p:nvSpPr>
        <p:spPr>
          <a:xfrm>
            <a:off x="1209893" y="16666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9" name="9u7j_2_official_PredictedAtoms_34">
            <a:extLst>
              <a:ext uri="{FF2B5EF4-FFF2-40B4-BE49-F238E27FC236}">
                <a16:creationId xmlns:a16="http://schemas.microsoft.com/office/drawing/2014/main" id="{C4414078-FA16-4FCE-82C2-D936BB323A12}"/>
              </a:ext>
            </a:extLst>
          </p:cNvPr>
          <p:cNvSpPr>
            <a:spLocks noGrp="1"/>
          </p:cNvSpPr>
          <p:nvPr/>
        </p:nvSpPr>
        <p:spPr>
          <a:xfrm>
            <a:off x="1066329" y="16238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0" name="9u7j_2_official_PredictedAtoms_35">
            <a:extLst>
              <a:ext uri="{FF2B5EF4-FFF2-40B4-BE49-F238E27FC236}">
                <a16:creationId xmlns:a16="http://schemas.microsoft.com/office/drawing/2014/main" id="{E4C28249-5AE5-432E-9399-35CB44726E52}"/>
              </a:ext>
            </a:extLst>
          </p:cNvPr>
          <p:cNvSpPr>
            <a:spLocks noGrp="1"/>
          </p:cNvSpPr>
          <p:nvPr/>
        </p:nvSpPr>
        <p:spPr>
          <a:xfrm>
            <a:off x="1002687" y="17614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1" name="stage3-cases-clash_7">
            <a:extLst>
              <a:ext uri="{FF2B5EF4-FFF2-40B4-BE49-F238E27FC236}">
                <a16:creationId xmlns:a16="http://schemas.microsoft.com/office/drawing/2014/main" id="{7A940E9E-98EF-4543-A44D-F30EB8BC981B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2.03 Å   D 64%   Clash 0</a:t>
            </a:r>
          </a:p>
        </p:txBody>
      </p:sp>
      <p:sp>
        <p:nvSpPr>
          <p:cNvPr id="122" name="9u7j_2_tuned_Receptor">
            <a:extLst>
              <a:ext uri="{FF2B5EF4-FFF2-40B4-BE49-F238E27FC236}">
                <a16:creationId xmlns:a16="http://schemas.microsoft.com/office/drawing/2014/main" id="{6F6FA0A3-5A8F-4510-8840-29174533A71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23" name="9u7j_2_tuned_ExperimentalDensity">
            <a:extLst>
              <a:ext uri="{FF2B5EF4-FFF2-40B4-BE49-F238E27FC236}">
                <a16:creationId xmlns:a16="http://schemas.microsoft.com/office/drawing/2014/main" id="{AB7BCDAD-B90D-48C8-8B26-847BC2EA189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24" name="9u7j_2_tuned_ReferenceLigand_0">
            <a:extLst>
              <a:ext uri="{FF2B5EF4-FFF2-40B4-BE49-F238E27FC236}">
                <a16:creationId xmlns:a16="http://schemas.microsoft.com/office/drawing/2014/main" id="{E6D2E754-FE58-4927-8AA2-466B74375EB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u7j_2_tuned_ReferenceLigand_1">
            <a:extLst>
              <a:ext uri="{FF2B5EF4-FFF2-40B4-BE49-F238E27FC236}">
                <a16:creationId xmlns:a16="http://schemas.microsoft.com/office/drawing/2014/main" id="{2CAEDFC6-67BA-4180-9FD6-69E1D51795C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u7j_2_tuned_ReferenceLigand_2">
            <a:extLst>
              <a:ext uri="{FF2B5EF4-FFF2-40B4-BE49-F238E27FC236}">
                <a16:creationId xmlns:a16="http://schemas.microsoft.com/office/drawing/2014/main" id="{86FCFE6B-3D43-4065-9485-340BFFC2022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u7j_2_tuned_ReferenceLigand_3">
            <a:extLst>
              <a:ext uri="{FF2B5EF4-FFF2-40B4-BE49-F238E27FC236}">
                <a16:creationId xmlns:a16="http://schemas.microsoft.com/office/drawing/2014/main" id="{36EE2969-D26C-49D8-864F-EE9E955F4C3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u7j_2_tuned_ReferenceLigand_4">
            <a:extLst>
              <a:ext uri="{FF2B5EF4-FFF2-40B4-BE49-F238E27FC236}">
                <a16:creationId xmlns:a16="http://schemas.microsoft.com/office/drawing/2014/main" id="{81F31DC9-BE37-4915-886A-C0C20362CAD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u7j_2_tuned_ReferenceLigand_5">
            <a:extLst>
              <a:ext uri="{FF2B5EF4-FFF2-40B4-BE49-F238E27FC236}">
                <a16:creationId xmlns:a16="http://schemas.microsoft.com/office/drawing/2014/main" id="{EA9FB671-A4AA-42CF-B5BE-33D44754263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u7j_2_tuned_ReferenceLigand_6">
            <a:extLst>
              <a:ext uri="{FF2B5EF4-FFF2-40B4-BE49-F238E27FC236}">
                <a16:creationId xmlns:a16="http://schemas.microsoft.com/office/drawing/2014/main" id="{42294451-4A8C-4AFA-B9D1-A5882BBD353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u7j_2_tuned_ReferenceLigand_7">
            <a:extLst>
              <a:ext uri="{FF2B5EF4-FFF2-40B4-BE49-F238E27FC236}">
                <a16:creationId xmlns:a16="http://schemas.microsoft.com/office/drawing/2014/main" id="{8CB7864E-1B39-41B6-8DF0-FE0E3832CBC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u7j_2_tuned_ReferenceLigand_8">
            <a:extLst>
              <a:ext uri="{FF2B5EF4-FFF2-40B4-BE49-F238E27FC236}">
                <a16:creationId xmlns:a16="http://schemas.microsoft.com/office/drawing/2014/main" id="{0A3A428A-91DA-4BF8-B580-7EB45DC06A6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" name="9u7j_2_tuned_ReferenceLigand_9">
            <a:extLst>
              <a:ext uri="{FF2B5EF4-FFF2-40B4-BE49-F238E27FC236}">
                <a16:creationId xmlns:a16="http://schemas.microsoft.com/office/drawing/2014/main" id="{2AA9B07B-0CD0-477A-8A74-1EF89B36CAC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" name="9u7j_2_tuned_ReferenceLigand_10">
            <a:extLst>
              <a:ext uri="{FF2B5EF4-FFF2-40B4-BE49-F238E27FC236}">
                <a16:creationId xmlns:a16="http://schemas.microsoft.com/office/drawing/2014/main" id="{22733DF5-04BB-4CCD-8BDC-7D2A30F5316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" name="9u7j_2_tuned_ReferenceLigand_11">
            <a:extLst>
              <a:ext uri="{FF2B5EF4-FFF2-40B4-BE49-F238E27FC236}">
                <a16:creationId xmlns:a16="http://schemas.microsoft.com/office/drawing/2014/main" id="{36E51936-549B-4AA8-A371-59684BD5A16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" name="9u7j_2_tuned_ReferenceLigand_12">
            <a:extLst>
              <a:ext uri="{FF2B5EF4-FFF2-40B4-BE49-F238E27FC236}">
                <a16:creationId xmlns:a16="http://schemas.microsoft.com/office/drawing/2014/main" id="{78D640CB-4003-464C-B0EA-2DD1308C0E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" name="9u7j_2_tuned_ReferenceLigand_13">
            <a:extLst>
              <a:ext uri="{FF2B5EF4-FFF2-40B4-BE49-F238E27FC236}">
                <a16:creationId xmlns:a16="http://schemas.microsoft.com/office/drawing/2014/main" id="{9123D065-BAA4-4117-BB42-E1DAFEED185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" name="9u7j_2_tuned_ReferenceLigand_14">
            <a:extLst>
              <a:ext uri="{FF2B5EF4-FFF2-40B4-BE49-F238E27FC236}">
                <a16:creationId xmlns:a16="http://schemas.microsoft.com/office/drawing/2014/main" id="{F9C79F46-A572-4E8E-8CE7-4B36BA8CC92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" name="9u7j_2_tuned_ReferenceLigand_15">
            <a:extLst>
              <a:ext uri="{FF2B5EF4-FFF2-40B4-BE49-F238E27FC236}">
                <a16:creationId xmlns:a16="http://schemas.microsoft.com/office/drawing/2014/main" id="{DD67819F-AFBF-41F0-A9C8-F56A9268878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" name="9u7j_2_tuned_ReferenceLigand_16">
            <a:extLst>
              <a:ext uri="{FF2B5EF4-FFF2-40B4-BE49-F238E27FC236}">
                <a16:creationId xmlns:a16="http://schemas.microsoft.com/office/drawing/2014/main" id="{BBDCB8EF-87D1-4F31-9FE8-531F49C8AFA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" name="9u7j_2_tuned_ReferenceLigand_17">
            <a:extLst>
              <a:ext uri="{FF2B5EF4-FFF2-40B4-BE49-F238E27FC236}">
                <a16:creationId xmlns:a16="http://schemas.microsoft.com/office/drawing/2014/main" id="{9B9801AC-C4B7-4B55-B96C-700CBCF89E2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" name="9u7j_2_tuned_ReferenceLigand_18">
            <a:extLst>
              <a:ext uri="{FF2B5EF4-FFF2-40B4-BE49-F238E27FC236}">
                <a16:creationId xmlns:a16="http://schemas.microsoft.com/office/drawing/2014/main" id="{BADA7664-4A16-4468-AB54-868B6CB5EB5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3" name="9u7j_2_tuned_ReferenceLigand_19">
            <a:extLst>
              <a:ext uri="{FF2B5EF4-FFF2-40B4-BE49-F238E27FC236}">
                <a16:creationId xmlns:a16="http://schemas.microsoft.com/office/drawing/2014/main" id="{56B0BA88-DD81-4F58-B9B0-93F9938DCD1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4" name="9u7j_2_tuned_ReferenceLigand_20">
            <a:extLst>
              <a:ext uri="{FF2B5EF4-FFF2-40B4-BE49-F238E27FC236}">
                <a16:creationId xmlns:a16="http://schemas.microsoft.com/office/drawing/2014/main" id="{DDF699E9-33C0-4C16-AF6D-0FBB7712DDF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5" name="9u7j_2_tuned_ReferenceLigand_21">
            <a:extLst>
              <a:ext uri="{FF2B5EF4-FFF2-40B4-BE49-F238E27FC236}">
                <a16:creationId xmlns:a16="http://schemas.microsoft.com/office/drawing/2014/main" id="{97BE4232-FBD1-4AB8-A058-D8C54D4D425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6" name="9u7j_2_tuned_ReferenceLigand_22">
            <a:extLst>
              <a:ext uri="{FF2B5EF4-FFF2-40B4-BE49-F238E27FC236}">
                <a16:creationId xmlns:a16="http://schemas.microsoft.com/office/drawing/2014/main" id="{837F1607-1651-40DA-B567-2F4456046AB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7" name="9u7j_2_tuned_ReferenceLigand_23">
            <a:extLst>
              <a:ext uri="{FF2B5EF4-FFF2-40B4-BE49-F238E27FC236}">
                <a16:creationId xmlns:a16="http://schemas.microsoft.com/office/drawing/2014/main" id="{1580727A-91C6-4970-AF65-591D3902A1D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8" name="9u7j_2_tuned_ReferenceLigand_24">
            <a:extLst>
              <a:ext uri="{FF2B5EF4-FFF2-40B4-BE49-F238E27FC236}">
                <a16:creationId xmlns:a16="http://schemas.microsoft.com/office/drawing/2014/main" id="{659E43DB-7E99-492E-A128-B9B9DBB8D6C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9" name="9u7j_2_tuned_ReferenceLigand_25">
            <a:extLst>
              <a:ext uri="{FF2B5EF4-FFF2-40B4-BE49-F238E27FC236}">
                <a16:creationId xmlns:a16="http://schemas.microsoft.com/office/drawing/2014/main" id="{FAC021C6-8E8A-4EBE-AF47-648AD3AE11A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0" name="9u7j_2_tuned_ReferenceLigand_26">
            <a:extLst>
              <a:ext uri="{FF2B5EF4-FFF2-40B4-BE49-F238E27FC236}">
                <a16:creationId xmlns:a16="http://schemas.microsoft.com/office/drawing/2014/main" id="{AB07EDA1-4AAC-4160-9B7B-A6888AA5550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1" name="9u7j_2_tuned_ReferenceLigand_27">
            <a:extLst>
              <a:ext uri="{FF2B5EF4-FFF2-40B4-BE49-F238E27FC236}">
                <a16:creationId xmlns:a16="http://schemas.microsoft.com/office/drawing/2014/main" id="{D24991DF-6104-4DFA-BFFB-C0F77A4600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2" name="9u7j_2_tuned_ReferenceLigand_28">
            <a:extLst>
              <a:ext uri="{FF2B5EF4-FFF2-40B4-BE49-F238E27FC236}">
                <a16:creationId xmlns:a16="http://schemas.microsoft.com/office/drawing/2014/main" id="{B3F9BE0C-EC8B-40C8-94E6-C2127CE3F3A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" name="9u7j_2_tuned_ReferenceLigand_29">
            <a:extLst>
              <a:ext uri="{FF2B5EF4-FFF2-40B4-BE49-F238E27FC236}">
                <a16:creationId xmlns:a16="http://schemas.microsoft.com/office/drawing/2014/main" id="{3C7592C5-7894-445A-8B6E-9464927B205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" name="9u7j_2_tuned_ReferenceLigand_30">
            <a:extLst>
              <a:ext uri="{FF2B5EF4-FFF2-40B4-BE49-F238E27FC236}">
                <a16:creationId xmlns:a16="http://schemas.microsoft.com/office/drawing/2014/main" id="{D22F9A34-EF8D-4685-8A42-2BF249F438E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" name="9u7j_2_tuned_ReferenceLigand_31">
            <a:extLst>
              <a:ext uri="{FF2B5EF4-FFF2-40B4-BE49-F238E27FC236}">
                <a16:creationId xmlns:a16="http://schemas.microsoft.com/office/drawing/2014/main" id="{13F3F4C1-7BA5-473D-BA59-DD4048759A8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" name="9u7j_2_tuned_ReferenceLigand_32">
            <a:extLst>
              <a:ext uri="{FF2B5EF4-FFF2-40B4-BE49-F238E27FC236}">
                <a16:creationId xmlns:a16="http://schemas.microsoft.com/office/drawing/2014/main" id="{8D943AC9-2C45-455E-97AF-4BBFA7C94C6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" name="9u7j_2_tuned_ReferenceLigand_33">
            <a:extLst>
              <a:ext uri="{FF2B5EF4-FFF2-40B4-BE49-F238E27FC236}">
                <a16:creationId xmlns:a16="http://schemas.microsoft.com/office/drawing/2014/main" id="{FE37AF1D-66DB-4DBE-AF2A-4A8A323F113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" name="9u7j_2_tuned_ReferenceLigand_34">
            <a:extLst>
              <a:ext uri="{FF2B5EF4-FFF2-40B4-BE49-F238E27FC236}">
                <a16:creationId xmlns:a16="http://schemas.microsoft.com/office/drawing/2014/main" id="{0002AD7A-7805-4057-B4F9-5336C600494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9" name="9u7j_2_tuned_ReferenceLigand_35">
            <a:extLst>
              <a:ext uri="{FF2B5EF4-FFF2-40B4-BE49-F238E27FC236}">
                <a16:creationId xmlns:a16="http://schemas.microsoft.com/office/drawing/2014/main" id="{FD23DA16-C121-421D-B29F-CA78406BE9B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0" name="9u7j_2_tuned_ReferenceLigand_36">
            <a:extLst>
              <a:ext uri="{FF2B5EF4-FFF2-40B4-BE49-F238E27FC236}">
                <a16:creationId xmlns:a16="http://schemas.microsoft.com/office/drawing/2014/main" id="{01BB0C37-713E-4779-AD44-2DDD523168E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1" name="9u7j_2_tuned_ReferenceLigand_37">
            <a:extLst>
              <a:ext uri="{FF2B5EF4-FFF2-40B4-BE49-F238E27FC236}">
                <a16:creationId xmlns:a16="http://schemas.microsoft.com/office/drawing/2014/main" id="{95795B81-B1B0-4F06-9C3C-F4CAAE17EA1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2" name="9u7j_2_tuned_PredictedLigand_0">
            <a:extLst>
              <a:ext uri="{FF2B5EF4-FFF2-40B4-BE49-F238E27FC236}">
                <a16:creationId xmlns:a16="http://schemas.microsoft.com/office/drawing/2014/main" id="{58FA7559-501E-429B-AFCD-CAC4E703288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994371" y="3058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u7j_2_tuned_PredictedLigand_1">
            <a:extLst>
              <a:ext uri="{FF2B5EF4-FFF2-40B4-BE49-F238E27FC236}">
                <a16:creationId xmlns:a16="http://schemas.microsoft.com/office/drawing/2014/main" id="{4A3D7165-ED3A-4532-AFE1-29269E520B8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77470" y="9767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" name="9u7j_2_tuned_PredictedLigand_2">
            <a:extLst>
              <a:ext uri="{FF2B5EF4-FFF2-40B4-BE49-F238E27FC236}">
                <a16:creationId xmlns:a16="http://schemas.microsoft.com/office/drawing/2014/main" id="{ED5E1928-74AB-4CD4-B6E2-ACDC73F9E96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8914" y="845979"/>
                </a:moveTo>
                <a:lnTo>
                  <a:pt x="1913074" y="891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5" name="9u7j_2_tuned_PredictedLigand_3">
            <a:extLst>
              <a:ext uri="{FF2B5EF4-FFF2-40B4-BE49-F238E27FC236}">
                <a16:creationId xmlns:a16="http://schemas.microsoft.com/office/drawing/2014/main" id="{F6B0F5AE-B1F8-4ACB-81D9-F73BA085F72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177443" y="4204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6" name="9u7j_2_tuned_PredictedLigand_4">
            <a:extLst>
              <a:ext uri="{FF2B5EF4-FFF2-40B4-BE49-F238E27FC236}">
                <a16:creationId xmlns:a16="http://schemas.microsoft.com/office/drawing/2014/main" id="{1D89BF8D-B755-4F7C-A499-49D3C6C9EEE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68" y="752257"/>
                </a:moveTo>
                <a:lnTo>
                  <a:pt x="1768914" y="8459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7" name="9u7j_2_tuned_PredictedLigand_5">
            <a:extLst>
              <a:ext uri="{FF2B5EF4-FFF2-40B4-BE49-F238E27FC236}">
                <a16:creationId xmlns:a16="http://schemas.microsoft.com/office/drawing/2014/main" id="{F1A53778-167B-44F6-801E-BBB306D47C8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1680" y="897665"/>
                </a:moveTo>
                <a:lnTo>
                  <a:pt x="927107" y="903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8" name="9u7j_2_tuned_PredictedLigand_6">
            <a:extLst>
              <a:ext uri="{FF2B5EF4-FFF2-40B4-BE49-F238E27FC236}">
                <a16:creationId xmlns:a16="http://schemas.microsoft.com/office/drawing/2014/main" id="{AC2E523C-8229-4CD2-BC9F-0855BB424B4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073916" y="1665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9" name="9u7j_2_tuned_PredictedLigand_7">
            <a:extLst>
              <a:ext uri="{FF2B5EF4-FFF2-40B4-BE49-F238E27FC236}">
                <a16:creationId xmlns:a16="http://schemas.microsoft.com/office/drawing/2014/main" id="{2ACF5943-472F-41EE-B227-ED5CBC70BF4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448764" y="4283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0" name="9u7j_2_tuned_PredictedLigand_8">
            <a:extLst>
              <a:ext uri="{FF2B5EF4-FFF2-40B4-BE49-F238E27FC236}">
                <a16:creationId xmlns:a16="http://schemas.microsoft.com/office/drawing/2014/main" id="{879646CB-97F4-4A96-BC6D-278D6F12198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4128" y="379510"/>
                </a:moveTo>
                <a:lnTo>
                  <a:pt x="1042685" y="3095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1" name="9u7j_2_tuned_PredictedLigand_9">
            <a:extLst>
              <a:ext uri="{FF2B5EF4-FFF2-40B4-BE49-F238E27FC236}">
                <a16:creationId xmlns:a16="http://schemas.microsoft.com/office/drawing/2014/main" id="{F2D4B5E2-CFA2-42D5-B442-464E9807224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81090" y="8336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2" name="9u7j_2_tuned_PredictedLigand_10">
            <a:extLst>
              <a:ext uri="{FF2B5EF4-FFF2-40B4-BE49-F238E27FC236}">
                <a16:creationId xmlns:a16="http://schemas.microsoft.com/office/drawing/2014/main" id="{1D701016-C08A-4ECE-AFEB-C89CAF403AA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7443" y="420456"/>
                </a:moveTo>
                <a:lnTo>
                  <a:pt x="1336856" y="3956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3" name="9u7j_2_tuned_PredictedLigand_11">
            <a:extLst>
              <a:ext uri="{FF2B5EF4-FFF2-40B4-BE49-F238E27FC236}">
                <a16:creationId xmlns:a16="http://schemas.microsoft.com/office/drawing/2014/main" id="{12430999-D6B4-4226-B814-988090750D4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2251" y="2379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" name="9u7j_2_tuned_PredictedLigand_12">
            <a:extLst>
              <a:ext uri="{FF2B5EF4-FFF2-40B4-BE49-F238E27FC236}">
                <a16:creationId xmlns:a16="http://schemas.microsoft.com/office/drawing/2014/main" id="{81A9A944-8F56-4A4B-BD14-58B77394C24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3514" y="661756"/>
                </a:moveTo>
                <a:lnTo>
                  <a:pt x="933143" y="52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" name="9u7j_2_tuned_PredictedLigand_13">
            <a:extLst>
              <a:ext uri="{FF2B5EF4-FFF2-40B4-BE49-F238E27FC236}">
                <a16:creationId xmlns:a16="http://schemas.microsoft.com/office/drawing/2014/main" id="{215F7AAB-8C4A-4897-81DA-726FBE22FD1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914128" y="3795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6" name="9u7j_2_tuned_PredictedLigand_14">
            <a:extLst>
              <a:ext uri="{FF2B5EF4-FFF2-40B4-BE49-F238E27FC236}">
                <a16:creationId xmlns:a16="http://schemas.microsoft.com/office/drawing/2014/main" id="{2ED7335C-D0EF-4324-96C6-472D46A6CC7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107" y="903665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7" name="9u7j_2_tuned_PredictedLigand_15">
            <a:extLst>
              <a:ext uri="{FF2B5EF4-FFF2-40B4-BE49-F238E27FC236}">
                <a16:creationId xmlns:a16="http://schemas.microsoft.com/office/drawing/2014/main" id="{F834ACF9-2064-481C-BB76-A092752FB46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574" y="692388"/>
                </a:moveTo>
                <a:lnTo>
                  <a:pt x="1707868" y="7522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8" name="9u7j_2_tuned_PredictedLigand_16">
            <a:extLst>
              <a:ext uri="{FF2B5EF4-FFF2-40B4-BE49-F238E27FC236}">
                <a16:creationId xmlns:a16="http://schemas.microsoft.com/office/drawing/2014/main" id="{70E7FC81-84ED-42DB-B710-752868AF4D3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211" y="779213"/>
                </a:moveTo>
                <a:lnTo>
                  <a:pt x="883514" y="6617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" name="9u7j_2_tuned_PredictedLigand_17">
            <a:extLst>
              <a:ext uri="{FF2B5EF4-FFF2-40B4-BE49-F238E27FC236}">
                <a16:creationId xmlns:a16="http://schemas.microsoft.com/office/drawing/2014/main" id="{5C4D6A32-F52E-4DC0-ACC2-D3EB4979CE7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1090" y="833603"/>
                </a:moveTo>
                <a:lnTo>
                  <a:pt x="1926905" y="7410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" name="9u7j_2_tuned_PredictedLigand_18">
            <a:extLst>
              <a:ext uri="{FF2B5EF4-FFF2-40B4-BE49-F238E27FC236}">
                <a16:creationId xmlns:a16="http://schemas.microsoft.com/office/drawing/2014/main" id="{CBD8B23B-C09A-4E02-A620-FA9E4A6376E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6544" y="4971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1" name="9u7j_2_tuned_PredictedLigand_19">
            <a:extLst>
              <a:ext uri="{FF2B5EF4-FFF2-40B4-BE49-F238E27FC236}">
                <a16:creationId xmlns:a16="http://schemas.microsoft.com/office/drawing/2014/main" id="{9EDF73BF-54A3-4CDC-9D53-9C3D69E0A59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2" name="9u7j_2_tuned_PredictedLigand_20">
            <a:extLst>
              <a:ext uri="{FF2B5EF4-FFF2-40B4-BE49-F238E27FC236}">
                <a16:creationId xmlns:a16="http://schemas.microsoft.com/office/drawing/2014/main" id="{B615ADCF-A29B-40A2-BE75-02063A3DE69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800445" y="3266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3" name="9u7j_2_tuned_PredictedLigand_21">
            <a:extLst>
              <a:ext uri="{FF2B5EF4-FFF2-40B4-BE49-F238E27FC236}">
                <a16:creationId xmlns:a16="http://schemas.microsoft.com/office/drawing/2014/main" id="{C9EBB2A3-3134-4F02-8CB9-21B0DFC8DE3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897511" y="5360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4" name="9u7j_2_tuned_PredictedLigand_22">
            <a:extLst>
              <a:ext uri="{FF2B5EF4-FFF2-40B4-BE49-F238E27FC236}">
                <a16:creationId xmlns:a16="http://schemas.microsoft.com/office/drawing/2014/main" id="{BD6525D6-55FD-4008-9B28-1329C0DAB17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5" name="9u7j_2_tuned_PredictedLigand_23">
            <a:extLst>
              <a:ext uri="{FF2B5EF4-FFF2-40B4-BE49-F238E27FC236}">
                <a16:creationId xmlns:a16="http://schemas.microsoft.com/office/drawing/2014/main" id="{BE6C261B-80F3-41E8-B03E-617B8D462A4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6" name="9u7j_2_tuned_PredictedLigand_24">
            <a:extLst>
              <a:ext uri="{FF2B5EF4-FFF2-40B4-BE49-F238E27FC236}">
                <a16:creationId xmlns:a16="http://schemas.microsoft.com/office/drawing/2014/main" id="{74E56975-4EB9-4BF6-A3F4-CE0B89A62C5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2010133" y="7034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7" name="9u7j_2_tuned_PredictedLigand_25">
            <a:extLst>
              <a:ext uri="{FF2B5EF4-FFF2-40B4-BE49-F238E27FC236}">
                <a16:creationId xmlns:a16="http://schemas.microsoft.com/office/drawing/2014/main" id="{57262555-62F3-4B7C-98D4-9873928649D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691168" y="4278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8" name="9u7j_2_tuned_PredictedLigand_26">
            <a:extLst>
              <a:ext uri="{FF2B5EF4-FFF2-40B4-BE49-F238E27FC236}">
                <a16:creationId xmlns:a16="http://schemas.microsoft.com/office/drawing/2014/main" id="{333FB68E-6F4F-4D30-B851-D7788D22698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581273" y="3692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9" name="9u7j_2_tuned_PredictedLigand_27">
            <a:extLst>
              <a:ext uri="{FF2B5EF4-FFF2-40B4-BE49-F238E27FC236}">
                <a16:creationId xmlns:a16="http://schemas.microsoft.com/office/drawing/2014/main" id="{BFA629C0-F00A-4839-B41F-CB960FA76A2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1117246" y="861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0" name="9u7j_2_tuned_PredictedLigand_28">
            <a:extLst>
              <a:ext uri="{FF2B5EF4-FFF2-40B4-BE49-F238E27FC236}">
                <a16:creationId xmlns:a16="http://schemas.microsoft.com/office/drawing/2014/main" id="{E76626AC-0382-496B-8D46-506ADC7CA67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544" y="497158"/>
                </a:moveTo>
                <a:lnTo>
                  <a:pt x="1378009" y="5222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1" name="9u7j_2_tuned_PredictedLigand_29">
            <a:extLst>
              <a:ext uri="{FF2B5EF4-FFF2-40B4-BE49-F238E27FC236}">
                <a16:creationId xmlns:a16="http://schemas.microsoft.com/office/drawing/2014/main" id="{B6EBC15B-0718-4F82-9050-021F7D936DC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1054731" y="7457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2" name="9u7j_2_tuned_PredictedLigand_30">
            <a:extLst>
              <a:ext uri="{FF2B5EF4-FFF2-40B4-BE49-F238E27FC236}">
                <a16:creationId xmlns:a16="http://schemas.microsoft.com/office/drawing/2014/main" id="{AEF5ED58-8D18-4F17-B5C4-D36A665AD35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1959" y="620357"/>
                </a:moveTo>
                <a:lnTo>
                  <a:pt x="1727151" y="5792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3" name="9u7j_2_tuned_PredictedLigand_31">
            <a:extLst>
              <a:ext uri="{FF2B5EF4-FFF2-40B4-BE49-F238E27FC236}">
                <a16:creationId xmlns:a16="http://schemas.microsoft.com/office/drawing/2014/main" id="{31A13A18-3449-47E7-B7BA-DF88627E599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862057" y="3984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4" name="9u7j_2_tuned_PredictedLigand_32">
            <a:extLst>
              <a:ext uri="{FF2B5EF4-FFF2-40B4-BE49-F238E27FC236}">
                <a16:creationId xmlns:a16="http://schemas.microsoft.com/office/drawing/2014/main" id="{9324DEAA-D0CD-41E0-9570-4D1C2666587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1012102" y="6277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5" name="9u7j_2_tuned_PredictedLigand_33">
            <a:extLst>
              <a:ext uri="{FF2B5EF4-FFF2-40B4-BE49-F238E27FC236}">
                <a16:creationId xmlns:a16="http://schemas.microsoft.com/office/drawing/2014/main" id="{CA147A7F-B456-4444-9641-86A10FE2DDD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6" name="9u7j_2_tuned_PredictedLigand_34">
            <a:extLst>
              <a:ext uri="{FF2B5EF4-FFF2-40B4-BE49-F238E27FC236}">
                <a16:creationId xmlns:a16="http://schemas.microsoft.com/office/drawing/2014/main" id="{DFFB287A-F31E-42C5-862F-1D82AE1CB6A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653290" y="2611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7" name="9u7j_2_tuned_PredictedLigand_35">
            <a:extLst>
              <a:ext uri="{FF2B5EF4-FFF2-40B4-BE49-F238E27FC236}">
                <a16:creationId xmlns:a16="http://schemas.microsoft.com/office/drawing/2014/main" id="{16FD2591-92B0-447E-A630-8388FF61AA3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98" y="499055"/>
                </a:moveTo>
                <a:lnTo>
                  <a:pt x="1601959" y="6203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8" name="9u7j_2_tuned_PredictedLigand_36">
            <a:extLst>
              <a:ext uri="{FF2B5EF4-FFF2-40B4-BE49-F238E27FC236}">
                <a16:creationId xmlns:a16="http://schemas.microsoft.com/office/drawing/2014/main" id="{362FB0F4-B901-448F-BD56-DD954A4BC5E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09" y="522247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9" name="9u7j_2_tuned_PredictedLigand_37">
            <a:extLst>
              <a:ext uri="{FF2B5EF4-FFF2-40B4-BE49-F238E27FC236}">
                <a16:creationId xmlns:a16="http://schemas.microsoft.com/office/drawing/2014/main" id="{BEBDF285-2184-4FB7-91AE-41740691DA8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995391" y="6835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00" name="9u7j_2_tuned_PredictedAtoms_0">
            <a:extLst>
              <a:ext uri="{FF2B5EF4-FFF2-40B4-BE49-F238E27FC236}">
                <a16:creationId xmlns:a16="http://schemas.microsoft.com/office/drawing/2014/main" id="{A9AEC019-779F-4D32-A821-2A0F4DDFEFD8}"/>
              </a:ext>
            </a:extLst>
          </p:cNvPr>
          <p:cNvSpPr>
            <a:spLocks noGrp="1"/>
          </p:cNvSpPr>
          <p:nvPr/>
        </p:nvSpPr>
        <p:spPr>
          <a:xfrm>
            <a:off x="3995888" y="16720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1" name="9u7j_2_tuned_PredictedAtoms_1">
            <a:extLst>
              <a:ext uri="{FF2B5EF4-FFF2-40B4-BE49-F238E27FC236}">
                <a16:creationId xmlns:a16="http://schemas.microsoft.com/office/drawing/2014/main" id="{1C97EA32-9921-4701-9F6C-05B786A608D9}"/>
              </a:ext>
            </a:extLst>
          </p:cNvPr>
          <p:cNvSpPr>
            <a:spLocks noGrp="1"/>
          </p:cNvSpPr>
          <p:nvPr/>
        </p:nvSpPr>
        <p:spPr>
          <a:xfrm>
            <a:off x="4111315" y="16780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2" name="9u7j_2_tuned_PredictedAtoms_2">
            <a:extLst>
              <a:ext uri="{FF2B5EF4-FFF2-40B4-BE49-F238E27FC236}">
                <a16:creationId xmlns:a16="http://schemas.microsoft.com/office/drawing/2014/main" id="{0E55A3CF-8A76-4264-9259-0F3B3985230F}"/>
              </a:ext>
            </a:extLst>
          </p:cNvPr>
          <p:cNvSpPr>
            <a:spLocks noGrp="1"/>
          </p:cNvSpPr>
          <p:nvPr/>
        </p:nvSpPr>
        <p:spPr>
          <a:xfrm>
            <a:off x="4100418" y="15535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3" name="9u7j_2_tuned_PredictedAtoms_3">
            <a:extLst>
              <a:ext uri="{FF2B5EF4-FFF2-40B4-BE49-F238E27FC236}">
                <a16:creationId xmlns:a16="http://schemas.microsoft.com/office/drawing/2014/main" id="{12BB1AA4-A311-499F-80EC-485F43C2F3C3}"/>
              </a:ext>
            </a:extLst>
          </p:cNvPr>
          <p:cNvSpPr>
            <a:spLocks noGrp="1"/>
          </p:cNvSpPr>
          <p:nvPr/>
        </p:nvSpPr>
        <p:spPr>
          <a:xfrm>
            <a:off x="4067722" y="14361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4" name="9u7j_2_tuned_PredictedAtoms_4">
            <a:extLst>
              <a:ext uri="{FF2B5EF4-FFF2-40B4-BE49-F238E27FC236}">
                <a16:creationId xmlns:a16="http://schemas.microsoft.com/office/drawing/2014/main" id="{724EFB9B-E04D-4C91-9EE2-F86EB55A634F}"/>
              </a:ext>
            </a:extLst>
          </p:cNvPr>
          <p:cNvSpPr>
            <a:spLocks noGrp="1"/>
          </p:cNvSpPr>
          <p:nvPr/>
        </p:nvSpPr>
        <p:spPr>
          <a:xfrm>
            <a:off x="4117350" y="13018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5" name="9u7j_2_tuned_PredictedAtoms_5">
            <a:extLst>
              <a:ext uri="{FF2B5EF4-FFF2-40B4-BE49-F238E27FC236}">
                <a16:creationId xmlns:a16="http://schemas.microsoft.com/office/drawing/2014/main" id="{CC5E4FE3-7BE5-4E7F-B39C-7A2FAA835B37}"/>
              </a:ext>
            </a:extLst>
          </p:cNvPr>
          <p:cNvSpPr>
            <a:spLocks noGrp="1"/>
          </p:cNvSpPr>
          <p:nvPr/>
        </p:nvSpPr>
        <p:spPr>
          <a:xfrm>
            <a:off x="4098336" y="11538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6" name="9u7j_2_tuned_PredictedAtoms_6">
            <a:extLst>
              <a:ext uri="{FF2B5EF4-FFF2-40B4-BE49-F238E27FC236}">
                <a16:creationId xmlns:a16="http://schemas.microsoft.com/office/drawing/2014/main" id="{1B451427-5DA9-4DCF-8001-814EA4DD1FC8}"/>
              </a:ext>
            </a:extLst>
          </p:cNvPr>
          <p:cNvSpPr>
            <a:spLocks noGrp="1"/>
          </p:cNvSpPr>
          <p:nvPr/>
        </p:nvSpPr>
        <p:spPr>
          <a:xfrm>
            <a:off x="4226892" y="10839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7" name="9u7j_2_tuned_PredictedAtoms_7">
            <a:extLst>
              <a:ext uri="{FF2B5EF4-FFF2-40B4-BE49-F238E27FC236}">
                <a16:creationId xmlns:a16="http://schemas.microsoft.com/office/drawing/2014/main" id="{D6B7CE2B-F005-469C-8AD9-28351ED99090}"/>
              </a:ext>
            </a:extLst>
          </p:cNvPr>
          <p:cNvSpPr>
            <a:spLocks noGrp="1"/>
          </p:cNvSpPr>
          <p:nvPr/>
        </p:nvSpPr>
        <p:spPr>
          <a:xfrm>
            <a:off x="4258124" y="9408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8" name="9u7j_2_tuned_PredictedAtoms_8">
            <a:extLst>
              <a:ext uri="{FF2B5EF4-FFF2-40B4-BE49-F238E27FC236}">
                <a16:creationId xmlns:a16="http://schemas.microsoft.com/office/drawing/2014/main" id="{F9050AF0-D254-4840-809B-67E446FF4AC0}"/>
              </a:ext>
            </a:extLst>
          </p:cNvPr>
          <p:cNvSpPr>
            <a:spLocks noGrp="1"/>
          </p:cNvSpPr>
          <p:nvPr/>
        </p:nvSpPr>
        <p:spPr>
          <a:xfrm>
            <a:off x="4178579" y="10802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9" name="9u7j_2_tuned_PredictedAtoms_9">
            <a:extLst>
              <a:ext uri="{FF2B5EF4-FFF2-40B4-BE49-F238E27FC236}">
                <a16:creationId xmlns:a16="http://schemas.microsoft.com/office/drawing/2014/main" id="{296ECAB3-23B2-45B6-8874-27F458E2D6E9}"/>
              </a:ext>
            </a:extLst>
          </p:cNvPr>
          <p:cNvSpPr>
            <a:spLocks noGrp="1"/>
          </p:cNvSpPr>
          <p:nvPr/>
        </p:nvSpPr>
        <p:spPr>
          <a:xfrm>
            <a:off x="4361650" y="11948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0" name="9u7j_2_tuned_PredictedAtoms_10">
            <a:extLst>
              <a:ext uri="{FF2B5EF4-FFF2-40B4-BE49-F238E27FC236}">
                <a16:creationId xmlns:a16="http://schemas.microsoft.com/office/drawing/2014/main" id="{F0F6846E-BCAB-4B57-B8D3-9878706845B6}"/>
              </a:ext>
            </a:extLst>
          </p:cNvPr>
          <p:cNvSpPr>
            <a:spLocks noGrp="1"/>
          </p:cNvSpPr>
          <p:nvPr/>
        </p:nvSpPr>
        <p:spPr>
          <a:xfrm>
            <a:off x="4521063" y="11699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1" name="9u7j_2_tuned_PredictedAtoms_11">
            <a:extLst>
              <a:ext uri="{FF2B5EF4-FFF2-40B4-BE49-F238E27FC236}">
                <a16:creationId xmlns:a16="http://schemas.microsoft.com/office/drawing/2014/main" id="{989C09F4-67C9-4A5A-B810-67B64AAEE3C4}"/>
              </a:ext>
            </a:extLst>
          </p:cNvPr>
          <p:cNvSpPr>
            <a:spLocks noGrp="1"/>
          </p:cNvSpPr>
          <p:nvPr/>
        </p:nvSpPr>
        <p:spPr>
          <a:xfrm>
            <a:off x="4632971" y="12027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2" name="9u7j_2_tuned_PredictedAtoms_12">
            <a:extLst>
              <a:ext uri="{FF2B5EF4-FFF2-40B4-BE49-F238E27FC236}">
                <a16:creationId xmlns:a16="http://schemas.microsoft.com/office/drawing/2014/main" id="{3D44FF73-ADA4-4F4E-AF62-C47003D9F97C}"/>
              </a:ext>
            </a:extLst>
          </p:cNvPr>
          <p:cNvSpPr>
            <a:spLocks noGrp="1"/>
          </p:cNvSpPr>
          <p:nvPr/>
        </p:nvSpPr>
        <p:spPr>
          <a:xfrm>
            <a:off x="4536458" y="10123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3" name="9u7j_2_tuned_PredictedAtoms_13">
            <a:extLst>
              <a:ext uri="{FF2B5EF4-FFF2-40B4-BE49-F238E27FC236}">
                <a16:creationId xmlns:a16="http://schemas.microsoft.com/office/drawing/2014/main" id="{DCD13268-DCDE-4F09-BF61-5392E9F4AF14}"/>
              </a:ext>
            </a:extLst>
          </p:cNvPr>
          <p:cNvSpPr>
            <a:spLocks noGrp="1"/>
          </p:cNvSpPr>
          <p:nvPr/>
        </p:nvSpPr>
        <p:spPr>
          <a:xfrm>
            <a:off x="4540751" y="12715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4" name="9u7j_2_tuned_PredictedAtoms_14">
            <a:extLst>
              <a:ext uri="{FF2B5EF4-FFF2-40B4-BE49-F238E27FC236}">
                <a16:creationId xmlns:a16="http://schemas.microsoft.com/office/drawing/2014/main" id="{3A5D9560-1F5D-41CE-85BE-8AFEB3C70417}"/>
              </a:ext>
            </a:extLst>
          </p:cNvPr>
          <p:cNvSpPr>
            <a:spLocks noGrp="1"/>
          </p:cNvSpPr>
          <p:nvPr/>
        </p:nvSpPr>
        <p:spPr>
          <a:xfrm>
            <a:off x="4562216" y="12966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" name="9u7j_2_tuned_PredictedAtoms_15">
            <a:extLst>
              <a:ext uri="{FF2B5EF4-FFF2-40B4-BE49-F238E27FC236}">
                <a16:creationId xmlns:a16="http://schemas.microsoft.com/office/drawing/2014/main" id="{56FED27F-34BD-4217-A32D-521AD03CD581}"/>
              </a:ext>
            </a:extLst>
          </p:cNvPr>
          <p:cNvSpPr>
            <a:spLocks noGrp="1"/>
          </p:cNvSpPr>
          <p:nvPr/>
        </p:nvSpPr>
        <p:spPr>
          <a:xfrm>
            <a:off x="4712405" y="12734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" name="9u7j_2_tuned_PredictedAtoms_16">
            <a:extLst>
              <a:ext uri="{FF2B5EF4-FFF2-40B4-BE49-F238E27FC236}">
                <a16:creationId xmlns:a16="http://schemas.microsoft.com/office/drawing/2014/main" id="{75F24F8D-8BB7-47AF-AEB9-1AC08B3C14B3}"/>
              </a:ext>
            </a:extLst>
          </p:cNvPr>
          <p:cNvSpPr>
            <a:spLocks noGrp="1"/>
          </p:cNvSpPr>
          <p:nvPr/>
        </p:nvSpPr>
        <p:spPr>
          <a:xfrm>
            <a:off x="4786166" y="13947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" name="9u7j_2_tuned_PredictedAtoms_17">
            <a:extLst>
              <a:ext uri="{FF2B5EF4-FFF2-40B4-BE49-F238E27FC236}">
                <a16:creationId xmlns:a16="http://schemas.microsoft.com/office/drawing/2014/main" id="{047F323C-ED2C-45B5-AD2A-37544A7A5F66}"/>
              </a:ext>
            </a:extLst>
          </p:cNvPr>
          <p:cNvSpPr>
            <a:spLocks noGrp="1"/>
          </p:cNvSpPr>
          <p:nvPr/>
        </p:nvSpPr>
        <p:spPr>
          <a:xfrm>
            <a:off x="4911358" y="13536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" name="9u7j_2_tuned_PredictedAtoms_18">
            <a:extLst>
              <a:ext uri="{FF2B5EF4-FFF2-40B4-BE49-F238E27FC236}">
                <a16:creationId xmlns:a16="http://schemas.microsoft.com/office/drawing/2014/main" id="{968C6EFA-46BA-4297-B821-0B8057C49903}"/>
              </a:ext>
            </a:extLst>
          </p:cNvPr>
          <p:cNvSpPr>
            <a:spLocks noGrp="1"/>
          </p:cNvSpPr>
          <p:nvPr/>
        </p:nvSpPr>
        <p:spPr>
          <a:xfrm>
            <a:off x="4970781" y="14667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" name="9u7j_2_tuned_PredictedAtoms_19">
            <a:extLst>
              <a:ext uri="{FF2B5EF4-FFF2-40B4-BE49-F238E27FC236}">
                <a16:creationId xmlns:a16="http://schemas.microsoft.com/office/drawing/2014/main" id="{A088E029-9D94-4F81-BC05-DAB09F0935C7}"/>
              </a:ext>
            </a:extLst>
          </p:cNvPr>
          <p:cNvSpPr>
            <a:spLocks noGrp="1"/>
          </p:cNvSpPr>
          <p:nvPr/>
        </p:nvSpPr>
        <p:spPr>
          <a:xfrm>
            <a:off x="4892075" y="15266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0" name="9u7j_2_tuned_PredictedAtoms_20">
            <a:extLst>
              <a:ext uri="{FF2B5EF4-FFF2-40B4-BE49-F238E27FC236}">
                <a16:creationId xmlns:a16="http://schemas.microsoft.com/office/drawing/2014/main" id="{B6182A26-3F70-44C5-BEA4-2B86EB173F9A}"/>
              </a:ext>
            </a:extLst>
          </p:cNvPr>
          <p:cNvSpPr>
            <a:spLocks noGrp="1"/>
          </p:cNvSpPr>
          <p:nvPr/>
        </p:nvSpPr>
        <p:spPr>
          <a:xfrm>
            <a:off x="4953122" y="16203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1" name="9u7j_2_tuned_PredictedAtoms_21">
            <a:extLst>
              <a:ext uri="{FF2B5EF4-FFF2-40B4-BE49-F238E27FC236}">
                <a16:creationId xmlns:a16="http://schemas.microsoft.com/office/drawing/2014/main" id="{B89B1003-A36B-45D2-9634-A927F736E0E3}"/>
              </a:ext>
            </a:extLst>
          </p:cNvPr>
          <p:cNvSpPr>
            <a:spLocks noGrp="1"/>
          </p:cNvSpPr>
          <p:nvPr/>
        </p:nvSpPr>
        <p:spPr>
          <a:xfrm>
            <a:off x="5097282" y="16663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2" name="9u7j_2_tuned_PredictedAtoms_22">
            <a:extLst>
              <a:ext uri="{FF2B5EF4-FFF2-40B4-BE49-F238E27FC236}">
                <a16:creationId xmlns:a16="http://schemas.microsoft.com/office/drawing/2014/main" id="{CD6B7DFD-4AB5-41FD-93BA-8786216BFFBB}"/>
              </a:ext>
            </a:extLst>
          </p:cNvPr>
          <p:cNvSpPr>
            <a:spLocks noGrp="1"/>
          </p:cNvSpPr>
          <p:nvPr/>
        </p:nvSpPr>
        <p:spPr>
          <a:xfrm>
            <a:off x="5161677" y="17511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3" name="9u7j_2_tuned_PredictedAtoms_23">
            <a:extLst>
              <a:ext uri="{FF2B5EF4-FFF2-40B4-BE49-F238E27FC236}">
                <a16:creationId xmlns:a16="http://schemas.microsoft.com/office/drawing/2014/main" id="{4C0EA576-AFDC-446A-82F4-4A3ED77CF27C}"/>
              </a:ext>
            </a:extLst>
          </p:cNvPr>
          <p:cNvSpPr>
            <a:spLocks noGrp="1"/>
          </p:cNvSpPr>
          <p:nvPr/>
        </p:nvSpPr>
        <p:spPr>
          <a:xfrm>
            <a:off x="5165298" y="16079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4" name="9u7j_2_tuned_PredictedAtoms_24">
            <a:extLst>
              <a:ext uri="{FF2B5EF4-FFF2-40B4-BE49-F238E27FC236}">
                <a16:creationId xmlns:a16="http://schemas.microsoft.com/office/drawing/2014/main" id="{55C87FA2-CFED-478A-BED2-07482098C225}"/>
              </a:ext>
            </a:extLst>
          </p:cNvPr>
          <p:cNvSpPr>
            <a:spLocks noGrp="1"/>
          </p:cNvSpPr>
          <p:nvPr/>
        </p:nvSpPr>
        <p:spPr>
          <a:xfrm>
            <a:off x="5111112" y="15153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5" name="9u7j_2_tuned_PredictedAtoms_25">
            <a:extLst>
              <a:ext uri="{FF2B5EF4-FFF2-40B4-BE49-F238E27FC236}">
                <a16:creationId xmlns:a16="http://schemas.microsoft.com/office/drawing/2014/main" id="{A61FF6C5-BD64-4612-9192-62A17CB26DB8}"/>
              </a:ext>
            </a:extLst>
          </p:cNvPr>
          <p:cNvSpPr>
            <a:spLocks noGrp="1"/>
          </p:cNvSpPr>
          <p:nvPr/>
        </p:nvSpPr>
        <p:spPr>
          <a:xfrm>
            <a:off x="5194340" y="14778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6" name="9u7j_2_tuned_PredictedAtoms_26">
            <a:extLst>
              <a:ext uri="{FF2B5EF4-FFF2-40B4-BE49-F238E27FC236}">
                <a16:creationId xmlns:a16="http://schemas.microsoft.com/office/drawing/2014/main" id="{95004382-7D75-4CB7-A0F6-F20C98F2F259}"/>
              </a:ext>
            </a:extLst>
          </p:cNvPr>
          <p:cNvSpPr>
            <a:spLocks noGrp="1"/>
          </p:cNvSpPr>
          <p:nvPr/>
        </p:nvSpPr>
        <p:spPr>
          <a:xfrm>
            <a:off x="4875376" y="1202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7" name="9u7j_2_tuned_PredictedAtoms_27">
            <a:extLst>
              <a:ext uri="{FF2B5EF4-FFF2-40B4-BE49-F238E27FC236}">
                <a16:creationId xmlns:a16="http://schemas.microsoft.com/office/drawing/2014/main" id="{BB23A688-2970-48AB-B4D2-32C52BC267F9}"/>
              </a:ext>
            </a:extLst>
          </p:cNvPr>
          <p:cNvSpPr>
            <a:spLocks noGrp="1"/>
          </p:cNvSpPr>
          <p:nvPr/>
        </p:nvSpPr>
        <p:spPr>
          <a:xfrm>
            <a:off x="4984653" y="11010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8" name="9u7j_2_tuned_PredictedAtoms_28">
            <a:extLst>
              <a:ext uri="{FF2B5EF4-FFF2-40B4-BE49-F238E27FC236}">
                <a16:creationId xmlns:a16="http://schemas.microsoft.com/office/drawing/2014/main" id="{0D679C36-16C2-49B7-B102-9BC2CD69CD3B}"/>
              </a:ext>
            </a:extLst>
          </p:cNvPr>
          <p:cNvSpPr>
            <a:spLocks noGrp="1"/>
          </p:cNvSpPr>
          <p:nvPr/>
        </p:nvSpPr>
        <p:spPr>
          <a:xfrm>
            <a:off x="4765481" y="11436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9" name="9u7j_2_tuned_PredictedAtoms_29">
            <a:extLst>
              <a:ext uri="{FF2B5EF4-FFF2-40B4-BE49-F238E27FC236}">
                <a16:creationId xmlns:a16="http://schemas.microsoft.com/office/drawing/2014/main" id="{A8A7BCCC-E7B1-4DB2-9CC1-3A71ABD77803}"/>
              </a:ext>
            </a:extLst>
          </p:cNvPr>
          <p:cNvSpPr>
            <a:spLocks noGrp="1"/>
          </p:cNvSpPr>
          <p:nvPr/>
        </p:nvSpPr>
        <p:spPr>
          <a:xfrm>
            <a:off x="4837497" y="10355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0" name="9u7j_2_tuned_PredictedAtoms_30">
            <a:extLst>
              <a:ext uri="{FF2B5EF4-FFF2-40B4-BE49-F238E27FC236}">
                <a16:creationId xmlns:a16="http://schemas.microsoft.com/office/drawing/2014/main" id="{0F475128-91BC-4638-A2F4-E5F0B065A32A}"/>
              </a:ext>
            </a:extLst>
          </p:cNvPr>
          <p:cNvSpPr>
            <a:spLocks noGrp="1"/>
          </p:cNvSpPr>
          <p:nvPr/>
        </p:nvSpPr>
        <p:spPr>
          <a:xfrm>
            <a:off x="4081718" y="13104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1" name="9u7j_2_tuned_PredictedAtoms_31">
            <a:extLst>
              <a:ext uri="{FF2B5EF4-FFF2-40B4-BE49-F238E27FC236}">
                <a16:creationId xmlns:a16="http://schemas.microsoft.com/office/drawing/2014/main" id="{036A18E1-2679-4368-994A-E350BEA1B6B3}"/>
              </a:ext>
            </a:extLst>
          </p:cNvPr>
          <p:cNvSpPr>
            <a:spLocks noGrp="1"/>
          </p:cNvSpPr>
          <p:nvPr/>
        </p:nvSpPr>
        <p:spPr>
          <a:xfrm>
            <a:off x="4046264" y="11728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2" name="9u7j_2_tuned_PredictedAtoms_32">
            <a:extLst>
              <a:ext uri="{FF2B5EF4-FFF2-40B4-BE49-F238E27FC236}">
                <a16:creationId xmlns:a16="http://schemas.microsoft.com/office/drawing/2014/main" id="{7B7B5B41-5D0B-4A35-914D-820D65BB631F}"/>
              </a:ext>
            </a:extLst>
          </p:cNvPr>
          <p:cNvSpPr>
            <a:spLocks noGrp="1"/>
          </p:cNvSpPr>
          <p:nvPr/>
        </p:nvSpPr>
        <p:spPr>
          <a:xfrm>
            <a:off x="4196310" y="1402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3" name="9u7j_2_tuned_PredictedAtoms_33">
            <a:extLst>
              <a:ext uri="{FF2B5EF4-FFF2-40B4-BE49-F238E27FC236}">
                <a16:creationId xmlns:a16="http://schemas.microsoft.com/office/drawing/2014/main" id="{B328F9B7-371F-4FEF-A370-B0216B50E2D6}"/>
              </a:ext>
            </a:extLst>
          </p:cNvPr>
          <p:cNvSpPr>
            <a:spLocks noGrp="1"/>
          </p:cNvSpPr>
          <p:nvPr/>
        </p:nvSpPr>
        <p:spPr>
          <a:xfrm>
            <a:off x="4179599" y="14579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4" name="9u7j_2_tuned_PredictedAtoms_34">
            <a:extLst>
              <a:ext uri="{FF2B5EF4-FFF2-40B4-BE49-F238E27FC236}">
                <a16:creationId xmlns:a16="http://schemas.microsoft.com/office/drawing/2014/main" id="{31934657-25AB-4147-A59C-14312D8D5AA1}"/>
              </a:ext>
            </a:extLst>
          </p:cNvPr>
          <p:cNvSpPr>
            <a:spLocks noGrp="1"/>
          </p:cNvSpPr>
          <p:nvPr/>
        </p:nvSpPr>
        <p:spPr>
          <a:xfrm>
            <a:off x="4238939" y="15201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5" name="9u7j_2_tuned_PredictedAtoms_35">
            <a:extLst>
              <a:ext uri="{FF2B5EF4-FFF2-40B4-BE49-F238E27FC236}">
                <a16:creationId xmlns:a16="http://schemas.microsoft.com/office/drawing/2014/main" id="{5EC27C50-CD63-4122-9349-337E6C67DE8E}"/>
              </a:ext>
            </a:extLst>
          </p:cNvPr>
          <p:cNvSpPr>
            <a:spLocks noGrp="1"/>
          </p:cNvSpPr>
          <p:nvPr/>
        </p:nvSpPr>
        <p:spPr>
          <a:xfrm>
            <a:off x="4301453" y="16358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6" name="stage3-cases-clash_9">
            <a:extLst>
              <a:ext uri="{FF2B5EF4-FFF2-40B4-BE49-F238E27FC236}">
                <a16:creationId xmlns:a16="http://schemas.microsoft.com/office/drawing/2014/main" id="{83307C2F-3E0F-4841-891E-EDECD0F3F93C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0.90 Å   D 89%   Clash 0</a:t>
            </a:r>
          </a:p>
        </p:txBody>
      </p:sp>
      <p:sp>
        <p:nvSpPr>
          <p:cNvPr id="237" name="9u7j_2_build_Receptor">
            <a:extLst>
              <a:ext uri="{FF2B5EF4-FFF2-40B4-BE49-F238E27FC236}">
                <a16:creationId xmlns:a16="http://schemas.microsoft.com/office/drawing/2014/main" id="{BCB0A36C-85C7-40DA-B9B0-E507B251BEA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38" name="9u7j_2_build_ExperimentalDensity">
            <a:extLst>
              <a:ext uri="{FF2B5EF4-FFF2-40B4-BE49-F238E27FC236}">
                <a16:creationId xmlns:a16="http://schemas.microsoft.com/office/drawing/2014/main" id="{27C27B5F-F194-4654-BF4D-4E5F9044A9E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39" name="9u7j_2_build_ReferenceLigand_0">
            <a:extLst>
              <a:ext uri="{FF2B5EF4-FFF2-40B4-BE49-F238E27FC236}">
                <a16:creationId xmlns:a16="http://schemas.microsoft.com/office/drawing/2014/main" id="{12770EA3-4F9D-4F57-A261-D9169A54F1A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" name="9u7j_2_build_ReferenceLigand_1">
            <a:extLst>
              <a:ext uri="{FF2B5EF4-FFF2-40B4-BE49-F238E27FC236}">
                <a16:creationId xmlns:a16="http://schemas.microsoft.com/office/drawing/2014/main" id="{DFC5A144-7CCC-44F4-92A8-6F515940988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1" name="9u7j_2_build_ReferenceLigand_2">
            <a:extLst>
              <a:ext uri="{FF2B5EF4-FFF2-40B4-BE49-F238E27FC236}">
                <a16:creationId xmlns:a16="http://schemas.microsoft.com/office/drawing/2014/main" id="{2484AF97-33E8-4C8E-8B0F-129585DF816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2" name="9u7j_2_build_ReferenceLigand_3">
            <a:extLst>
              <a:ext uri="{FF2B5EF4-FFF2-40B4-BE49-F238E27FC236}">
                <a16:creationId xmlns:a16="http://schemas.microsoft.com/office/drawing/2014/main" id="{29FDAF3F-7337-4D3F-9437-47CEB3BB9F7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3" name="9u7j_2_build_ReferenceLigand_4">
            <a:extLst>
              <a:ext uri="{FF2B5EF4-FFF2-40B4-BE49-F238E27FC236}">
                <a16:creationId xmlns:a16="http://schemas.microsoft.com/office/drawing/2014/main" id="{93103AFF-FB06-4793-996F-89695A32BA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4" name="9u7j_2_build_ReferenceLigand_5">
            <a:extLst>
              <a:ext uri="{FF2B5EF4-FFF2-40B4-BE49-F238E27FC236}">
                <a16:creationId xmlns:a16="http://schemas.microsoft.com/office/drawing/2014/main" id="{1322E37F-8D03-4063-99CB-9035F3673E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5" name="9u7j_2_build_ReferenceLigand_6">
            <a:extLst>
              <a:ext uri="{FF2B5EF4-FFF2-40B4-BE49-F238E27FC236}">
                <a16:creationId xmlns:a16="http://schemas.microsoft.com/office/drawing/2014/main" id="{59F4DA29-3642-491E-8A59-26921999C54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6" name="9u7j_2_build_ReferenceLigand_7">
            <a:extLst>
              <a:ext uri="{FF2B5EF4-FFF2-40B4-BE49-F238E27FC236}">
                <a16:creationId xmlns:a16="http://schemas.microsoft.com/office/drawing/2014/main" id="{6218B343-AB9B-4B63-A74A-00D50616D9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7" name="9u7j_2_build_ReferenceLigand_8">
            <a:extLst>
              <a:ext uri="{FF2B5EF4-FFF2-40B4-BE49-F238E27FC236}">
                <a16:creationId xmlns:a16="http://schemas.microsoft.com/office/drawing/2014/main" id="{484F7BDE-E21F-455E-9D9B-89EE302F3DC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8" name="9u7j_2_build_ReferenceLigand_9">
            <a:extLst>
              <a:ext uri="{FF2B5EF4-FFF2-40B4-BE49-F238E27FC236}">
                <a16:creationId xmlns:a16="http://schemas.microsoft.com/office/drawing/2014/main" id="{F54B745E-FF62-4E19-AFDE-280ADDBC362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9" name="9u7j_2_build_ReferenceLigand_10">
            <a:extLst>
              <a:ext uri="{FF2B5EF4-FFF2-40B4-BE49-F238E27FC236}">
                <a16:creationId xmlns:a16="http://schemas.microsoft.com/office/drawing/2014/main" id="{46D8A83A-AE27-4832-B8E6-4AAE6D8FA96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0" name="9u7j_2_build_ReferenceLigand_11">
            <a:extLst>
              <a:ext uri="{FF2B5EF4-FFF2-40B4-BE49-F238E27FC236}">
                <a16:creationId xmlns:a16="http://schemas.microsoft.com/office/drawing/2014/main" id="{29949A9C-931F-4627-98CE-8C65826C2DC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1" name="9u7j_2_build_ReferenceLigand_12">
            <a:extLst>
              <a:ext uri="{FF2B5EF4-FFF2-40B4-BE49-F238E27FC236}">
                <a16:creationId xmlns:a16="http://schemas.microsoft.com/office/drawing/2014/main" id="{4AE79C6E-952B-4E88-8F73-C0DE80BC2F2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2" name="9u7j_2_build_ReferenceLigand_13">
            <a:extLst>
              <a:ext uri="{FF2B5EF4-FFF2-40B4-BE49-F238E27FC236}">
                <a16:creationId xmlns:a16="http://schemas.microsoft.com/office/drawing/2014/main" id="{5654646F-A81B-4D1C-B94A-2B65D4B1E4F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3" name="9u7j_2_build_ReferenceLigand_14">
            <a:extLst>
              <a:ext uri="{FF2B5EF4-FFF2-40B4-BE49-F238E27FC236}">
                <a16:creationId xmlns:a16="http://schemas.microsoft.com/office/drawing/2014/main" id="{9E5DDC91-AAFF-4E85-889D-2BC3B050A36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4" name="9u7j_2_build_ReferenceLigand_15">
            <a:extLst>
              <a:ext uri="{FF2B5EF4-FFF2-40B4-BE49-F238E27FC236}">
                <a16:creationId xmlns:a16="http://schemas.microsoft.com/office/drawing/2014/main" id="{80FAC075-A161-4AA9-836E-B00E4F301F7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5" name="9u7j_2_build_ReferenceLigand_16">
            <a:extLst>
              <a:ext uri="{FF2B5EF4-FFF2-40B4-BE49-F238E27FC236}">
                <a16:creationId xmlns:a16="http://schemas.microsoft.com/office/drawing/2014/main" id="{D5252DE9-DB95-4FC4-AF24-BE733ECA465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6" name="9u7j_2_build_ReferenceLigand_17">
            <a:extLst>
              <a:ext uri="{FF2B5EF4-FFF2-40B4-BE49-F238E27FC236}">
                <a16:creationId xmlns:a16="http://schemas.microsoft.com/office/drawing/2014/main" id="{B1619718-EB60-47D4-AA54-247AAED85C7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7" name="9u7j_2_build_ReferenceLigand_18">
            <a:extLst>
              <a:ext uri="{FF2B5EF4-FFF2-40B4-BE49-F238E27FC236}">
                <a16:creationId xmlns:a16="http://schemas.microsoft.com/office/drawing/2014/main" id="{AA126CDB-D4B7-4AD0-A99D-4ABA002FC43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8" name="9u7j_2_build_ReferenceLigand_19">
            <a:extLst>
              <a:ext uri="{FF2B5EF4-FFF2-40B4-BE49-F238E27FC236}">
                <a16:creationId xmlns:a16="http://schemas.microsoft.com/office/drawing/2014/main" id="{54F29DD3-691C-4174-9EAD-F8F641AB9F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9" name="9u7j_2_build_ReferenceLigand_20">
            <a:extLst>
              <a:ext uri="{FF2B5EF4-FFF2-40B4-BE49-F238E27FC236}">
                <a16:creationId xmlns:a16="http://schemas.microsoft.com/office/drawing/2014/main" id="{3D1027FD-99E0-40AE-953B-FA5B6C65B3B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0" name="9u7j_2_build_ReferenceLigand_21">
            <a:extLst>
              <a:ext uri="{FF2B5EF4-FFF2-40B4-BE49-F238E27FC236}">
                <a16:creationId xmlns:a16="http://schemas.microsoft.com/office/drawing/2014/main" id="{2FF48AA9-8D68-47BD-BA4A-DE7C68816AF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1" name="9u7j_2_build_ReferenceLigand_22">
            <a:extLst>
              <a:ext uri="{FF2B5EF4-FFF2-40B4-BE49-F238E27FC236}">
                <a16:creationId xmlns:a16="http://schemas.microsoft.com/office/drawing/2014/main" id="{A01C304D-EB19-49C4-9A00-074FB4D40CA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2" name="9u7j_2_build_ReferenceLigand_23">
            <a:extLst>
              <a:ext uri="{FF2B5EF4-FFF2-40B4-BE49-F238E27FC236}">
                <a16:creationId xmlns:a16="http://schemas.microsoft.com/office/drawing/2014/main" id="{939BE035-9B9D-4634-A1CB-716C8954A2B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3" name="9u7j_2_build_ReferenceLigand_24">
            <a:extLst>
              <a:ext uri="{FF2B5EF4-FFF2-40B4-BE49-F238E27FC236}">
                <a16:creationId xmlns:a16="http://schemas.microsoft.com/office/drawing/2014/main" id="{8301DFA7-544B-489D-A149-5844DB46403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4" name="9u7j_2_build_ReferenceLigand_25">
            <a:extLst>
              <a:ext uri="{FF2B5EF4-FFF2-40B4-BE49-F238E27FC236}">
                <a16:creationId xmlns:a16="http://schemas.microsoft.com/office/drawing/2014/main" id="{1F0DA6AF-33E7-4334-991C-A3D027C4E17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5" name="9u7j_2_build_ReferenceLigand_26">
            <a:extLst>
              <a:ext uri="{FF2B5EF4-FFF2-40B4-BE49-F238E27FC236}">
                <a16:creationId xmlns:a16="http://schemas.microsoft.com/office/drawing/2014/main" id="{93378DD8-7F24-4859-B1A7-DB3E6AECE4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6" name="9u7j_2_build_ReferenceLigand_27">
            <a:extLst>
              <a:ext uri="{FF2B5EF4-FFF2-40B4-BE49-F238E27FC236}">
                <a16:creationId xmlns:a16="http://schemas.microsoft.com/office/drawing/2014/main" id="{3E0310F2-82FA-4E66-9224-BF374A73DEB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7" name="9u7j_2_build_ReferenceLigand_28">
            <a:extLst>
              <a:ext uri="{FF2B5EF4-FFF2-40B4-BE49-F238E27FC236}">
                <a16:creationId xmlns:a16="http://schemas.microsoft.com/office/drawing/2014/main" id="{E59EB2E6-734A-4A4F-AB5C-B1C95C6FC2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8" name="9u7j_2_build_ReferenceLigand_29">
            <a:extLst>
              <a:ext uri="{FF2B5EF4-FFF2-40B4-BE49-F238E27FC236}">
                <a16:creationId xmlns:a16="http://schemas.microsoft.com/office/drawing/2014/main" id="{D0647EF8-6BDC-45D7-9C3A-6A695A380FA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9" name="9u7j_2_build_ReferenceLigand_30">
            <a:extLst>
              <a:ext uri="{FF2B5EF4-FFF2-40B4-BE49-F238E27FC236}">
                <a16:creationId xmlns:a16="http://schemas.microsoft.com/office/drawing/2014/main" id="{3A6B1AA3-0FD2-4838-9BB3-37703D16EE2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0" name="9u7j_2_build_ReferenceLigand_31">
            <a:extLst>
              <a:ext uri="{FF2B5EF4-FFF2-40B4-BE49-F238E27FC236}">
                <a16:creationId xmlns:a16="http://schemas.microsoft.com/office/drawing/2014/main" id="{324427EB-ACE5-41FF-8849-A07FD0B38DC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1" name="9u7j_2_build_ReferenceLigand_32">
            <a:extLst>
              <a:ext uri="{FF2B5EF4-FFF2-40B4-BE49-F238E27FC236}">
                <a16:creationId xmlns:a16="http://schemas.microsoft.com/office/drawing/2014/main" id="{E3C0A463-D865-49BF-9E37-18B7F003BF6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2" name="9u7j_2_build_ReferenceLigand_33">
            <a:extLst>
              <a:ext uri="{FF2B5EF4-FFF2-40B4-BE49-F238E27FC236}">
                <a16:creationId xmlns:a16="http://schemas.microsoft.com/office/drawing/2014/main" id="{9A776FC3-7AA3-4B81-8214-CD078F016BF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3" name="9u7j_2_build_ReferenceLigand_34">
            <a:extLst>
              <a:ext uri="{FF2B5EF4-FFF2-40B4-BE49-F238E27FC236}">
                <a16:creationId xmlns:a16="http://schemas.microsoft.com/office/drawing/2014/main" id="{F7EAD36D-B197-44EF-B180-C073F712E2B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4" name="9u7j_2_build_ReferenceLigand_35">
            <a:extLst>
              <a:ext uri="{FF2B5EF4-FFF2-40B4-BE49-F238E27FC236}">
                <a16:creationId xmlns:a16="http://schemas.microsoft.com/office/drawing/2014/main" id="{72B3F59B-A0F4-4850-84AC-69BF8916EA2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5" name="9u7j_2_build_ReferenceLigand_36">
            <a:extLst>
              <a:ext uri="{FF2B5EF4-FFF2-40B4-BE49-F238E27FC236}">
                <a16:creationId xmlns:a16="http://schemas.microsoft.com/office/drawing/2014/main" id="{BAE2A4AF-DE19-4B1B-8EA7-279AC5A4C58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6" name="9u7j_2_build_ReferenceLigand_37">
            <a:extLst>
              <a:ext uri="{FF2B5EF4-FFF2-40B4-BE49-F238E27FC236}">
                <a16:creationId xmlns:a16="http://schemas.microsoft.com/office/drawing/2014/main" id="{759BB873-4367-44BF-B85E-02FFF674CA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7" name="9u7j_2_build_PredictedLigand_0">
            <a:extLst>
              <a:ext uri="{FF2B5EF4-FFF2-40B4-BE49-F238E27FC236}">
                <a16:creationId xmlns:a16="http://schemas.microsoft.com/office/drawing/2014/main" id="{02EB0735-9A4D-4EDA-AF3F-A3131C81CC2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719677" y="7031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8" name="9u7j_2_build_PredictedLigand_1">
            <a:extLst>
              <a:ext uri="{FF2B5EF4-FFF2-40B4-BE49-F238E27FC236}">
                <a16:creationId xmlns:a16="http://schemas.microsoft.com/office/drawing/2014/main" id="{51FDDE46-44DB-46F1-AFCB-284916441B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07909" y="4880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9" name="9u7j_2_build_PredictedLigand_2">
            <a:extLst>
              <a:ext uri="{FF2B5EF4-FFF2-40B4-BE49-F238E27FC236}">
                <a16:creationId xmlns:a16="http://schemas.microsoft.com/office/drawing/2014/main" id="{69B89864-98BC-43E4-8373-CF26D916917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893009" y="943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0" name="9u7j_2_build_PredictedLigand_3">
            <a:extLst>
              <a:ext uri="{FF2B5EF4-FFF2-40B4-BE49-F238E27FC236}">
                <a16:creationId xmlns:a16="http://schemas.microsoft.com/office/drawing/2014/main" id="{B5C08051-935A-4764-9730-02F58FB7C5E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15371" y="232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1" name="9u7j_2_build_PredictedLigand_4">
            <a:extLst>
              <a:ext uri="{FF2B5EF4-FFF2-40B4-BE49-F238E27FC236}">
                <a16:creationId xmlns:a16="http://schemas.microsoft.com/office/drawing/2014/main" id="{921D6E45-8618-4E7E-B140-5C2532E8F36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867703" y="8395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2" name="9u7j_2_build_PredictedLigand_5">
            <a:extLst>
              <a:ext uri="{FF2B5EF4-FFF2-40B4-BE49-F238E27FC236}">
                <a16:creationId xmlns:a16="http://schemas.microsoft.com/office/drawing/2014/main" id="{1C719978-4156-472A-B105-9180389B9D5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163016" y="381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3" name="9u7j_2_build_PredictedLigand_6">
            <a:extLst>
              <a:ext uri="{FF2B5EF4-FFF2-40B4-BE49-F238E27FC236}">
                <a16:creationId xmlns:a16="http://schemas.microsoft.com/office/drawing/2014/main" id="{19338029-EDDA-4180-BEE7-21D372BD9BE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955337" y="837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4" name="9u7j_2_build_PredictedLigand_7">
            <a:extLst>
              <a:ext uri="{FF2B5EF4-FFF2-40B4-BE49-F238E27FC236}">
                <a16:creationId xmlns:a16="http://schemas.microsoft.com/office/drawing/2014/main" id="{42861BA7-97AD-4B6A-9445-1744C28DC1B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6953" y="415162"/>
                </a:moveTo>
                <a:lnTo>
                  <a:pt x="1304512" y="3779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5" name="9u7j_2_build_PredictedLigand_8">
            <a:extLst>
              <a:ext uri="{FF2B5EF4-FFF2-40B4-BE49-F238E27FC236}">
                <a16:creationId xmlns:a16="http://schemas.microsoft.com/office/drawing/2014/main" id="{BF36B704-5F06-48CB-A9B0-52EE61FED9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3016" y="381815"/>
                </a:moveTo>
                <a:lnTo>
                  <a:pt x="1055042" y="4814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6" name="9u7j_2_build_PredictedLigand_9">
            <a:extLst>
              <a:ext uri="{FF2B5EF4-FFF2-40B4-BE49-F238E27FC236}">
                <a16:creationId xmlns:a16="http://schemas.microsoft.com/office/drawing/2014/main" id="{A84B0DC1-9052-4397-AF91-0133D3AC150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710002" y="7963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7" name="9u7j_2_build_PredictedLigand_10">
            <a:extLst>
              <a:ext uri="{FF2B5EF4-FFF2-40B4-BE49-F238E27FC236}">
                <a16:creationId xmlns:a16="http://schemas.microsoft.com/office/drawing/2014/main" id="{514D21FC-A02B-427A-AC78-A3292F4010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2070926" y="890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8" name="9u7j_2_build_PredictedLigand_11">
            <a:extLst>
              <a:ext uri="{FF2B5EF4-FFF2-40B4-BE49-F238E27FC236}">
                <a16:creationId xmlns:a16="http://schemas.microsoft.com/office/drawing/2014/main" id="{52785D30-084F-44DC-9FCE-F360338A4DB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042" y="481480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9" name="9u7j_2_build_PredictedLigand_12">
            <a:extLst>
              <a:ext uri="{FF2B5EF4-FFF2-40B4-BE49-F238E27FC236}">
                <a16:creationId xmlns:a16="http://schemas.microsoft.com/office/drawing/2014/main" id="{421C67CE-35F5-4486-945A-4DC56CD0E2E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750618" y="10017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0" name="9u7j_2_build_PredictedLigand_13">
            <a:extLst>
              <a:ext uri="{FF2B5EF4-FFF2-40B4-BE49-F238E27FC236}">
                <a16:creationId xmlns:a16="http://schemas.microsoft.com/office/drawing/2014/main" id="{935DE9E5-105D-4911-A72F-5B34C4E3498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618" y="1001709"/>
                </a:moveTo>
                <a:lnTo>
                  <a:pt x="561659" y="7373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1" name="9u7j_2_build_PredictedLigand_14">
            <a:extLst>
              <a:ext uri="{FF2B5EF4-FFF2-40B4-BE49-F238E27FC236}">
                <a16:creationId xmlns:a16="http://schemas.microsoft.com/office/drawing/2014/main" id="{68C3041F-5764-4B2E-8450-8686F47D089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55715" y="12577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2" name="9u7j_2_build_PredictedLigand_15">
            <a:extLst>
              <a:ext uri="{FF2B5EF4-FFF2-40B4-BE49-F238E27FC236}">
                <a16:creationId xmlns:a16="http://schemas.microsoft.com/office/drawing/2014/main" id="{1850AF9E-9120-47EC-8A7D-527619DD7CC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684334" y="548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3" name="9u7j_2_build_PredictedLigand_16">
            <a:extLst>
              <a:ext uri="{FF2B5EF4-FFF2-40B4-BE49-F238E27FC236}">
                <a16:creationId xmlns:a16="http://schemas.microsoft.com/office/drawing/2014/main" id="{77B21A19-1330-4EDD-80DD-5E6D09576AB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6006" y="499951"/>
                </a:moveTo>
                <a:lnTo>
                  <a:pt x="884669" y="6214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4" name="9u7j_2_build_PredictedLigand_17">
            <a:extLst>
              <a:ext uri="{FF2B5EF4-FFF2-40B4-BE49-F238E27FC236}">
                <a16:creationId xmlns:a16="http://schemas.microsoft.com/office/drawing/2014/main" id="{536E644D-567E-4724-9DC1-46997AC190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576474" y="700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5" name="9u7j_2_build_PredictedLigand_18">
            <a:extLst>
              <a:ext uri="{FF2B5EF4-FFF2-40B4-BE49-F238E27FC236}">
                <a16:creationId xmlns:a16="http://schemas.microsoft.com/office/drawing/2014/main" id="{5330E0B2-822E-44F7-88FB-FE2AECAA951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26953" y="415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6" name="9u7j_2_build_PredictedLigand_19">
            <a:extLst>
              <a:ext uri="{FF2B5EF4-FFF2-40B4-BE49-F238E27FC236}">
                <a16:creationId xmlns:a16="http://schemas.microsoft.com/office/drawing/2014/main" id="{9D49F74C-8676-4801-BF85-13C9E74F47D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7" name="9u7j_2_build_PredictedLigand_20">
            <a:extLst>
              <a:ext uri="{FF2B5EF4-FFF2-40B4-BE49-F238E27FC236}">
                <a16:creationId xmlns:a16="http://schemas.microsoft.com/office/drawing/2014/main" id="{13978FF3-F8DC-475E-AE2E-036965A32DA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334" y="548541"/>
                </a:moveTo>
                <a:lnTo>
                  <a:pt x="1540424" y="4459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8" name="9u7j_2_build_PredictedLigand_21">
            <a:extLst>
              <a:ext uri="{FF2B5EF4-FFF2-40B4-BE49-F238E27FC236}">
                <a16:creationId xmlns:a16="http://schemas.microsoft.com/office/drawing/2014/main" id="{63CA0A02-24C5-4126-BBF4-B3CC307DD86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4669" y="621455"/>
                </a:moveTo>
                <a:lnTo>
                  <a:pt x="841070" y="6800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9" name="9u7j_2_build_PredictedLigand_22">
            <a:extLst>
              <a:ext uri="{FF2B5EF4-FFF2-40B4-BE49-F238E27FC236}">
                <a16:creationId xmlns:a16="http://schemas.microsoft.com/office/drawing/2014/main" id="{6CF83005-FAA5-4CB6-BCCC-98094AB37E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0" name="9u7j_2_build_PredictedLigand_23">
            <a:extLst>
              <a:ext uri="{FF2B5EF4-FFF2-40B4-BE49-F238E27FC236}">
                <a16:creationId xmlns:a16="http://schemas.microsoft.com/office/drawing/2014/main" id="{B6904866-EB87-4BF1-9D9B-8D7CD3EDB58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39" y="765673"/>
                </a:moveTo>
                <a:lnTo>
                  <a:pt x="1671632" y="71068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1" name="9u7j_2_build_PredictedLigand_24">
            <a:extLst>
              <a:ext uri="{FF2B5EF4-FFF2-40B4-BE49-F238E27FC236}">
                <a16:creationId xmlns:a16="http://schemas.microsoft.com/office/drawing/2014/main" id="{51D36CD8-C7B4-4C0F-9B62-7A04FA7F556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17986" y="12447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2" name="9u7j_2_build_PredictedLigand_25">
            <a:extLst>
              <a:ext uri="{FF2B5EF4-FFF2-40B4-BE49-F238E27FC236}">
                <a16:creationId xmlns:a16="http://schemas.microsoft.com/office/drawing/2014/main" id="{49EEF0AB-269D-4E3E-BD3E-431A1CCB3ED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3" name="9u7j_2_build_PredictedLigand_26">
            <a:extLst>
              <a:ext uri="{FF2B5EF4-FFF2-40B4-BE49-F238E27FC236}">
                <a16:creationId xmlns:a16="http://schemas.microsoft.com/office/drawing/2014/main" id="{E079BE42-A601-4385-BDE6-0A82125D156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0415" y="741677"/>
                </a:moveTo>
                <a:lnTo>
                  <a:pt x="1765839" y="765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4" name="9u7j_2_build_PredictedLigand_27">
            <a:extLst>
              <a:ext uri="{FF2B5EF4-FFF2-40B4-BE49-F238E27FC236}">
                <a16:creationId xmlns:a16="http://schemas.microsoft.com/office/drawing/2014/main" id="{52A6CB58-DD8E-4D15-97FF-FF988A3FDA9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026" y="824620"/>
                </a:moveTo>
                <a:lnTo>
                  <a:pt x="989986" y="8583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5" name="9u7j_2_build_PredictedLigand_28">
            <a:extLst>
              <a:ext uri="{FF2B5EF4-FFF2-40B4-BE49-F238E27FC236}">
                <a16:creationId xmlns:a16="http://schemas.microsoft.com/office/drawing/2014/main" id="{842C5924-20B8-4A8A-84B8-4831CD137D9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6" name="9u7j_2_build_PredictedLigand_29">
            <a:extLst>
              <a:ext uri="{FF2B5EF4-FFF2-40B4-BE49-F238E27FC236}">
                <a16:creationId xmlns:a16="http://schemas.microsoft.com/office/drawing/2014/main" id="{D69DFB48-5F14-4D0C-B663-3E8FB8AEE41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616540" y="3185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7" name="9u7j_2_build_PredictedLigand_30">
            <a:extLst>
              <a:ext uri="{FF2B5EF4-FFF2-40B4-BE49-F238E27FC236}">
                <a16:creationId xmlns:a16="http://schemas.microsoft.com/office/drawing/2014/main" id="{716FDC7F-6D6F-4416-9B24-473C3A6AF03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9986" y="858308"/>
                </a:moveTo>
                <a:lnTo>
                  <a:pt x="1007426" y="9977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8" name="9u7j_2_build_PredictedLigand_31">
            <a:extLst>
              <a:ext uri="{FF2B5EF4-FFF2-40B4-BE49-F238E27FC236}">
                <a16:creationId xmlns:a16="http://schemas.microsoft.com/office/drawing/2014/main" id="{39FB1302-51BC-46D9-BEE7-394B5BFB276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86296" y="5209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9" name="9u7j_2_build_PredictedLigand_32">
            <a:extLst>
              <a:ext uri="{FF2B5EF4-FFF2-40B4-BE49-F238E27FC236}">
                <a16:creationId xmlns:a16="http://schemas.microsoft.com/office/drawing/2014/main" id="{EF219CF7-A03D-4884-9317-45428683E38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4" y="805877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0" name="9u7j_2_build_PredictedLigand_33">
            <a:extLst>
              <a:ext uri="{FF2B5EF4-FFF2-40B4-BE49-F238E27FC236}">
                <a16:creationId xmlns:a16="http://schemas.microsoft.com/office/drawing/2014/main" id="{46D39D63-1F0D-42E5-9428-A5D155EE656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925992" y="6435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1" name="9u7j_2_build_PredictedLigand_34">
            <a:extLst>
              <a:ext uri="{FF2B5EF4-FFF2-40B4-BE49-F238E27FC236}">
                <a16:creationId xmlns:a16="http://schemas.microsoft.com/office/drawing/2014/main" id="{B52ED3FC-75C1-4012-9811-9F091259BAE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1007880" y="5337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2" name="9u7j_2_build_PredictedLigand_35">
            <a:extLst>
              <a:ext uri="{FF2B5EF4-FFF2-40B4-BE49-F238E27FC236}">
                <a16:creationId xmlns:a16="http://schemas.microsoft.com/office/drawing/2014/main" id="{AA3CA299-0BE1-4E03-88F0-C567FEC8549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1008961" y="4135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3" name="9u7j_2_build_PredictedLigand_36">
            <a:extLst>
              <a:ext uri="{FF2B5EF4-FFF2-40B4-BE49-F238E27FC236}">
                <a16:creationId xmlns:a16="http://schemas.microsoft.com/office/drawing/2014/main" id="{B6BB5DAA-9AB3-4562-95BB-B4E790021B0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7808" y="699493"/>
                </a:moveTo>
                <a:lnTo>
                  <a:pt x="1998324" y="8058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4" name="9u7j_2_build_PredictedLigand_37">
            <a:extLst>
              <a:ext uri="{FF2B5EF4-FFF2-40B4-BE49-F238E27FC236}">
                <a16:creationId xmlns:a16="http://schemas.microsoft.com/office/drawing/2014/main" id="{CF42707B-BCF9-4735-B131-4A550B74072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843668" y="6111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5" name="9u7j_2_build_PredictedAtoms_0">
            <a:extLst>
              <a:ext uri="{FF2B5EF4-FFF2-40B4-BE49-F238E27FC236}">
                <a16:creationId xmlns:a16="http://schemas.microsoft.com/office/drawing/2014/main" id="{D8B4CDF5-0D3F-4752-9D98-D238D49FC503}"/>
              </a:ext>
            </a:extLst>
          </p:cNvPr>
          <p:cNvSpPr>
            <a:spLocks noGrp="1"/>
          </p:cNvSpPr>
          <p:nvPr/>
        </p:nvSpPr>
        <p:spPr>
          <a:xfrm>
            <a:off x="8243815" y="14738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6" name="9u7j_2_build_PredictedAtoms_1">
            <a:extLst>
              <a:ext uri="{FF2B5EF4-FFF2-40B4-BE49-F238E27FC236}">
                <a16:creationId xmlns:a16="http://schemas.microsoft.com/office/drawing/2014/main" id="{310A6954-02D0-4833-AE75-2151DC62F0F7}"/>
              </a:ext>
            </a:extLst>
          </p:cNvPr>
          <p:cNvSpPr>
            <a:spLocks noGrp="1"/>
          </p:cNvSpPr>
          <p:nvPr/>
        </p:nvSpPr>
        <p:spPr>
          <a:xfrm>
            <a:off x="8154331" y="15802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7" name="9u7j_2_build_PredictedAtoms_2">
            <a:extLst>
              <a:ext uri="{FF2B5EF4-FFF2-40B4-BE49-F238E27FC236}">
                <a16:creationId xmlns:a16="http://schemas.microsoft.com/office/drawing/2014/main" id="{04B6D7AC-DB08-40EC-AAC5-1A7E1C4BF0C0}"/>
              </a:ext>
            </a:extLst>
          </p:cNvPr>
          <p:cNvSpPr>
            <a:spLocks noGrp="1"/>
          </p:cNvSpPr>
          <p:nvPr/>
        </p:nvSpPr>
        <p:spPr>
          <a:xfrm>
            <a:off x="8076422" y="15160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8" name="9u7j_2_build_PredictedAtoms_3">
            <a:extLst>
              <a:ext uri="{FF2B5EF4-FFF2-40B4-BE49-F238E27FC236}">
                <a16:creationId xmlns:a16="http://schemas.microsoft.com/office/drawing/2014/main" id="{305E1845-16DA-4156-88AB-55CA434AE2D4}"/>
              </a:ext>
            </a:extLst>
          </p:cNvPr>
          <p:cNvSpPr>
            <a:spLocks noGrp="1"/>
          </p:cNvSpPr>
          <p:nvPr/>
        </p:nvSpPr>
        <p:spPr>
          <a:xfrm>
            <a:off x="7921847" y="15400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9" name="9u7j_2_build_PredictedAtoms_4">
            <a:extLst>
              <a:ext uri="{FF2B5EF4-FFF2-40B4-BE49-F238E27FC236}">
                <a16:creationId xmlns:a16="http://schemas.microsoft.com/office/drawing/2014/main" id="{18FB39E2-E4BE-40E2-AAF5-7F8A240FACA5}"/>
              </a:ext>
            </a:extLst>
          </p:cNvPr>
          <p:cNvSpPr>
            <a:spLocks noGrp="1"/>
          </p:cNvSpPr>
          <p:nvPr/>
        </p:nvSpPr>
        <p:spPr>
          <a:xfrm>
            <a:off x="7827640" y="14850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0" name="9u7j_2_build_PredictedAtoms_5">
            <a:extLst>
              <a:ext uri="{FF2B5EF4-FFF2-40B4-BE49-F238E27FC236}">
                <a16:creationId xmlns:a16="http://schemas.microsoft.com/office/drawing/2014/main" id="{C069CA3A-496E-4CF7-B078-058439E58B63}"/>
              </a:ext>
            </a:extLst>
          </p:cNvPr>
          <p:cNvSpPr>
            <a:spLocks noGrp="1"/>
          </p:cNvSpPr>
          <p:nvPr/>
        </p:nvSpPr>
        <p:spPr>
          <a:xfrm>
            <a:off x="7840341" y="13229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1" name="9u7j_2_build_PredictedAtoms_6">
            <a:extLst>
              <a:ext uri="{FF2B5EF4-FFF2-40B4-BE49-F238E27FC236}">
                <a16:creationId xmlns:a16="http://schemas.microsoft.com/office/drawing/2014/main" id="{E8FEEC42-4049-459B-ABF9-4A33710B9509}"/>
              </a:ext>
            </a:extLst>
          </p:cNvPr>
          <p:cNvSpPr>
            <a:spLocks noGrp="1"/>
          </p:cNvSpPr>
          <p:nvPr/>
        </p:nvSpPr>
        <p:spPr>
          <a:xfrm>
            <a:off x="7696431" y="12202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2" name="9u7j_2_build_PredictedAtoms_7">
            <a:extLst>
              <a:ext uri="{FF2B5EF4-FFF2-40B4-BE49-F238E27FC236}">
                <a16:creationId xmlns:a16="http://schemas.microsoft.com/office/drawing/2014/main" id="{34EF9F75-2615-4DF3-9577-5C4272DB5643}"/>
              </a:ext>
            </a:extLst>
          </p:cNvPr>
          <p:cNvSpPr>
            <a:spLocks noGrp="1"/>
          </p:cNvSpPr>
          <p:nvPr/>
        </p:nvSpPr>
        <p:spPr>
          <a:xfrm>
            <a:off x="7772548" y="1092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3" name="9u7j_2_build_PredictedAtoms_8">
            <a:extLst>
              <a:ext uri="{FF2B5EF4-FFF2-40B4-BE49-F238E27FC236}">
                <a16:creationId xmlns:a16="http://schemas.microsoft.com/office/drawing/2014/main" id="{0FC08275-1B15-4C47-A126-97DC20D674B2}"/>
              </a:ext>
            </a:extLst>
          </p:cNvPr>
          <p:cNvSpPr>
            <a:spLocks noGrp="1"/>
          </p:cNvSpPr>
          <p:nvPr/>
        </p:nvSpPr>
        <p:spPr>
          <a:xfrm>
            <a:off x="7642303" y="12953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4" name="9u7j_2_build_PredictedAtoms_9">
            <a:extLst>
              <a:ext uri="{FF2B5EF4-FFF2-40B4-BE49-F238E27FC236}">
                <a16:creationId xmlns:a16="http://schemas.microsoft.com/office/drawing/2014/main" id="{0CF956BF-0663-4061-B25E-603C2F734B83}"/>
              </a:ext>
            </a:extLst>
          </p:cNvPr>
          <p:cNvSpPr>
            <a:spLocks noGrp="1"/>
          </p:cNvSpPr>
          <p:nvPr/>
        </p:nvSpPr>
        <p:spPr>
          <a:xfrm>
            <a:off x="7582961" y="11895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5" name="9u7j_2_build_PredictedAtoms_10">
            <a:extLst>
              <a:ext uri="{FF2B5EF4-FFF2-40B4-BE49-F238E27FC236}">
                <a16:creationId xmlns:a16="http://schemas.microsoft.com/office/drawing/2014/main" id="{CCB4C68C-8171-4A4C-B663-88836B90F87C}"/>
              </a:ext>
            </a:extLst>
          </p:cNvPr>
          <p:cNvSpPr>
            <a:spLocks noGrp="1"/>
          </p:cNvSpPr>
          <p:nvPr/>
        </p:nvSpPr>
        <p:spPr>
          <a:xfrm>
            <a:off x="7460520" y="11523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6" name="9u7j_2_build_PredictedAtoms_11">
            <a:extLst>
              <a:ext uri="{FF2B5EF4-FFF2-40B4-BE49-F238E27FC236}">
                <a16:creationId xmlns:a16="http://schemas.microsoft.com/office/drawing/2014/main" id="{CB293B63-B2D5-4CF8-85E5-C45945981017}"/>
              </a:ext>
            </a:extLst>
          </p:cNvPr>
          <p:cNvSpPr>
            <a:spLocks noGrp="1"/>
          </p:cNvSpPr>
          <p:nvPr/>
        </p:nvSpPr>
        <p:spPr>
          <a:xfrm>
            <a:off x="7463916" y="12624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7" name="9u7j_2_build_PredictedAtoms_12">
            <a:extLst>
              <a:ext uri="{FF2B5EF4-FFF2-40B4-BE49-F238E27FC236}">
                <a16:creationId xmlns:a16="http://schemas.microsoft.com/office/drawing/2014/main" id="{7C31B2CC-3A73-4FE8-AA72-067B0045EA59}"/>
              </a:ext>
            </a:extLst>
          </p:cNvPr>
          <p:cNvSpPr>
            <a:spLocks noGrp="1"/>
          </p:cNvSpPr>
          <p:nvPr/>
        </p:nvSpPr>
        <p:spPr>
          <a:xfrm>
            <a:off x="7471378" y="1006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8" name="9u7j_2_build_PredictedAtoms_13">
            <a:extLst>
              <a:ext uri="{FF2B5EF4-FFF2-40B4-BE49-F238E27FC236}">
                <a16:creationId xmlns:a16="http://schemas.microsoft.com/office/drawing/2014/main" id="{A1E60E49-76A2-46F6-8AB3-638CA5A7C8E1}"/>
              </a:ext>
            </a:extLst>
          </p:cNvPr>
          <p:cNvSpPr>
            <a:spLocks noGrp="1"/>
          </p:cNvSpPr>
          <p:nvPr/>
        </p:nvSpPr>
        <p:spPr>
          <a:xfrm>
            <a:off x="7319023" y="11561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9" name="9u7j_2_build_PredictedAtoms_14">
            <a:extLst>
              <a:ext uri="{FF2B5EF4-FFF2-40B4-BE49-F238E27FC236}">
                <a16:creationId xmlns:a16="http://schemas.microsoft.com/office/drawing/2014/main" id="{64F56506-D42A-472A-9EDD-9651E64F8F9A}"/>
              </a:ext>
            </a:extLst>
          </p:cNvPr>
          <p:cNvSpPr>
            <a:spLocks noGrp="1"/>
          </p:cNvSpPr>
          <p:nvPr/>
        </p:nvSpPr>
        <p:spPr>
          <a:xfrm>
            <a:off x="7211049" y="12558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0" name="9u7j_2_build_PredictedAtoms_15">
            <a:extLst>
              <a:ext uri="{FF2B5EF4-FFF2-40B4-BE49-F238E27FC236}">
                <a16:creationId xmlns:a16="http://schemas.microsoft.com/office/drawing/2014/main" id="{77A29D37-F5FC-4F2D-80C4-0F25748C789A}"/>
              </a:ext>
            </a:extLst>
          </p:cNvPr>
          <p:cNvSpPr>
            <a:spLocks noGrp="1"/>
          </p:cNvSpPr>
          <p:nvPr/>
        </p:nvSpPr>
        <p:spPr>
          <a:xfrm>
            <a:off x="7102014" y="12743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1" name="9u7j_2_build_PredictedAtoms_16">
            <a:extLst>
              <a:ext uri="{FF2B5EF4-FFF2-40B4-BE49-F238E27FC236}">
                <a16:creationId xmlns:a16="http://schemas.microsoft.com/office/drawing/2014/main" id="{2805ABCA-D95B-4D5A-9756-CE0B34846474}"/>
              </a:ext>
            </a:extLst>
          </p:cNvPr>
          <p:cNvSpPr>
            <a:spLocks noGrp="1"/>
          </p:cNvSpPr>
          <p:nvPr/>
        </p:nvSpPr>
        <p:spPr>
          <a:xfrm>
            <a:off x="7040677" y="13958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2" name="9u7j_2_build_PredictedAtoms_17">
            <a:extLst>
              <a:ext uri="{FF2B5EF4-FFF2-40B4-BE49-F238E27FC236}">
                <a16:creationId xmlns:a16="http://schemas.microsoft.com/office/drawing/2014/main" id="{D798224E-B70E-4059-A11E-11B6B69038E0}"/>
              </a:ext>
            </a:extLst>
          </p:cNvPr>
          <p:cNvSpPr>
            <a:spLocks noGrp="1"/>
          </p:cNvSpPr>
          <p:nvPr/>
        </p:nvSpPr>
        <p:spPr>
          <a:xfrm>
            <a:off x="6997077" y="14544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3" name="9u7j_2_build_PredictedAtoms_18">
            <a:extLst>
              <a:ext uri="{FF2B5EF4-FFF2-40B4-BE49-F238E27FC236}">
                <a16:creationId xmlns:a16="http://schemas.microsoft.com/office/drawing/2014/main" id="{E3BF9075-726C-492A-8A14-D8D8DBDBA686}"/>
              </a:ext>
            </a:extLst>
          </p:cNvPr>
          <p:cNvSpPr>
            <a:spLocks noGrp="1"/>
          </p:cNvSpPr>
          <p:nvPr/>
        </p:nvSpPr>
        <p:spPr>
          <a:xfrm>
            <a:off x="7002034" y="15990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4" name="9u7j_2_build_PredictedAtoms_19">
            <a:extLst>
              <a:ext uri="{FF2B5EF4-FFF2-40B4-BE49-F238E27FC236}">
                <a16:creationId xmlns:a16="http://schemas.microsoft.com/office/drawing/2014/main" id="{18313214-AF82-4EFA-87F3-EF3896A87EB7}"/>
              </a:ext>
            </a:extLst>
          </p:cNvPr>
          <p:cNvSpPr>
            <a:spLocks noGrp="1"/>
          </p:cNvSpPr>
          <p:nvPr/>
        </p:nvSpPr>
        <p:spPr>
          <a:xfrm>
            <a:off x="7145993" y="16326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5" name="9u7j_2_build_PredictedAtoms_20">
            <a:extLst>
              <a:ext uri="{FF2B5EF4-FFF2-40B4-BE49-F238E27FC236}">
                <a16:creationId xmlns:a16="http://schemas.microsoft.com/office/drawing/2014/main" id="{23E79130-5121-4BCD-8F31-3209B5420ED1}"/>
              </a:ext>
            </a:extLst>
          </p:cNvPr>
          <p:cNvSpPr>
            <a:spLocks noGrp="1"/>
          </p:cNvSpPr>
          <p:nvPr/>
        </p:nvSpPr>
        <p:spPr>
          <a:xfrm>
            <a:off x="7163434" y="17721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6" name="9u7j_2_build_PredictedAtoms_21">
            <a:extLst>
              <a:ext uri="{FF2B5EF4-FFF2-40B4-BE49-F238E27FC236}">
                <a16:creationId xmlns:a16="http://schemas.microsoft.com/office/drawing/2014/main" id="{06DAD92F-3BDB-4FDC-915B-4518E4AC3601}"/>
              </a:ext>
            </a:extLst>
          </p:cNvPr>
          <p:cNvSpPr>
            <a:spLocks noGrp="1"/>
          </p:cNvSpPr>
          <p:nvPr/>
        </p:nvSpPr>
        <p:spPr>
          <a:xfrm>
            <a:off x="7173993" y="20191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7" name="9u7j_2_build_PredictedAtoms_22">
            <a:extLst>
              <a:ext uri="{FF2B5EF4-FFF2-40B4-BE49-F238E27FC236}">
                <a16:creationId xmlns:a16="http://schemas.microsoft.com/office/drawing/2014/main" id="{D7BE52E3-A190-42AC-9B8A-246B79C6D8AF}"/>
              </a:ext>
            </a:extLst>
          </p:cNvPr>
          <p:cNvSpPr>
            <a:spLocks noGrp="1"/>
          </p:cNvSpPr>
          <p:nvPr/>
        </p:nvSpPr>
        <p:spPr>
          <a:xfrm>
            <a:off x="7211722" y="20321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8" name="9u7j_2_build_PredictedAtoms_23">
            <a:extLst>
              <a:ext uri="{FF2B5EF4-FFF2-40B4-BE49-F238E27FC236}">
                <a16:creationId xmlns:a16="http://schemas.microsoft.com/office/drawing/2014/main" id="{016AB87D-003C-40E1-BA8E-DE286D413F2C}"/>
              </a:ext>
            </a:extLst>
          </p:cNvPr>
          <p:cNvSpPr>
            <a:spLocks noGrp="1"/>
          </p:cNvSpPr>
          <p:nvPr/>
        </p:nvSpPr>
        <p:spPr>
          <a:xfrm>
            <a:off x="6906625" y="17760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9" name="9u7j_2_build_PredictedAtoms_24">
            <a:extLst>
              <a:ext uri="{FF2B5EF4-FFF2-40B4-BE49-F238E27FC236}">
                <a16:creationId xmlns:a16="http://schemas.microsoft.com/office/drawing/2014/main" id="{C0A09743-A86A-4028-9ADA-4AFA9B2A1DE5}"/>
              </a:ext>
            </a:extLst>
          </p:cNvPr>
          <p:cNvSpPr>
            <a:spLocks noGrp="1"/>
          </p:cNvSpPr>
          <p:nvPr/>
        </p:nvSpPr>
        <p:spPr>
          <a:xfrm>
            <a:off x="6717666" y="15116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0" name="9u7j_2_build_PredictedAtoms_25">
            <a:extLst>
              <a:ext uri="{FF2B5EF4-FFF2-40B4-BE49-F238E27FC236}">
                <a16:creationId xmlns:a16="http://schemas.microsoft.com/office/drawing/2014/main" id="{A903F8C5-14E5-489F-932A-D08F56F377F9}"/>
              </a:ext>
            </a:extLst>
          </p:cNvPr>
          <p:cNvSpPr>
            <a:spLocks noGrp="1"/>
          </p:cNvSpPr>
          <p:nvPr/>
        </p:nvSpPr>
        <p:spPr>
          <a:xfrm>
            <a:off x="6732482" y="14744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1" name="9u7j_2_build_PredictedAtoms_26">
            <a:extLst>
              <a:ext uri="{FF2B5EF4-FFF2-40B4-BE49-F238E27FC236}">
                <a16:creationId xmlns:a16="http://schemas.microsoft.com/office/drawing/2014/main" id="{41AB89F3-C4BC-4E0F-8874-63D4A2BC1BC5}"/>
              </a:ext>
            </a:extLst>
          </p:cNvPr>
          <p:cNvSpPr>
            <a:spLocks noGrp="1"/>
          </p:cNvSpPr>
          <p:nvPr/>
        </p:nvSpPr>
        <p:spPr>
          <a:xfrm>
            <a:off x="7081999" y="14179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2" name="9u7j_2_build_PredictedAtoms_27">
            <a:extLst>
              <a:ext uri="{FF2B5EF4-FFF2-40B4-BE49-F238E27FC236}">
                <a16:creationId xmlns:a16="http://schemas.microsoft.com/office/drawing/2014/main" id="{588AC9CF-2A45-4BC8-8839-FE586AB89B97}"/>
              </a:ext>
            </a:extLst>
          </p:cNvPr>
          <p:cNvSpPr>
            <a:spLocks noGrp="1"/>
          </p:cNvSpPr>
          <p:nvPr/>
        </p:nvSpPr>
        <p:spPr>
          <a:xfrm>
            <a:off x="6999676" y="13855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3" name="9u7j_2_build_PredictedAtoms_28">
            <a:extLst>
              <a:ext uri="{FF2B5EF4-FFF2-40B4-BE49-F238E27FC236}">
                <a16:creationId xmlns:a16="http://schemas.microsoft.com/office/drawing/2014/main" id="{22DA0F39-BBD3-44E1-9DEF-E796A6B17A48}"/>
              </a:ext>
            </a:extLst>
          </p:cNvPr>
          <p:cNvSpPr>
            <a:spLocks noGrp="1"/>
          </p:cNvSpPr>
          <p:nvPr/>
        </p:nvSpPr>
        <p:spPr>
          <a:xfrm>
            <a:off x="7163887" y="13080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4" name="9u7j_2_build_PredictedAtoms_29">
            <a:extLst>
              <a:ext uri="{FF2B5EF4-FFF2-40B4-BE49-F238E27FC236}">
                <a16:creationId xmlns:a16="http://schemas.microsoft.com/office/drawing/2014/main" id="{EE67FB3D-276C-419D-AE21-EB0840726BF8}"/>
              </a:ext>
            </a:extLst>
          </p:cNvPr>
          <p:cNvSpPr>
            <a:spLocks noGrp="1"/>
          </p:cNvSpPr>
          <p:nvPr/>
        </p:nvSpPr>
        <p:spPr>
          <a:xfrm>
            <a:off x="7164968" y="11879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5" name="9u7j_2_build_PredictedAtoms_30">
            <a:extLst>
              <a:ext uri="{FF2B5EF4-FFF2-40B4-BE49-F238E27FC236}">
                <a16:creationId xmlns:a16="http://schemas.microsoft.com/office/drawing/2014/main" id="{D5CD00CB-FCDF-4C44-81BB-3BE25FEF9205}"/>
              </a:ext>
            </a:extLst>
          </p:cNvPr>
          <p:cNvSpPr>
            <a:spLocks noGrp="1"/>
          </p:cNvSpPr>
          <p:nvPr/>
        </p:nvSpPr>
        <p:spPr>
          <a:xfrm>
            <a:off x="7866010" y="15707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6" name="9u7j_2_build_PredictedAtoms_31">
            <a:extLst>
              <a:ext uri="{FF2B5EF4-FFF2-40B4-BE49-F238E27FC236}">
                <a16:creationId xmlns:a16="http://schemas.microsoft.com/office/drawing/2014/main" id="{1920130C-174A-4D95-AAA8-75FF6C7B627D}"/>
              </a:ext>
            </a:extLst>
          </p:cNvPr>
          <p:cNvSpPr>
            <a:spLocks noGrp="1"/>
          </p:cNvSpPr>
          <p:nvPr/>
        </p:nvSpPr>
        <p:spPr>
          <a:xfrm>
            <a:off x="7875685" y="14775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7" name="9u7j_2_build_PredictedAtoms_32">
            <a:extLst>
              <a:ext uri="{FF2B5EF4-FFF2-40B4-BE49-F238E27FC236}">
                <a16:creationId xmlns:a16="http://schemas.microsoft.com/office/drawing/2014/main" id="{9D51E5F5-534D-4EBA-9620-E3CDF847D6E6}"/>
              </a:ext>
            </a:extLst>
          </p:cNvPr>
          <p:cNvSpPr>
            <a:spLocks noGrp="1"/>
          </p:cNvSpPr>
          <p:nvPr/>
        </p:nvSpPr>
        <p:spPr>
          <a:xfrm>
            <a:off x="8023711" y="16139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8" name="9u7j_2_build_PredictedAtoms_33">
            <a:extLst>
              <a:ext uri="{FF2B5EF4-FFF2-40B4-BE49-F238E27FC236}">
                <a16:creationId xmlns:a16="http://schemas.microsoft.com/office/drawing/2014/main" id="{87FF0272-6CB4-4710-B7A8-3F7E0476E843}"/>
              </a:ext>
            </a:extLst>
          </p:cNvPr>
          <p:cNvSpPr>
            <a:spLocks noGrp="1"/>
          </p:cNvSpPr>
          <p:nvPr/>
        </p:nvSpPr>
        <p:spPr>
          <a:xfrm>
            <a:off x="8049016" y="171807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9" name="9u7j_2_build_PredictedAtoms_34">
            <a:extLst>
              <a:ext uri="{FF2B5EF4-FFF2-40B4-BE49-F238E27FC236}">
                <a16:creationId xmlns:a16="http://schemas.microsoft.com/office/drawing/2014/main" id="{826DCADC-3B0E-405B-B92D-27D1C46AFE23}"/>
              </a:ext>
            </a:extLst>
          </p:cNvPr>
          <p:cNvSpPr>
            <a:spLocks noGrp="1"/>
          </p:cNvSpPr>
          <p:nvPr/>
        </p:nvSpPr>
        <p:spPr>
          <a:xfrm>
            <a:off x="8111344" y="16120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50" name="9u7j_2_build_PredictedAtoms_35">
            <a:extLst>
              <a:ext uri="{FF2B5EF4-FFF2-40B4-BE49-F238E27FC236}">
                <a16:creationId xmlns:a16="http://schemas.microsoft.com/office/drawing/2014/main" id="{763CAA52-C84B-4653-8C29-18C40A56FF95}"/>
              </a:ext>
            </a:extLst>
          </p:cNvPr>
          <p:cNvSpPr>
            <a:spLocks noGrp="1"/>
          </p:cNvSpPr>
          <p:nvPr/>
        </p:nvSpPr>
        <p:spPr>
          <a:xfrm>
            <a:off x="8226933" y="16647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51" name="9u7j_2_build_Clashes_0">
            <a:extLst>
              <a:ext uri="{FF2B5EF4-FFF2-40B4-BE49-F238E27FC236}">
                <a16:creationId xmlns:a16="http://schemas.microsoft.com/office/drawing/2014/main" id="{28767887-0E1F-4AB2-A6A8-B13F65173D3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2" name="9u7j_2_build_Clashes_1">
            <a:extLst>
              <a:ext uri="{FF2B5EF4-FFF2-40B4-BE49-F238E27FC236}">
                <a16:creationId xmlns:a16="http://schemas.microsoft.com/office/drawing/2014/main" id="{29D448B8-9209-49CD-BFB5-4778A6103AB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3" name="9u7j_2_build_Clashes_2">
            <a:extLst>
              <a:ext uri="{FF2B5EF4-FFF2-40B4-BE49-F238E27FC236}">
                <a16:creationId xmlns:a16="http://schemas.microsoft.com/office/drawing/2014/main" id="{16D73AB1-02D3-4FD9-90CE-939E69ECBAF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36122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4" name="9u7j_2_build_Clashes_3">
            <a:extLst>
              <a:ext uri="{FF2B5EF4-FFF2-40B4-BE49-F238E27FC236}">
                <a16:creationId xmlns:a16="http://schemas.microsoft.com/office/drawing/2014/main" id="{FE41E776-84EE-4C85-9FA1-5749A595886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5" name="9u7j_2_build_Clashes_4">
            <a:extLst>
              <a:ext uri="{FF2B5EF4-FFF2-40B4-BE49-F238E27FC236}">
                <a16:creationId xmlns:a16="http://schemas.microsoft.com/office/drawing/2014/main" id="{7F302E8C-3B66-4521-BF01-1617F8BECD3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6" name="9u7j_2_build_Clashes_5">
            <a:extLst>
              <a:ext uri="{FF2B5EF4-FFF2-40B4-BE49-F238E27FC236}">
                <a16:creationId xmlns:a16="http://schemas.microsoft.com/office/drawing/2014/main" id="{C588EC95-E118-45D0-BA50-3185F2C3307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7" name="9u7j_2_build_Clashes_6">
            <a:extLst>
              <a:ext uri="{FF2B5EF4-FFF2-40B4-BE49-F238E27FC236}">
                <a16:creationId xmlns:a16="http://schemas.microsoft.com/office/drawing/2014/main" id="{47932D68-DDEB-4134-AF5A-110E0849D91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52209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8" name="9u7j_2_build_Clashes_7">
            <a:extLst>
              <a:ext uri="{FF2B5EF4-FFF2-40B4-BE49-F238E27FC236}">
                <a16:creationId xmlns:a16="http://schemas.microsoft.com/office/drawing/2014/main" id="{64F96F94-DDBA-4888-BD64-53F38FA19D0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9" name="9u7j_2_build_Clashes_8">
            <a:extLst>
              <a:ext uri="{FF2B5EF4-FFF2-40B4-BE49-F238E27FC236}">
                <a16:creationId xmlns:a16="http://schemas.microsoft.com/office/drawing/2014/main" id="{B09CC986-9B5B-4B1C-81BA-AE2DF744282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60" name="9u7j_2_build_Clashes_9">
            <a:extLst>
              <a:ext uri="{FF2B5EF4-FFF2-40B4-BE49-F238E27FC236}">
                <a16:creationId xmlns:a16="http://schemas.microsoft.com/office/drawing/2014/main" id="{45EB9EF2-35E4-422A-9E6A-E8EE86B5880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61" name="9u7j_2_build_ClashingReceptorAtoms_1">
            <a:extLst>
              <a:ext uri="{FF2B5EF4-FFF2-40B4-BE49-F238E27FC236}">
                <a16:creationId xmlns:a16="http://schemas.microsoft.com/office/drawing/2014/main" id="{32686A8E-1533-4AD8-811A-C6F5706F0FD3}"/>
              </a:ext>
            </a:extLst>
          </p:cNvPr>
          <p:cNvSpPr>
            <a:spLocks noGrp="1"/>
          </p:cNvSpPr>
          <p:nvPr/>
        </p:nvSpPr>
        <p:spPr>
          <a:xfrm>
            <a:off x="7146116" y="201299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62" name="9u7j_2_build_ClashingReceptorAtoms_2">
            <a:extLst>
              <a:ext uri="{FF2B5EF4-FFF2-40B4-BE49-F238E27FC236}">
                <a16:creationId xmlns:a16="http://schemas.microsoft.com/office/drawing/2014/main" id="{A6823496-FA20-4034-95B1-C670E7CEB7EC}"/>
              </a:ext>
            </a:extLst>
          </p:cNvPr>
          <p:cNvSpPr>
            <a:spLocks noGrp="1"/>
          </p:cNvSpPr>
          <p:nvPr/>
        </p:nvSpPr>
        <p:spPr>
          <a:xfrm>
            <a:off x="7015013" y="198805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63" name="9u7j_2_build_ClashingReceptorAtoms_3">
            <a:extLst>
              <a:ext uri="{FF2B5EF4-FFF2-40B4-BE49-F238E27FC236}">
                <a16:creationId xmlns:a16="http://schemas.microsoft.com/office/drawing/2014/main" id="{305579FA-CA96-44BB-89A8-C746ECA36864}"/>
              </a:ext>
            </a:extLst>
          </p:cNvPr>
          <p:cNvSpPr>
            <a:spLocks noGrp="1"/>
          </p:cNvSpPr>
          <p:nvPr/>
        </p:nvSpPr>
        <p:spPr>
          <a:xfrm>
            <a:off x="7237509" y="19180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64" name="stage3-cases-clash_11">
            <a:extLst>
              <a:ext uri="{FF2B5EF4-FFF2-40B4-BE49-F238E27FC236}">
                <a16:creationId xmlns:a16="http://schemas.microsoft.com/office/drawing/2014/main" id="{2158BF28-29E2-4A6C-AE9B-6DFB2F97CCB9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8.29 Å   D 67%   Clash 10</a:t>
            </a:r>
          </a:p>
        </p:txBody>
      </p:sp>
      <p:sp>
        <p:nvSpPr>
          <p:cNvPr id="365" name="stage3-cases-clash_12">
            <a:extLst>
              <a:ext uri="{FF2B5EF4-FFF2-40B4-BE49-F238E27FC236}">
                <a16:creationId xmlns:a16="http://schemas.microsoft.com/office/drawing/2014/main" id="{9FCF088C-FF3C-409D-9F9C-AF663AD2A7D3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e  9WUP · FAD (A:1103)</a:t>
            </a:r>
          </a:p>
        </p:txBody>
      </p:sp>
      <p:sp>
        <p:nvSpPr>
          <p:cNvPr id="366" name="stage3-cases-clash_13">
            <a:extLst>
              <a:ext uri="{FF2B5EF4-FFF2-40B4-BE49-F238E27FC236}">
                <a16:creationId xmlns:a16="http://schemas.microsoft.com/office/drawing/2014/main" id="{DC2C19D9-3EDB-42D1-9A4A-4B25F05EC9C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509520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367" name="stage3-cases-clash_14">
            <a:extLst>
              <a:ext uri="{FF2B5EF4-FFF2-40B4-BE49-F238E27FC236}">
                <a16:creationId xmlns:a16="http://schemas.microsoft.com/office/drawing/2014/main" id="{D7772FB3-DB18-4BE1-B5F8-FD4FB80DEEC0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68" name="9wup_2_official_Receptor">
            <a:extLst>
              <a:ext uri="{FF2B5EF4-FFF2-40B4-BE49-F238E27FC236}">
                <a16:creationId xmlns:a16="http://schemas.microsoft.com/office/drawing/2014/main" id="{A70A3EFB-6FA2-4B92-859C-FC352035249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369" name="9wup_2_official_ExperimentalDensity">
            <a:extLst>
              <a:ext uri="{FF2B5EF4-FFF2-40B4-BE49-F238E27FC236}">
                <a16:creationId xmlns:a16="http://schemas.microsoft.com/office/drawing/2014/main" id="{810E6BA2-2CEC-4076-881F-7513AB3A35D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70" name="9wup_2_official_ReferenceLigand_0">
            <a:extLst>
              <a:ext uri="{FF2B5EF4-FFF2-40B4-BE49-F238E27FC236}">
                <a16:creationId xmlns:a16="http://schemas.microsoft.com/office/drawing/2014/main" id="{19FB121D-692F-42E9-A3D4-657677D3585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1" name="9wup_2_official_ReferenceLigand_1">
            <a:extLst>
              <a:ext uri="{FF2B5EF4-FFF2-40B4-BE49-F238E27FC236}">
                <a16:creationId xmlns:a16="http://schemas.microsoft.com/office/drawing/2014/main" id="{EC242008-5E14-4EA4-96AF-C0B9EBAA250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2" name="9wup_2_official_ReferenceLigand_2">
            <a:extLst>
              <a:ext uri="{FF2B5EF4-FFF2-40B4-BE49-F238E27FC236}">
                <a16:creationId xmlns:a16="http://schemas.microsoft.com/office/drawing/2014/main" id="{4A060A02-47FA-48C5-9D11-E41753EBA6C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3" name="9wup_2_official_ReferenceLigand_3">
            <a:extLst>
              <a:ext uri="{FF2B5EF4-FFF2-40B4-BE49-F238E27FC236}">
                <a16:creationId xmlns:a16="http://schemas.microsoft.com/office/drawing/2014/main" id="{FA92709B-B326-4885-A90E-F04CBD22F75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4" name="9wup_2_official_ReferenceLigand_4">
            <a:extLst>
              <a:ext uri="{FF2B5EF4-FFF2-40B4-BE49-F238E27FC236}">
                <a16:creationId xmlns:a16="http://schemas.microsoft.com/office/drawing/2014/main" id="{4157F2C7-6CB9-4980-86C7-AFA006172A7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5" name="9wup_2_official_ReferenceLigand_5">
            <a:extLst>
              <a:ext uri="{FF2B5EF4-FFF2-40B4-BE49-F238E27FC236}">
                <a16:creationId xmlns:a16="http://schemas.microsoft.com/office/drawing/2014/main" id="{F6EFE1A7-D6B6-480B-9558-07F116FC287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6" name="9wup_2_official_ReferenceLigand_6">
            <a:extLst>
              <a:ext uri="{FF2B5EF4-FFF2-40B4-BE49-F238E27FC236}">
                <a16:creationId xmlns:a16="http://schemas.microsoft.com/office/drawing/2014/main" id="{FFBF4673-CBF0-4D27-B70E-976EF6A9295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7" name="9wup_2_official_ReferenceLigand_7">
            <a:extLst>
              <a:ext uri="{FF2B5EF4-FFF2-40B4-BE49-F238E27FC236}">
                <a16:creationId xmlns:a16="http://schemas.microsoft.com/office/drawing/2014/main" id="{4B0EB6CD-8AC6-4C1F-A81B-6C7CEB7D606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8" name="9wup_2_official_ReferenceLigand_8">
            <a:extLst>
              <a:ext uri="{FF2B5EF4-FFF2-40B4-BE49-F238E27FC236}">
                <a16:creationId xmlns:a16="http://schemas.microsoft.com/office/drawing/2014/main" id="{116ADE86-06AF-4BFF-91BC-4DC28FF0602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9" name="9wup_2_official_ReferenceLigand_9">
            <a:extLst>
              <a:ext uri="{FF2B5EF4-FFF2-40B4-BE49-F238E27FC236}">
                <a16:creationId xmlns:a16="http://schemas.microsoft.com/office/drawing/2014/main" id="{D440BA78-5997-4E32-AB04-6288CB8766B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0" name="9wup_2_official_ReferenceLigand_10">
            <a:extLst>
              <a:ext uri="{FF2B5EF4-FFF2-40B4-BE49-F238E27FC236}">
                <a16:creationId xmlns:a16="http://schemas.microsoft.com/office/drawing/2014/main" id="{E0169CFA-478B-4163-B510-A4D6CA76892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1" name="9wup_2_official_ReferenceLigand_11">
            <a:extLst>
              <a:ext uri="{FF2B5EF4-FFF2-40B4-BE49-F238E27FC236}">
                <a16:creationId xmlns:a16="http://schemas.microsoft.com/office/drawing/2014/main" id="{7AC72DDE-2D19-491C-B642-122EFBA9BE4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2" name="9wup_2_official_ReferenceLigand_12">
            <a:extLst>
              <a:ext uri="{FF2B5EF4-FFF2-40B4-BE49-F238E27FC236}">
                <a16:creationId xmlns:a16="http://schemas.microsoft.com/office/drawing/2014/main" id="{A23F4193-BFAE-457C-851D-5713DE88CAD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3" name="9wup_2_official_ReferenceLigand_13">
            <a:extLst>
              <a:ext uri="{FF2B5EF4-FFF2-40B4-BE49-F238E27FC236}">
                <a16:creationId xmlns:a16="http://schemas.microsoft.com/office/drawing/2014/main" id="{730AAB60-45D3-4AAC-8405-E187DC44805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4" name="9wup_2_official_ReferenceLigand_14">
            <a:extLst>
              <a:ext uri="{FF2B5EF4-FFF2-40B4-BE49-F238E27FC236}">
                <a16:creationId xmlns:a16="http://schemas.microsoft.com/office/drawing/2014/main" id="{EE9DB58C-E01B-4B9A-A65D-A24036B3749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5" name="9wup_2_official_ReferenceLigand_15">
            <a:extLst>
              <a:ext uri="{FF2B5EF4-FFF2-40B4-BE49-F238E27FC236}">
                <a16:creationId xmlns:a16="http://schemas.microsoft.com/office/drawing/2014/main" id="{3780653E-0E8D-4B6F-BAFB-83F56803C6D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6" name="9wup_2_official_ReferenceLigand_16">
            <a:extLst>
              <a:ext uri="{FF2B5EF4-FFF2-40B4-BE49-F238E27FC236}">
                <a16:creationId xmlns:a16="http://schemas.microsoft.com/office/drawing/2014/main" id="{D2935EB2-37C8-4451-9843-348808EDAD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7" name="9wup_2_official_ReferenceLigand_17">
            <a:extLst>
              <a:ext uri="{FF2B5EF4-FFF2-40B4-BE49-F238E27FC236}">
                <a16:creationId xmlns:a16="http://schemas.microsoft.com/office/drawing/2014/main" id="{71029EA6-920D-403D-A5C4-0BF517E2A91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8" name="9wup_2_official_ReferenceLigand_18">
            <a:extLst>
              <a:ext uri="{FF2B5EF4-FFF2-40B4-BE49-F238E27FC236}">
                <a16:creationId xmlns:a16="http://schemas.microsoft.com/office/drawing/2014/main" id="{D932D0B5-78EA-4AA2-9676-EA9F88D3747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9" name="9wup_2_official_ReferenceLigand_19">
            <a:extLst>
              <a:ext uri="{FF2B5EF4-FFF2-40B4-BE49-F238E27FC236}">
                <a16:creationId xmlns:a16="http://schemas.microsoft.com/office/drawing/2014/main" id="{E6F50F7E-1094-4DA1-A247-67EEF417D56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0" name="9wup_2_official_ReferenceLigand_20">
            <a:extLst>
              <a:ext uri="{FF2B5EF4-FFF2-40B4-BE49-F238E27FC236}">
                <a16:creationId xmlns:a16="http://schemas.microsoft.com/office/drawing/2014/main" id="{71714C5F-327D-4CC0-9302-941B22B1EF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1" name="9wup_2_official_ReferenceLigand_21">
            <a:extLst>
              <a:ext uri="{FF2B5EF4-FFF2-40B4-BE49-F238E27FC236}">
                <a16:creationId xmlns:a16="http://schemas.microsoft.com/office/drawing/2014/main" id="{C879DA12-5606-4D8C-A01B-A3867940848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2" name="9wup_2_official_ReferenceLigand_22">
            <a:extLst>
              <a:ext uri="{FF2B5EF4-FFF2-40B4-BE49-F238E27FC236}">
                <a16:creationId xmlns:a16="http://schemas.microsoft.com/office/drawing/2014/main" id="{2CF58533-1845-4EBF-AEC6-F7C8E7FC3F5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3" name="9wup_2_official_ReferenceLigand_23">
            <a:extLst>
              <a:ext uri="{FF2B5EF4-FFF2-40B4-BE49-F238E27FC236}">
                <a16:creationId xmlns:a16="http://schemas.microsoft.com/office/drawing/2014/main" id="{72948C88-7103-4828-B8BA-BFF70398B12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4" name="9wup_2_official_ReferenceLigand_24">
            <a:extLst>
              <a:ext uri="{FF2B5EF4-FFF2-40B4-BE49-F238E27FC236}">
                <a16:creationId xmlns:a16="http://schemas.microsoft.com/office/drawing/2014/main" id="{F2328B2A-6051-4F12-AEA2-B3AD3194C0A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5" name="9wup_2_official_ReferenceLigand_25">
            <a:extLst>
              <a:ext uri="{FF2B5EF4-FFF2-40B4-BE49-F238E27FC236}">
                <a16:creationId xmlns:a16="http://schemas.microsoft.com/office/drawing/2014/main" id="{E8ACD8F7-FECC-4BE9-BEB5-EE4E84F3F34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6" name="9wup_2_official_ReferenceLigand_26">
            <a:extLst>
              <a:ext uri="{FF2B5EF4-FFF2-40B4-BE49-F238E27FC236}">
                <a16:creationId xmlns:a16="http://schemas.microsoft.com/office/drawing/2014/main" id="{F3425D20-639C-4CFB-9A7C-C80317A8C61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7" name="9wup_2_official_ReferenceLigand_27">
            <a:extLst>
              <a:ext uri="{FF2B5EF4-FFF2-40B4-BE49-F238E27FC236}">
                <a16:creationId xmlns:a16="http://schemas.microsoft.com/office/drawing/2014/main" id="{37F1F403-AC1A-42E3-BC7A-5374370A15E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8" name="9wup_2_official_ReferenceLigand_28">
            <a:extLst>
              <a:ext uri="{FF2B5EF4-FFF2-40B4-BE49-F238E27FC236}">
                <a16:creationId xmlns:a16="http://schemas.microsoft.com/office/drawing/2014/main" id="{2D38A80D-BDD3-4265-85D9-84AB40EF1BF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9" name="9wup_2_official_ReferenceLigand_29">
            <a:extLst>
              <a:ext uri="{FF2B5EF4-FFF2-40B4-BE49-F238E27FC236}">
                <a16:creationId xmlns:a16="http://schemas.microsoft.com/office/drawing/2014/main" id="{865F0907-E6AE-4F64-93C0-F455A6E9EFB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0" name="9wup_2_official_ReferenceLigand_30">
            <a:extLst>
              <a:ext uri="{FF2B5EF4-FFF2-40B4-BE49-F238E27FC236}">
                <a16:creationId xmlns:a16="http://schemas.microsoft.com/office/drawing/2014/main" id="{A2B300D5-E9BA-4A1B-B833-651BBC512F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1" name="9wup_2_official_ReferenceLigand_31">
            <a:extLst>
              <a:ext uri="{FF2B5EF4-FFF2-40B4-BE49-F238E27FC236}">
                <a16:creationId xmlns:a16="http://schemas.microsoft.com/office/drawing/2014/main" id="{BEB965EE-59E4-49DF-BE68-E90A3666BD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2" name="9wup_2_official_ReferenceLigand_32">
            <a:extLst>
              <a:ext uri="{FF2B5EF4-FFF2-40B4-BE49-F238E27FC236}">
                <a16:creationId xmlns:a16="http://schemas.microsoft.com/office/drawing/2014/main" id="{559909F3-07E7-473E-BCA6-D70C54EECAD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3" name="9wup_2_official_ReferenceLigand_33">
            <a:extLst>
              <a:ext uri="{FF2B5EF4-FFF2-40B4-BE49-F238E27FC236}">
                <a16:creationId xmlns:a16="http://schemas.microsoft.com/office/drawing/2014/main" id="{90766D4D-0915-42AF-8366-D8AD9E6E657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4" name="9wup_2_official_ReferenceLigand_34">
            <a:extLst>
              <a:ext uri="{FF2B5EF4-FFF2-40B4-BE49-F238E27FC236}">
                <a16:creationId xmlns:a16="http://schemas.microsoft.com/office/drawing/2014/main" id="{1485A0BA-E37A-47DA-B866-8662FC58B81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5" name="9wup_2_official_ReferenceLigand_35">
            <a:extLst>
              <a:ext uri="{FF2B5EF4-FFF2-40B4-BE49-F238E27FC236}">
                <a16:creationId xmlns:a16="http://schemas.microsoft.com/office/drawing/2014/main" id="{F0AEFCA5-A899-42DC-8836-4C2B525305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6" name="9wup_2_official_ReferenceLigand_36">
            <a:extLst>
              <a:ext uri="{FF2B5EF4-FFF2-40B4-BE49-F238E27FC236}">
                <a16:creationId xmlns:a16="http://schemas.microsoft.com/office/drawing/2014/main" id="{E680D000-CCBD-4856-B18F-246176DA15C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7" name="9wup_2_official_ReferenceLigand_37">
            <a:extLst>
              <a:ext uri="{FF2B5EF4-FFF2-40B4-BE49-F238E27FC236}">
                <a16:creationId xmlns:a16="http://schemas.microsoft.com/office/drawing/2014/main" id="{4F2366C1-CE14-413F-A9DF-EC9D438390C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8" name="9wup_2_official_ReferenceLigand_38">
            <a:extLst>
              <a:ext uri="{FF2B5EF4-FFF2-40B4-BE49-F238E27FC236}">
                <a16:creationId xmlns:a16="http://schemas.microsoft.com/office/drawing/2014/main" id="{CC678051-CF49-466D-8379-AE8B7568901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9" name="9wup_2_official_ReferenceLigand_39">
            <a:extLst>
              <a:ext uri="{FF2B5EF4-FFF2-40B4-BE49-F238E27FC236}">
                <a16:creationId xmlns:a16="http://schemas.microsoft.com/office/drawing/2014/main" id="{C45C739F-9CF5-4595-955A-477CAC711C5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0" name="9wup_2_official_ReferenceLigand_40">
            <a:extLst>
              <a:ext uri="{FF2B5EF4-FFF2-40B4-BE49-F238E27FC236}">
                <a16:creationId xmlns:a16="http://schemas.microsoft.com/office/drawing/2014/main" id="{886DBCE7-B4FF-480A-913E-87FAD98D9BA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1" name="9wup_2_official_ReferenceLigand_41">
            <a:extLst>
              <a:ext uri="{FF2B5EF4-FFF2-40B4-BE49-F238E27FC236}">
                <a16:creationId xmlns:a16="http://schemas.microsoft.com/office/drawing/2014/main" id="{6DBB426B-7D0C-4A4D-96DF-41481CA3488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2" name="9wup_2_official_ReferenceLigand_42">
            <a:extLst>
              <a:ext uri="{FF2B5EF4-FFF2-40B4-BE49-F238E27FC236}">
                <a16:creationId xmlns:a16="http://schemas.microsoft.com/office/drawing/2014/main" id="{75C80283-BEF0-49C0-AA62-170BD49345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3" name="9wup_2_official_ReferenceLigand_43">
            <a:extLst>
              <a:ext uri="{FF2B5EF4-FFF2-40B4-BE49-F238E27FC236}">
                <a16:creationId xmlns:a16="http://schemas.microsoft.com/office/drawing/2014/main" id="{08CE9737-3D93-4AFC-AA3F-24872091A19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4" name="9wup_2_official_ReferenceLigand_44">
            <a:extLst>
              <a:ext uri="{FF2B5EF4-FFF2-40B4-BE49-F238E27FC236}">
                <a16:creationId xmlns:a16="http://schemas.microsoft.com/office/drawing/2014/main" id="{97AA301F-8159-42B6-930D-CAA55886557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5" name="9wup_2_official_ReferenceLigand_45">
            <a:extLst>
              <a:ext uri="{FF2B5EF4-FFF2-40B4-BE49-F238E27FC236}">
                <a16:creationId xmlns:a16="http://schemas.microsoft.com/office/drawing/2014/main" id="{5A2319A2-4B3A-4FE1-983E-EB31BE0DA22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6" name="9wup_2_official_ReferenceLigand_46">
            <a:extLst>
              <a:ext uri="{FF2B5EF4-FFF2-40B4-BE49-F238E27FC236}">
                <a16:creationId xmlns:a16="http://schemas.microsoft.com/office/drawing/2014/main" id="{3C117A7D-3169-4A4D-A657-725B4295071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7" name="9wup_2_official_ReferenceLigand_47">
            <a:extLst>
              <a:ext uri="{FF2B5EF4-FFF2-40B4-BE49-F238E27FC236}">
                <a16:creationId xmlns:a16="http://schemas.microsoft.com/office/drawing/2014/main" id="{FE9A7679-07CE-4C18-A45E-D66E8C1D1AA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8" name="9wup_2_official_ReferenceLigand_48">
            <a:extLst>
              <a:ext uri="{FF2B5EF4-FFF2-40B4-BE49-F238E27FC236}">
                <a16:creationId xmlns:a16="http://schemas.microsoft.com/office/drawing/2014/main" id="{AAC3A677-3768-45F3-8C04-2A652EF50B4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9" name="9wup_2_official_ReferenceLigand_49">
            <a:extLst>
              <a:ext uri="{FF2B5EF4-FFF2-40B4-BE49-F238E27FC236}">
                <a16:creationId xmlns:a16="http://schemas.microsoft.com/office/drawing/2014/main" id="{C18B35A7-1BDD-4C14-98EB-417348977A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0" name="9wup_2_official_ReferenceLigand_50">
            <a:extLst>
              <a:ext uri="{FF2B5EF4-FFF2-40B4-BE49-F238E27FC236}">
                <a16:creationId xmlns:a16="http://schemas.microsoft.com/office/drawing/2014/main" id="{20E7B5D3-1FC1-4BB8-AE60-BAC72A3AD4A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1" name="9wup_2_official_ReferenceLigand_51">
            <a:extLst>
              <a:ext uri="{FF2B5EF4-FFF2-40B4-BE49-F238E27FC236}">
                <a16:creationId xmlns:a16="http://schemas.microsoft.com/office/drawing/2014/main" id="{8756B7F0-8221-4F46-9C18-17B798A11EE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2" name="9wup_2_official_ReferenceLigand_52">
            <a:extLst>
              <a:ext uri="{FF2B5EF4-FFF2-40B4-BE49-F238E27FC236}">
                <a16:creationId xmlns:a16="http://schemas.microsoft.com/office/drawing/2014/main" id="{8F540ED0-3EE0-4B77-B9ED-3A3150C957A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3" name="9wup_2_official_ReferenceLigand_53">
            <a:extLst>
              <a:ext uri="{FF2B5EF4-FFF2-40B4-BE49-F238E27FC236}">
                <a16:creationId xmlns:a16="http://schemas.microsoft.com/office/drawing/2014/main" id="{13BEBF78-55E7-456D-9A0D-F88EA55F9E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4" name="9wup_2_official_ReferenceLigand_54">
            <a:extLst>
              <a:ext uri="{FF2B5EF4-FFF2-40B4-BE49-F238E27FC236}">
                <a16:creationId xmlns:a16="http://schemas.microsoft.com/office/drawing/2014/main" id="{9C35682A-8989-4D16-9277-C269CEDAD5D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5" name="9wup_2_official_ReferenceLigand_55">
            <a:extLst>
              <a:ext uri="{FF2B5EF4-FFF2-40B4-BE49-F238E27FC236}">
                <a16:creationId xmlns:a16="http://schemas.microsoft.com/office/drawing/2014/main" id="{239ECCC2-0ECD-4FBC-AEE6-32A629C8D0B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6" name="9wup_2_official_ReferenceLigand_56">
            <a:extLst>
              <a:ext uri="{FF2B5EF4-FFF2-40B4-BE49-F238E27FC236}">
                <a16:creationId xmlns:a16="http://schemas.microsoft.com/office/drawing/2014/main" id="{B0418472-4592-4757-AD36-10311B7001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7" name="9wup_2_official_ReferenceLigand_57">
            <a:extLst>
              <a:ext uri="{FF2B5EF4-FFF2-40B4-BE49-F238E27FC236}">
                <a16:creationId xmlns:a16="http://schemas.microsoft.com/office/drawing/2014/main" id="{682EB45A-BC34-4807-BD0D-65849B8C044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8" name="9wup_2_official_PredictedLigand_0">
            <a:extLst>
              <a:ext uri="{FF2B5EF4-FFF2-40B4-BE49-F238E27FC236}">
                <a16:creationId xmlns:a16="http://schemas.microsoft.com/office/drawing/2014/main" id="{4FAF9137-3EA6-4F70-9175-9677D7122B2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73921" y="6961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29" name="9wup_2_official_PredictedLigand_1">
            <a:extLst>
              <a:ext uri="{FF2B5EF4-FFF2-40B4-BE49-F238E27FC236}">
                <a16:creationId xmlns:a16="http://schemas.microsoft.com/office/drawing/2014/main" id="{6D629382-4B04-4924-8D2A-3F1DB4BEB2A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80265" y="502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0" name="9wup_2_official_PredictedLigand_2">
            <a:extLst>
              <a:ext uri="{FF2B5EF4-FFF2-40B4-BE49-F238E27FC236}">
                <a16:creationId xmlns:a16="http://schemas.microsoft.com/office/drawing/2014/main" id="{3B0857FA-08B8-4396-83AB-9641A5493B5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76476" y="789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1" name="9wup_2_official_PredictedLigand_3">
            <a:extLst>
              <a:ext uri="{FF2B5EF4-FFF2-40B4-BE49-F238E27FC236}">
                <a16:creationId xmlns:a16="http://schemas.microsoft.com/office/drawing/2014/main" id="{B5E4C270-32D4-43D9-BF92-0087AD77D6D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509389" y="6788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2" name="9wup_2_official_PredictedLigand_4">
            <a:extLst>
              <a:ext uri="{FF2B5EF4-FFF2-40B4-BE49-F238E27FC236}">
                <a16:creationId xmlns:a16="http://schemas.microsoft.com/office/drawing/2014/main" id="{DB3C46A0-A3AE-4353-8A34-4C003455EB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2148" y="664586"/>
                </a:moveTo>
                <a:lnTo>
                  <a:pt x="1387964" y="6333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3" name="9wup_2_official_PredictedLigand_5">
            <a:extLst>
              <a:ext uri="{FF2B5EF4-FFF2-40B4-BE49-F238E27FC236}">
                <a16:creationId xmlns:a16="http://schemas.microsoft.com/office/drawing/2014/main" id="{0AC5E683-2FA5-4557-9CC2-15334A23989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500907" y="8999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4" name="9wup_2_official_PredictedLigand_6">
            <a:extLst>
              <a:ext uri="{FF2B5EF4-FFF2-40B4-BE49-F238E27FC236}">
                <a16:creationId xmlns:a16="http://schemas.microsoft.com/office/drawing/2014/main" id="{330F5DF0-9075-4C97-9F4E-04DCAB758B4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389" y="678806"/>
                </a:moveTo>
                <a:lnTo>
                  <a:pt x="1581581" y="8017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5" name="9wup_2_official_PredictedLigand_7">
            <a:extLst>
              <a:ext uri="{FF2B5EF4-FFF2-40B4-BE49-F238E27FC236}">
                <a16:creationId xmlns:a16="http://schemas.microsoft.com/office/drawing/2014/main" id="{DBA3DAE1-C8A9-427F-913A-8370F2CAFF7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39125" y="8292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6" name="9wup_2_official_PredictedLigand_8">
            <a:extLst>
              <a:ext uri="{FF2B5EF4-FFF2-40B4-BE49-F238E27FC236}">
                <a16:creationId xmlns:a16="http://schemas.microsoft.com/office/drawing/2014/main" id="{C8E2B035-05CA-4196-B6E6-9E2C553332C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994" y="588425"/>
                </a:moveTo>
                <a:lnTo>
                  <a:pt x="1292148" y="6645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7" name="9wup_2_official_PredictedLigand_9">
            <a:extLst>
              <a:ext uri="{FF2B5EF4-FFF2-40B4-BE49-F238E27FC236}">
                <a16:creationId xmlns:a16="http://schemas.microsoft.com/office/drawing/2014/main" id="{56134F4E-D35C-4729-B500-9CF12224CA2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920" y="596151"/>
                </a:moveTo>
                <a:lnTo>
                  <a:pt x="1156667" y="6375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8" name="9wup_2_official_PredictedLigand_10">
            <a:extLst>
              <a:ext uri="{FF2B5EF4-FFF2-40B4-BE49-F238E27FC236}">
                <a16:creationId xmlns:a16="http://schemas.microsoft.com/office/drawing/2014/main" id="{8A720C1E-C1D8-4783-B81B-B3C31E2641A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264994" y="5884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9" name="9wup_2_official_PredictedLigand_11">
            <a:extLst>
              <a:ext uri="{FF2B5EF4-FFF2-40B4-BE49-F238E27FC236}">
                <a16:creationId xmlns:a16="http://schemas.microsoft.com/office/drawing/2014/main" id="{B5BC94FD-DA07-4CDE-98C1-E137ADF4E2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9125" y="829241"/>
                </a:moveTo>
                <a:lnTo>
                  <a:pt x="1616378" y="9296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0" name="9wup_2_official_PredictedLigand_12">
            <a:extLst>
              <a:ext uri="{FF2B5EF4-FFF2-40B4-BE49-F238E27FC236}">
                <a16:creationId xmlns:a16="http://schemas.microsoft.com/office/drawing/2014/main" id="{F9177515-BE3D-425E-ACBD-33AB57EA99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84161" y="9473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1" name="9wup_2_official_PredictedLigand_13">
            <a:extLst>
              <a:ext uri="{FF2B5EF4-FFF2-40B4-BE49-F238E27FC236}">
                <a16:creationId xmlns:a16="http://schemas.microsoft.com/office/drawing/2014/main" id="{8D8B2CF2-4465-4BA1-AE22-E279F189CFD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176788" y="7667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2" name="9wup_2_official_PredictedLigand_14">
            <a:extLst>
              <a:ext uri="{FF2B5EF4-FFF2-40B4-BE49-F238E27FC236}">
                <a16:creationId xmlns:a16="http://schemas.microsoft.com/office/drawing/2014/main" id="{79E62FBB-A777-4762-B7D5-D330B122450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064298" y="836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3" name="9wup_2_official_PredictedLigand_15">
            <a:extLst>
              <a:ext uri="{FF2B5EF4-FFF2-40B4-BE49-F238E27FC236}">
                <a16:creationId xmlns:a16="http://schemas.microsoft.com/office/drawing/2014/main" id="{1A795625-DEAD-4C5C-9929-FDFE64D190C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258829" y="7944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4" name="9wup_2_official_PredictedLigand_16">
            <a:extLst>
              <a:ext uri="{FF2B5EF4-FFF2-40B4-BE49-F238E27FC236}">
                <a16:creationId xmlns:a16="http://schemas.microsoft.com/office/drawing/2014/main" id="{0A9501DC-BA66-4E54-8E6B-97A64F98DDB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378" y="929696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5" name="9wup_2_official_PredictedLigand_17">
            <a:extLst>
              <a:ext uri="{FF2B5EF4-FFF2-40B4-BE49-F238E27FC236}">
                <a16:creationId xmlns:a16="http://schemas.microsoft.com/office/drawing/2014/main" id="{A24C0642-3A38-4694-ABA9-7E85A2EFF53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17990" y="8687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6" name="9wup_2_official_PredictedLigand_18">
            <a:extLst>
              <a:ext uri="{FF2B5EF4-FFF2-40B4-BE49-F238E27FC236}">
                <a16:creationId xmlns:a16="http://schemas.microsoft.com/office/drawing/2014/main" id="{5ED874FD-948E-484B-8F23-4B3321EE8A1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840705" y="12647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7" name="9wup_2_official_PredictedLigand_19">
            <a:extLst>
              <a:ext uri="{FF2B5EF4-FFF2-40B4-BE49-F238E27FC236}">
                <a16:creationId xmlns:a16="http://schemas.microsoft.com/office/drawing/2014/main" id="{A29E6166-77FE-4EF8-82CF-D3587C2F4EC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8607" y="1068436"/>
                </a:moveTo>
                <a:lnTo>
                  <a:pt x="802867" y="11679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8" name="9wup_2_official_PredictedLigand_20">
            <a:extLst>
              <a:ext uri="{FF2B5EF4-FFF2-40B4-BE49-F238E27FC236}">
                <a16:creationId xmlns:a16="http://schemas.microsoft.com/office/drawing/2014/main" id="{45A40AC1-B73A-4A9E-98C3-127BA5B937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978" y="925516"/>
                </a:moveTo>
                <a:lnTo>
                  <a:pt x="1777550" y="867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9" name="9wup_2_official_PredictedLigand_21">
            <a:extLst>
              <a:ext uri="{FF2B5EF4-FFF2-40B4-BE49-F238E27FC236}">
                <a16:creationId xmlns:a16="http://schemas.microsoft.com/office/drawing/2014/main" id="{FC30476D-E08C-4347-B8FA-4DA1E6CC4E9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90" y="868785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0" name="9wup_2_official_PredictedLigand_22">
            <a:extLst>
              <a:ext uri="{FF2B5EF4-FFF2-40B4-BE49-F238E27FC236}">
                <a16:creationId xmlns:a16="http://schemas.microsoft.com/office/drawing/2014/main" id="{6DB6B69D-E987-4ACD-BE2E-385D7AE9194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284" y="961700"/>
                </a:moveTo>
                <a:lnTo>
                  <a:pt x="868607" y="10684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1" name="9wup_2_official_PredictedLigand_23">
            <a:extLst>
              <a:ext uri="{FF2B5EF4-FFF2-40B4-BE49-F238E27FC236}">
                <a16:creationId xmlns:a16="http://schemas.microsoft.com/office/drawing/2014/main" id="{FF395B0D-6E52-4BBA-AEC1-10667D2BCF8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689719" y="1164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2" name="9wup_2_official_PredictedLigand_24">
            <a:extLst>
              <a:ext uri="{FF2B5EF4-FFF2-40B4-BE49-F238E27FC236}">
                <a16:creationId xmlns:a16="http://schemas.microsoft.com/office/drawing/2014/main" id="{8BD45353-D652-44C3-BE62-D214CBAD09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494" y="863720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3" name="9wup_2_official_PredictedLigand_25">
            <a:extLst>
              <a:ext uri="{FF2B5EF4-FFF2-40B4-BE49-F238E27FC236}">
                <a16:creationId xmlns:a16="http://schemas.microsoft.com/office/drawing/2014/main" id="{6DD0CF01-1C07-4655-89F0-FBD69EFB5AD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4" name="9wup_2_official_PredictedLigand_26">
            <a:extLst>
              <a:ext uri="{FF2B5EF4-FFF2-40B4-BE49-F238E27FC236}">
                <a16:creationId xmlns:a16="http://schemas.microsoft.com/office/drawing/2014/main" id="{FEEF318A-879B-4A20-9827-642E01D191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1602" y="648782"/>
                </a:moveTo>
                <a:lnTo>
                  <a:pt x="841816" y="7557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5" name="9wup_2_official_PredictedLigand_27">
            <a:extLst>
              <a:ext uri="{FF2B5EF4-FFF2-40B4-BE49-F238E27FC236}">
                <a16:creationId xmlns:a16="http://schemas.microsoft.com/office/drawing/2014/main" id="{F42E9778-D7BA-4885-9692-8F9CE1A4ADF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13767" y="4284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6" name="9wup_2_official_PredictedLigand_28">
            <a:extLst>
              <a:ext uri="{FF2B5EF4-FFF2-40B4-BE49-F238E27FC236}">
                <a16:creationId xmlns:a16="http://schemas.microsoft.com/office/drawing/2014/main" id="{73A76F1F-328B-4A55-BCB0-09E3A6E2540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01602" y="6487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7" name="9wup_2_official_PredictedLigand_29">
            <a:extLst>
              <a:ext uri="{FF2B5EF4-FFF2-40B4-BE49-F238E27FC236}">
                <a16:creationId xmlns:a16="http://schemas.microsoft.com/office/drawing/2014/main" id="{23FCF2A8-84A5-4BCA-8F9E-315EB503E35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8" name="9wup_2_official_PredictedLigand_30">
            <a:extLst>
              <a:ext uri="{FF2B5EF4-FFF2-40B4-BE49-F238E27FC236}">
                <a16:creationId xmlns:a16="http://schemas.microsoft.com/office/drawing/2014/main" id="{852B786C-58A5-4D89-BD01-8ED176AD04D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9" name="9wup_2_official_PredictedLigand_31">
            <a:extLst>
              <a:ext uri="{FF2B5EF4-FFF2-40B4-BE49-F238E27FC236}">
                <a16:creationId xmlns:a16="http://schemas.microsoft.com/office/drawing/2014/main" id="{C41EA99D-6054-4260-9E61-BF7F5793CC5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9719" y="1164038"/>
                </a:moveTo>
                <a:lnTo>
                  <a:pt x="638197" y="1058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0" name="9wup_2_official_PredictedLigand_32">
            <a:extLst>
              <a:ext uri="{FF2B5EF4-FFF2-40B4-BE49-F238E27FC236}">
                <a16:creationId xmlns:a16="http://schemas.microsoft.com/office/drawing/2014/main" id="{7A211A22-7746-4353-9056-A269E106142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1" name="9wup_2_official_PredictedLigand_33">
            <a:extLst>
              <a:ext uri="{FF2B5EF4-FFF2-40B4-BE49-F238E27FC236}">
                <a16:creationId xmlns:a16="http://schemas.microsoft.com/office/drawing/2014/main" id="{8EC46B66-7DCA-4F54-BD10-126C9E3D37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982" y="701263"/>
                </a:moveTo>
                <a:lnTo>
                  <a:pt x="2056305" y="7495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2" name="9wup_2_official_PredictedLigand_34">
            <a:extLst>
              <a:ext uri="{FF2B5EF4-FFF2-40B4-BE49-F238E27FC236}">
                <a16:creationId xmlns:a16="http://schemas.microsoft.com/office/drawing/2014/main" id="{3CFFCCAF-1B5C-4637-B70B-1E541E6210D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849805" y="5387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3" name="9wup_2_official_PredictedLigand_35">
            <a:extLst>
              <a:ext uri="{FF2B5EF4-FFF2-40B4-BE49-F238E27FC236}">
                <a16:creationId xmlns:a16="http://schemas.microsoft.com/office/drawing/2014/main" id="{51B6360F-3D6A-4F04-8FED-BC9151CB25F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708539" y="9546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4" name="9wup_2_official_PredictedLigand_36">
            <a:extLst>
              <a:ext uri="{FF2B5EF4-FFF2-40B4-BE49-F238E27FC236}">
                <a16:creationId xmlns:a16="http://schemas.microsoft.com/office/drawing/2014/main" id="{1EE9DC53-FC33-4BD7-82AA-04B77C8D3C3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4579" y="592981"/>
                </a:moveTo>
                <a:lnTo>
                  <a:pt x="2159982" y="7012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5" name="9wup_2_official_PredictedLigand_37">
            <a:extLst>
              <a:ext uri="{FF2B5EF4-FFF2-40B4-BE49-F238E27FC236}">
                <a16:creationId xmlns:a16="http://schemas.microsoft.com/office/drawing/2014/main" id="{797C8E05-A9FE-4E37-9982-02CB1AC0926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658179" y="8475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6" name="9wup_2_official_PredictedLigand_38">
            <a:extLst>
              <a:ext uri="{FF2B5EF4-FFF2-40B4-BE49-F238E27FC236}">
                <a16:creationId xmlns:a16="http://schemas.microsoft.com/office/drawing/2014/main" id="{0BDDAF11-1102-43FA-9BB5-361CAD3E803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179" y="847585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7" name="9wup_2_official_PredictedLigand_39">
            <a:extLst>
              <a:ext uri="{FF2B5EF4-FFF2-40B4-BE49-F238E27FC236}">
                <a16:creationId xmlns:a16="http://schemas.microsoft.com/office/drawing/2014/main" id="{1EBE27FB-1178-4F21-9A27-7871F3CACA0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7550" y="867409"/>
                </a:moveTo>
                <a:lnTo>
                  <a:pt x="1793834" y="8206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8" name="9wup_2_official_PredictedLigand_40">
            <a:extLst>
              <a:ext uri="{FF2B5EF4-FFF2-40B4-BE49-F238E27FC236}">
                <a16:creationId xmlns:a16="http://schemas.microsoft.com/office/drawing/2014/main" id="{BE3531B0-ACA7-4FA4-981A-4877F796304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661478" y="421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9" name="9wup_2_official_PredictedLigand_41">
            <a:extLst>
              <a:ext uri="{FF2B5EF4-FFF2-40B4-BE49-F238E27FC236}">
                <a16:creationId xmlns:a16="http://schemas.microsoft.com/office/drawing/2014/main" id="{F8503037-37F5-4C65-9E81-DBE0666C035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0497" y="749725"/>
                </a:moveTo>
                <a:lnTo>
                  <a:pt x="667317" y="6407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0" name="9wup_2_official_PredictedLigand_42">
            <a:extLst>
              <a:ext uri="{FF2B5EF4-FFF2-40B4-BE49-F238E27FC236}">
                <a16:creationId xmlns:a16="http://schemas.microsoft.com/office/drawing/2014/main" id="{CC3EB918-51F0-4086-83AE-DF36B790BA3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317" y="640753"/>
                </a:moveTo>
                <a:lnTo>
                  <a:pt x="727903" y="5348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1" name="9wup_2_official_PredictedLigand_43">
            <a:extLst>
              <a:ext uri="{FF2B5EF4-FFF2-40B4-BE49-F238E27FC236}">
                <a16:creationId xmlns:a16="http://schemas.microsoft.com/office/drawing/2014/main" id="{519271E7-0996-4CCD-9B6E-D50B42E4FEB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534164" y="10575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2" name="9wup_2_official_PredictedLigand_44">
            <a:extLst>
              <a:ext uri="{FF2B5EF4-FFF2-40B4-BE49-F238E27FC236}">
                <a16:creationId xmlns:a16="http://schemas.microsoft.com/office/drawing/2014/main" id="{87AB9383-B152-4EEE-82D4-5CBB2F31AF1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305" y="749501"/>
                </a:moveTo>
                <a:lnTo>
                  <a:pt x="1975010" y="6862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3" name="9wup_2_official_PredictedLigand_45">
            <a:extLst>
              <a:ext uri="{FF2B5EF4-FFF2-40B4-BE49-F238E27FC236}">
                <a16:creationId xmlns:a16="http://schemas.microsoft.com/office/drawing/2014/main" id="{26FF6295-288B-44AC-8A39-642A7011EED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94579" y="5929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4" name="9wup_2_official_PredictedLigand_46">
            <a:extLst>
              <a:ext uri="{FF2B5EF4-FFF2-40B4-BE49-F238E27FC236}">
                <a16:creationId xmlns:a16="http://schemas.microsoft.com/office/drawing/2014/main" id="{353B0C3A-5F13-4636-BD5A-D2185EC2E5B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509681" y="9686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5" name="9wup_2_official_PredictedLigand_47">
            <a:extLst>
              <a:ext uri="{FF2B5EF4-FFF2-40B4-BE49-F238E27FC236}">
                <a16:creationId xmlns:a16="http://schemas.microsoft.com/office/drawing/2014/main" id="{F30A52DC-DB6E-488B-AC69-1F34194B344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6" name="9wup_2_official_PredictedLigand_48">
            <a:extLst>
              <a:ext uri="{FF2B5EF4-FFF2-40B4-BE49-F238E27FC236}">
                <a16:creationId xmlns:a16="http://schemas.microsoft.com/office/drawing/2014/main" id="{8525A92E-D33A-4BFA-B040-D73390A6D5D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7" name="9wup_2_official_PredictedLigand_49">
            <a:extLst>
              <a:ext uri="{FF2B5EF4-FFF2-40B4-BE49-F238E27FC236}">
                <a16:creationId xmlns:a16="http://schemas.microsoft.com/office/drawing/2014/main" id="{43148451-B15A-4AFA-AA30-8867DC69D90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592488" y="8789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8" name="9wup_2_official_PredictedLigand_50">
            <a:extLst>
              <a:ext uri="{FF2B5EF4-FFF2-40B4-BE49-F238E27FC236}">
                <a16:creationId xmlns:a16="http://schemas.microsoft.com/office/drawing/2014/main" id="{7EAA3EDD-81CE-4F56-AFBD-C996B6C909A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9" name="9wup_2_official_PredictedLigand_51">
            <a:extLst>
              <a:ext uri="{FF2B5EF4-FFF2-40B4-BE49-F238E27FC236}">
                <a16:creationId xmlns:a16="http://schemas.microsoft.com/office/drawing/2014/main" id="{EEC9D0D6-28AD-4CD9-BF4D-C8456A880D6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45270" y="4084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0" name="9wup_2_official_PredictedLigand_52">
            <a:extLst>
              <a:ext uri="{FF2B5EF4-FFF2-40B4-BE49-F238E27FC236}">
                <a16:creationId xmlns:a16="http://schemas.microsoft.com/office/drawing/2014/main" id="{14CBBA51-A42F-462E-881B-11A009F1041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825" y="573391"/>
                </a:moveTo>
                <a:lnTo>
                  <a:pt x="2112318" y="5224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1" name="9wup_2_official_PredictedLigand_53">
            <a:extLst>
              <a:ext uri="{FF2B5EF4-FFF2-40B4-BE49-F238E27FC236}">
                <a16:creationId xmlns:a16="http://schemas.microsoft.com/office/drawing/2014/main" id="{FB114EFB-9313-4E7E-B9C4-5910B33B06D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676097" y="8350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2" name="9wup_2_official_PredictedLigand_54">
            <a:extLst>
              <a:ext uri="{FF2B5EF4-FFF2-40B4-BE49-F238E27FC236}">
                <a16:creationId xmlns:a16="http://schemas.microsoft.com/office/drawing/2014/main" id="{B7E88DDE-DDB2-4A76-A62A-D89EBEE2CF3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874" y="710907"/>
                </a:moveTo>
                <a:lnTo>
                  <a:pt x="1819830" y="617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3" name="9wup_2_official_PredictedLigand_55">
            <a:extLst>
              <a:ext uri="{FF2B5EF4-FFF2-40B4-BE49-F238E27FC236}">
                <a16:creationId xmlns:a16="http://schemas.microsoft.com/office/drawing/2014/main" id="{2F7C3F6C-A18D-4CF9-ABD4-37BE706823F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0857" y="533076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4" name="9wup_2_official_PredictedLigand_56">
            <a:extLst>
              <a:ext uri="{FF2B5EF4-FFF2-40B4-BE49-F238E27FC236}">
                <a16:creationId xmlns:a16="http://schemas.microsoft.com/office/drawing/2014/main" id="{BD261C1C-79BD-4D17-91BA-1FA72D81D90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9830" y="617828"/>
                </a:moveTo>
                <a:lnTo>
                  <a:pt x="1900857" y="5330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5" name="9wup_2_official_PredictedLigand_57">
            <a:extLst>
              <a:ext uri="{FF2B5EF4-FFF2-40B4-BE49-F238E27FC236}">
                <a16:creationId xmlns:a16="http://schemas.microsoft.com/office/drawing/2014/main" id="{9BFCC100-3B38-4028-B863-79BE615A679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680165" y="917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6" name="9wup_2_official_PredictedAtoms_0">
            <a:extLst>
              <a:ext uri="{FF2B5EF4-FFF2-40B4-BE49-F238E27FC236}">
                <a16:creationId xmlns:a16="http://schemas.microsoft.com/office/drawing/2014/main" id="{D0A3F6AA-5FBF-4EFB-85CA-89A7D9FFF64E}"/>
              </a:ext>
            </a:extLst>
          </p:cNvPr>
          <p:cNvSpPr>
            <a:spLocks noGrp="1"/>
          </p:cNvSpPr>
          <p:nvPr/>
        </p:nvSpPr>
        <p:spPr>
          <a:xfrm>
            <a:off x="1267328" y="31612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87" name="9wup_2_official_PredictedAtoms_1">
            <a:extLst>
              <a:ext uri="{FF2B5EF4-FFF2-40B4-BE49-F238E27FC236}">
                <a16:creationId xmlns:a16="http://schemas.microsoft.com/office/drawing/2014/main" id="{E7A19CA2-F0AA-49CC-A367-0456498B93FE}"/>
              </a:ext>
            </a:extLst>
          </p:cNvPr>
          <p:cNvSpPr>
            <a:spLocks noGrp="1"/>
          </p:cNvSpPr>
          <p:nvPr/>
        </p:nvSpPr>
        <p:spPr>
          <a:xfrm>
            <a:off x="1369074" y="32025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88" name="9wup_2_official_PredictedAtoms_2">
            <a:extLst>
              <a:ext uri="{FF2B5EF4-FFF2-40B4-BE49-F238E27FC236}">
                <a16:creationId xmlns:a16="http://schemas.microsoft.com/office/drawing/2014/main" id="{0EA6344B-2D37-4E28-BD78-6400812C6416}"/>
              </a:ext>
            </a:extLst>
          </p:cNvPr>
          <p:cNvSpPr>
            <a:spLocks noGrp="1"/>
          </p:cNvSpPr>
          <p:nvPr/>
        </p:nvSpPr>
        <p:spPr>
          <a:xfrm>
            <a:off x="1477402" y="31535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89" name="9wup_2_official_PredictedAtoms_3">
            <a:extLst>
              <a:ext uri="{FF2B5EF4-FFF2-40B4-BE49-F238E27FC236}">
                <a16:creationId xmlns:a16="http://schemas.microsoft.com/office/drawing/2014/main" id="{B6B31981-991E-467E-9153-340C83F8C182}"/>
              </a:ext>
            </a:extLst>
          </p:cNvPr>
          <p:cNvSpPr>
            <a:spLocks noGrp="1"/>
          </p:cNvSpPr>
          <p:nvPr/>
        </p:nvSpPr>
        <p:spPr>
          <a:xfrm>
            <a:off x="1504555" y="32296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0" name="9wup_2_official_PredictedAtoms_4">
            <a:extLst>
              <a:ext uri="{FF2B5EF4-FFF2-40B4-BE49-F238E27FC236}">
                <a16:creationId xmlns:a16="http://schemas.microsoft.com/office/drawing/2014/main" id="{605D896A-C547-40EC-9A46-1CD18206E859}"/>
              </a:ext>
            </a:extLst>
          </p:cNvPr>
          <p:cNvSpPr>
            <a:spLocks noGrp="1"/>
          </p:cNvSpPr>
          <p:nvPr/>
        </p:nvSpPr>
        <p:spPr>
          <a:xfrm>
            <a:off x="1600372" y="31984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1" name="9wup_2_official_PredictedAtoms_5">
            <a:extLst>
              <a:ext uri="{FF2B5EF4-FFF2-40B4-BE49-F238E27FC236}">
                <a16:creationId xmlns:a16="http://schemas.microsoft.com/office/drawing/2014/main" id="{63679CFB-EF8E-4B71-BC3F-D03BF3F0F4F6}"/>
              </a:ext>
            </a:extLst>
          </p:cNvPr>
          <p:cNvSpPr>
            <a:spLocks noGrp="1"/>
          </p:cNvSpPr>
          <p:nvPr/>
        </p:nvSpPr>
        <p:spPr>
          <a:xfrm>
            <a:off x="1586329" y="32612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2" name="9wup_2_official_PredictedAtoms_6">
            <a:extLst>
              <a:ext uri="{FF2B5EF4-FFF2-40B4-BE49-F238E27FC236}">
                <a16:creationId xmlns:a16="http://schemas.microsoft.com/office/drawing/2014/main" id="{B9528282-AAFE-4741-AE91-AA44D2EFB2E6}"/>
              </a:ext>
            </a:extLst>
          </p:cNvPr>
          <p:cNvSpPr>
            <a:spLocks noGrp="1"/>
          </p:cNvSpPr>
          <p:nvPr/>
        </p:nvSpPr>
        <p:spPr>
          <a:xfrm>
            <a:off x="1592672" y="30676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3" name="9wup_2_official_PredictedAtoms_7">
            <a:extLst>
              <a:ext uri="{FF2B5EF4-FFF2-40B4-BE49-F238E27FC236}">
                <a16:creationId xmlns:a16="http://schemas.microsoft.com/office/drawing/2014/main" id="{3E06AB68-8DCF-435B-AAB4-3FBA9F545CD9}"/>
              </a:ext>
            </a:extLst>
          </p:cNvPr>
          <p:cNvSpPr>
            <a:spLocks noGrp="1"/>
          </p:cNvSpPr>
          <p:nvPr/>
        </p:nvSpPr>
        <p:spPr>
          <a:xfrm>
            <a:off x="1721796" y="32438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4" name="9wup_2_official_PredictedAtoms_8">
            <a:extLst>
              <a:ext uri="{FF2B5EF4-FFF2-40B4-BE49-F238E27FC236}">
                <a16:creationId xmlns:a16="http://schemas.microsoft.com/office/drawing/2014/main" id="{36D7255C-A4A5-4099-9BD8-E536F70EE066}"/>
              </a:ext>
            </a:extLst>
          </p:cNvPr>
          <p:cNvSpPr>
            <a:spLocks noGrp="1"/>
          </p:cNvSpPr>
          <p:nvPr/>
        </p:nvSpPr>
        <p:spPr>
          <a:xfrm>
            <a:off x="1793988" y="33668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5" name="9wup_2_official_PredictedAtoms_9">
            <a:extLst>
              <a:ext uri="{FF2B5EF4-FFF2-40B4-BE49-F238E27FC236}">
                <a16:creationId xmlns:a16="http://schemas.microsoft.com/office/drawing/2014/main" id="{02F21C2F-A98A-4EF9-80A7-2A8FDFF29B35}"/>
              </a:ext>
            </a:extLst>
          </p:cNvPr>
          <p:cNvSpPr>
            <a:spLocks noGrp="1"/>
          </p:cNvSpPr>
          <p:nvPr/>
        </p:nvSpPr>
        <p:spPr>
          <a:xfrm>
            <a:off x="1713315" y="34650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6" name="9wup_2_official_PredictedAtoms_10">
            <a:extLst>
              <a:ext uri="{FF2B5EF4-FFF2-40B4-BE49-F238E27FC236}">
                <a16:creationId xmlns:a16="http://schemas.microsoft.com/office/drawing/2014/main" id="{8371DDCA-2F5B-4BD9-8A00-EDBCACFE3562}"/>
              </a:ext>
            </a:extLst>
          </p:cNvPr>
          <p:cNvSpPr>
            <a:spLocks noGrp="1"/>
          </p:cNvSpPr>
          <p:nvPr/>
        </p:nvSpPr>
        <p:spPr>
          <a:xfrm>
            <a:off x="1888884" y="33548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7" name="9wup_2_official_PredictedAtoms_11">
            <a:extLst>
              <a:ext uri="{FF2B5EF4-FFF2-40B4-BE49-F238E27FC236}">
                <a16:creationId xmlns:a16="http://schemas.microsoft.com/office/drawing/2014/main" id="{8FA570F9-2386-4CED-8D1B-E2ED212D7450}"/>
              </a:ext>
            </a:extLst>
          </p:cNvPr>
          <p:cNvSpPr>
            <a:spLocks noGrp="1"/>
          </p:cNvSpPr>
          <p:nvPr/>
        </p:nvSpPr>
        <p:spPr>
          <a:xfrm>
            <a:off x="1851532" y="33943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8" name="9wup_2_official_PredictedAtoms_12">
            <a:extLst>
              <a:ext uri="{FF2B5EF4-FFF2-40B4-BE49-F238E27FC236}">
                <a16:creationId xmlns:a16="http://schemas.microsoft.com/office/drawing/2014/main" id="{AE13EE10-C1DB-4D2E-98DC-C172861FFB2D}"/>
              </a:ext>
            </a:extLst>
          </p:cNvPr>
          <p:cNvSpPr>
            <a:spLocks noGrp="1"/>
          </p:cNvSpPr>
          <p:nvPr/>
        </p:nvSpPr>
        <p:spPr>
          <a:xfrm>
            <a:off x="1828786" y="34947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9" name="9wup_2_official_PredictedAtoms_13">
            <a:extLst>
              <a:ext uri="{FF2B5EF4-FFF2-40B4-BE49-F238E27FC236}">
                <a16:creationId xmlns:a16="http://schemas.microsoft.com/office/drawing/2014/main" id="{8BB8AE77-F00F-4F18-9D26-D7566312996A}"/>
              </a:ext>
            </a:extLst>
          </p:cNvPr>
          <p:cNvSpPr>
            <a:spLocks noGrp="1"/>
          </p:cNvSpPr>
          <p:nvPr/>
        </p:nvSpPr>
        <p:spPr>
          <a:xfrm>
            <a:off x="1883385" y="34905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0" name="9wup_2_official_PredictedAtoms_14">
            <a:extLst>
              <a:ext uri="{FF2B5EF4-FFF2-40B4-BE49-F238E27FC236}">
                <a16:creationId xmlns:a16="http://schemas.microsoft.com/office/drawing/2014/main" id="{93B199BC-CA2E-4973-9637-2360064C04A3}"/>
              </a:ext>
            </a:extLst>
          </p:cNvPr>
          <p:cNvSpPr>
            <a:spLocks noGrp="1"/>
          </p:cNvSpPr>
          <p:nvPr/>
        </p:nvSpPr>
        <p:spPr>
          <a:xfrm>
            <a:off x="1989957" y="34324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1" name="9wup_2_official_PredictedAtoms_15">
            <a:extLst>
              <a:ext uri="{FF2B5EF4-FFF2-40B4-BE49-F238E27FC236}">
                <a16:creationId xmlns:a16="http://schemas.microsoft.com/office/drawing/2014/main" id="{8E385305-7C0B-4D45-BC9C-1CBFE11BD719}"/>
              </a:ext>
            </a:extLst>
          </p:cNvPr>
          <p:cNvSpPr>
            <a:spLocks noGrp="1"/>
          </p:cNvSpPr>
          <p:nvPr/>
        </p:nvSpPr>
        <p:spPr>
          <a:xfrm>
            <a:off x="2006242" y="33857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2" name="9wup_2_official_PredictedAtoms_16">
            <a:extLst>
              <a:ext uri="{FF2B5EF4-FFF2-40B4-BE49-F238E27FC236}">
                <a16:creationId xmlns:a16="http://schemas.microsoft.com/office/drawing/2014/main" id="{AF8D2C66-9D39-4B72-A14A-8CD73A122C45}"/>
              </a:ext>
            </a:extLst>
          </p:cNvPr>
          <p:cNvSpPr>
            <a:spLocks noGrp="1"/>
          </p:cNvSpPr>
          <p:nvPr/>
        </p:nvSpPr>
        <p:spPr>
          <a:xfrm>
            <a:off x="2073282" y="32759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3" name="9wup_2_official_PredictedAtoms_17">
            <a:extLst>
              <a:ext uri="{FF2B5EF4-FFF2-40B4-BE49-F238E27FC236}">
                <a16:creationId xmlns:a16="http://schemas.microsoft.com/office/drawing/2014/main" id="{FD487E94-7788-4B29-867C-6C770FCA2E8A}"/>
              </a:ext>
            </a:extLst>
          </p:cNvPr>
          <p:cNvSpPr>
            <a:spLocks noGrp="1"/>
          </p:cNvSpPr>
          <p:nvPr/>
        </p:nvSpPr>
        <p:spPr>
          <a:xfrm>
            <a:off x="2032238" y="31829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4" name="9wup_2_official_PredictedAtoms_18">
            <a:extLst>
              <a:ext uri="{FF2B5EF4-FFF2-40B4-BE49-F238E27FC236}">
                <a16:creationId xmlns:a16="http://schemas.microsoft.com/office/drawing/2014/main" id="{0392E587-306E-49B3-AE47-131FD5095718}"/>
              </a:ext>
            </a:extLst>
          </p:cNvPr>
          <p:cNvSpPr>
            <a:spLocks noGrp="1"/>
          </p:cNvSpPr>
          <p:nvPr/>
        </p:nvSpPr>
        <p:spPr>
          <a:xfrm>
            <a:off x="2113265" y="30981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5" name="9wup_2_official_PredictedAtoms_19">
            <a:extLst>
              <a:ext uri="{FF2B5EF4-FFF2-40B4-BE49-F238E27FC236}">
                <a16:creationId xmlns:a16="http://schemas.microsoft.com/office/drawing/2014/main" id="{AB100EB6-477E-4BE4-BD25-8A9308187EFF}"/>
              </a:ext>
            </a:extLst>
          </p:cNvPr>
          <p:cNvSpPr>
            <a:spLocks noGrp="1"/>
          </p:cNvSpPr>
          <p:nvPr/>
        </p:nvSpPr>
        <p:spPr>
          <a:xfrm>
            <a:off x="2213232" y="31384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6" name="9wup_2_official_PredictedAtoms_20">
            <a:extLst>
              <a:ext uri="{FF2B5EF4-FFF2-40B4-BE49-F238E27FC236}">
                <a16:creationId xmlns:a16="http://schemas.microsoft.com/office/drawing/2014/main" id="{EEE99CCA-CE5A-40A8-9802-2142FD7D7E30}"/>
              </a:ext>
            </a:extLst>
          </p:cNvPr>
          <p:cNvSpPr>
            <a:spLocks noGrp="1"/>
          </p:cNvSpPr>
          <p:nvPr/>
        </p:nvSpPr>
        <p:spPr>
          <a:xfrm>
            <a:off x="2324726" y="30875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7" name="9wup_2_official_PredictedAtoms_21">
            <a:extLst>
              <a:ext uri="{FF2B5EF4-FFF2-40B4-BE49-F238E27FC236}">
                <a16:creationId xmlns:a16="http://schemas.microsoft.com/office/drawing/2014/main" id="{F7747778-8876-400E-BBB9-5EB20206DD10}"/>
              </a:ext>
            </a:extLst>
          </p:cNvPr>
          <p:cNvSpPr>
            <a:spLocks noGrp="1"/>
          </p:cNvSpPr>
          <p:nvPr/>
        </p:nvSpPr>
        <p:spPr>
          <a:xfrm>
            <a:off x="2357678" y="29735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8" name="9wup_2_official_PredictedAtoms_22">
            <a:extLst>
              <a:ext uri="{FF2B5EF4-FFF2-40B4-BE49-F238E27FC236}">
                <a16:creationId xmlns:a16="http://schemas.microsoft.com/office/drawing/2014/main" id="{754DC8D3-8F24-469B-A2B0-AA5E80FA48BF}"/>
              </a:ext>
            </a:extLst>
          </p:cNvPr>
          <p:cNvSpPr>
            <a:spLocks noGrp="1"/>
          </p:cNvSpPr>
          <p:nvPr/>
        </p:nvSpPr>
        <p:spPr>
          <a:xfrm>
            <a:off x="2406987" y="31580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9" name="9wup_2_official_PredictedAtoms_23">
            <a:extLst>
              <a:ext uri="{FF2B5EF4-FFF2-40B4-BE49-F238E27FC236}">
                <a16:creationId xmlns:a16="http://schemas.microsoft.com/office/drawing/2014/main" id="{7A179792-CCE3-4110-B4E2-FB017B987FAC}"/>
              </a:ext>
            </a:extLst>
          </p:cNvPr>
          <p:cNvSpPr>
            <a:spLocks noGrp="1"/>
          </p:cNvSpPr>
          <p:nvPr/>
        </p:nvSpPr>
        <p:spPr>
          <a:xfrm>
            <a:off x="2372389" y="32663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0" name="9wup_2_official_PredictedAtoms_24">
            <a:extLst>
              <a:ext uri="{FF2B5EF4-FFF2-40B4-BE49-F238E27FC236}">
                <a16:creationId xmlns:a16="http://schemas.microsoft.com/office/drawing/2014/main" id="{59A2B2BD-8A55-4C76-AA05-AA90BC1B4EFB}"/>
              </a:ext>
            </a:extLst>
          </p:cNvPr>
          <p:cNvSpPr>
            <a:spLocks noGrp="1"/>
          </p:cNvSpPr>
          <p:nvPr/>
        </p:nvSpPr>
        <p:spPr>
          <a:xfrm>
            <a:off x="2268713" y="33145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1" name="9wup_2_official_PredictedAtoms_25">
            <a:extLst>
              <a:ext uri="{FF2B5EF4-FFF2-40B4-BE49-F238E27FC236}">
                <a16:creationId xmlns:a16="http://schemas.microsoft.com/office/drawing/2014/main" id="{FCDAC291-A924-467E-A0F2-EB4B7BC8A7C6}"/>
              </a:ext>
            </a:extLst>
          </p:cNvPr>
          <p:cNvSpPr>
            <a:spLocks noGrp="1"/>
          </p:cNvSpPr>
          <p:nvPr/>
        </p:nvSpPr>
        <p:spPr>
          <a:xfrm>
            <a:off x="2187417" y="32512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2" name="9wup_2_official_PredictedAtoms_26">
            <a:extLst>
              <a:ext uri="{FF2B5EF4-FFF2-40B4-BE49-F238E27FC236}">
                <a16:creationId xmlns:a16="http://schemas.microsoft.com/office/drawing/2014/main" id="{A7C2676F-8F7C-4988-A386-EB3D466C1964}"/>
              </a:ext>
            </a:extLst>
          </p:cNvPr>
          <p:cNvSpPr>
            <a:spLocks noGrp="1"/>
          </p:cNvSpPr>
          <p:nvPr/>
        </p:nvSpPr>
        <p:spPr>
          <a:xfrm>
            <a:off x="1888505" y="34001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3" name="9wup_2_official_PredictedAtoms_27">
            <a:extLst>
              <a:ext uri="{FF2B5EF4-FFF2-40B4-BE49-F238E27FC236}">
                <a16:creationId xmlns:a16="http://schemas.microsoft.com/office/drawing/2014/main" id="{67FE3AF8-977C-4AD0-8214-01406E5FD84E}"/>
              </a:ext>
            </a:extLst>
          </p:cNvPr>
          <p:cNvSpPr>
            <a:spLocks noGrp="1"/>
          </p:cNvSpPr>
          <p:nvPr/>
        </p:nvSpPr>
        <p:spPr>
          <a:xfrm>
            <a:off x="1892573" y="34822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4" name="9wup_2_official_PredictedAtoms_28">
            <a:extLst>
              <a:ext uri="{FF2B5EF4-FFF2-40B4-BE49-F238E27FC236}">
                <a16:creationId xmlns:a16="http://schemas.microsoft.com/office/drawing/2014/main" id="{5613E724-0F4D-43B9-A74E-129516EECEBC}"/>
              </a:ext>
            </a:extLst>
          </p:cNvPr>
          <p:cNvSpPr>
            <a:spLocks noGrp="1"/>
          </p:cNvSpPr>
          <p:nvPr/>
        </p:nvSpPr>
        <p:spPr>
          <a:xfrm>
            <a:off x="1804896" y="344403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5" name="9wup_2_official_PredictedAtoms_29">
            <a:extLst>
              <a:ext uri="{FF2B5EF4-FFF2-40B4-BE49-F238E27FC236}">
                <a16:creationId xmlns:a16="http://schemas.microsoft.com/office/drawing/2014/main" id="{689B7EA4-8405-445C-BA91-BC9300E3DCC4}"/>
              </a:ext>
            </a:extLst>
          </p:cNvPr>
          <p:cNvSpPr>
            <a:spLocks noGrp="1"/>
          </p:cNvSpPr>
          <p:nvPr/>
        </p:nvSpPr>
        <p:spPr>
          <a:xfrm>
            <a:off x="1722088" y="35337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6" name="9wup_2_official_PredictedAtoms_30">
            <a:extLst>
              <a:ext uri="{FF2B5EF4-FFF2-40B4-BE49-F238E27FC236}">
                <a16:creationId xmlns:a16="http://schemas.microsoft.com/office/drawing/2014/main" id="{33986C75-FBEC-4152-995F-8189A95138C7}"/>
              </a:ext>
            </a:extLst>
          </p:cNvPr>
          <p:cNvSpPr>
            <a:spLocks noGrp="1"/>
          </p:cNvSpPr>
          <p:nvPr/>
        </p:nvSpPr>
        <p:spPr>
          <a:xfrm>
            <a:off x="1389196" y="33318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7" name="9wup_2_official_PredictedAtoms_31">
            <a:extLst>
              <a:ext uri="{FF2B5EF4-FFF2-40B4-BE49-F238E27FC236}">
                <a16:creationId xmlns:a16="http://schemas.microsoft.com/office/drawing/2014/main" id="{27877B82-C811-42C8-A118-B8BF88253626}"/>
              </a:ext>
            </a:extLst>
          </p:cNvPr>
          <p:cNvSpPr>
            <a:spLocks noGrp="1"/>
          </p:cNvSpPr>
          <p:nvPr/>
        </p:nvSpPr>
        <p:spPr>
          <a:xfrm>
            <a:off x="1471237" y="33595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8" name="9wup_2_official_PredictedAtoms_32">
            <a:extLst>
              <a:ext uri="{FF2B5EF4-FFF2-40B4-BE49-F238E27FC236}">
                <a16:creationId xmlns:a16="http://schemas.microsoft.com/office/drawing/2014/main" id="{11D42310-E2DD-406B-9377-392998708D9E}"/>
              </a:ext>
            </a:extLst>
          </p:cNvPr>
          <p:cNvSpPr>
            <a:spLocks noGrp="1"/>
          </p:cNvSpPr>
          <p:nvPr/>
        </p:nvSpPr>
        <p:spPr>
          <a:xfrm>
            <a:off x="1276705" y="34018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9" name="9wup_2_official_PredictedAtoms_33">
            <a:extLst>
              <a:ext uri="{FF2B5EF4-FFF2-40B4-BE49-F238E27FC236}">
                <a16:creationId xmlns:a16="http://schemas.microsoft.com/office/drawing/2014/main" id="{374714F6-17B5-42F9-A20B-5C4A1A60D47E}"/>
              </a:ext>
            </a:extLst>
          </p:cNvPr>
          <p:cNvSpPr>
            <a:spLocks noGrp="1"/>
          </p:cNvSpPr>
          <p:nvPr/>
        </p:nvSpPr>
        <p:spPr>
          <a:xfrm>
            <a:off x="1296568" y="351241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0" name="9wup_2_official_PredictedAtoms_34">
            <a:extLst>
              <a:ext uri="{FF2B5EF4-FFF2-40B4-BE49-F238E27FC236}">
                <a16:creationId xmlns:a16="http://schemas.microsoft.com/office/drawing/2014/main" id="{0D416883-3889-4EDC-886C-499AC2DA0CFE}"/>
              </a:ext>
            </a:extLst>
          </p:cNvPr>
          <p:cNvSpPr>
            <a:spLocks noGrp="1"/>
          </p:cNvSpPr>
          <p:nvPr/>
        </p:nvSpPr>
        <p:spPr>
          <a:xfrm>
            <a:off x="1230398" y="34338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1" name="9wup_2_official_PredictedAtoms_35">
            <a:extLst>
              <a:ext uri="{FF2B5EF4-FFF2-40B4-BE49-F238E27FC236}">
                <a16:creationId xmlns:a16="http://schemas.microsoft.com/office/drawing/2014/main" id="{D8DF05C0-EBE0-4E34-B949-EF449209DB74}"/>
              </a:ext>
            </a:extLst>
          </p:cNvPr>
          <p:cNvSpPr>
            <a:spLocks noGrp="1"/>
          </p:cNvSpPr>
          <p:nvPr/>
        </p:nvSpPr>
        <p:spPr>
          <a:xfrm>
            <a:off x="1104902" y="34288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2" name="9wup_2_official_PredictedAtoms_36">
            <a:extLst>
              <a:ext uri="{FF2B5EF4-FFF2-40B4-BE49-F238E27FC236}">
                <a16:creationId xmlns:a16="http://schemas.microsoft.com/office/drawing/2014/main" id="{5DE0BF5F-8645-4523-9B5B-026A839BF23C}"/>
              </a:ext>
            </a:extLst>
          </p:cNvPr>
          <p:cNvSpPr>
            <a:spLocks noGrp="1"/>
          </p:cNvSpPr>
          <p:nvPr/>
        </p:nvSpPr>
        <p:spPr>
          <a:xfrm>
            <a:off x="1038692" y="35267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3" name="9wup_2_official_PredictedAtoms_37">
            <a:extLst>
              <a:ext uri="{FF2B5EF4-FFF2-40B4-BE49-F238E27FC236}">
                <a16:creationId xmlns:a16="http://schemas.microsoft.com/office/drawing/2014/main" id="{9E5549AF-3468-44FC-9FF0-C50BAB689395}"/>
              </a:ext>
            </a:extLst>
          </p:cNvPr>
          <p:cNvSpPr>
            <a:spLocks noGrp="1"/>
          </p:cNvSpPr>
          <p:nvPr/>
        </p:nvSpPr>
        <p:spPr>
          <a:xfrm>
            <a:off x="1081015" y="36335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4" name="9wup_2_official_PredictedAtoms_38">
            <a:extLst>
              <a:ext uri="{FF2B5EF4-FFF2-40B4-BE49-F238E27FC236}">
                <a16:creationId xmlns:a16="http://schemas.microsoft.com/office/drawing/2014/main" id="{E6853DBD-A036-4322-9B7C-789D0CC07805}"/>
              </a:ext>
            </a:extLst>
          </p:cNvPr>
          <p:cNvSpPr>
            <a:spLocks noGrp="1"/>
          </p:cNvSpPr>
          <p:nvPr/>
        </p:nvSpPr>
        <p:spPr>
          <a:xfrm>
            <a:off x="1015275" y="37330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5" name="9wup_2_official_PredictedAtoms_39">
            <a:extLst>
              <a:ext uri="{FF2B5EF4-FFF2-40B4-BE49-F238E27FC236}">
                <a16:creationId xmlns:a16="http://schemas.microsoft.com/office/drawing/2014/main" id="{BE9D68EB-0389-4B5B-A218-4E1E345D4726}"/>
              </a:ext>
            </a:extLst>
          </p:cNvPr>
          <p:cNvSpPr>
            <a:spLocks noGrp="1"/>
          </p:cNvSpPr>
          <p:nvPr/>
        </p:nvSpPr>
        <p:spPr>
          <a:xfrm>
            <a:off x="1053113" y="38298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6" name="9wup_2_official_PredictedAtoms_40">
            <a:extLst>
              <a:ext uri="{FF2B5EF4-FFF2-40B4-BE49-F238E27FC236}">
                <a16:creationId xmlns:a16="http://schemas.microsoft.com/office/drawing/2014/main" id="{AB7E6442-5E70-48DB-92A3-95BA3F2D06DF}"/>
              </a:ext>
            </a:extLst>
          </p:cNvPr>
          <p:cNvSpPr>
            <a:spLocks noGrp="1"/>
          </p:cNvSpPr>
          <p:nvPr/>
        </p:nvSpPr>
        <p:spPr>
          <a:xfrm>
            <a:off x="902127" y="37291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7" name="9wup_2_official_PredictedAtoms_41">
            <a:extLst>
              <a:ext uri="{FF2B5EF4-FFF2-40B4-BE49-F238E27FC236}">
                <a16:creationId xmlns:a16="http://schemas.microsoft.com/office/drawing/2014/main" id="{EE067927-D59E-41DF-80A2-4F741BE628EA}"/>
              </a:ext>
            </a:extLst>
          </p:cNvPr>
          <p:cNvSpPr>
            <a:spLocks noGrp="1"/>
          </p:cNvSpPr>
          <p:nvPr/>
        </p:nvSpPr>
        <p:spPr>
          <a:xfrm>
            <a:off x="850605" y="36236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8" name="9wup_2_official_PredictedAtoms_42">
            <a:extLst>
              <a:ext uri="{FF2B5EF4-FFF2-40B4-BE49-F238E27FC236}">
                <a16:creationId xmlns:a16="http://schemas.microsoft.com/office/drawing/2014/main" id="{21B5BCDC-EE50-4085-B40D-F0C2E3255CE8}"/>
              </a:ext>
            </a:extLst>
          </p:cNvPr>
          <p:cNvSpPr>
            <a:spLocks noGrp="1"/>
          </p:cNvSpPr>
          <p:nvPr/>
        </p:nvSpPr>
        <p:spPr>
          <a:xfrm>
            <a:off x="746572" y="36226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9" name="9wup_2_official_PredictedAtoms_43">
            <a:extLst>
              <a:ext uri="{FF2B5EF4-FFF2-40B4-BE49-F238E27FC236}">
                <a16:creationId xmlns:a16="http://schemas.microsoft.com/office/drawing/2014/main" id="{5819C58D-8FCB-4592-AA7A-A9BB24C5E467}"/>
              </a:ext>
            </a:extLst>
          </p:cNvPr>
          <p:cNvSpPr>
            <a:spLocks noGrp="1"/>
          </p:cNvSpPr>
          <p:nvPr/>
        </p:nvSpPr>
        <p:spPr>
          <a:xfrm>
            <a:off x="920947" y="35197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0" name="9wup_2_official_PredictedAtoms_44">
            <a:extLst>
              <a:ext uri="{FF2B5EF4-FFF2-40B4-BE49-F238E27FC236}">
                <a16:creationId xmlns:a16="http://schemas.microsoft.com/office/drawing/2014/main" id="{DF28DF42-E861-4A4B-9C7E-EAE4D5EF3BC6}"/>
              </a:ext>
            </a:extLst>
          </p:cNvPr>
          <p:cNvSpPr>
            <a:spLocks noGrp="1"/>
          </p:cNvSpPr>
          <p:nvPr/>
        </p:nvSpPr>
        <p:spPr>
          <a:xfrm>
            <a:off x="870586" y="34126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1" name="9wup_2_official_PredictedAtoms_45">
            <a:extLst>
              <a:ext uri="{FF2B5EF4-FFF2-40B4-BE49-F238E27FC236}">
                <a16:creationId xmlns:a16="http://schemas.microsoft.com/office/drawing/2014/main" id="{2783A667-E629-49E4-993D-21323B083C31}"/>
              </a:ext>
            </a:extLst>
          </p:cNvPr>
          <p:cNvSpPr>
            <a:spLocks noGrp="1"/>
          </p:cNvSpPr>
          <p:nvPr/>
        </p:nvSpPr>
        <p:spPr>
          <a:xfrm>
            <a:off x="932904" y="331480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2" name="9wup_2_official_PredictedAtoms_46">
            <a:extLst>
              <a:ext uri="{FF2B5EF4-FFF2-40B4-BE49-F238E27FC236}">
                <a16:creationId xmlns:a16="http://schemas.microsoft.com/office/drawing/2014/main" id="{E535B0C3-3212-417A-B271-E7A1C5F749AE}"/>
              </a:ext>
            </a:extLst>
          </p:cNvPr>
          <p:cNvSpPr>
            <a:spLocks noGrp="1"/>
          </p:cNvSpPr>
          <p:nvPr/>
        </p:nvSpPr>
        <p:spPr>
          <a:xfrm>
            <a:off x="879725" y="32058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3" name="9wup_2_official_PredictedAtoms_47">
            <a:extLst>
              <a:ext uri="{FF2B5EF4-FFF2-40B4-BE49-F238E27FC236}">
                <a16:creationId xmlns:a16="http://schemas.microsoft.com/office/drawing/2014/main" id="{416E9DBE-B15E-4615-8EA7-2FE65FECDA57}"/>
              </a:ext>
            </a:extLst>
          </p:cNvPr>
          <p:cNvSpPr>
            <a:spLocks noGrp="1"/>
          </p:cNvSpPr>
          <p:nvPr/>
        </p:nvSpPr>
        <p:spPr>
          <a:xfrm>
            <a:off x="940311" y="30999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4" name="9wup_2_official_PredictedAtoms_48">
            <a:extLst>
              <a:ext uri="{FF2B5EF4-FFF2-40B4-BE49-F238E27FC236}">
                <a16:creationId xmlns:a16="http://schemas.microsoft.com/office/drawing/2014/main" id="{43E742E5-0210-4D78-BC12-FA2DDE985AD3}"/>
              </a:ext>
            </a:extLst>
          </p:cNvPr>
          <p:cNvSpPr>
            <a:spLocks noGrp="1"/>
          </p:cNvSpPr>
          <p:nvPr/>
        </p:nvSpPr>
        <p:spPr>
          <a:xfrm>
            <a:off x="873885" y="29869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5" name="9wup_2_official_PredictedAtoms_49">
            <a:extLst>
              <a:ext uri="{FF2B5EF4-FFF2-40B4-BE49-F238E27FC236}">
                <a16:creationId xmlns:a16="http://schemas.microsoft.com/office/drawing/2014/main" id="{AFA6EB7A-1B0D-4598-9106-25BED869B5AA}"/>
              </a:ext>
            </a:extLst>
          </p:cNvPr>
          <p:cNvSpPr>
            <a:spLocks noGrp="1"/>
          </p:cNvSpPr>
          <p:nvPr/>
        </p:nvSpPr>
        <p:spPr>
          <a:xfrm>
            <a:off x="1062213" y="31037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6" name="9wup_2_official_PredictedAtoms_50">
            <a:extLst>
              <a:ext uri="{FF2B5EF4-FFF2-40B4-BE49-F238E27FC236}">
                <a16:creationId xmlns:a16="http://schemas.microsoft.com/office/drawing/2014/main" id="{C5175B5F-9F85-4AF3-9619-C1B5B55BD871}"/>
              </a:ext>
            </a:extLst>
          </p:cNvPr>
          <p:cNvSpPr>
            <a:spLocks noGrp="1"/>
          </p:cNvSpPr>
          <p:nvPr/>
        </p:nvSpPr>
        <p:spPr>
          <a:xfrm>
            <a:off x="1126175" y="29935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7" name="9wup_2_official_PredictedAtoms_51">
            <a:extLst>
              <a:ext uri="{FF2B5EF4-FFF2-40B4-BE49-F238E27FC236}">
                <a16:creationId xmlns:a16="http://schemas.microsoft.com/office/drawing/2014/main" id="{CF6FD1E3-89EA-4A81-9CAF-8861853E6DFD}"/>
              </a:ext>
            </a:extLst>
          </p:cNvPr>
          <p:cNvSpPr>
            <a:spLocks noGrp="1"/>
          </p:cNvSpPr>
          <p:nvPr/>
        </p:nvSpPr>
        <p:spPr>
          <a:xfrm>
            <a:off x="1114009" y="32138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8" name="9wup_2_official_PredictedAtoms_52">
            <a:extLst>
              <a:ext uri="{FF2B5EF4-FFF2-40B4-BE49-F238E27FC236}">
                <a16:creationId xmlns:a16="http://schemas.microsoft.com/office/drawing/2014/main" id="{AAFC175D-17E0-46A0-ACE4-74AB571FEF4A}"/>
              </a:ext>
            </a:extLst>
          </p:cNvPr>
          <p:cNvSpPr>
            <a:spLocks noGrp="1"/>
          </p:cNvSpPr>
          <p:nvPr/>
        </p:nvSpPr>
        <p:spPr>
          <a:xfrm>
            <a:off x="1054224" y="33208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9" name="stage3-cases-clash_16">
            <a:extLst>
              <a:ext uri="{FF2B5EF4-FFF2-40B4-BE49-F238E27FC236}">
                <a16:creationId xmlns:a16="http://schemas.microsoft.com/office/drawing/2014/main" id="{2507A2B0-C060-4F29-94E9-F39E3EBE659A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3.83 Å   D 66%   Clash 0</a:t>
            </a:r>
          </a:p>
        </p:txBody>
      </p:sp>
      <p:sp>
        <p:nvSpPr>
          <p:cNvPr id="540" name="9wup_2_tuned_Receptor">
            <a:extLst>
              <a:ext uri="{FF2B5EF4-FFF2-40B4-BE49-F238E27FC236}">
                <a16:creationId xmlns:a16="http://schemas.microsoft.com/office/drawing/2014/main" id="{D1E35586-333D-40BD-8C32-76F67481C00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41" name="9wup_2_tuned_ExperimentalDensity">
            <a:extLst>
              <a:ext uri="{FF2B5EF4-FFF2-40B4-BE49-F238E27FC236}">
                <a16:creationId xmlns:a16="http://schemas.microsoft.com/office/drawing/2014/main" id="{E95D3605-9453-4E71-A1D1-72A9CB95FF4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42" name="9wup_2_tuned_ReferenceLigand_0">
            <a:extLst>
              <a:ext uri="{FF2B5EF4-FFF2-40B4-BE49-F238E27FC236}">
                <a16:creationId xmlns:a16="http://schemas.microsoft.com/office/drawing/2014/main" id="{B11F6794-CDD3-4B08-BA7B-E00C06B43C0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3" name="9wup_2_tuned_ReferenceLigand_1">
            <a:extLst>
              <a:ext uri="{FF2B5EF4-FFF2-40B4-BE49-F238E27FC236}">
                <a16:creationId xmlns:a16="http://schemas.microsoft.com/office/drawing/2014/main" id="{0FC7DC92-484E-46FC-9683-49C1244D501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wup_2_tuned_ReferenceLigand_2">
            <a:extLst>
              <a:ext uri="{FF2B5EF4-FFF2-40B4-BE49-F238E27FC236}">
                <a16:creationId xmlns:a16="http://schemas.microsoft.com/office/drawing/2014/main" id="{0289E551-45DD-4C4E-9656-9E6AE1DEEAE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wup_2_tuned_ReferenceLigand_3">
            <a:extLst>
              <a:ext uri="{FF2B5EF4-FFF2-40B4-BE49-F238E27FC236}">
                <a16:creationId xmlns:a16="http://schemas.microsoft.com/office/drawing/2014/main" id="{8FCB6843-E7BF-4914-9DEA-2E45B8F340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wup_2_tuned_ReferenceLigand_4">
            <a:extLst>
              <a:ext uri="{FF2B5EF4-FFF2-40B4-BE49-F238E27FC236}">
                <a16:creationId xmlns:a16="http://schemas.microsoft.com/office/drawing/2014/main" id="{8A1CABAF-FDEA-4D9A-8747-499F326A4E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wup_2_tuned_ReferenceLigand_5">
            <a:extLst>
              <a:ext uri="{FF2B5EF4-FFF2-40B4-BE49-F238E27FC236}">
                <a16:creationId xmlns:a16="http://schemas.microsoft.com/office/drawing/2014/main" id="{E2E0506C-C9F1-4294-8D46-E9E537445BF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wup_2_tuned_ReferenceLigand_6">
            <a:extLst>
              <a:ext uri="{FF2B5EF4-FFF2-40B4-BE49-F238E27FC236}">
                <a16:creationId xmlns:a16="http://schemas.microsoft.com/office/drawing/2014/main" id="{ECA48F8C-FAFB-4158-92C6-F7292A80003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wup_2_tuned_ReferenceLigand_7">
            <a:extLst>
              <a:ext uri="{FF2B5EF4-FFF2-40B4-BE49-F238E27FC236}">
                <a16:creationId xmlns:a16="http://schemas.microsoft.com/office/drawing/2014/main" id="{653B5899-3ADF-4B63-821D-901EE83946F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wup_2_tuned_ReferenceLigand_8">
            <a:extLst>
              <a:ext uri="{FF2B5EF4-FFF2-40B4-BE49-F238E27FC236}">
                <a16:creationId xmlns:a16="http://schemas.microsoft.com/office/drawing/2014/main" id="{8B352B79-58E7-424E-9E20-5FD4772E611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wup_2_tuned_ReferenceLigand_9">
            <a:extLst>
              <a:ext uri="{FF2B5EF4-FFF2-40B4-BE49-F238E27FC236}">
                <a16:creationId xmlns:a16="http://schemas.microsoft.com/office/drawing/2014/main" id="{7EC718D2-E3F6-43E0-A72B-A22FA8B0B6E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wup_2_tuned_ReferenceLigand_10">
            <a:extLst>
              <a:ext uri="{FF2B5EF4-FFF2-40B4-BE49-F238E27FC236}">
                <a16:creationId xmlns:a16="http://schemas.microsoft.com/office/drawing/2014/main" id="{1A95ECAF-BE98-440E-AE37-1800FDFA323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wup_2_tuned_ReferenceLigand_11">
            <a:extLst>
              <a:ext uri="{FF2B5EF4-FFF2-40B4-BE49-F238E27FC236}">
                <a16:creationId xmlns:a16="http://schemas.microsoft.com/office/drawing/2014/main" id="{EBCDD6E7-9334-43DF-AFA0-DB26AA8A590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wup_2_tuned_ReferenceLigand_12">
            <a:extLst>
              <a:ext uri="{FF2B5EF4-FFF2-40B4-BE49-F238E27FC236}">
                <a16:creationId xmlns:a16="http://schemas.microsoft.com/office/drawing/2014/main" id="{F6AFAB9E-F58F-4A9A-B244-0930AA752C9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wup_2_tuned_ReferenceLigand_13">
            <a:extLst>
              <a:ext uri="{FF2B5EF4-FFF2-40B4-BE49-F238E27FC236}">
                <a16:creationId xmlns:a16="http://schemas.microsoft.com/office/drawing/2014/main" id="{0AC772F6-A45C-4E0D-9948-A75130C04C1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wup_2_tuned_ReferenceLigand_14">
            <a:extLst>
              <a:ext uri="{FF2B5EF4-FFF2-40B4-BE49-F238E27FC236}">
                <a16:creationId xmlns:a16="http://schemas.microsoft.com/office/drawing/2014/main" id="{52AB2482-8961-475B-A23B-D1A14DD8784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wup_2_tuned_ReferenceLigand_15">
            <a:extLst>
              <a:ext uri="{FF2B5EF4-FFF2-40B4-BE49-F238E27FC236}">
                <a16:creationId xmlns:a16="http://schemas.microsoft.com/office/drawing/2014/main" id="{81D4CC45-42F1-4426-AE8F-2239DDEBFA5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wup_2_tuned_ReferenceLigand_16">
            <a:extLst>
              <a:ext uri="{FF2B5EF4-FFF2-40B4-BE49-F238E27FC236}">
                <a16:creationId xmlns:a16="http://schemas.microsoft.com/office/drawing/2014/main" id="{B3F8BB3F-16C2-41E4-9BBB-B35E87B2D96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wup_2_tuned_ReferenceLigand_17">
            <a:extLst>
              <a:ext uri="{FF2B5EF4-FFF2-40B4-BE49-F238E27FC236}">
                <a16:creationId xmlns:a16="http://schemas.microsoft.com/office/drawing/2014/main" id="{82A15966-1BF7-4402-9F05-F8A233098AD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wup_2_tuned_ReferenceLigand_18">
            <a:extLst>
              <a:ext uri="{FF2B5EF4-FFF2-40B4-BE49-F238E27FC236}">
                <a16:creationId xmlns:a16="http://schemas.microsoft.com/office/drawing/2014/main" id="{6F15BF4F-0DA3-4344-B8B8-F42BFB225B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wup_2_tuned_ReferenceLigand_19">
            <a:extLst>
              <a:ext uri="{FF2B5EF4-FFF2-40B4-BE49-F238E27FC236}">
                <a16:creationId xmlns:a16="http://schemas.microsoft.com/office/drawing/2014/main" id="{4B87CB19-66BC-4D62-82CB-E00B834792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wup_2_tuned_ReferenceLigand_20">
            <a:extLst>
              <a:ext uri="{FF2B5EF4-FFF2-40B4-BE49-F238E27FC236}">
                <a16:creationId xmlns:a16="http://schemas.microsoft.com/office/drawing/2014/main" id="{97469B20-8E6B-439F-8261-C3EE30BFB16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wup_2_tuned_ReferenceLigand_21">
            <a:extLst>
              <a:ext uri="{FF2B5EF4-FFF2-40B4-BE49-F238E27FC236}">
                <a16:creationId xmlns:a16="http://schemas.microsoft.com/office/drawing/2014/main" id="{F3052528-0BCA-4898-8595-9F3D74348E3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wup_2_tuned_ReferenceLigand_22">
            <a:extLst>
              <a:ext uri="{FF2B5EF4-FFF2-40B4-BE49-F238E27FC236}">
                <a16:creationId xmlns:a16="http://schemas.microsoft.com/office/drawing/2014/main" id="{71F416D8-A40D-42A4-80BA-6E71197784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wup_2_tuned_ReferenceLigand_23">
            <a:extLst>
              <a:ext uri="{FF2B5EF4-FFF2-40B4-BE49-F238E27FC236}">
                <a16:creationId xmlns:a16="http://schemas.microsoft.com/office/drawing/2014/main" id="{98C5D378-0D03-4497-8A95-D6853C339A7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wup_2_tuned_ReferenceLigand_24">
            <a:extLst>
              <a:ext uri="{FF2B5EF4-FFF2-40B4-BE49-F238E27FC236}">
                <a16:creationId xmlns:a16="http://schemas.microsoft.com/office/drawing/2014/main" id="{E859B255-03C5-45CC-B42F-3E25DE9465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wup_2_tuned_ReferenceLigand_25">
            <a:extLst>
              <a:ext uri="{FF2B5EF4-FFF2-40B4-BE49-F238E27FC236}">
                <a16:creationId xmlns:a16="http://schemas.microsoft.com/office/drawing/2014/main" id="{F0C8D4BE-9DBC-451C-BB10-09058C6C287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wup_2_tuned_ReferenceLigand_26">
            <a:extLst>
              <a:ext uri="{FF2B5EF4-FFF2-40B4-BE49-F238E27FC236}">
                <a16:creationId xmlns:a16="http://schemas.microsoft.com/office/drawing/2014/main" id="{06E128AD-3D02-4FAD-8C0A-9F66AC01C0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wup_2_tuned_ReferenceLigand_27">
            <a:extLst>
              <a:ext uri="{FF2B5EF4-FFF2-40B4-BE49-F238E27FC236}">
                <a16:creationId xmlns:a16="http://schemas.microsoft.com/office/drawing/2014/main" id="{B9FDC28B-4439-4428-922F-DC34A5A729B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wup_2_tuned_ReferenceLigand_28">
            <a:extLst>
              <a:ext uri="{FF2B5EF4-FFF2-40B4-BE49-F238E27FC236}">
                <a16:creationId xmlns:a16="http://schemas.microsoft.com/office/drawing/2014/main" id="{6C21C12A-DB7C-418B-9A8F-2B7B7A7D2B6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wup_2_tuned_ReferenceLigand_29">
            <a:extLst>
              <a:ext uri="{FF2B5EF4-FFF2-40B4-BE49-F238E27FC236}">
                <a16:creationId xmlns:a16="http://schemas.microsoft.com/office/drawing/2014/main" id="{F03CECD3-766F-4484-A3B5-20B3A917A31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wup_2_tuned_ReferenceLigand_30">
            <a:extLst>
              <a:ext uri="{FF2B5EF4-FFF2-40B4-BE49-F238E27FC236}">
                <a16:creationId xmlns:a16="http://schemas.microsoft.com/office/drawing/2014/main" id="{02879759-9999-4C98-8FB6-C0D5503A25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wup_2_tuned_ReferenceLigand_31">
            <a:extLst>
              <a:ext uri="{FF2B5EF4-FFF2-40B4-BE49-F238E27FC236}">
                <a16:creationId xmlns:a16="http://schemas.microsoft.com/office/drawing/2014/main" id="{2F33E0DD-FE13-4C45-9F7F-E260CCFBC92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4" name="9wup_2_tuned_ReferenceLigand_32">
            <a:extLst>
              <a:ext uri="{FF2B5EF4-FFF2-40B4-BE49-F238E27FC236}">
                <a16:creationId xmlns:a16="http://schemas.microsoft.com/office/drawing/2014/main" id="{D33FBB37-360D-4C52-BE4D-045E78A7A04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5" name="9wup_2_tuned_ReferenceLigand_33">
            <a:extLst>
              <a:ext uri="{FF2B5EF4-FFF2-40B4-BE49-F238E27FC236}">
                <a16:creationId xmlns:a16="http://schemas.microsoft.com/office/drawing/2014/main" id="{EC74AB88-4135-466A-817E-3843AAC2CDB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6" name="9wup_2_tuned_ReferenceLigand_34">
            <a:extLst>
              <a:ext uri="{FF2B5EF4-FFF2-40B4-BE49-F238E27FC236}">
                <a16:creationId xmlns:a16="http://schemas.microsoft.com/office/drawing/2014/main" id="{845F913B-C936-4A92-BD90-F64F5B8ACFE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7" name="9wup_2_tuned_ReferenceLigand_35">
            <a:extLst>
              <a:ext uri="{FF2B5EF4-FFF2-40B4-BE49-F238E27FC236}">
                <a16:creationId xmlns:a16="http://schemas.microsoft.com/office/drawing/2014/main" id="{1795B99D-D838-4926-8DDC-9B84B096DEA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8" name="9wup_2_tuned_ReferenceLigand_36">
            <a:extLst>
              <a:ext uri="{FF2B5EF4-FFF2-40B4-BE49-F238E27FC236}">
                <a16:creationId xmlns:a16="http://schemas.microsoft.com/office/drawing/2014/main" id="{EC138188-9807-4D3C-8757-CEEA3BD66CF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9" name="9wup_2_tuned_ReferenceLigand_37">
            <a:extLst>
              <a:ext uri="{FF2B5EF4-FFF2-40B4-BE49-F238E27FC236}">
                <a16:creationId xmlns:a16="http://schemas.microsoft.com/office/drawing/2014/main" id="{E387B9EA-6598-4922-A1C1-3275411E26E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0" name="9wup_2_tuned_ReferenceLigand_38">
            <a:extLst>
              <a:ext uri="{FF2B5EF4-FFF2-40B4-BE49-F238E27FC236}">
                <a16:creationId xmlns:a16="http://schemas.microsoft.com/office/drawing/2014/main" id="{992A5057-592A-443F-B812-88D48C73BB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1" name="9wup_2_tuned_ReferenceLigand_39">
            <a:extLst>
              <a:ext uri="{FF2B5EF4-FFF2-40B4-BE49-F238E27FC236}">
                <a16:creationId xmlns:a16="http://schemas.microsoft.com/office/drawing/2014/main" id="{BBCDEBD3-EB3E-41C4-9E7C-DDA0A4BDD59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2" name="9wup_2_tuned_ReferenceLigand_40">
            <a:extLst>
              <a:ext uri="{FF2B5EF4-FFF2-40B4-BE49-F238E27FC236}">
                <a16:creationId xmlns:a16="http://schemas.microsoft.com/office/drawing/2014/main" id="{1C2B61E5-1FC9-460F-9ED0-2ABA54B9CC2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3" name="9wup_2_tuned_ReferenceLigand_41">
            <a:extLst>
              <a:ext uri="{FF2B5EF4-FFF2-40B4-BE49-F238E27FC236}">
                <a16:creationId xmlns:a16="http://schemas.microsoft.com/office/drawing/2014/main" id="{D98F0605-AF19-4DC4-B238-02F2ED53817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4" name="9wup_2_tuned_ReferenceLigand_42">
            <a:extLst>
              <a:ext uri="{FF2B5EF4-FFF2-40B4-BE49-F238E27FC236}">
                <a16:creationId xmlns:a16="http://schemas.microsoft.com/office/drawing/2014/main" id="{EDC5E122-3822-4B7F-B800-030D7D48848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5" name="9wup_2_tuned_ReferenceLigand_43">
            <a:extLst>
              <a:ext uri="{FF2B5EF4-FFF2-40B4-BE49-F238E27FC236}">
                <a16:creationId xmlns:a16="http://schemas.microsoft.com/office/drawing/2014/main" id="{08494BB3-D995-47F5-B7F3-5A4123D731C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6" name="9wup_2_tuned_ReferenceLigand_44">
            <a:extLst>
              <a:ext uri="{FF2B5EF4-FFF2-40B4-BE49-F238E27FC236}">
                <a16:creationId xmlns:a16="http://schemas.microsoft.com/office/drawing/2014/main" id="{6DC27913-C9AB-4D92-9EC8-BDD1BD46E07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7" name="9wup_2_tuned_ReferenceLigand_45">
            <a:extLst>
              <a:ext uri="{FF2B5EF4-FFF2-40B4-BE49-F238E27FC236}">
                <a16:creationId xmlns:a16="http://schemas.microsoft.com/office/drawing/2014/main" id="{06F3DDFA-F67A-4723-A37C-B29C0A99A30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8" name="9wup_2_tuned_ReferenceLigand_46">
            <a:extLst>
              <a:ext uri="{FF2B5EF4-FFF2-40B4-BE49-F238E27FC236}">
                <a16:creationId xmlns:a16="http://schemas.microsoft.com/office/drawing/2014/main" id="{9EFA883F-9178-4B74-A216-FFF53C5ECF2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9" name="9wup_2_tuned_ReferenceLigand_47">
            <a:extLst>
              <a:ext uri="{FF2B5EF4-FFF2-40B4-BE49-F238E27FC236}">
                <a16:creationId xmlns:a16="http://schemas.microsoft.com/office/drawing/2014/main" id="{650B34A4-F79E-46BF-9A69-CE39ADEBA7F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0" name="9wup_2_tuned_ReferenceLigand_48">
            <a:extLst>
              <a:ext uri="{FF2B5EF4-FFF2-40B4-BE49-F238E27FC236}">
                <a16:creationId xmlns:a16="http://schemas.microsoft.com/office/drawing/2014/main" id="{4F77E537-CEB5-4CFF-8F02-1D2BFA87A9F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1" name="9wup_2_tuned_ReferenceLigand_49">
            <a:extLst>
              <a:ext uri="{FF2B5EF4-FFF2-40B4-BE49-F238E27FC236}">
                <a16:creationId xmlns:a16="http://schemas.microsoft.com/office/drawing/2014/main" id="{FBCD72A4-E98F-4A7F-9B3E-0F506E9967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2" name="9wup_2_tuned_ReferenceLigand_50">
            <a:extLst>
              <a:ext uri="{FF2B5EF4-FFF2-40B4-BE49-F238E27FC236}">
                <a16:creationId xmlns:a16="http://schemas.microsoft.com/office/drawing/2014/main" id="{D17E496D-0623-4271-8A3F-6676E11F681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3" name="9wup_2_tuned_ReferenceLigand_51">
            <a:extLst>
              <a:ext uri="{FF2B5EF4-FFF2-40B4-BE49-F238E27FC236}">
                <a16:creationId xmlns:a16="http://schemas.microsoft.com/office/drawing/2014/main" id="{4B73B2CD-D1BB-421C-BFF1-674A92F63DE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4" name="9wup_2_tuned_ReferenceLigand_52">
            <a:extLst>
              <a:ext uri="{FF2B5EF4-FFF2-40B4-BE49-F238E27FC236}">
                <a16:creationId xmlns:a16="http://schemas.microsoft.com/office/drawing/2014/main" id="{06090084-D895-4898-A929-875FBB9C36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5" name="9wup_2_tuned_ReferenceLigand_53">
            <a:extLst>
              <a:ext uri="{FF2B5EF4-FFF2-40B4-BE49-F238E27FC236}">
                <a16:creationId xmlns:a16="http://schemas.microsoft.com/office/drawing/2014/main" id="{71D6E8B9-E444-4690-8F2D-375D6AE463E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6" name="9wup_2_tuned_ReferenceLigand_54">
            <a:extLst>
              <a:ext uri="{FF2B5EF4-FFF2-40B4-BE49-F238E27FC236}">
                <a16:creationId xmlns:a16="http://schemas.microsoft.com/office/drawing/2014/main" id="{3470BDF0-4D31-4219-8C40-135EAB3C3F4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7" name="9wup_2_tuned_ReferenceLigand_55">
            <a:extLst>
              <a:ext uri="{FF2B5EF4-FFF2-40B4-BE49-F238E27FC236}">
                <a16:creationId xmlns:a16="http://schemas.microsoft.com/office/drawing/2014/main" id="{ACE7AD7D-9D24-4209-85CD-5E0CF74F996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8" name="9wup_2_tuned_ReferenceLigand_56">
            <a:extLst>
              <a:ext uri="{FF2B5EF4-FFF2-40B4-BE49-F238E27FC236}">
                <a16:creationId xmlns:a16="http://schemas.microsoft.com/office/drawing/2014/main" id="{1380C44D-CCDE-4F60-A13F-2665B3394DA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9" name="9wup_2_tuned_ReferenceLigand_57">
            <a:extLst>
              <a:ext uri="{FF2B5EF4-FFF2-40B4-BE49-F238E27FC236}">
                <a16:creationId xmlns:a16="http://schemas.microsoft.com/office/drawing/2014/main" id="{6F420462-5449-4EAC-80B1-E6AED957A42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00" name="9wup_2_tuned_PredictedLigand_0">
            <a:extLst>
              <a:ext uri="{FF2B5EF4-FFF2-40B4-BE49-F238E27FC236}">
                <a16:creationId xmlns:a16="http://schemas.microsoft.com/office/drawing/2014/main" id="{B65D2B88-5D21-4686-BE75-B1F661BCE8D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43037" y="695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1" name="9wup_2_tuned_PredictedLigand_1">
            <a:extLst>
              <a:ext uri="{FF2B5EF4-FFF2-40B4-BE49-F238E27FC236}">
                <a16:creationId xmlns:a16="http://schemas.microsoft.com/office/drawing/2014/main" id="{25169F12-81F0-4A13-88B7-AC15FB2BA3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65014" y="497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2" name="9wup_2_tuned_PredictedLigand_2">
            <a:extLst>
              <a:ext uri="{FF2B5EF4-FFF2-40B4-BE49-F238E27FC236}">
                <a16:creationId xmlns:a16="http://schemas.microsoft.com/office/drawing/2014/main" id="{51225AB5-39D0-425C-BD3F-F662B6CB6A3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0787" y="736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3" name="9wup_2_tuned_PredictedLigand_3">
            <a:extLst>
              <a:ext uri="{FF2B5EF4-FFF2-40B4-BE49-F238E27FC236}">
                <a16:creationId xmlns:a16="http://schemas.microsoft.com/office/drawing/2014/main" id="{96B0DFEA-02B7-4744-95D0-9E3701B96E8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686" y="629793"/>
                </a:moveTo>
                <a:lnTo>
                  <a:pt x="1345209" y="6210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4" name="9wup_2_tuned_PredictedLigand_4">
            <a:extLst>
              <a:ext uri="{FF2B5EF4-FFF2-40B4-BE49-F238E27FC236}">
                <a16:creationId xmlns:a16="http://schemas.microsoft.com/office/drawing/2014/main" id="{D501A0DB-6361-48E5-ABF2-D1E7FA26518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481332" y="8890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5" name="9wup_2_tuned_PredictedLigand_5">
            <a:extLst>
              <a:ext uri="{FF2B5EF4-FFF2-40B4-BE49-F238E27FC236}">
                <a16:creationId xmlns:a16="http://schemas.microsoft.com/office/drawing/2014/main" id="{3AA280BB-AD5F-4E0C-96AF-CA4D8350E7A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452212" y="6725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6" name="9wup_2_tuned_PredictedLigand_6">
            <a:extLst>
              <a:ext uri="{FF2B5EF4-FFF2-40B4-BE49-F238E27FC236}">
                <a16:creationId xmlns:a16="http://schemas.microsoft.com/office/drawing/2014/main" id="{8EB59F35-0900-4B40-AA8A-ACFD030C5BD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212" y="672518"/>
                </a:moveTo>
                <a:lnTo>
                  <a:pt x="1547195" y="7752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7" name="9wup_2_tuned_PredictedLigand_7">
            <a:extLst>
              <a:ext uri="{FF2B5EF4-FFF2-40B4-BE49-F238E27FC236}">
                <a16:creationId xmlns:a16="http://schemas.microsoft.com/office/drawing/2014/main" id="{8FBA7805-F72B-4A39-A707-A9CC667081C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3625" y="7908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8" name="9wup_2_tuned_PredictedLigand_8">
            <a:extLst>
              <a:ext uri="{FF2B5EF4-FFF2-40B4-BE49-F238E27FC236}">
                <a16:creationId xmlns:a16="http://schemas.microsoft.com/office/drawing/2014/main" id="{6F384992-B8F1-4E3D-AA97-8FEC37C185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1476" y="535403"/>
                </a:moveTo>
                <a:lnTo>
                  <a:pt x="1230686" y="6297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9" name="9wup_2_tuned_PredictedLigand_9">
            <a:extLst>
              <a:ext uri="{FF2B5EF4-FFF2-40B4-BE49-F238E27FC236}">
                <a16:creationId xmlns:a16="http://schemas.microsoft.com/office/drawing/2014/main" id="{9A9B1638-C38A-4E30-904D-82CAA7DD461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625" y="790874"/>
                </a:moveTo>
                <a:lnTo>
                  <a:pt x="1615770" y="9068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0" name="9wup_2_tuned_PredictedLigand_10">
            <a:extLst>
              <a:ext uri="{FF2B5EF4-FFF2-40B4-BE49-F238E27FC236}">
                <a16:creationId xmlns:a16="http://schemas.microsoft.com/office/drawing/2014/main" id="{F093CF44-CABC-434F-A309-03DDA4C8823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57531" y="7541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1" name="9wup_2_tuned_PredictedLigand_11">
            <a:extLst>
              <a:ext uri="{FF2B5EF4-FFF2-40B4-BE49-F238E27FC236}">
                <a16:creationId xmlns:a16="http://schemas.microsoft.com/office/drawing/2014/main" id="{C4079D5C-C0A8-4247-B885-55857E93BB9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211476" y="5354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2" name="9wup_2_tuned_PredictedLigand_12">
            <a:extLst>
              <a:ext uri="{FF2B5EF4-FFF2-40B4-BE49-F238E27FC236}">
                <a16:creationId xmlns:a16="http://schemas.microsoft.com/office/drawing/2014/main" id="{AB2533DA-06FB-48D6-A559-CB65F0195C7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916765" y="671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3" name="9wup_2_tuned_PredictedLigand_13">
            <a:extLst>
              <a:ext uri="{FF2B5EF4-FFF2-40B4-BE49-F238E27FC236}">
                <a16:creationId xmlns:a16="http://schemas.microsoft.com/office/drawing/2014/main" id="{F6E99F2E-19A3-4D55-BC17-C247A78959F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053557" y="6694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4" name="9wup_2_tuned_PredictedLigand_14">
            <a:extLst>
              <a:ext uri="{FF2B5EF4-FFF2-40B4-BE49-F238E27FC236}">
                <a16:creationId xmlns:a16="http://schemas.microsoft.com/office/drawing/2014/main" id="{534D37DF-1966-422B-A78A-40D274243DA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1108586" y="7695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5" name="9wup_2_tuned_PredictedLigand_15">
            <a:extLst>
              <a:ext uri="{FF2B5EF4-FFF2-40B4-BE49-F238E27FC236}">
                <a16:creationId xmlns:a16="http://schemas.microsoft.com/office/drawing/2014/main" id="{1B195F07-2FFB-4990-B91A-DC6B7E452F5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239" y="461541"/>
                </a:moveTo>
                <a:lnTo>
                  <a:pt x="1115491" y="5571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6" name="9wup_2_tuned_PredictedLigand_16">
            <a:extLst>
              <a:ext uri="{FF2B5EF4-FFF2-40B4-BE49-F238E27FC236}">
                <a16:creationId xmlns:a16="http://schemas.microsoft.com/office/drawing/2014/main" id="{64DB44DF-CC08-48C1-8277-575AB65A3CF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5770" y="90680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7" name="9wup_2_tuned_PredictedLigand_17">
            <a:extLst>
              <a:ext uri="{FF2B5EF4-FFF2-40B4-BE49-F238E27FC236}">
                <a16:creationId xmlns:a16="http://schemas.microsoft.com/office/drawing/2014/main" id="{133A05C6-A65C-4217-B832-DBF1473291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78210" y="6992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8" name="9wup_2_tuned_PredictedLigand_18">
            <a:extLst>
              <a:ext uri="{FF2B5EF4-FFF2-40B4-BE49-F238E27FC236}">
                <a16:creationId xmlns:a16="http://schemas.microsoft.com/office/drawing/2014/main" id="{7FA48BFE-B910-41A0-A9E8-E80EA4F1FAC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840" y="914904"/>
                </a:moveTo>
                <a:lnTo>
                  <a:pt x="1815776" y="858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9" name="9wup_2_tuned_PredictedLigand_19">
            <a:extLst>
              <a:ext uri="{FF2B5EF4-FFF2-40B4-BE49-F238E27FC236}">
                <a16:creationId xmlns:a16="http://schemas.microsoft.com/office/drawing/2014/main" id="{5C51D4C7-D66E-4279-B86C-863CEB9E523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7104" y="697967"/>
                </a:moveTo>
                <a:lnTo>
                  <a:pt x="2105863" y="7450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0" name="9wup_2_tuned_PredictedLigand_20">
            <a:extLst>
              <a:ext uri="{FF2B5EF4-FFF2-40B4-BE49-F238E27FC236}">
                <a16:creationId xmlns:a16="http://schemas.microsoft.com/office/drawing/2014/main" id="{9F4E805F-3A26-42C4-A602-9C6D184428E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8210" y="699220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1" name="9wup_2_tuned_PredictedLigand_21">
            <a:extLst>
              <a:ext uri="{FF2B5EF4-FFF2-40B4-BE49-F238E27FC236}">
                <a16:creationId xmlns:a16="http://schemas.microsoft.com/office/drawing/2014/main" id="{2A99FC63-AF56-454C-AFA6-7203203DE25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2" name="9wup_2_tuned_PredictedLigand_22">
            <a:extLst>
              <a:ext uri="{FF2B5EF4-FFF2-40B4-BE49-F238E27FC236}">
                <a16:creationId xmlns:a16="http://schemas.microsoft.com/office/drawing/2014/main" id="{32270DB6-A94B-47DC-84FC-A3D084CE269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4447" y="589353"/>
                </a:moveTo>
                <a:lnTo>
                  <a:pt x="2217104" y="6979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3" name="9wup_2_tuned_PredictedLigand_23">
            <a:extLst>
              <a:ext uri="{FF2B5EF4-FFF2-40B4-BE49-F238E27FC236}">
                <a16:creationId xmlns:a16="http://schemas.microsoft.com/office/drawing/2014/main" id="{6B676359-8191-43D9-92CF-B6E2A118C5D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776" y="858970"/>
                </a:moveTo>
                <a:lnTo>
                  <a:pt x="1845344" y="8349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4" name="9wup_2_tuned_PredictedLigand_24">
            <a:extLst>
              <a:ext uri="{FF2B5EF4-FFF2-40B4-BE49-F238E27FC236}">
                <a16:creationId xmlns:a16="http://schemas.microsoft.com/office/drawing/2014/main" id="{D11A203A-772E-40D2-BACE-8FD188448F7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282" y="677282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5" name="9wup_2_tuned_PredictedLigand_25">
            <a:extLst>
              <a:ext uri="{FF2B5EF4-FFF2-40B4-BE49-F238E27FC236}">
                <a16:creationId xmlns:a16="http://schemas.microsoft.com/office/drawing/2014/main" id="{B43320E6-9455-4EA9-AD20-D6EE13D7BDF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6" name="9wup_2_tuned_PredictedLigand_26">
            <a:extLst>
              <a:ext uri="{FF2B5EF4-FFF2-40B4-BE49-F238E27FC236}">
                <a16:creationId xmlns:a16="http://schemas.microsoft.com/office/drawing/2014/main" id="{CD076A2C-058C-4184-A8A8-8895769396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1670" y="560501"/>
                </a:moveTo>
                <a:lnTo>
                  <a:pt x="801997" y="4701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7" name="9wup_2_tuned_PredictedLigand_27">
            <a:extLst>
              <a:ext uri="{FF2B5EF4-FFF2-40B4-BE49-F238E27FC236}">
                <a16:creationId xmlns:a16="http://schemas.microsoft.com/office/drawing/2014/main" id="{A12D4ABD-46B5-4446-A69B-45748C313B0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1997" y="470165"/>
                </a:moveTo>
                <a:lnTo>
                  <a:pt x="784435" y="3525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8" name="9wup_2_tuned_PredictedLigand_28">
            <a:extLst>
              <a:ext uri="{FF2B5EF4-FFF2-40B4-BE49-F238E27FC236}">
                <a16:creationId xmlns:a16="http://schemas.microsoft.com/office/drawing/2014/main" id="{8999A1C2-2C00-4808-BE77-4200A60123E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866890" y="271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9" name="9wup_2_tuned_PredictedLigand_29">
            <a:extLst>
              <a:ext uri="{FF2B5EF4-FFF2-40B4-BE49-F238E27FC236}">
                <a16:creationId xmlns:a16="http://schemas.microsoft.com/office/drawing/2014/main" id="{48451A4A-26F0-4411-859B-3D0590D5ACF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6896" y="891615"/>
                </a:moveTo>
                <a:lnTo>
                  <a:pt x="665227" y="7654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0" name="9wup_2_tuned_PredictedLigand_30">
            <a:extLst>
              <a:ext uri="{FF2B5EF4-FFF2-40B4-BE49-F238E27FC236}">
                <a16:creationId xmlns:a16="http://schemas.microsoft.com/office/drawing/2014/main" id="{E41A5B78-006F-48BC-9E1B-C7788B4F231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1" name="9wup_2_tuned_PredictedLigand_31">
            <a:extLst>
              <a:ext uri="{FF2B5EF4-FFF2-40B4-BE49-F238E27FC236}">
                <a16:creationId xmlns:a16="http://schemas.microsoft.com/office/drawing/2014/main" id="{209F0B51-3E61-418E-AF1B-B0A8139E1E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63" y="745071"/>
                </a:moveTo>
                <a:lnTo>
                  <a:pt x="2022214" y="6859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2" name="9wup_2_tuned_PredictedLigand_32">
            <a:extLst>
              <a:ext uri="{FF2B5EF4-FFF2-40B4-BE49-F238E27FC236}">
                <a16:creationId xmlns:a16="http://schemas.microsoft.com/office/drawing/2014/main" id="{60E114C5-7EA7-4A34-9311-6D185CD9F91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666876" y="31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3" name="9wup_2_tuned_PredictedLigand_33">
            <a:extLst>
              <a:ext uri="{FF2B5EF4-FFF2-40B4-BE49-F238E27FC236}">
                <a16:creationId xmlns:a16="http://schemas.microsoft.com/office/drawing/2014/main" id="{57D6FFC6-E0AF-4BBA-88B0-30D0CBBEF1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4" name="9wup_2_tuned_PredictedLigand_34">
            <a:extLst>
              <a:ext uri="{FF2B5EF4-FFF2-40B4-BE49-F238E27FC236}">
                <a16:creationId xmlns:a16="http://schemas.microsoft.com/office/drawing/2014/main" id="{D183729B-DDD3-4533-AE67-5A3C08C89B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86896" y="8916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5" name="9wup_2_tuned_PredictedLigand_35">
            <a:extLst>
              <a:ext uri="{FF2B5EF4-FFF2-40B4-BE49-F238E27FC236}">
                <a16:creationId xmlns:a16="http://schemas.microsoft.com/office/drawing/2014/main" id="{C7947D4E-86F9-43A0-8B6B-15A9A4170B6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520834" y="6139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6" name="9wup_2_tuned_PredictedLigand_36">
            <a:extLst>
              <a:ext uri="{FF2B5EF4-FFF2-40B4-BE49-F238E27FC236}">
                <a16:creationId xmlns:a16="http://schemas.microsoft.com/office/drawing/2014/main" id="{EF16CCA7-8DDC-48EE-B8E3-F28ECE803C0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604588" y="524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7" name="9wup_2_tuned_PredictedLigand_37">
            <a:extLst>
              <a:ext uri="{FF2B5EF4-FFF2-40B4-BE49-F238E27FC236}">
                <a16:creationId xmlns:a16="http://schemas.microsoft.com/office/drawing/2014/main" id="{88743308-F58E-4BD1-87B3-516614547D0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876" y="319235"/>
                </a:moveTo>
                <a:lnTo>
                  <a:pt x="573603" y="3986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8" name="9wup_2_tuned_PredictedLigand_38">
            <a:extLst>
              <a:ext uri="{FF2B5EF4-FFF2-40B4-BE49-F238E27FC236}">
                <a16:creationId xmlns:a16="http://schemas.microsoft.com/office/drawing/2014/main" id="{2821BC3E-774D-40CF-9B6E-34294190956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20834" y="613936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9" name="9wup_2_tuned_PredictedLigand_39">
            <a:extLst>
              <a:ext uri="{FF2B5EF4-FFF2-40B4-BE49-F238E27FC236}">
                <a16:creationId xmlns:a16="http://schemas.microsoft.com/office/drawing/2014/main" id="{345B793B-3AE3-441F-8D63-CF0FA1447C7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472331" y="3589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0" name="9wup_2_tuned_PredictedLigand_40">
            <a:extLst>
              <a:ext uri="{FF2B5EF4-FFF2-40B4-BE49-F238E27FC236}">
                <a16:creationId xmlns:a16="http://schemas.microsoft.com/office/drawing/2014/main" id="{23DC211D-0C18-4FD6-8B6A-12D1A74DA9D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144" y="729450"/>
                </a:moveTo>
                <a:lnTo>
                  <a:pt x="458635" y="8175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1" name="9wup_2_tuned_PredictedLigand_41">
            <a:extLst>
              <a:ext uri="{FF2B5EF4-FFF2-40B4-BE49-F238E27FC236}">
                <a16:creationId xmlns:a16="http://schemas.microsoft.com/office/drawing/2014/main" id="{340A6C4A-C837-4580-962B-5DE72FDFA6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597523" y="9804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2" name="9wup_2_tuned_PredictedLigand_42">
            <a:extLst>
              <a:ext uri="{FF2B5EF4-FFF2-40B4-BE49-F238E27FC236}">
                <a16:creationId xmlns:a16="http://schemas.microsoft.com/office/drawing/2014/main" id="{D934A961-BC9F-4A61-9B9C-F6FED018D42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31211" y="11083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3" name="9wup_2_tuned_PredictedLigand_43">
            <a:extLst>
              <a:ext uri="{FF2B5EF4-FFF2-40B4-BE49-F238E27FC236}">
                <a16:creationId xmlns:a16="http://schemas.microsoft.com/office/drawing/2014/main" id="{243441FD-E79B-4267-96C7-8430F3890D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8635" y="817559"/>
                </a:moveTo>
                <a:lnTo>
                  <a:pt x="481052" y="9386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4" name="9wup_2_tuned_PredictedLigand_44">
            <a:extLst>
              <a:ext uri="{FF2B5EF4-FFF2-40B4-BE49-F238E27FC236}">
                <a16:creationId xmlns:a16="http://schemas.microsoft.com/office/drawing/2014/main" id="{D4ECE975-C9E2-41B1-A4A6-C636043F869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244447" y="5893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5" name="9wup_2_tuned_PredictedLigand_45">
            <a:extLst>
              <a:ext uri="{FF2B5EF4-FFF2-40B4-BE49-F238E27FC236}">
                <a16:creationId xmlns:a16="http://schemas.microsoft.com/office/drawing/2014/main" id="{36E965D2-B101-42C9-AAED-CD50D555AEB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382290" y="1027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6" name="9wup_2_tuned_PredictedLigand_46">
            <a:extLst>
              <a:ext uri="{FF2B5EF4-FFF2-40B4-BE49-F238E27FC236}">
                <a16:creationId xmlns:a16="http://schemas.microsoft.com/office/drawing/2014/main" id="{550B6270-4A79-4E7E-B90A-11FE8481116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7" name="9wup_2_tuned_PredictedLigand_47">
            <a:extLst>
              <a:ext uri="{FF2B5EF4-FFF2-40B4-BE49-F238E27FC236}">
                <a16:creationId xmlns:a16="http://schemas.microsoft.com/office/drawing/2014/main" id="{57D16911-3010-4497-B2F3-49C7BE251DC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8" name="9wup_2_tuned_PredictedLigand_48">
            <a:extLst>
              <a:ext uri="{FF2B5EF4-FFF2-40B4-BE49-F238E27FC236}">
                <a16:creationId xmlns:a16="http://schemas.microsoft.com/office/drawing/2014/main" id="{3BAA38C9-63D9-45E4-A935-9696C2BE15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576996" y="9932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9" name="9wup_2_tuned_PredictedLigand_49">
            <a:extLst>
              <a:ext uri="{FF2B5EF4-FFF2-40B4-BE49-F238E27FC236}">
                <a16:creationId xmlns:a16="http://schemas.microsoft.com/office/drawing/2014/main" id="{ADDF14A3-0195-4C06-A80A-BF3E46B65A4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0" name="9wup_2_tuned_PredictedLigand_50">
            <a:extLst>
              <a:ext uri="{FF2B5EF4-FFF2-40B4-BE49-F238E27FC236}">
                <a16:creationId xmlns:a16="http://schemas.microsoft.com/office/drawing/2014/main" id="{09B7AB0F-DDD9-4F2A-A811-8340E4FC3F7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211" y="571457"/>
                </a:moveTo>
                <a:lnTo>
                  <a:pt x="2161517" y="5231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1" name="9wup_2_tuned_PredictedLigand_51">
            <a:extLst>
              <a:ext uri="{FF2B5EF4-FFF2-40B4-BE49-F238E27FC236}">
                <a16:creationId xmlns:a16="http://schemas.microsoft.com/office/drawing/2014/main" id="{E77741E6-9BE4-49BD-ADD0-BF58788CD98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640476" y="8926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2" name="9wup_2_tuned_PredictedLigand_52">
            <a:extLst>
              <a:ext uri="{FF2B5EF4-FFF2-40B4-BE49-F238E27FC236}">
                <a16:creationId xmlns:a16="http://schemas.microsoft.com/office/drawing/2014/main" id="{F9EE52B8-FBC0-474F-B1A4-7342888C807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732639" y="8564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3" name="9wup_2_tuned_PredictedLigand_53">
            <a:extLst>
              <a:ext uri="{FF2B5EF4-FFF2-40B4-BE49-F238E27FC236}">
                <a16:creationId xmlns:a16="http://schemas.microsoft.com/office/drawing/2014/main" id="{40551453-44D3-4699-94B4-27C0996430E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192391" y="4168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4" name="9wup_2_tuned_PredictedLigand_54">
            <a:extLst>
              <a:ext uri="{FF2B5EF4-FFF2-40B4-BE49-F238E27FC236}">
                <a16:creationId xmlns:a16="http://schemas.microsoft.com/office/drawing/2014/main" id="{8E40DAB2-B7A6-47DA-87EE-B094D77892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531" y="717531"/>
                </a:moveTo>
                <a:lnTo>
                  <a:pt x="1858668" y="6223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5" name="9wup_2_tuned_PredictedLigand_55">
            <a:extLst>
              <a:ext uri="{FF2B5EF4-FFF2-40B4-BE49-F238E27FC236}">
                <a16:creationId xmlns:a16="http://schemas.microsoft.com/office/drawing/2014/main" id="{653352E0-8CDA-462B-ABC2-08790AE0E1B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9914" y="533417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6" name="9wup_2_tuned_PredictedLigand_56">
            <a:extLst>
              <a:ext uri="{FF2B5EF4-FFF2-40B4-BE49-F238E27FC236}">
                <a16:creationId xmlns:a16="http://schemas.microsoft.com/office/drawing/2014/main" id="{BE2C6F88-A6C9-4C38-B3D1-794002EE29C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668" y="622346"/>
                </a:moveTo>
                <a:lnTo>
                  <a:pt x="1939914" y="5334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7" name="9wup_2_tuned_PredictedLigand_57">
            <a:extLst>
              <a:ext uri="{FF2B5EF4-FFF2-40B4-BE49-F238E27FC236}">
                <a16:creationId xmlns:a16="http://schemas.microsoft.com/office/drawing/2014/main" id="{14856E85-B1F8-4294-8BED-41B3EE05548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740614" y="9428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8" name="9wup_2_tuned_PredictedAtoms_0">
            <a:extLst>
              <a:ext uri="{FF2B5EF4-FFF2-40B4-BE49-F238E27FC236}">
                <a16:creationId xmlns:a16="http://schemas.microsoft.com/office/drawing/2014/main" id="{61FA8A71-D00B-4C7C-92ED-73EBA435B536}"/>
              </a:ext>
            </a:extLst>
          </p:cNvPr>
          <p:cNvSpPr>
            <a:spLocks noGrp="1"/>
          </p:cNvSpPr>
          <p:nvPr/>
        </p:nvSpPr>
        <p:spPr>
          <a:xfrm>
            <a:off x="4234447" y="3026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59" name="9wup_2_tuned_PredictedAtoms_1">
            <a:extLst>
              <a:ext uri="{FF2B5EF4-FFF2-40B4-BE49-F238E27FC236}">
                <a16:creationId xmlns:a16="http://schemas.microsoft.com/office/drawing/2014/main" id="{2404E8C9-431B-4AA8-B997-3BE5FB5B60C4}"/>
              </a:ext>
            </a:extLst>
          </p:cNvPr>
          <p:cNvSpPr>
            <a:spLocks noGrp="1"/>
          </p:cNvSpPr>
          <p:nvPr/>
        </p:nvSpPr>
        <p:spPr>
          <a:xfrm>
            <a:off x="4299699" y="31222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0" name="9wup_2_tuned_PredictedAtoms_2">
            <a:extLst>
              <a:ext uri="{FF2B5EF4-FFF2-40B4-BE49-F238E27FC236}">
                <a16:creationId xmlns:a16="http://schemas.microsoft.com/office/drawing/2014/main" id="{A8796560-B465-4EBF-BB52-EB3A55310782}"/>
              </a:ext>
            </a:extLst>
          </p:cNvPr>
          <p:cNvSpPr>
            <a:spLocks noGrp="1"/>
          </p:cNvSpPr>
          <p:nvPr/>
        </p:nvSpPr>
        <p:spPr>
          <a:xfrm>
            <a:off x="4395684" y="31004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1" name="9wup_2_tuned_PredictedAtoms_3">
            <a:extLst>
              <a:ext uri="{FF2B5EF4-FFF2-40B4-BE49-F238E27FC236}">
                <a16:creationId xmlns:a16="http://schemas.microsoft.com/office/drawing/2014/main" id="{B7E02736-7CC5-4AA7-A878-3E93D905155E}"/>
              </a:ext>
            </a:extLst>
          </p:cNvPr>
          <p:cNvSpPr>
            <a:spLocks noGrp="1"/>
          </p:cNvSpPr>
          <p:nvPr/>
        </p:nvSpPr>
        <p:spPr>
          <a:xfrm>
            <a:off x="4414894" y="31948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2" name="9wup_2_tuned_PredictedAtoms_4">
            <a:extLst>
              <a:ext uri="{FF2B5EF4-FFF2-40B4-BE49-F238E27FC236}">
                <a16:creationId xmlns:a16="http://schemas.microsoft.com/office/drawing/2014/main" id="{D383C414-8256-4CC9-9B15-E09D65D35F22}"/>
              </a:ext>
            </a:extLst>
          </p:cNvPr>
          <p:cNvSpPr>
            <a:spLocks noGrp="1"/>
          </p:cNvSpPr>
          <p:nvPr/>
        </p:nvSpPr>
        <p:spPr>
          <a:xfrm>
            <a:off x="4529416" y="31861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3" name="9wup_2_tuned_PredictedAtoms_5">
            <a:extLst>
              <a:ext uri="{FF2B5EF4-FFF2-40B4-BE49-F238E27FC236}">
                <a16:creationId xmlns:a16="http://schemas.microsoft.com/office/drawing/2014/main" id="{BB238878-848D-454A-BAF7-1C9BDFA82CCE}"/>
              </a:ext>
            </a:extLst>
          </p:cNvPr>
          <p:cNvSpPr>
            <a:spLocks noGrp="1"/>
          </p:cNvSpPr>
          <p:nvPr/>
        </p:nvSpPr>
        <p:spPr>
          <a:xfrm>
            <a:off x="4549221" y="30629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4" name="9wup_2_tuned_PredictedAtoms_6">
            <a:extLst>
              <a:ext uri="{FF2B5EF4-FFF2-40B4-BE49-F238E27FC236}">
                <a16:creationId xmlns:a16="http://schemas.microsoft.com/office/drawing/2014/main" id="{C2ABEB0C-6789-4723-AFBE-E203A902B2B7}"/>
              </a:ext>
            </a:extLst>
          </p:cNvPr>
          <p:cNvSpPr>
            <a:spLocks noGrp="1"/>
          </p:cNvSpPr>
          <p:nvPr/>
        </p:nvSpPr>
        <p:spPr>
          <a:xfrm>
            <a:off x="4527245" y="32609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5" name="9wup_2_tuned_PredictedAtoms_7">
            <a:extLst>
              <a:ext uri="{FF2B5EF4-FFF2-40B4-BE49-F238E27FC236}">
                <a16:creationId xmlns:a16="http://schemas.microsoft.com/office/drawing/2014/main" id="{5904C528-E020-4C93-B6E1-4A40A1FAE0CD}"/>
              </a:ext>
            </a:extLst>
          </p:cNvPr>
          <p:cNvSpPr>
            <a:spLocks noGrp="1"/>
          </p:cNvSpPr>
          <p:nvPr/>
        </p:nvSpPr>
        <p:spPr>
          <a:xfrm>
            <a:off x="4636419" y="32376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6" name="9wup_2_tuned_PredictedAtoms_8">
            <a:extLst>
              <a:ext uri="{FF2B5EF4-FFF2-40B4-BE49-F238E27FC236}">
                <a16:creationId xmlns:a16="http://schemas.microsoft.com/office/drawing/2014/main" id="{3F1814A3-FD8F-46EF-9DD2-4F525C598E73}"/>
              </a:ext>
            </a:extLst>
          </p:cNvPr>
          <p:cNvSpPr>
            <a:spLocks noGrp="1"/>
          </p:cNvSpPr>
          <p:nvPr/>
        </p:nvSpPr>
        <p:spPr>
          <a:xfrm>
            <a:off x="4731402" y="33403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7" name="9wup_2_tuned_PredictedAtoms_9">
            <a:extLst>
              <a:ext uri="{FF2B5EF4-FFF2-40B4-BE49-F238E27FC236}">
                <a16:creationId xmlns:a16="http://schemas.microsoft.com/office/drawing/2014/main" id="{0A08AE4C-9531-41E9-B64A-73FCD1D68156}"/>
              </a:ext>
            </a:extLst>
          </p:cNvPr>
          <p:cNvSpPr>
            <a:spLocks noGrp="1"/>
          </p:cNvSpPr>
          <p:nvPr/>
        </p:nvSpPr>
        <p:spPr>
          <a:xfrm>
            <a:off x="4804994" y="33016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8" name="9wup_2_tuned_PredictedAtoms_10">
            <a:extLst>
              <a:ext uri="{FF2B5EF4-FFF2-40B4-BE49-F238E27FC236}">
                <a16:creationId xmlns:a16="http://schemas.microsoft.com/office/drawing/2014/main" id="{BC5839A2-845C-4B62-866F-797FBD1A86A3}"/>
              </a:ext>
            </a:extLst>
          </p:cNvPr>
          <p:cNvSpPr>
            <a:spLocks noGrp="1"/>
          </p:cNvSpPr>
          <p:nvPr/>
        </p:nvSpPr>
        <p:spPr>
          <a:xfrm>
            <a:off x="4665539" y="34540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9" name="9wup_2_tuned_PredictedAtoms_11">
            <a:extLst>
              <a:ext uri="{FF2B5EF4-FFF2-40B4-BE49-F238E27FC236}">
                <a16:creationId xmlns:a16="http://schemas.microsoft.com/office/drawing/2014/main" id="{7F35B781-F8CF-4D96-97C2-2B1C37839402}"/>
              </a:ext>
            </a:extLst>
          </p:cNvPr>
          <p:cNvSpPr>
            <a:spLocks noGrp="1"/>
          </p:cNvSpPr>
          <p:nvPr/>
        </p:nvSpPr>
        <p:spPr>
          <a:xfrm>
            <a:off x="4807833" y="33559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0" name="9wup_2_tuned_PredictedAtoms_12">
            <a:extLst>
              <a:ext uri="{FF2B5EF4-FFF2-40B4-BE49-F238E27FC236}">
                <a16:creationId xmlns:a16="http://schemas.microsoft.com/office/drawing/2014/main" id="{D0CDDAB4-803B-4565-B5D1-4AEFBABB435B}"/>
              </a:ext>
            </a:extLst>
          </p:cNvPr>
          <p:cNvSpPr>
            <a:spLocks noGrp="1"/>
          </p:cNvSpPr>
          <p:nvPr/>
        </p:nvSpPr>
        <p:spPr>
          <a:xfrm>
            <a:off x="4799977" y="34718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1" name="9wup_2_tuned_PredictedAtoms_13">
            <a:extLst>
              <a:ext uri="{FF2B5EF4-FFF2-40B4-BE49-F238E27FC236}">
                <a16:creationId xmlns:a16="http://schemas.microsoft.com/office/drawing/2014/main" id="{82613487-5EA3-4C64-B35F-F0932B2B42AE}"/>
              </a:ext>
            </a:extLst>
          </p:cNvPr>
          <p:cNvSpPr>
            <a:spLocks noGrp="1"/>
          </p:cNvSpPr>
          <p:nvPr/>
        </p:nvSpPr>
        <p:spPr>
          <a:xfrm>
            <a:off x="4886047" y="34799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2" name="9wup_2_tuned_PredictedAtoms_14">
            <a:extLst>
              <a:ext uri="{FF2B5EF4-FFF2-40B4-BE49-F238E27FC236}">
                <a16:creationId xmlns:a16="http://schemas.microsoft.com/office/drawing/2014/main" id="{984D6D73-C9FB-4653-BA91-7E40D6916FAA}"/>
              </a:ext>
            </a:extLst>
          </p:cNvPr>
          <p:cNvSpPr>
            <a:spLocks noGrp="1"/>
          </p:cNvSpPr>
          <p:nvPr/>
        </p:nvSpPr>
        <p:spPr>
          <a:xfrm>
            <a:off x="4999984" y="34240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3" name="9wup_2_tuned_PredictedAtoms_15">
            <a:extLst>
              <a:ext uri="{FF2B5EF4-FFF2-40B4-BE49-F238E27FC236}">
                <a16:creationId xmlns:a16="http://schemas.microsoft.com/office/drawing/2014/main" id="{D6EDF905-3EF5-41C1-872E-2011661BE320}"/>
              </a:ext>
            </a:extLst>
          </p:cNvPr>
          <p:cNvSpPr>
            <a:spLocks noGrp="1"/>
          </p:cNvSpPr>
          <p:nvPr/>
        </p:nvSpPr>
        <p:spPr>
          <a:xfrm>
            <a:off x="5029551" y="34000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4" name="9wup_2_tuned_PredictedAtoms_16">
            <a:extLst>
              <a:ext uri="{FF2B5EF4-FFF2-40B4-BE49-F238E27FC236}">
                <a16:creationId xmlns:a16="http://schemas.microsoft.com/office/drawing/2014/main" id="{FC9DD6E6-5A05-4B6D-A0CD-146185043A0F}"/>
              </a:ext>
            </a:extLst>
          </p:cNvPr>
          <p:cNvSpPr>
            <a:spLocks noGrp="1"/>
          </p:cNvSpPr>
          <p:nvPr/>
        </p:nvSpPr>
        <p:spPr>
          <a:xfrm>
            <a:off x="5091739" y="32826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5" name="9wup_2_tuned_PredictedAtoms_17">
            <a:extLst>
              <a:ext uri="{FF2B5EF4-FFF2-40B4-BE49-F238E27FC236}">
                <a16:creationId xmlns:a16="http://schemas.microsoft.com/office/drawing/2014/main" id="{A58CE9F3-2904-45D0-901E-217893180098}"/>
              </a:ext>
            </a:extLst>
          </p:cNvPr>
          <p:cNvSpPr>
            <a:spLocks noGrp="1"/>
          </p:cNvSpPr>
          <p:nvPr/>
        </p:nvSpPr>
        <p:spPr>
          <a:xfrm>
            <a:off x="5042875" y="31874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6" name="9wup_2_tuned_PredictedAtoms_18">
            <a:extLst>
              <a:ext uri="{FF2B5EF4-FFF2-40B4-BE49-F238E27FC236}">
                <a16:creationId xmlns:a16="http://schemas.microsoft.com/office/drawing/2014/main" id="{94EA6C19-2F78-4C7A-BBBE-44C3706C7F3D}"/>
              </a:ext>
            </a:extLst>
          </p:cNvPr>
          <p:cNvSpPr>
            <a:spLocks noGrp="1"/>
          </p:cNvSpPr>
          <p:nvPr/>
        </p:nvSpPr>
        <p:spPr>
          <a:xfrm>
            <a:off x="5124121" y="30984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7" name="9wup_2_tuned_PredictedAtoms_19">
            <a:extLst>
              <a:ext uri="{FF2B5EF4-FFF2-40B4-BE49-F238E27FC236}">
                <a16:creationId xmlns:a16="http://schemas.microsoft.com/office/drawing/2014/main" id="{FD21D2E3-4051-43F5-B970-FCD6AA0A6178}"/>
              </a:ext>
            </a:extLst>
          </p:cNvPr>
          <p:cNvSpPr>
            <a:spLocks noGrp="1"/>
          </p:cNvSpPr>
          <p:nvPr/>
        </p:nvSpPr>
        <p:spPr>
          <a:xfrm>
            <a:off x="5229418" y="31365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8" name="9wup_2_tuned_PredictedAtoms_20">
            <a:extLst>
              <a:ext uri="{FF2B5EF4-FFF2-40B4-BE49-F238E27FC236}">
                <a16:creationId xmlns:a16="http://schemas.microsoft.com/office/drawing/2014/main" id="{C11132E1-C044-491B-94D2-630AA22F221D}"/>
              </a:ext>
            </a:extLst>
          </p:cNvPr>
          <p:cNvSpPr>
            <a:spLocks noGrp="1"/>
          </p:cNvSpPr>
          <p:nvPr/>
        </p:nvSpPr>
        <p:spPr>
          <a:xfrm>
            <a:off x="5345725" y="30882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9" name="9wup_2_tuned_PredictedAtoms_21">
            <a:extLst>
              <a:ext uri="{FF2B5EF4-FFF2-40B4-BE49-F238E27FC236}">
                <a16:creationId xmlns:a16="http://schemas.microsoft.com/office/drawing/2014/main" id="{6265C66F-E345-4E60-B7BC-AD40452B23F6}"/>
              </a:ext>
            </a:extLst>
          </p:cNvPr>
          <p:cNvSpPr>
            <a:spLocks noGrp="1"/>
          </p:cNvSpPr>
          <p:nvPr/>
        </p:nvSpPr>
        <p:spPr>
          <a:xfrm>
            <a:off x="5376598" y="29819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0" name="9wup_2_tuned_PredictedAtoms_22">
            <a:extLst>
              <a:ext uri="{FF2B5EF4-FFF2-40B4-BE49-F238E27FC236}">
                <a16:creationId xmlns:a16="http://schemas.microsoft.com/office/drawing/2014/main" id="{B448A02C-1632-4575-AD93-54A9AA93B0C0}"/>
              </a:ext>
            </a:extLst>
          </p:cNvPr>
          <p:cNvSpPr>
            <a:spLocks noGrp="1"/>
          </p:cNvSpPr>
          <p:nvPr/>
        </p:nvSpPr>
        <p:spPr>
          <a:xfrm>
            <a:off x="5428655" y="31544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1" name="9wup_2_tuned_PredictedAtoms_23">
            <a:extLst>
              <a:ext uri="{FF2B5EF4-FFF2-40B4-BE49-F238E27FC236}">
                <a16:creationId xmlns:a16="http://schemas.microsoft.com/office/drawing/2014/main" id="{487ABD54-297E-4618-967B-4CA56F70D027}"/>
              </a:ext>
            </a:extLst>
          </p:cNvPr>
          <p:cNvSpPr>
            <a:spLocks noGrp="1"/>
          </p:cNvSpPr>
          <p:nvPr/>
        </p:nvSpPr>
        <p:spPr>
          <a:xfrm>
            <a:off x="5401312" y="32630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2" name="9wup_2_tuned_PredictedAtoms_24">
            <a:extLst>
              <a:ext uri="{FF2B5EF4-FFF2-40B4-BE49-F238E27FC236}">
                <a16:creationId xmlns:a16="http://schemas.microsoft.com/office/drawing/2014/main" id="{2A8047B7-400D-4344-9100-08D2A532ABE7}"/>
              </a:ext>
            </a:extLst>
          </p:cNvPr>
          <p:cNvSpPr>
            <a:spLocks noGrp="1"/>
          </p:cNvSpPr>
          <p:nvPr/>
        </p:nvSpPr>
        <p:spPr>
          <a:xfrm>
            <a:off x="5290070" y="33101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3" name="9wup_2_tuned_PredictedAtoms_25">
            <a:extLst>
              <a:ext uri="{FF2B5EF4-FFF2-40B4-BE49-F238E27FC236}">
                <a16:creationId xmlns:a16="http://schemas.microsoft.com/office/drawing/2014/main" id="{1B718CD0-30C7-4BC2-A279-67C43A2EA9F2}"/>
              </a:ext>
            </a:extLst>
          </p:cNvPr>
          <p:cNvSpPr>
            <a:spLocks noGrp="1"/>
          </p:cNvSpPr>
          <p:nvPr/>
        </p:nvSpPr>
        <p:spPr>
          <a:xfrm>
            <a:off x="5206421" y="32510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4" name="9wup_2_tuned_PredictedAtoms_26">
            <a:extLst>
              <a:ext uri="{FF2B5EF4-FFF2-40B4-BE49-F238E27FC236}">
                <a16:creationId xmlns:a16="http://schemas.microsoft.com/office/drawing/2014/main" id="{A379AE09-0AE8-4851-BBAC-DB0B0ECA09D4}"/>
              </a:ext>
            </a:extLst>
          </p:cNvPr>
          <p:cNvSpPr>
            <a:spLocks noGrp="1"/>
          </p:cNvSpPr>
          <p:nvPr/>
        </p:nvSpPr>
        <p:spPr>
          <a:xfrm>
            <a:off x="4916846" y="34215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5" name="9wup_2_tuned_PredictedAtoms_27">
            <a:extLst>
              <a:ext uri="{FF2B5EF4-FFF2-40B4-BE49-F238E27FC236}">
                <a16:creationId xmlns:a16="http://schemas.microsoft.com/office/drawing/2014/main" id="{15C2431C-9B62-4B14-99ED-EBAED4D2C94F}"/>
              </a:ext>
            </a:extLst>
          </p:cNvPr>
          <p:cNvSpPr>
            <a:spLocks noGrp="1"/>
          </p:cNvSpPr>
          <p:nvPr/>
        </p:nvSpPr>
        <p:spPr>
          <a:xfrm>
            <a:off x="4924821" y="35079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6" name="9wup_2_tuned_PredictedAtoms_28">
            <a:extLst>
              <a:ext uri="{FF2B5EF4-FFF2-40B4-BE49-F238E27FC236}">
                <a16:creationId xmlns:a16="http://schemas.microsoft.com/office/drawing/2014/main" id="{96252B86-5413-4223-9628-9DF13045C7A3}"/>
              </a:ext>
            </a:extLst>
          </p:cNvPr>
          <p:cNvSpPr>
            <a:spLocks noGrp="1"/>
          </p:cNvSpPr>
          <p:nvPr/>
        </p:nvSpPr>
        <p:spPr>
          <a:xfrm>
            <a:off x="4824684" y="34577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7" name="9wup_2_tuned_PredictedAtoms_29">
            <a:extLst>
              <a:ext uri="{FF2B5EF4-FFF2-40B4-BE49-F238E27FC236}">
                <a16:creationId xmlns:a16="http://schemas.microsoft.com/office/drawing/2014/main" id="{7DE4D71F-3CB1-401B-9CCF-36821C9C575D}"/>
              </a:ext>
            </a:extLst>
          </p:cNvPr>
          <p:cNvSpPr>
            <a:spLocks noGrp="1"/>
          </p:cNvSpPr>
          <p:nvPr/>
        </p:nvSpPr>
        <p:spPr>
          <a:xfrm>
            <a:off x="4761204" y="35583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8" name="9wup_2_tuned_PredictedAtoms_30">
            <a:extLst>
              <a:ext uri="{FF2B5EF4-FFF2-40B4-BE49-F238E27FC236}">
                <a16:creationId xmlns:a16="http://schemas.microsoft.com/office/drawing/2014/main" id="{860151E1-6593-4073-86BB-D2C1BFD93407}"/>
              </a:ext>
            </a:extLst>
          </p:cNvPr>
          <p:cNvSpPr>
            <a:spLocks noGrp="1"/>
          </p:cNvSpPr>
          <p:nvPr/>
        </p:nvSpPr>
        <p:spPr>
          <a:xfrm>
            <a:off x="4237764" y="32344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9" name="9wup_2_tuned_PredictedAtoms_31">
            <a:extLst>
              <a:ext uri="{FF2B5EF4-FFF2-40B4-BE49-F238E27FC236}">
                <a16:creationId xmlns:a16="http://schemas.microsoft.com/office/drawing/2014/main" id="{B746187D-F2A1-418E-BDA3-F3199579DD69}"/>
              </a:ext>
            </a:extLst>
          </p:cNvPr>
          <p:cNvSpPr>
            <a:spLocks noGrp="1"/>
          </p:cNvSpPr>
          <p:nvPr/>
        </p:nvSpPr>
        <p:spPr>
          <a:xfrm>
            <a:off x="4292793" y="33346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0" name="9wup_2_tuned_PredictedAtoms_32">
            <a:extLst>
              <a:ext uri="{FF2B5EF4-FFF2-40B4-BE49-F238E27FC236}">
                <a16:creationId xmlns:a16="http://schemas.microsoft.com/office/drawing/2014/main" id="{0BF40DE7-DFB8-41BA-AC86-998A8A2270E7}"/>
              </a:ext>
            </a:extLst>
          </p:cNvPr>
          <p:cNvSpPr>
            <a:spLocks noGrp="1"/>
          </p:cNvSpPr>
          <p:nvPr/>
        </p:nvSpPr>
        <p:spPr>
          <a:xfrm>
            <a:off x="4100972" y="32366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1" name="9wup_2_tuned_PredictedAtoms_33">
            <a:extLst>
              <a:ext uri="{FF2B5EF4-FFF2-40B4-BE49-F238E27FC236}">
                <a16:creationId xmlns:a16="http://schemas.microsoft.com/office/drawing/2014/main" id="{56E48B2C-26E6-4BB9-B438-3C6002CE6923}"/>
              </a:ext>
            </a:extLst>
          </p:cNvPr>
          <p:cNvSpPr>
            <a:spLocks noGrp="1"/>
          </p:cNvSpPr>
          <p:nvPr/>
        </p:nvSpPr>
        <p:spPr>
          <a:xfrm>
            <a:off x="4041739" y="33191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2" name="9wup_2_tuned_PredictedAtoms_34">
            <a:extLst>
              <a:ext uri="{FF2B5EF4-FFF2-40B4-BE49-F238E27FC236}">
                <a16:creationId xmlns:a16="http://schemas.microsoft.com/office/drawing/2014/main" id="{18677981-B221-4FD3-A1FF-4296DF8BC512}"/>
              </a:ext>
            </a:extLst>
          </p:cNvPr>
          <p:cNvSpPr>
            <a:spLocks noGrp="1"/>
          </p:cNvSpPr>
          <p:nvPr/>
        </p:nvSpPr>
        <p:spPr>
          <a:xfrm>
            <a:off x="4062418" y="32643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3" name="9wup_2_tuned_PredictedAtoms_35">
            <a:extLst>
              <a:ext uri="{FF2B5EF4-FFF2-40B4-BE49-F238E27FC236}">
                <a16:creationId xmlns:a16="http://schemas.microsoft.com/office/drawing/2014/main" id="{98159453-9E6F-4C46-BFD9-03E74E83988D}"/>
              </a:ext>
            </a:extLst>
          </p:cNvPr>
          <p:cNvSpPr>
            <a:spLocks noGrp="1"/>
          </p:cNvSpPr>
          <p:nvPr/>
        </p:nvSpPr>
        <p:spPr>
          <a:xfrm>
            <a:off x="3934490" y="32423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4" name="9wup_2_tuned_PredictedAtoms_36">
            <a:extLst>
              <a:ext uri="{FF2B5EF4-FFF2-40B4-BE49-F238E27FC236}">
                <a16:creationId xmlns:a16="http://schemas.microsoft.com/office/drawing/2014/main" id="{709ACDD3-C6BD-4ED3-B793-5B3417A582B2}"/>
              </a:ext>
            </a:extLst>
          </p:cNvPr>
          <p:cNvSpPr>
            <a:spLocks noGrp="1"/>
          </p:cNvSpPr>
          <p:nvPr/>
        </p:nvSpPr>
        <p:spPr>
          <a:xfrm>
            <a:off x="3905877" y="31255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5" name="9wup_2_tuned_PredictedAtoms_37">
            <a:extLst>
              <a:ext uri="{FF2B5EF4-FFF2-40B4-BE49-F238E27FC236}">
                <a16:creationId xmlns:a16="http://schemas.microsoft.com/office/drawing/2014/main" id="{37C49ADB-E5DC-4E4C-BF47-D5B40B4696BC}"/>
              </a:ext>
            </a:extLst>
          </p:cNvPr>
          <p:cNvSpPr>
            <a:spLocks noGrp="1"/>
          </p:cNvSpPr>
          <p:nvPr/>
        </p:nvSpPr>
        <p:spPr>
          <a:xfrm>
            <a:off x="3986204" y="30352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6" name="9wup_2_tuned_PredictedAtoms_38">
            <a:extLst>
              <a:ext uri="{FF2B5EF4-FFF2-40B4-BE49-F238E27FC236}">
                <a16:creationId xmlns:a16="http://schemas.microsoft.com/office/drawing/2014/main" id="{EBAB3F4F-F13F-41AE-B17A-E36DA566C250}"/>
              </a:ext>
            </a:extLst>
          </p:cNvPr>
          <p:cNvSpPr>
            <a:spLocks noGrp="1"/>
          </p:cNvSpPr>
          <p:nvPr/>
        </p:nvSpPr>
        <p:spPr>
          <a:xfrm>
            <a:off x="3968643" y="29176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7" name="9wup_2_tuned_PredictedAtoms_39">
            <a:extLst>
              <a:ext uri="{FF2B5EF4-FFF2-40B4-BE49-F238E27FC236}">
                <a16:creationId xmlns:a16="http://schemas.microsoft.com/office/drawing/2014/main" id="{C4D6596C-89DE-47B1-A219-F67656A7BA6B}"/>
              </a:ext>
            </a:extLst>
          </p:cNvPr>
          <p:cNvSpPr>
            <a:spLocks noGrp="1"/>
          </p:cNvSpPr>
          <p:nvPr/>
        </p:nvSpPr>
        <p:spPr>
          <a:xfrm>
            <a:off x="4051098" y="28361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8" name="9wup_2_tuned_PredictedAtoms_40">
            <a:extLst>
              <a:ext uri="{FF2B5EF4-FFF2-40B4-BE49-F238E27FC236}">
                <a16:creationId xmlns:a16="http://schemas.microsoft.com/office/drawing/2014/main" id="{A8461DB2-B979-4925-B2C2-B491962AA19F}"/>
              </a:ext>
            </a:extLst>
          </p:cNvPr>
          <p:cNvSpPr>
            <a:spLocks noGrp="1"/>
          </p:cNvSpPr>
          <p:nvPr/>
        </p:nvSpPr>
        <p:spPr>
          <a:xfrm>
            <a:off x="3851083" y="28843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9" name="9wup_2_tuned_PredictedAtoms_41">
            <a:extLst>
              <a:ext uri="{FF2B5EF4-FFF2-40B4-BE49-F238E27FC236}">
                <a16:creationId xmlns:a16="http://schemas.microsoft.com/office/drawing/2014/main" id="{9AEFBBFD-8D95-4877-9C48-1045E682C11C}"/>
              </a:ext>
            </a:extLst>
          </p:cNvPr>
          <p:cNvSpPr>
            <a:spLocks noGrp="1"/>
          </p:cNvSpPr>
          <p:nvPr/>
        </p:nvSpPr>
        <p:spPr>
          <a:xfrm>
            <a:off x="3757810" y="29636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0" name="9wup_2_tuned_PredictedAtoms_42">
            <a:extLst>
              <a:ext uri="{FF2B5EF4-FFF2-40B4-BE49-F238E27FC236}">
                <a16:creationId xmlns:a16="http://schemas.microsoft.com/office/drawing/2014/main" id="{B04A486D-F3BD-4BE8-8759-282F497541E6}"/>
              </a:ext>
            </a:extLst>
          </p:cNvPr>
          <p:cNvSpPr>
            <a:spLocks noGrp="1"/>
          </p:cNvSpPr>
          <p:nvPr/>
        </p:nvSpPr>
        <p:spPr>
          <a:xfrm>
            <a:off x="3656538" y="29240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1" name="9wup_2_tuned_PredictedAtoms_43">
            <a:extLst>
              <a:ext uri="{FF2B5EF4-FFF2-40B4-BE49-F238E27FC236}">
                <a16:creationId xmlns:a16="http://schemas.microsoft.com/office/drawing/2014/main" id="{AB7278FD-3A37-4B14-8FB0-A3FE861BB088}"/>
              </a:ext>
            </a:extLst>
          </p:cNvPr>
          <p:cNvSpPr>
            <a:spLocks noGrp="1"/>
          </p:cNvSpPr>
          <p:nvPr/>
        </p:nvSpPr>
        <p:spPr>
          <a:xfrm>
            <a:off x="3788795" y="30896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2" name="9wup_2_tuned_PredictedAtoms_44">
            <a:extLst>
              <a:ext uri="{FF2B5EF4-FFF2-40B4-BE49-F238E27FC236}">
                <a16:creationId xmlns:a16="http://schemas.microsoft.com/office/drawing/2014/main" id="{9B6495BC-A28D-4C58-9198-518BC221D61C}"/>
              </a:ext>
            </a:extLst>
          </p:cNvPr>
          <p:cNvSpPr>
            <a:spLocks noGrp="1"/>
          </p:cNvSpPr>
          <p:nvPr/>
        </p:nvSpPr>
        <p:spPr>
          <a:xfrm>
            <a:off x="3705042" y="31790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3" name="9wup_2_tuned_PredictedAtoms_45">
            <a:extLst>
              <a:ext uri="{FF2B5EF4-FFF2-40B4-BE49-F238E27FC236}">
                <a16:creationId xmlns:a16="http://schemas.microsoft.com/office/drawing/2014/main" id="{230F1C1F-022F-474B-976C-4744A91E349B}"/>
              </a:ext>
            </a:extLst>
          </p:cNvPr>
          <p:cNvSpPr>
            <a:spLocks noGrp="1"/>
          </p:cNvSpPr>
          <p:nvPr/>
        </p:nvSpPr>
        <p:spPr>
          <a:xfrm>
            <a:off x="3733352" y="32945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4" name="9wup_2_tuned_PredictedAtoms_46">
            <a:extLst>
              <a:ext uri="{FF2B5EF4-FFF2-40B4-BE49-F238E27FC236}">
                <a16:creationId xmlns:a16="http://schemas.microsoft.com/office/drawing/2014/main" id="{144ED4C8-8F31-4600-9330-AE6621E377C3}"/>
              </a:ext>
            </a:extLst>
          </p:cNvPr>
          <p:cNvSpPr>
            <a:spLocks noGrp="1"/>
          </p:cNvSpPr>
          <p:nvPr/>
        </p:nvSpPr>
        <p:spPr>
          <a:xfrm>
            <a:off x="3642843" y="33826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5" name="9wup_2_tuned_PredictedAtoms_47">
            <a:extLst>
              <a:ext uri="{FF2B5EF4-FFF2-40B4-BE49-F238E27FC236}">
                <a16:creationId xmlns:a16="http://schemas.microsoft.com/office/drawing/2014/main" id="{B5CE7509-89C6-4CF2-8E2D-A5DD6D7079FA}"/>
              </a:ext>
            </a:extLst>
          </p:cNvPr>
          <p:cNvSpPr>
            <a:spLocks noGrp="1"/>
          </p:cNvSpPr>
          <p:nvPr/>
        </p:nvSpPr>
        <p:spPr>
          <a:xfrm>
            <a:off x="3665260" y="35036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6" name="9wup_2_tuned_PredictedAtoms_48">
            <a:extLst>
              <a:ext uri="{FF2B5EF4-FFF2-40B4-BE49-F238E27FC236}">
                <a16:creationId xmlns:a16="http://schemas.microsoft.com/office/drawing/2014/main" id="{D1395934-F4D8-44EE-84AC-4C17201B9AE6}"/>
              </a:ext>
            </a:extLst>
          </p:cNvPr>
          <p:cNvSpPr>
            <a:spLocks noGrp="1"/>
          </p:cNvSpPr>
          <p:nvPr/>
        </p:nvSpPr>
        <p:spPr>
          <a:xfrm>
            <a:off x="3566497" y="35922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7" name="9wup_2_tuned_PredictedAtoms_49">
            <a:extLst>
              <a:ext uri="{FF2B5EF4-FFF2-40B4-BE49-F238E27FC236}">
                <a16:creationId xmlns:a16="http://schemas.microsoft.com/office/drawing/2014/main" id="{F617C48C-22A2-49D8-8B3E-90545E985A9C}"/>
              </a:ext>
            </a:extLst>
          </p:cNvPr>
          <p:cNvSpPr>
            <a:spLocks noGrp="1"/>
          </p:cNvSpPr>
          <p:nvPr/>
        </p:nvSpPr>
        <p:spPr>
          <a:xfrm>
            <a:off x="3781730" y="35455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8" name="9wup_2_tuned_PredictedAtoms_50">
            <a:extLst>
              <a:ext uri="{FF2B5EF4-FFF2-40B4-BE49-F238E27FC236}">
                <a16:creationId xmlns:a16="http://schemas.microsoft.com/office/drawing/2014/main" id="{0F7142BA-AAC5-4C26-9A54-A9D96987E19F}"/>
              </a:ext>
            </a:extLst>
          </p:cNvPr>
          <p:cNvSpPr>
            <a:spLocks noGrp="1"/>
          </p:cNvSpPr>
          <p:nvPr/>
        </p:nvSpPr>
        <p:spPr>
          <a:xfrm>
            <a:off x="3815418" y="36734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9" name="9wup_2_tuned_PredictedAtoms_51">
            <a:extLst>
              <a:ext uri="{FF2B5EF4-FFF2-40B4-BE49-F238E27FC236}">
                <a16:creationId xmlns:a16="http://schemas.microsoft.com/office/drawing/2014/main" id="{EFD83AD3-A4A9-46A1-A2BD-87CCD1226BAF}"/>
              </a:ext>
            </a:extLst>
          </p:cNvPr>
          <p:cNvSpPr>
            <a:spLocks noGrp="1"/>
          </p:cNvSpPr>
          <p:nvPr/>
        </p:nvSpPr>
        <p:spPr>
          <a:xfrm>
            <a:off x="3871103" y="34566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10" name="9wup_2_tuned_PredictedAtoms_52">
            <a:extLst>
              <a:ext uri="{FF2B5EF4-FFF2-40B4-BE49-F238E27FC236}">
                <a16:creationId xmlns:a16="http://schemas.microsoft.com/office/drawing/2014/main" id="{97956EA8-02F0-4FC3-A2E8-7999112CF7BC}"/>
              </a:ext>
            </a:extLst>
          </p:cNvPr>
          <p:cNvSpPr>
            <a:spLocks noGrp="1"/>
          </p:cNvSpPr>
          <p:nvPr/>
        </p:nvSpPr>
        <p:spPr>
          <a:xfrm>
            <a:off x="3849434" y="33305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11" name="stage3-cases-clash_18">
            <a:extLst>
              <a:ext uri="{FF2B5EF4-FFF2-40B4-BE49-F238E27FC236}">
                <a16:creationId xmlns:a16="http://schemas.microsoft.com/office/drawing/2014/main" id="{FC29B102-B7D1-440F-BC3A-16B1B26BA976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0.52 Å   D 87%   Clash 0</a:t>
            </a:r>
          </a:p>
        </p:txBody>
      </p:sp>
      <p:sp>
        <p:nvSpPr>
          <p:cNvPr id="712" name="9wup_2_build_Receptor">
            <a:extLst>
              <a:ext uri="{FF2B5EF4-FFF2-40B4-BE49-F238E27FC236}">
                <a16:creationId xmlns:a16="http://schemas.microsoft.com/office/drawing/2014/main" id="{6B40C91F-D4D0-4F96-98EA-59B95FC65AB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13" name="9wup_2_build_ExperimentalDensity">
            <a:extLst>
              <a:ext uri="{FF2B5EF4-FFF2-40B4-BE49-F238E27FC236}">
                <a16:creationId xmlns:a16="http://schemas.microsoft.com/office/drawing/2014/main" id="{B5139F34-3B76-4242-9F84-4565AD8BA36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14" name="9wup_2_build_ReferenceLigand_0">
            <a:extLst>
              <a:ext uri="{FF2B5EF4-FFF2-40B4-BE49-F238E27FC236}">
                <a16:creationId xmlns:a16="http://schemas.microsoft.com/office/drawing/2014/main" id="{47F63B87-9210-4A7D-95D0-253E91717D6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5" name="9wup_2_build_ReferenceLigand_1">
            <a:extLst>
              <a:ext uri="{FF2B5EF4-FFF2-40B4-BE49-F238E27FC236}">
                <a16:creationId xmlns:a16="http://schemas.microsoft.com/office/drawing/2014/main" id="{A11A37AA-CEEF-4827-8BF4-6848AADC262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6" name="9wup_2_build_ReferenceLigand_2">
            <a:extLst>
              <a:ext uri="{FF2B5EF4-FFF2-40B4-BE49-F238E27FC236}">
                <a16:creationId xmlns:a16="http://schemas.microsoft.com/office/drawing/2014/main" id="{6C17E9A7-6FD1-4FE5-9EBD-62A815DBA35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7" name="9wup_2_build_ReferenceLigand_3">
            <a:extLst>
              <a:ext uri="{FF2B5EF4-FFF2-40B4-BE49-F238E27FC236}">
                <a16:creationId xmlns:a16="http://schemas.microsoft.com/office/drawing/2014/main" id="{248069CA-C714-42BF-B9D1-1445725BB86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8" name="9wup_2_build_ReferenceLigand_4">
            <a:extLst>
              <a:ext uri="{FF2B5EF4-FFF2-40B4-BE49-F238E27FC236}">
                <a16:creationId xmlns:a16="http://schemas.microsoft.com/office/drawing/2014/main" id="{D028E8B4-548C-4946-882C-2CEE83EF065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9" name="9wup_2_build_ReferenceLigand_5">
            <a:extLst>
              <a:ext uri="{FF2B5EF4-FFF2-40B4-BE49-F238E27FC236}">
                <a16:creationId xmlns:a16="http://schemas.microsoft.com/office/drawing/2014/main" id="{90F63645-1E50-4B70-94AC-092E7DB9B35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0" name="9wup_2_build_ReferenceLigand_6">
            <a:extLst>
              <a:ext uri="{FF2B5EF4-FFF2-40B4-BE49-F238E27FC236}">
                <a16:creationId xmlns:a16="http://schemas.microsoft.com/office/drawing/2014/main" id="{C5120B4F-85F2-47B3-88C0-A79CA87D8B8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1" name="9wup_2_build_ReferenceLigand_7">
            <a:extLst>
              <a:ext uri="{FF2B5EF4-FFF2-40B4-BE49-F238E27FC236}">
                <a16:creationId xmlns:a16="http://schemas.microsoft.com/office/drawing/2014/main" id="{FA6D0C79-D4BB-4CF5-8658-AFF6DE3B9BD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2" name="9wup_2_build_ReferenceLigand_8">
            <a:extLst>
              <a:ext uri="{FF2B5EF4-FFF2-40B4-BE49-F238E27FC236}">
                <a16:creationId xmlns:a16="http://schemas.microsoft.com/office/drawing/2014/main" id="{2CA03CEE-C120-4DC8-A7A3-788CC528FD6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3" name="9wup_2_build_ReferenceLigand_9">
            <a:extLst>
              <a:ext uri="{FF2B5EF4-FFF2-40B4-BE49-F238E27FC236}">
                <a16:creationId xmlns:a16="http://schemas.microsoft.com/office/drawing/2014/main" id="{16996B0F-98CD-4B8C-A20D-8781B1187D4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4" name="9wup_2_build_ReferenceLigand_10">
            <a:extLst>
              <a:ext uri="{FF2B5EF4-FFF2-40B4-BE49-F238E27FC236}">
                <a16:creationId xmlns:a16="http://schemas.microsoft.com/office/drawing/2014/main" id="{C1D39F67-E253-4CBF-8DEA-AD2E59831A1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5" name="9wup_2_build_ReferenceLigand_11">
            <a:extLst>
              <a:ext uri="{FF2B5EF4-FFF2-40B4-BE49-F238E27FC236}">
                <a16:creationId xmlns:a16="http://schemas.microsoft.com/office/drawing/2014/main" id="{51BE1F44-60ED-437C-8928-B26F7118A5A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6" name="9wup_2_build_ReferenceLigand_12">
            <a:extLst>
              <a:ext uri="{FF2B5EF4-FFF2-40B4-BE49-F238E27FC236}">
                <a16:creationId xmlns:a16="http://schemas.microsoft.com/office/drawing/2014/main" id="{A7C9E047-3F1B-412C-BD21-0703EE2123E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7" name="9wup_2_build_ReferenceLigand_13">
            <a:extLst>
              <a:ext uri="{FF2B5EF4-FFF2-40B4-BE49-F238E27FC236}">
                <a16:creationId xmlns:a16="http://schemas.microsoft.com/office/drawing/2014/main" id="{36243279-A61E-4B3E-BFBA-406C7B424FF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8" name="9wup_2_build_ReferenceLigand_14">
            <a:extLst>
              <a:ext uri="{FF2B5EF4-FFF2-40B4-BE49-F238E27FC236}">
                <a16:creationId xmlns:a16="http://schemas.microsoft.com/office/drawing/2014/main" id="{0BE0F0FE-6486-49A6-96A8-3ECAAE090C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9" name="9wup_2_build_ReferenceLigand_15">
            <a:extLst>
              <a:ext uri="{FF2B5EF4-FFF2-40B4-BE49-F238E27FC236}">
                <a16:creationId xmlns:a16="http://schemas.microsoft.com/office/drawing/2014/main" id="{EF94C9EF-AC24-4A86-AF9F-3BBE979559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0" name="9wup_2_build_ReferenceLigand_16">
            <a:extLst>
              <a:ext uri="{FF2B5EF4-FFF2-40B4-BE49-F238E27FC236}">
                <a16:creationId xmlns:a16="http://schemas.microsoft.com/office/drawing/2014/main" id="{5BC780FC-D5D5-4BBD-B110-77351D85C0A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1" name="9wup_2_build_ReferenceLigand_17">
            <a:extLst>
              <a:ext uri="{FF2B5EF4-FFF2-40B4-BE49-F238E27FC236}">
                <a16:creationId xmlns:a16="http://schemas.microsoft.com/office/drawing/2014/main" id="{C2B48898-83FE-4C79-8A18-E33D334FB32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2" name="9wup_2_build_ReferenceLigand_18">
            <a:extLst>
              <a:ext uri="{FF2B5EF4-FFF2-40B4-BE49-F238E27FC236}">
                <a16:creationId xmlns:a16="http://schemas.microsoft.com/office/drawing/2014/main" id="{EAB29BF5-6B71-4BDA-8614-E69E9270EA3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3" name="9wup_2_build_ReferenceLigand_19">
            <a:extLst>
              <a:ext uri="{FF2B5EF4-FFF2-40B4-BE49-F238E27FC236}">
                <a16:creationId xmlns:a16="http://schemas.microsoft.com/office/drawing/2014/main" id="{467E723B-A363-4288-829E-57352A174C2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4" name="9wup_2_build_ReferenceLigand_20">
            <a:extLst>
              <a:ext uri="{FF2B5EF4-FFF2-40B4-BE49-F238E27FC236}">
                <a16:creationId xmlns:a16="http://schemas.microsoft.com/office/drawing/2014/main" id="{50886CEE-4E7A-438B-A770-C4C2626F919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5" name="9wup_2_build_ReferenceLigand_21">
            <a:extLst>
              <a:ext uri="{FF2B5EF4-FFF2-40B4-BE49-F238E27FC236}">
                <a16:creationId xmlns:a16="http://schemas.microsoft.com/office/drawing/2014/main" id="{766DAC7E-7C13-4DA3-B334-5DD50B0A826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6" name="9wup_2_build_ReferenceLigand_22">
            <a:extLst>
              <a:ext uri="{FF2B5EF4-FFF2-40B4-BE49-F238E27FC236}">
                <a16:creationId xmlns:a16="http://schemas.microsoft.com/office/drawing/2014/main" id="{C0B7D7FC-4946-4A22-9D0C-34893FA8F2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7" name="9wup_2_build_ReferenceLigand_23">
            <a:extLst>
              <a:ext uri="{FF2B5EF4-FFF2-40B4-BE49-F238E27FC236}">
                <a16:creationId xmlns:a16="http://schemas.microsoft.com/office/drawing/2014/main" id="{9C9A6D8F-DF4F-4D28-91BF-987CE4889C6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8" name="9wup_2_build_ReferenceLigand_24">
            <a:extLst>
              <a:ext uri="{FF2B5EF4-FFF2-40B4-BE49-F238E27FC236}">
                <a16:creationId xmlns:a16="http://schemas.microsoft.com/office/drawing/2014/main" id="{2777D67D-FE82-4739-89E9-6733002F6E5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9" name="9wup_2_build_ReferenceLigand_25">
            <a:extLst>
              <a:ext uri="{FF2B5EF4-FFF2-40B4-BE49-F238E27FC236}">
                <a16:creationId xmlns:a16="http://schemas.microsoft.com/office/drawing/2014/main" id="{E038D8C2-F81C-482D-809C-E9DBCB74C4E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0" name="9wup_2_build_ReferenceLigand_26">
            <a:extLst>
              <a:ext uri="{FF2B5EF4-FFF2-40B4-BE49-F238E27FC236}">
                <a16:creationId xmlns:a16="http://schemas.microsoft.com/office/drawing/2014/main" id="{8F211315-7C31-48DE-B027-67BD0F29F9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1" name="9wup_2_build_ReferenceLigand_27">
            <a:extLst>
              <a:ext uri="{FF2B5EF4-FFF2-40B4-BE49-F238E27FC236}">
                <a16:creationId xmlns:a16="http://schemas.microsoft.com/office/drawing/2014/main" id="{4A2F527D-A97F-4072-9CB3-FF6435C529B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2" name="9wup_2_build_ReferenceLigand_28">
            <a:extLst>
              <a:ext uri="{FF2B5EF4-FFF2-40B4-BE49-F238E27FC236}">
                <a16:creationId xmlns:a16="http://schemas.microsoft.com/office/drawing/2014/main" id="{4331D77A-8F7E-4E40-8766-28B35D74FF0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3" name="9wup_2_build_ReferenceLigand_29">
            <a:extLst>
              <a:ext uri="{FF2B5EF4-FFF2-40B4-BE49-F238E27FC236}">
                <a16:creationId xmlns:a16="http://schemas.microsoft.com/office/drawing/2014/main" id="{2ADE17FE-D990-4B02-BEA0-A69377B0247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4" name="9wup_2_build_ReferenceLigand_30">
            <a:extLst>
              <a:ext uri="{FF2B5EF4-FFF2-40B4-BE49-F238E27FC236}">
                <a16:creationId xmlns:a16="http://schemas.microsoft.com/office/drawing/2014/main" id="{76BCC119-97F7-439D-B9B7-D6C93CADFD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5" name="9wup_2_build_ReferenceLigand_31">
            <a:extLst>
              <a:ext uri="{FF2B5EF4-FFF2-40B4-BE49-F238E27FC236}">
                <a16:creationId xmlns:a16="http://schemas.microsoft.com/office/drawing/2014/main" id="{50444F2C-F8E5-4A5C-AC92-50CD75BD929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6" name="9wup_2_build_ReferenceLigand_32">
            <a:extLst>
              <a:ext uri="{FF2B5EF4-FFF2-40B4-BE49-F238E27FC236}">
                <a16:creationId xmlns:a16="http://schemas.microsoft.com/office/drawing/2014/main" id="{F1A75171-7AFD-4D22-93F5-72C9C7F0907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7" name="9wup_2_build_ReferenceLigand_33">
            <a:extLst>
              <a:ext uri="{FF2B5EF4-FFF2-40B4-BE49-F238E27FC236}">
                <a16:creationId xmlns:a16="http://schemas.microsoft.com/office/drawing/2014/main" id="{2BC50901-3582-4FF3-A559-790F843F90D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8" name="9wup_2_build_ReferenceLigand_34">
            <a:extLst>
              <a:ext uri="{FF2B5EF4-FFF2-40B4-BE49-F238E27FC236}">
                <a16:creationId xmlns:a16="http://schemas.microsoft.com/office/drawing/2014/main" id="{AFA657DF-B3C1-41B1-8A8F-E59BBAF8DC7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9" name="9wup_2_build_ReferenceLigand_35">
            <a:extLst>
              <a:ext uri="{FF2B5EF4-FFF2-40B4-BE49-F238E27FC236}">
                <a16:creationId xmlns:a16="http://schemas.microsoft.com/office/drawing/2014/main" id="{E4DD991C-AEE9-4607-96DA-86B7C661111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0" name="9wup_2_build_ReferenceLigand_36">
            <a:extLst>
              <a:ext uri="{FF2B5EF4-FFF2-40B4-BE49-F238E27FC236}">
                <a16:creationId xmlns:a16="http://schemas.microsoft.com/office/drawing/2014/main" id="{D329DB43-DE20-4187-BDBA-9EC51D2BE41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1" name="9wup_2_build_ReferenceLigand_37">
            <a:extLst>
              <a:ext uri="{FF2B5EF4-FFF2-40B4-BE49-F238E27FC236}">
                <a16:creationId xmlns:a16="http://schemas.microsoft.com/office/drawing/2014/main" id="{C4EE64E1-BEEC-468B-A2D9-5B586CB92A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2" name="9wup_2_build_ReferenceLigand_38">
            <a:extLst>
              <a:ext uri="{FF2B5EF4-FFF2-40B4-BE49-F238E27FC236}">
                <a16:creationId xmlns:a16="http://schemas.microsoft.com/office/drawing/2014/main" id="{041E339E-32F2-4995-BB90-7A5F456E3E5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3" name="9wup_2_build_ReferenceLigand_39">
            <a:extLst>
              <a:ext uri="{FF2B5EF4-FFF2-40B4-BE49-F238E27FC236}">
                <a16:creationId xmlns:a16="http://schemas.microsoft.com/office/drawing/2014/main" id="{1269D1DF-2A55-425D-8439-F6343B70BB6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4" name="9wup_2_build_ReferenceLigand_40">
            <a:extLst>
              <a:ext uri="{FF2B5EF4-FFF2-40B4-BE49-F238E27FC236}">
                <a16:creationId xmlns:a16="http://schemas.microsoft.com/office/drawing/2014/main" id="{B1F4A6E0-C961-439D-84F2-B1E77F45E11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5" name="9wup_2_build_ReferenceLigand_41">
            <a:extLst>
              <a:ext uri="{FF2B5EF4-FFF2-40B4-BE49-F238E27FC236}">
                <a16:creationId xmlns:a16="http://schemas.microsoft.com/office/drawing/2014/main" id="{6DD82276-F395-4C56-8114-A911B523AB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6" name="9wup_2_build_ReferenceLigand_42">
            <a:extLst>
              <a:ext uri="{FF2B5EF4-FFF2-40B4-BE49-F238E27FC236}">
                <a16:creationId xmlns:a16="http://schemas.microsoft.com/office/drawing/2014/main" id="{1A226DFB-AD74-4474-8CD0-AE50CC09DD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7" name="9wup_2_build_ReferenceLigand_43">
            <a:extLst>
              <a:ext uri="{FF2B5EF4-FFF2-40B4-BE49-F238E27FC236}">
                <a16:creationId xmlns:a16="http://schemas.microsoft.com/office/drawing/2014/main" id="{B26601F8-43EB-44CF-A7EE-30B95DFE95A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8" name="9wup_2_build_ReferenceLigand_44">
            <a:extLst>
              <a:ext uri="{FF2B5EF4-FFF2-40B4-BE49-F238E27FC236}">
                <a16:creationId xmlns:a16="http://schemas.microsoft.com/office/drawing/2014/main" id="{E672A3E8-03B1-44A2-90DE-7AE492B788D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9" name="9wup_2_build_ReferenceLigand_45">
            <a:extLst>
              <a:ext uri="{FF2B5EF4-FFF2-40B4-BE49-F238E27FC236}">
                <a16:creationId xmlns:a16="http://schemas.microsoft.com/office/drawing/2014/main" id="{05E1CEDC-AFDD-47BB-8EAD-58E5EE78C29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0" name="9wup_2_build_ReferenceLigand_46">
            <a:extLst>
              <a:ext uri="{FF2B5EF4-FFF2-40B4-BE49-F238E27FC236}">
                <a16:creationId xmlns:a16="http://schemas.microsoft.com/office/drawing/2014/main" id="{46756D0D-29BE-4F17-B6CC-59BA2794498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1" name="9wup_2_build_ReferenceLigand_47">
            <a:extLst>
              <a:ext uri="{FF2B5EF4-FFF2-40B4-BE49-F238E27FC236}">
                <a16:creationId xmlns:a16="http://schemas.microsoft.com/office/drawing/2014/main" id="{27CDBDC9-6B12-4F0E-9AF8-94A040069DC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2" name="9wup_2_build_ReferenceLigand_48">
            <a:extLst>
              <a:ext uri="{FF2B5EF4-FFF2-40B4-BE49-F238E27FC236}">
                <a16:creationId xmlns:a16="http://schemas.microsoft.com/office/drawing/2014/main" id="{540C1116-BAEB-4166-82B2-B2EBBDD7BC8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3" name="9wup_2_build_ReferenceLigand_49">
            <a:extLst>
              <a:ext uri="{FF2B5EF4-FFF2-40B4-BE49-F238E27FC236}">
                <a16:creationId xmlns:a16="http://schemas.microsoft.com/office/drawing/2014/main" id="{67FF791B-EBF7-4870-AB10-34C49B0CE01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4" name="9wup_2_build_ReferenceLigand_50">
            <a:extLst>
              <a:ext uri="{FF2B5EF4-FFF2-40B4-BE49-F238E27FC236}">
                <a16:creationId xmlns:a16="http://schemas.microsoft.com/office/drawing/2014/main" id="{3AF64651-F2EC-4DDE-9D7B-1D64DC98B01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5" name="9wup_2_build_ReferenceLigand_51">
            <a:extLst>
              <a:ext uri="{FF2B5EF4-FFF2-40B4-BE49-F238E27FC236}">
                <a16:creationId xmlns:a16="http://schemas.microsoft.com/office/drawing/2014/main" id="{F6D2249D-02D8-442C-9612-6E7E0CDC7E2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6" name="9wup_2_build_ReferenceLigand_52">
            <a:extLst>
              <a:ext uri="{FF2B5EF4-FFF2-40B4-BE49-F238E27FC236}">
                <a16:creationId xmlns:a16="http://schemas.microsoft.com/office/drawing/2014/main" id="{CEB5A0EB-7FDC-4D05-A673-8BBEAAE58CD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7" name="9wup_2_build_ReferenceLigand_53">
            <a:extLst>
              <a:ext uri="{FF2B5EF4-FFF2-40B4-BE49-F238E27FC236}">
                <a16:creationId xmlns:a16="http://schemas.microsoft.com/office/drawing/2014/main" id="{00CEF657-E50C-4698-A543-1E34270EC4F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8" name="9wup_2_build_ReferenceLigand_54">
            <a:extLst>
              <a:ext uri="{FF2B5EF4-FFF2-40B4-BE49-F238E27FC236}">
                <a16:creationId xmlns:a16="http://schemas.microsoft.com/office/drawing/2014/main" id="{0687F1C7-186C-4145-8BD2-EE137E04E62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9" name="9wup_2_build_ReferenceLigand_55">
            <a:extLst>
              <a:ext uri="{FF2B5EF4-FFF2-40B4-BE49-F238E27FC236}">
                <a16:creationId xmlns:a16="http://schemas.microsoft.com/office/drawing/2014/main" id="{F6423208-BE9F-4ECA-8C60-455A77B0A9A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0" name="9wup_2_build_ReferenceLigand_56">
            <a:extLst>
              <a:ext uri="{FF2B5EF4-FFF2-40B4-BE49-F238E27FC236}">
                <a16:creationId xmlns:a16="http://schemas.microsoft.com/office/drawing/2014/main" id="{F25458EA-7E97-47FE-9C69-0436F56169C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1" name="9wup_2_build_ReferenceLigand_57">
            <a:extLst>
              <a:ext uri="{FF2B5EF4-FFF2-40B4-BE49-F238E27FC236}">
                <a16:creationId xmlns:a16="http://schemas.microsoft.com/office/drawing/2014/main" id="{ED89B086-F593-4460-B7CF-2AF8495C557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wup_2_build_PredictedLigand_0">
            <a:extLst>
              <a:ext uri="{FF2B5EF4-FFF2-40B4-BE49-F238E27FC236}">
                <a16:creationId xmlns:a16="http://schemas.microsoft.com/office/drawing/2014/main" id="{AF7E647D-6C32-4DF7-BE8F-13ADB89E3FB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01675" y="6705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3" name="9wup_2_build_PredictedLigand_1">
            <a:extLst>
              <a:ext uri="{FF2B5EF4-FFF2-40B4-BE49-F238E27FC236}">
                <a16:creationId xmlns:a16="http://schemas.microsoft.com/office/drawing/2014/main" id="{255E476F-7D51-4777-B85C-1B9E64EFB9F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61275" y="4883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4" name="9wup_2_build_PredictedLigand_2">
            <a:extLst>
              <a:ext uri="{FF2B5EF4-FFF2-40B4-BE49-F238E27FC236}">
                <a16:creationId xmlns:a16="http://schemas.microsoft.com/office/drawing/2014/main" id="{F722AB06-8AB2-4E52-AF9B-C632114AF38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91486" y="7458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5" name="9wup_2_build_PredictedLigand_3">
            <a:extLst>
              <a:ext uri="{FF2B5EF4-FFF2-40B4-BE49-F238E27FC236}">
                <a16:creationId xmlns:a16="http://schemas.microsoft.com/office/drawing/2014/main" id="{9D9C8B9E-96B5-4E12-8E46-9AB4E2DD64E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546" y="615488"/>
                </a:moveTo>
                <a:lnTo>
                  <a:pt x="1317137" y="616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6" name="9wup_2_build_PredictedLigand_4">
            <a:extLst>
              <a:ext uri="{FF2B5EF4-FFF2-40B4-BE49-F238E27FC236}">
                <a16:creationId xmlns:a16="http://schemas.microsoft.com/office/drawing/2014/main" id="{8B76EB97-D6B0-4311-A257-1516E9B359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405676" y="666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7" name="9wup_2_build_PredictedLigand_5">
            <a:extLst>
              <a:ext uri="{FF2B5EF4-FFF2-40B4-BE49-F238E27FC236}">
                <a16:creationId xmlns:a16="http://schemas.microsoft.com/office/drawing/2014/main" id="{3AA94150-8F88-4ED2-88A8-75CF3262BC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441219" y="879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8" name="9wup_2_build_PredictedLigand_6">
            <a:extLst>
              <a:ext uri="{FF2B5EF4-FFF2-40B4-BE49-F238E27FC236}">
                <a16:creationId xmlns:a16="http://schemas.microsoft.com/office/drawing/2014/main" id="{A81F7D68-4F85-4974-8828-6B818E16FBA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5676" y="666169"/>
                </a:moveTo>
                <a:lnTo>
                  <a:pt x="1496174" y="7684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9" name="9wup_2_build_PredictedLigand_7">
            <a:extLst>
              <a:ext uri="{FF2B5EF4-FFF2-40B4-BE49-F238E27FC236}">
                <a16:creationId xmlns:a16="http://schemas.microsoft.com/office/drawing/2014/main" id="{C65A6077-1E60-4092-B15A-56D7C8C6E48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28158" y="7637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0" name="9wup_2_build_PredictedLigand_8">
            <a:extLst>
              <a:ext uri="{FF2B5EF4-FFF2-40B4-BE49-F238E27FC236}">
                <a16:creationId xmlns:a16="http://schemas.microsoft.com/office/drawing/2014/main" id="{1AC57B7B-0075-4D36-AB18-D5E0A88B3F6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3474" y="630957"/>
                </a:moveTo>
                <a:lnTo>
                  <a:pt x="1194546" y="615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1" name="9wup_2_build_PredictedLigand_9">
            <a:extLst>
              <a:ext uri="{FF2B5EF4-FFF2-40B4-BE49-F238E27FC236}">
                <a16:creationId xmlns:a16="http://schemas.microsoft.com/office/drawing/2014/main" id="{59E1A3AE-9AAB-488A-87BD-28F2050B77C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97" y="635348"/>
                </a:moveTo>
                <a:lnTo>
                  <a:pt x="1091461" y="6775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2" name="9wup_2_build_PredictedLigand_10">
            <a:extLst>
              <a:ext uri="{FF2B5EF4-FFF2-40B4-BE49-F238E27FC236}">
                <a16:creationId xmlns:a16="http://schemas.microsoft.com/office/drawing/2014/main" id="{2F4B2FF2-F2A3-4373-93FB-A13C5105FC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213474" y="630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3" name="9wup_2_build_PredictedLigand_11">
            <a:extLst>
              <a:ext uri="{FF2B5EF4-FFF2-40B4-BE49-F238E27FC236}">
                <a16:creationId xmlns:a16="http://schemas.microsoft.com/office/drawing/2014/main" id="{F751D5CF-DDC8-4A22-AEEE-E26EB9D8942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58" y="763777"/>
                </a:moveTo>
                <a:lnTo>
                  <a:pt x="1646919" y="7554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4" name="9wup_2_build_PredictedLigand_12">
            <a:extLst>
              <a:ext uri="{FF2B5EF4-FFF2-40B4-BE49-F238E27FC236}">
                <a16:creationId xmlns:a16="http://schemas.microsoft.com/office/drawing/2014/main" id="{2B85CA8B-6D74-4193-94CE-391C7278EDC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088299" y="7148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5" name="9wup_2_build_PredictedLigand_13">
            <a:extLst>
              <a:ext uri="{FF2B5EF4-FFF2-40B4-BE49-F238E27FC236}">
                <a16:creationId xmlns:a16="http://schemas.microsoft.com/office/drawing/2014/main" id="{6CEB78BB-E9F9-4D67-9CBD-EDB7DE9733B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6919" y="755400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6" name="9wup_2_build_PredictedLigand_14">
            <a:extLst>
              <a:ext uri="{FF2B5EF4-FFF2-40B4-BE49-F238E27FC236}">
                <a16:creationId xmlns:a16="http://schemas.microsoft.com/office/drawing/2014/main" id="{C43309D2-C920-43CB-9AEE-9CCFA655D12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1096015" y="8263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7" name="9wup_2_build_PredictedLigand_15">
            <a:extLst>
              <a:ext uri="{FF2B5EF4-FFF2-40B4-BE49-F238E27FC236}">
                <a16:creationId xmlns:a16="http://schemas.microsoft.com/office/drawing/2014/main" id="{5AC1BFEB-DF7E-4A88-B3A6-9AD3FFBBCFD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974785" y="654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8" name="9wup_2_build_PredictedLigand_16">
            <a:extLst>
              <a:ext uri="{FF2B5EF4-FFF2-40B4-BE49-F238E27FC236}">
                <a16:creationId xmlns:a16="http://schemas.microsoft.com/office/drawing/2014/main" id="{B2CDD71A-2C9F-47D6-8AC1-E587F47760A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3587" y="658635"/>
                </a:moveTo>
                <a:lnTo>
                  <a:pt x="2250847" y="6851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9" name="9wup_2_build_PredictedLigand_17">
            <a:extLst>
              <a:ext uri="{FF2B5EF4-FFF2-40B4-BE49-F238E27FC236}">
                <a16:creationId xmlns:a16="http://schemas.microsoft.com/office/drawing/2014/main" id="{12180B99-BC9A-4244-B381-C913771DDA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0" name="9wup_2_build_PredictedLigand_18">
            <a:extLst>
              <a:ext uri="{FF2B5EF4-FFF2-40B4-BE49-F238E27FC236}">
                <a16:creationId xmlns:a16="http://schemas.microsoft.com/office/drawing/2014/main" id="{4B14DD8C-8A44-4BAF-BECE-F6DB26DEB19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0847" y="685190"/>
                </a:moveTo>
                <a:lnTo>
                  <a:pt x="2151382" y="74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1" name="9wup_2_build_PredictedLigand_19">
            <a:extLst>
              <a:ext uri="{FF2B5EF4-FFF2-40B4-BE49-F238E27FC236}">
                <a16:creationId xmlns:a16="http://schemas.microsoft.com/office/drawing/2014/main" id="{B71D58DF-3A67-4A9E-A541-BCD82299C0D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1382" y="745226"/>
                </a:moveTo>
                <a:lnTo>
                  <a:pt x="2101811" y="636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2" name="9wup_2_build_PredictedLigand_20">
            <a:extLst>
              <a:ext uri="{FF2B5EF4-FFF2-40B4-BE49-F238E27FC236}">
                <a16:creationId xmlns:a16="http://schemas.microsoft.com/office/drawing/2014/main" id="{6B7046BB-4982-42B7-B94F-135F434BD7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52168" y="824812"/>
                </a:moveTo>
                <a:lnTo>
                  <a:pt x="725770" y="8546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3" name="9wup_2_build_PredictedLigand_21">
            <a:extLst>
              <a:ext uri="{FF2B5EF4-FFF2-40B4-BE49-F238E27FC236}">
                <a16:creationId xmlns:a16="http://schemas.microsoft.com/office/drawing/2014/main" id="{4745974E-A6AF-4636-BBDC-C62AB7F01B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0276" y="785226"/>
                </a:moveTo>
                <a:lnTo>
                  <a:pt x="1738432" y="7000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4" name="9wup_2_build_PredictedLigand_22">
            <a:extLst>
              <a:ext uri="{FF2B5EF4-FFF2-40B4-BE49-F238E27FC236}">
                <a16:creationId xmlns:a16="http://schemas.microsoft.com/office/drawing/2014/main" id="{3CC60402-7B83-489E-9085-9C2C7F73CE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449065" y="8632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5" name="9wup_2_build_PredictedLigand_23">
            <a:extLst>
              <a:ext uri="{FF2B5EF4-FFF2-40B4-BE49-F238E27FC236}">
                <a16:creationId xmlns:a16="http://schemas.microsoft.com/office/drawing/2014/main" id="{F2BBD900-ACDD-4908-97BC-E7444BE4059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6" name="9wup_2_build_PredictedLigand_24">
            <a:extLst>
              <a:ext uri="{FF2B5EF4-FFF2-40B4-BE49-F238E27FC236}">
                <a16:creationId xmlns:a16="http://schemas.microsoft.com/office/drawing/2014/main" id="{B2DE2BC1-EF61-424F-8204-CA7A1A4B10F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1026793" y="562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7" name="9wup_2_build_PredictedLigand_25">
            <a:extLst>
              <a:ext uri="{FF2B5EF4-FFF2-40B4-BE49-F238E27FC236}">
                <a16:creationId xmlns:a16="http://schemas.microsoft.com/office/drawing/2014/main" id="{6ACFAC77-642B-4B9B-B795-72BF72F28F3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6058" y="688747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8" name="9wup_2_build_PredictedLigand_26">
            <a:extLst>
              <a:ext uri="{FF2B5EF4-FFF2-40B4-BE49-F238E27FC236}">
                <a16:creationId xmlns:a16="http://schemas.microsoft.com/office/drawing/2014/main" id="{50C66A30-E5DD-4EF2-9449-C7C8D739A59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561762" y="8259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9" name="9wup_2_build_PredictedLigand_27">
            <a:extLst>
              <a:ext uri="{FF2B5EF4-FFF2-40B4-BE49-F238E27FC236}">
                <a16:creationId xmlns:a16="http://schemas.microsoft.com/office/drawing/2014/main" id="{612064AC-9D38-4344-AEC3-28428DB151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40676" y="1782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0" name="9wup_2_build_PredictedLigand_28">
            <a:extLst>
              <a:ext uri="{FF2B5EF4-FFF2-40B4-BE49-F238E27FC236}">
                <a16:creationId xmlns:a16="http://schemas.microsoft.com/office/drawing/2014/main" id="{9483F4BC-EA88-467E-BD02-2B77A6BFF77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1" name="9wup_2_build_PredictedLigand_29">
            <a:extLst>
              <a:ext uri="{FF2B5EF4-FFF2-40B4-BE49-F238E27FC236}">
                <a16:creationId xmlns:a16="http://schemas.microsoft.com/office/drawing/2014/main" id="{823F77A4-1D1B-4355-8911-AF7C2C9D562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710170" y="90864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2" name="9wup_2_build_PredictedLigand_30">
            <a:extLst>
              <a:ext uri="{FF2B5EF4-FFF2-40B4-BE49-F238E27FC236}">
                <a16:creationId xmlns:a16="http://schemas.microsoft.com/office/drawing/2014/main" id="{6566774D-CF2A-4845-8303-2166B9F3278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892851" y="709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3" name="9wup_2_build_PredictedLigand_31">
            <a:extLst>
              <a:ext uri="{FF2B5EF4-FFF2-40B4-BE49-F238E27FC236}">
                <a16:creationId xmlns:a16="http://schemas.microsoft.com/office/drawing/2014/main" id="{D3855CB9-F65E-4F10-9AEB-158F3B9888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299" y="1086618"/>
                </a:moveTo>
                <a:lnTo>
                  <a:pt x="532470" y="8599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4" name="9wup_2_build_PredictedLigand_32">
            <a:extLst>
              <a:ext uri="{FF2B5EF4-FFF2-40B4-BE49-F238E27FC236}">
                <a16:creationId xmlns:a16="http://schemas.microsoft.com/office/drawing/2014/main" id="{8224FF68-F6DE-4187-98BC-F6D8FA70E27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46970" y="9710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5" name="9wup_2_build_PredictedLigand_33">
            <a:extLst>
              <a:ext uri="{FF2B5EF4-FFF2-40B4-BE49-F238E27FC236}">
                <a16:creationId xmlns:a16="http://schemas.microsoft.com/office/drawing/2014/main" id="{CEE2B065-7E02-48AC-8042-1B87BA65BA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16" y="452665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6" name="9wup_2_build_PredictedLigand_34">
            <a:extLst>
              <a:ext uri="{FF2B5EF4-FFF2-40B4-BE49-F238E27FC236}">
                <a16:creationId xmlns:a16="http://schemas.microsoft.com/office/drawing/2014/main" id="{118957F9-BA26-4E1C-9645-26485F2DED9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921858" y="1848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7" name="9wup_2_build_PredictedLigand_35">
            <a:extLst>
              <a:ext uri="{FF2B5EF4-FFF2-40B4-BE49-F238E27FC236}">
                <a16:creationId xmlns:a16="http://schemas.microsoft.com/office/drawing/2014/main" id="{AFE4DF33-E386-418B-B9FF-DA5FBA5EFA2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49081" y="57065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8" name="9wup_2_build_PredictedLigand_36">
            <a:extLst>
              <a:ext uri="{FF2B5EF4-FFF2-40B4-BE49-F238E27FC236}">
                <a16:creationId xmlns:a16="http://schemas.microsoft.com/office/drawing/2014/main" id="{F4B3671F-C9DF-43DF-82B3-D3EB2FECEAC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293587" y="658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9" name="9wup_2_build_PredictedLigand_37">
            <a:extLst>
              <a:ext uri="{FF2B5EF4-FFF2-40B4-BE49-F238E27FC236}">
                <a16:creationId xmlns:a16="http://schemas.microsoft.com/office/drawing/2014/main" id="{8352F7A8-C90B-418A-8122-FBB3394B574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0" name="9wup_2_build_PredictedLigand_38">
            <a:extLst>
              <a:ext uri="{FF2B5EF4-FFF2-40B4-BE49-F238E27FC236}">
                <a16:creationId xmlns:a16="http://schemas.microsoft.com/office/drawing/2014/main" id="{363E3C50-D9F0-4F22-8434-7DCFB4879BF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851" y="709862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1" name="9wup_2_build_PredictedLigand_39">
            <a:extLst>
              <a:ext uri="{FF2B5EF4-FFF2-40B4-BE49-F238E27FC236}">
                <a16:creationId xmlns:a16="http://schemas.microsoft.com/office/drawing/2014/main" id="{04A079D7-6213-436C-A1E0-D362A9C8BC2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3405" y="543295"/>
                </a:moveTo>
                <a:lnTo>
                  <a:pt x="1992216" y="4526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2" name="9wup_2_build_PredictedLigand_40">
            <a:extLst>
              <a:ext uri="{FF2B5EF4-FFF2-40B4-BE49-F238E27FC236}">
                <a16:creationId xmlns:a16="http://schemas.microsoft.com/office/drawing/2014/main" id="{651F9A69-30A0-495F-BC18-D616BBEDB88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081" y="570654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3" name="9wup_2_build_PredictedLigand_41">
            <a:extLst>
              <a:ext uri="{FF2B5EF4-FFF2-40B4-BE49-F238E27FC236}">
                <a16:creationId xmlns:a16="http://schemas.microsoft.com/office/drawing/2014/main" id="{27681F78-81BD-4215-ACEE-9C4B3D87B46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8432" y="700001"/>
                </a:moveTo>
                <a:lnTo>
                  <a:pt x="1838587" y="7587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4" name="9wup_2_build_PredictedLigand_42">
            <a:extLst>
              <a:ext uri="{FF2B5EF4-FFF2-40B4-BE49-F238E27FC236}">
                <a16:creationId xmlns:a16="http://schemas.microsoft.com/office/drawing/2014/main" id="{4CDD54DD-6F65-4731-85A6-63B8172F2B0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591908" y="1408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5" name="9wup_2_build_PredictedLigand_43">
            <a:extLst>
              <a:ext uri="{FF2B5EF4-FFF2-40B4-BE49-F238E27FC236}">
                <a16:creationId xmlns:a16="http://schemas.microsoft.com/office/drawing/2014/main" id="{95F0A91F-4C46-43CA-941B-96A0D84F515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8089" y="392496"/>
                </a:moveTo>
                <a:lnTo>
                  <a:pt x="755100" y="5038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6" name="9wup_2_build_PredictedLigand_44">
            <a:extLst>
              <a:ext uri="{FF2B5EF4-FFF2-40B4-BE49-F238E27FC236}">
                <a16:creationId xmlns:a16="http://schemas.microsoft.com/office/drawing/2014/main" id="{7B2CDE8C-FA29-4F7F-BD2C-2D12880CF28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40699" y="8802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7" name="9wup_2_build_PredictedLigand_45">
            <a:extLst>
              <a:ext uri="{FF2B5EF4-FFF2-40B4-BE49-F238E27FC236}">
                <a16:creationId xmlns:a16="http://schemas.microsoft.com/office/drawing/2014/main" id="{4B20A7BF-C72F-4A35-83B7-54497B213E8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8" name="9wup_2_build_PredictedLigand_46">
            <a:extLst>
              <a:ext uri="{FF2B5EF4-FFF2-40B4-BE49-F238E27FC236}">
                <a16:creationId xmlns:a16="http://schemas.microsoft.com/office/drawing/2014/main" id="{174054F6-9F5B-40F8-8D4E-CF0892D0BBF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5372" y="200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9" name="9wup_2_build_PredictedLigand_47">
            <a:extLst>
              <a:ext uri="{FF2B5EF4-FFF2-40B4-BE49-F238E27FC236}">
                <a16:creationId xmlns:a16="http://schemas.microsoft.com/office/drawing/2014/main" id="{471B4E6F-D048-4674-AD3D-4A9D9436174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828089" y="39249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0" name="9wup_2_build_PredictedLigand_48">
            <a:extLst>
              <a:ext uri="{FF2B5EF4-FFF2-40B4-BE49-F238E27FC236}">
                <a16:creationId xmlns:a16="http://schemas.microsoft.com/office/drawing/2014/main" id="{255505F7-8480-433D-BFED-0535B802B33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835" y="543934"/>
                </a:moveTo>
                <a:lnTo>
                  <a:pt x="2201515" y="5077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1" name="9wup_2_build_PredictedLigand_49">
            <a:extLst>
              <a:ext uri="{FF2B5EF4-FFF2-40B4-BE49-F238E27FC236}">
                <a16:creationId xmlns:a16="http://schemas.microsoft.com/office/drawing/2014/main" id="{D3753B5E-DF51-497C-860A-7A0AA70E030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5770" y="854648"/>
                </a:moveTo>
                <a:lnTo>
                  <a:pt x="1018319" y="1115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2" name="9wup_2_build_PredictedLigand_50">
            <a:extLst>
              <a:ext uri="{FF2B5EF4-FFF2-40B4-BE49-F238E27FC236}">
                <a16:creationId xmlns:a16="http://schemas.microsoft.com/office/drawing/2014/main" id="{A405396E-497B-4498-B1BC-6DD644A0306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871237" y="9582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3" name="9wup_2_build_PredictedLigand_51">
            <a:extLst>
              <a:ext uri="{FF2B5EF4-FFF2-40B4-BE49-F238E27FC236}">
                <a16:creationId xmlns:a16="http://schemas.microsoft.com/office/drawing/2014/main" id="{7573915A-61B5-498E-982A-8AD249A9008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4" name="9wup_2_build_PredictedLigand_52">
            <a:extLst>
              <a:ext uri="{FF2B5EF4-FFF2-40B4-BE49-F238E27FC236}">
                <a16:creationId xmlns:a16="http://schemas.microsoft.com/office/drawing/2014/main" id="{E8DA85FB-B18B-4EF0-9EE1-6298FD963E4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4929" y="484477"/>
                </a:moveTo>
                <a:lnTo>
                  <a:pt x="577054" y="3830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5" name="9wup_2_build_PredictedLigand_53">
            <a:extLst>
              <a:ext uri="{FF2B5EF4-FFF2-40B4-BE49-F238E27FC236}">
                <a16:creationId xmlns:a16="http://schemas.microsoft.com/office/drawing/2014/main" id="{9A8FFC16-8409-434A-951F-6FA7E10B8F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928" y="728440"/>
                </a:moveTo>
                <a:lnTo>
                  <a:pt x="1893405" y="5432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6" name="9wup_2_build_PredictedLigand_54">
            <a:extLst>
              <a:ext uri="{FF2B5EF4-FFF2-40B4-BE49-F238E27FC236}">
                <a16:creationId xmlns:a16="http://schemas.microsoft.com/office/drawing/2014/main" id="{3C4EF25F-1F97-4875-9EE0-63D5BE54E9C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712299" y="10866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7" name="9wup_2_build_PredictedLigand_55">
            <a:extLst>
              <a:ext uri="{FF2B5EF4-FFF2-40B4-BE49-F238E27FC236}">
                <a16:creationId xmlns:a16="http://schemas.microsoft.com/office/drawing/2014/main" id="{F8A4AFDD-A1A5-4C25-92EB-EF607E47EF3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38956" y="10927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8" name="9wup_2_build_PredictedLigand_56">
            <a:extLst>
              <a:ext uri="{FF2B5EF4-FFF2-40B4-BE49-F238E27FC236}">
                <a16:creationId xmlns:a16="http://schemas.microsoft.com/office/drawing/2014/main" id="{8CBF66AD-DBA8-45FD-8EB1-FA0E341142E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190909" y="3867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9" name="9wup_2_build_PredictedLigand_57">
            <a:extLst>
              <a:ext uri="{FF2B5EF4-FFF2-40B4-BE49-F238E27FC236}">
                <a16:creationId xmlns:a16="http://schemas.microsoft.com/office/drawing/2014/main" id="{BC2EF742-897F-4E72-A606-0787F7C5E6E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30" name="9wup_2_build_PredictedAtoms_0">
            <a:extLst>
              <a:ext uri="{FF2B5EF4-FFF2-40B4-BE49-F238E27FC236}">
                <a16:creationId xmlns:a16="http://schemas.microsoft.com/office/drawing/2014/main" id="{749ABDCB-4F37-4C9F-9624-2A5DE3C1DBAE}"/>
              </a:ext>
            </a:extLst>
          </p:cNvPr>
          <p:cNvSpPr>
            <a:spLocks noGrp="1"/>
          </p:cNvSpPr>
          <p:nvPr/>
        </p:nvSpPr>
        <p:spPr>
          <a:xfrm>
            <a:off x="7167704" y="32004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1" name="9wup_2_build_PredictedAtoms_1">
            <a:extLst>
              <a:ext uri="{FF2B5EF4-FFF2-40B4-BE49-F238E27FC236}">
                <a16:creationId xmlns:a16="http://schemas.microsoft.com/office/drawing/2014/main" id="{4D0EBAFC-6289-4261-BC40-596D56D62DA3}"/>
              </a:ext>
            </a:extLst>
          </p:cNvPr>
          <p:cNvSpPr>
            <a:spLocks noGrp="1"/>
          </p:cNvSpPr>
          <p:nvPr/>
        </p:nvSpPr>
        <p:spPr>
          <a:xfrm>
            <a:off x="7247469" y="32426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2" name="9wup_2_build_PredictedAtoms_2">
            <a:extLst>
              <a:ext uri="{FF2B5EF4-FFF2-40B4-BE49-F238E27FC236}">
                <a16:creationId xmlns:a16="http://schemas.microsoft.com/office/drawing/2014/main" id="{8394162F-2730-4BB5-AF2B-E573DB7A44FC}"/>
              </a:ext>
            </a:extLst>
          </p:cNvPr>
          <p:cNvSpPr>
            <a:spLocks noGrp="1"/>
          </p:cNvSpPr>
          <p:nvPr/>
        </p:nvSpPr>
        <p:spPr>
          <a:xfrm>
            <a:off x="7369481" y="31960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3" name="9wup_2_build_PredictedAtoms_3">
            <a:extLst>
              <a:ext uri="{FF2B5EF4-FFF2-40B4-BE49-F238E27FC236}">
                <a16:creationId xmlns:a16="http://schemas.microsoft.com/office/drawing/2014/main" id="{7FB664F8-11FD-459D-9D1C-E97D29BBF99B}"/>
              </a:ext>
            </a:extLst>
          </p:cNvPr>
          <p:cNvSpPr>
            <a:spLocks noGrp="1"/>
          </p:cNvSpPr>
          <p:nvPr/>
        </p:nvSpPr>
        <p:spPr>
          <a:xfrm>
            <a:off x="7350554" y="31805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4" name="9wup_2_build_PredictedAtoms_4">
            <a:extLst>
              <a:ext uri="{FF2B5EF4-FFF2-40B4-BE49-F238E27FC236}">
                <a16:creationId xmlns:a16="http://schemas.microsoft.com/office/drawing/2014/main" id="{815A71F2-45B7-415F-BDBE-86A4F8B83FF5}"/>
              </a:ext>
            </a:extLst>
          </p:cNvPr>
          <p:cNvSpPr>
            <a:spLocks noGrp="1"/>
          </p:cNvSpPr>
          <p:nvPr/>
        </p:nvSpPr>
        <p:spPr>
          <a:xfrm>
            <a:off x="7473144" y="31818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5" name="9wup_2_build_PredictedAtoms_5">
            <a:extLst>
              <a:ext uri="{FF2B5EF4-FFF2-40B4-BE49-F238E27FC236}">
                <a16:creationId xmlns:a16="http://schemas.microsoft.com/office/drawing/2014/main" id="{AFAA2B37-C4EE-4799-9453-9F3D024D46E8}"/>
              </a:ext>
            </a:extLst>
          </p:cNvPr>
          <p:cNvSpPr>
            <a:spLocks noGrp="1"/>
          </p:cNvSpPr>
          <p:nvPr/>
        </p:nvSpPr>
        <p:spPr>
          <a:xfrm>
            <a:off x="7457682" y="32356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6" name="9wup_2_build_PredictedAtoms_6">
            <a:extLst>
              <a:ext uri="{FF2B5EF4-FFF2-40B4-BE49-F238E27FC236}">
                <a16:creationId xmlns:a16="http://schemas.microsoft.com/office/drawing/2014/main" id="{4D5864A1-4D9E-44CB-8A57-FF7E050A0981}"/>
              </a:ext>
            </a:extLst>
          </p:cNvPr>
          <p:cNvSpPr>
            <a:spLocks noGrp="1"/>
          </p:cNvSpPr>
          <p:nvPr/>
        </p:nvSpPr>
        <p:spPr>
          <a:xfrm>
            <a:off x="7517282" y="305339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7" name="9wup_2_build_PredictedAtoms_7">
            <a:extLst>
              <a:ext uri="{FF2B5EF4-FFF2-40B4-BE49-F238E27FC236}">
                <a16:creationId xmlns:a16="http://schemas.microsoft.com/office/drawing/2014/main" id="{8CF7C70A-0FA4-417D-8E33-68615BC5A88F}"/>
              </a:ext>
            </a:extLst>
          </p:cNvPr>
          <p:cNvSpPr>
            <a:spLocks noGrp="1"/>
          </p:cNvSpPr>
          <p:nvPr/>
        </p:nvSpPr>
        <p:spPr>
          <a:xfrm>
            <a:off x="7561684" y="32312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8" name="9wup_2_build_PredictedAtoms_8">
            <a:extLst>
              <a:ext uri="{FF2B5EF4-FFF2-40B4-BE49-F238E27FC236}">
                <a16:creationId xmlns:a16="http://schemas.microsoft.com/office/drawing/2014/main" id="{9A301B2B-FEDE-4856-8CB8-0BF536806489}"/>
              </a:ext>
            </a:extLst>
          </p:cNvPr>
          <p:cNvSpPr>
            <a:spLocks noGrp="1"/>
          </p:cNvSpPr>
          <p:nvPr/>
        </p:nvSpPr>
        <p:spPr>
          <a:xfrm>
            <a:off x="7652182" y="33335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9" name="9wup_2_build_PredictedAtoms_9">
            <a:extLst>
              <a:ext uri="{FF2B5EF4-FFF2-40B4-BE49-F238E27FC236}">
                <a16:creationId xmlns:a16="http://schemas.microsoft.com/office/drawing/2014/main" id="{94F33E11-9C59-43D4-B78E-59DDC294A66B}"/>
              </a:ext>
            </a:extLst>
          </p:cNvPr>
          <p:cNvSpPr>
            <a:spLocks noGrp="1"/>
          </p:cNvSpPr>
          <p:nvPr/>
        </p:nvSpPr>
        <p:spPr>
          <a:xfrm>
            <a:off x="7597227" y="34444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0" name="9wup_2_build_PredictedAtoms_10">
            <a:extLst>
              <a:ext uri="{FF2B5EF4-FFF2-40B4-BE49-F238E27FC236}">
                <a16:creationId xmlns:a16="http://schemas.microsoft.com/office/drawing/2014/main" id="{F796F57F-B369-472A-931A-D04DCC90C1D6}"/>
              </a:ext>
            </a:extLst>
          </p:cNvPr>
          <p:cNvSpPr>
            <a:spLocks noGrp="1"/>
          </p:cNvSpPr>
          <p:nvPr/>
        </p:nvSpPr>
        <p:spPr>
          <a:xfrm>
            <a:off x="7747493" y="33108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1" name="9wup_2_build_PredictedAtoms_11">
            <a:extLst>
              <a:ext uri="{FF2B5EF4-FFF2-40B4-BE49-F238E27FC236}">
                <a16:creationId xmlns:a16="http://schemas.microsoft.com/office/drawing/2014/main" id="{C5B195FF-6CB4-4C65-820C-DD6AAFEEB76B}"/>
              </a:ext>
            </a:extLst>
          </p:cNvPr>
          <p:cNvSpPr>
            <a:spLocks noGrp="1"/>
          </p:cNvSpPr>
          <p:nvPr/>
        </p:nvSpPr>
        <p:spPr>
          <a:xfrm>
            <a:off x="7684165" y="33288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2" name="9wup_2_build_PredictedAtoms_12">
            <a:extLst>
              <a:ext uri="{FF2B5EF4-FFF2-40B4-BE49-F238E27FC236}">
                <a16:creationId xmlns:a16="http://schemas.microsoft.com/office/drawing/2014/main" id="{CDA97C88-5DFC-4A4C-913A-94B4D1920176}"/>
              </a:ext>
            </a:extLst>
          </p:cNvPr>
          <p:cNvSpPr>
            <a:spLocks noGrp="1"/>
          </p:cNvSpPr>
          <p:nvPr/>
        </p:nvSpPr>
        <p:spPr>
          <a:xfrm>
            <a:off x="7802927" y="33204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3" name="9wup_2_build_PredictedAtoms_13">
            <a:extLst>
              <a:ext uri="{FF2B5EF4-FFF2-40B4-BE49-F238E27FC236}">
                <a16:creationId xmlns:a16="http://schemas.microsoft.com/office/drawing/2014/main" id="{A2F780A9-6950-4774-B1C7-D61B0B8528B3}"/>
              </a:ext>
            </a:extLst>
          </p:cNvPr>
          <p:cNvSpPr>
            <a:spLocks noGrp="1"/>
          </p:cNvSpPr>
          <p:nvPr/>
        </p:nvSpPr>
        <p:spPr>
          <a:xfrm>
            <a:off x="7816284" y="33503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4" name="9wup_2_build_PredictedAtoms_14">
            <a:extLst>
              <a:ext uri="{FF2B5EF4-FFF2-40B4-BE49-F238E27FC236}">
                <a16:creationId xmlns:a16="http://schemas.microsoft.com/office/drawing/2014/main" id="{5D1AB4C0-152E-4169-8714-DC3B51DE1D6D}"/>
              </a:ext>
            </a:extLst>
          </p:cNvPr>
          <p:cNvSpPr>
            <a:spLocks noGrp="1"/>
          </p:cNvSpPr>
          <p:nvPr/>
        </p:nvSpPr>
        <p:spPr>
          <a:xfrm>
            <a:off x="7894439" y="32650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5" name="9wup_2_build_PredictedAtoms_15">
            <a:extLst>
              <a:ext uri="{FF2B5EF4-FFF2-40B4-BE49-F238E27FC236}">
                <a16:creationId xmlns:a16="http://schemas.microsoft.com/office/drawing/2014/main" id="{3C4CE915-2493-4BEB-BA34-2E06E21D274B}"/>
              </a:ext>
            </a:extLst>
          </p:cNvPr>
          <p:cNvSpPr>
            <a:spLocks noGrp="1"/>
          </p:cNvSpPr>
          <p:nvPr/>
        </p:nvSpPr>
        <p:spPr>
          <a:xfrm>
            <a:off x="7994594" y="33238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6" name="9wup_2_build_PredictedAtoms_16">
            <a:extLst>
              <a:ext uri="{FF2B5EF4-FFF2-40B4-BE49-F238E27FC236}">
                <a16:creationId xmlns:a16="http://schemas.microsoft.com/office/drawing/2014/main" id="{8B0414C6-196F-4EF7-8CC2-100164C9408D}"/>
              </a:ext>
            </a:extLst>
          </p:cNvPr>
          <p:cNvSpPr>
            <a:spLocks noGrp="1"/>
          </p:cNvSpPr>
          <p:nvPr/>
        </p:nvSpPr>
        <p:spPr>
          <a:xfrm>
            <a:off x="8011935" y="32935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7" name="9wup_2_build_PredictedAtoms_17">
            <a:extLst>
              <a:ext uri="{FF2B5EF4-FFF2-40B4-BE49-F238E27FC236}">
                <a16:creationId xmlns:a16="http://schemas.microsoft.com/office/drawing/2014/main" id="{5013E55D-14C5-4ADB-86B7-A968256337CB}"/>
              </a:ext>
            </a:extLst>
          </p:cNvPr>
          <p:cNvSpPr>
            <a:spLocks noGrp="1"/>
          </p:cNvSpPr>
          <p:nvPr/>
        </p:nvSpPr>
        <p:spPr>
          <a:xfrm>
            <a:off x="8049412" y="31083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8" name="9wup_2_build_PredictedAtoms_18">
            <a:extLst>
              <a:ext uri="{FF2B5EF4-FFF2-40B4-BE49-F238E27FC236}">
                <a16:creationId xmlns:a16="http://schemas.microsoft.com/office/drawing/2014/main" id="{58CE08B2-2779-4EF0-B636-FD0FC3EAAD7C}"/>
              </a:ext>
            </a:extLst>
          </p:cNvPr>
          <p:cNvSpPr>
            <a:spLocks noGrp="1"/>
          </p:cNvSpPr>
          <p:nvPr/>
        </p:nvSpPr>
        <p:spPr>
          <a:xfrm>
            <a:off x="8148224" y="30177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9" name="9wup_2_build_PredictedAtoms_19">
            <a:extLst>
              <a:ext uri="{FF2B5EF4-FFF2-40B4-BE49-F238E27FC236}">
                <a16:creationId xmlns:a16="http://schemas.microsoft.com/office/drawing/2014/main" id="{2DD345D4-B5E2-46DD-94D7-A1F23DB47E9C}"/>
              </a:ext>
            </a:extLst>
          </p:cNvPr>
          <p:cNvSpPr>
            <a:spLocks noGrp="1"/>
          </p:cNvSpPr>
          <p:nvPr/>
        </p:nvSpPr>
        <p:spPr>
          <a:xfrm>
            <a:off x="8293842" y="31090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0" name="9wup_2_build_PredictedAtoms_20">
            <a:extLst>
              <a:ext uri="{FF2B5EF4-FFF2-40B4-BE49-F238E27FC236}">
                <a16:creationId xmlns:a16="http://schemas.microsoft.com/office/drawing/2014/main" id="{E68562B2-078A-4377-B281-E49EE291F72D}"/>
              </a:ext>
            </a:extLst>
          </p:cNvPr>
          <p:cNvSpPr>
            <a:spLocks noGrp="1"/>
          </p:cNvSpPr>
          <p:nvPr/>
        </p:nvSpPr>
        <p:spPr>
          <a:xfrm>
            <a:off x="8357523" y="30728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1" name="9wup_2_build_PredictedAtoms_21">
            <a:extLst>
              <a:ext uri="{FF2B5EF4-FFF2-40B4-BE49-F238E27FC236}">
                <a16:creationId xmlns:a16="http://schemas.microsoft.com/office/drawing/2014/main" id="{2FA5D011-565D-49EE-A7F9-8ABAB18EEB70}"/>
              </a:ext>
            </a:extLst>
          </p:cNvPr>
          <p:cNvSpPr>
            <a:spLocks noGrp="1"/>
          </p:cNvSpPr>
          <p:nvPr/>
        </p:nvSpPr>
        <p:spPr>
          <a:xfrm>
            <a:off x="8346916" y="29518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2" name="9wup_2_build_PredictedAtoms_22">
            <a:extLst>
              <a:ext uri="{FF2B5EF4-FFF2-40B4-BE49-F238E27FC236}">
                <a16:creationId xmlns:a16="http://schemas.microsoft.com/office/drawing/2014/main" id="{A36267D1-1D48-4624-8EAC-C958237D0B5A}"/>
              </a:ext>
            </a:extLst>
          </p:cNvPr>
          <p:cNvSpPr>
            <a:spLocks noGrp="1"/>
          </p:cNvSpPr>
          <p:nvPr/>
        </p:nvSpPr>
        <p:spPr>
          <a:xfrm>
            <a:off x="8449594" y="32237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3" name="9wup_2_build_PredictedAtoms_23">
            <a:extLst>
              <a:ext uri="{FF2B5EF4-FFF2-40B4-BE49-F238E27FC236}">
                <a16:creationId xmlns:a16="http://schemas.microsoft.com/office/drawing/2014/main" id="{6BB42DEC-5DD3-4930-AF94-FB3B4A4D0D40}"/>
              </a:ext>
            </a:extLst>
          </p:cNvPr>
          <p:cNvSpPr>
            <a:spLocks noGrp="1"/>
          </p:cNvSpPr>
          <p:nvPr/>
        </p:nvSpPr>
        <p:spPr>
          <a:xfrm>
            <a:off x="8406855" y="32502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4" name="9wup_2_build_PredictedAtoms_24">
            <a:extLst>
              <a:ext uri="{FF2B5EF4-FFF2-40B4-BE49-F238E27FC236}">
                <a16:creationId xmlns:a16="http://schemas.microsoft.com/office/drawing/2014/main" id="{F8496A73-169C-47BA-BC97-492BF693DAB5}"/>
              </a:ext>
            </a:extLst>
          </p:cNvPr>
          <p:cNvSpPr>
            <a:spLocks noGrp="1"/>
          </p:cNvSpPr>
          <p:nvPr/>
        </p:nvSpPr>
        <p:spPr>
          <a:xfrm>
            <a:off x="8307389" y="33103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5" name="9wup_2_build_PredictedAtoms_25">
            <a:extLst>
              <a:ext uri="{FF2B5EF4-FFF2-40B4-BE49-F238E27FC236}">
                <a16:creationId xmlns:a16="http://schemas.microsoft.com/office/drawing/2014/main" id="{296C17E0-FBD5-44F5-9F44-846465FE57C6}"/>
              </a:ext>
            </a:extLst>
          </p:cNvPr>
          <p:cNvSpPr>
            <a:spLocks noGrp="1"/>
          </p:cNvSpPr>
          <p:nvPr/>
        </p:nvSpPr>
        <p:spPr>
          <a:xfrm>
            <a:off x="8257819" y="32011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6" name="9wup_2_build_PredictedAtoms_26">
            <a:extLst>
              <a:ext uri="{FF2B5EF4-FFF2-40B4-BE49-F238E27FC236}">
                <a16:creationId xmlns:a16="http://schemas.microsoft.com/office/drawing/2014/main" id="{9DD61073-51EB-430C-AE12-8242510863D7}"/>
              </a:ext>
            </a:extLst>
          </p:cNvPr>
          <p:cNvSpPr>
            <a:spLocks noGrp="1"/>
          </p:cNvSpPr>
          <p:nvPr/>
        </p:nvSpPr>
        <p:spPr>
          <a:xfrm>
            <a:off x="7996707" y="34453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7" name="9wup_2_build_PredictedAtoms_27">
            <a:extLst>
              <a:ext uri="{FF2B5EF4-FFF2-40B4-BE49-F238E27FC236}">
                <a16:creationId xmlns:a16="http://schemas.microsoft.com/office/drawing/2014/main" id="{272306E2-84DE-4835-8D9B-6C80D313BFE3}"/>
              </a:ext>
            </a:extLst>
          </p:cNvPr>
          <p:cNvSpPr>
            <a:spLocks noGrp="1"/>
          </p:cNvSpPr>
          <p:nvPr/>
        </p:nvSpPr>
        <p:spPr>
          <a:xfrm>
            <a:off x="8027245" y="35233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8" name="9wup_2_build_PredictedAtoms_28">
            <a:extLst>
              <a:ext uri="{FF2B5EF4-FFF2-40B4-BE49-F238E27FC236}">
                <a16:creationId xmlns:a16="http://schemas.microsoft.com/office/drawing/2014/main" id="{AA784603-21C4-4AE4-9F4A-757C7242FEE2}"/>
              </a:ext>
            </a:extLst>
          </p:cNvPr>
          <p:cNvSpPr>
            <a:spLocks noGrp="1"/>
          </p:cNvSpPr>
          <p:nvPr/>
        </p:nvSpPr>
        <p:spPr>
          <a:xfrm>
            <a:off x="7866178" y="34737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9" name="9wup_2_build_PredictedAtoms_29">
            <a:extLst>
              <a:ext uri="{FF2B5EF4-FFF2-40B4-BE49-F238E27FC236}">
                <a16:creationId xmlns:a16="http://schemas.microsoft.com/office/drawing/2014/main" id="{7E3A9511-084F-4E46-A04E-2099AF1DEB84}"/>
              </a:ext>
            </a:extLst>
          </p:cNvPr>
          <p:cNvSpPr>
            <a:spLocks noGrp="1"/>
          </p:cNvSpPr>
          <p:nvPr/>
        </p:nvSpPr>
        <p:spPr>
          <a:xfrm>
            <a:off x="7802977" y="35360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0" name="9wup_2_build_PredictedAtoms_30">
            <a:extLst>
              <a:ext uri="{FF2B5EF4-FFF2-40B4-BE49-F238E27FC236}">
                <a16:creationId xmlns:a16="http://schemas.microsoft.com/office/drawing/2014/main" id="{03C64F15-0B60-4A6E-A47F-AFE61F670628}"/>
              </a:ext>
            </a:extLst>
          </p:cNvPr>
          <p:cNvSpPr>
            <a:spLocks noGrp="1"/>
          </p:cNvSpPr>
          <p:nvPr/>
        </p:nvSpPr>
        <p:spPr>
          <a:xfrm>
            <a:off x="7244307" y="32799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1" name="9wup_2_build_PredictedAtoms_31">
            <a:extLst>
              <a:ext uri="{FF2B5EF4-FFF2-40B4-BE49-F238E27FC236}">
                <a16:creationId xmlns:a16="http://schemas.microsoft.com/office/drawing/2014/main" id="{6B70A397-A05F-41B4-A97D-681B356C9A12}"/>
              </a:ext>
            </a:extLst>
          </p:cNvPr>
          <p:cNvSpPr>
            <a:spLocks noGrp="1"/>
          </p:cNvSpPr>
          <p:nvPr/>
        </p:nvSpPr>
        <p:spPr>
          <a:xfrm>
            <a:off x="7252022" y="33914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2" name="9wup_2_build_PredictedAtoms_32">
            <a:extLst>
              <a:ext uri="{FF2B5EF4-FFF2-40B4-BE49-F238E27FC236}">
                <a16:creationId xmlns:a16="http://schemas.microsoft.com/office/drawing/2014/main" id="{C9E734D1-60E6-4647-B739-94B1A6BB6CC8}"/>
              </a:ext>
            </a:extLst>
          </p:cNvPr>
          <p:cNvSpPr>
            <a:spLocks noGrp="1"/>
          </p:cNvSpPr>
          <p:nvPr/>
        </p:nvSpPr>
        <p:spPr>
          <a:xfrm>
            <a:off x="7130792" y="32192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3" name="9wup_2_build_PredictedAtoms_33">
            <a:extLst>
              <a:ext uri="{FF2B5EF4-FFF2-40B4-BE49-F238E27FC236}">
                <a16:creationId xmlns:a16="http://schemas.microsoft.com/office/drawing/2014/main" id="{DAF589D1-3CDD-44EE-BD7E-C2B995A61910}"/>
              </a:ext>
            </a:extLst>
          </p:cNvPr>
          <p:cNvSpPr>
            <a:spLocks noGrp="1"/>
          </p:cNvSpPr>
          <p:nvPr/>
        </p:nvSpPr>
        <p:spPr>
          <a:xfrm>
            <a:off x="7182800" y="31271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4" name="9wup_2_build_PredictedAtoms_34">
            <a:extLst>
              <a:ext uri="{FF2B5EF4-FFF2-40B4-BE49-F238E27FC236}">
                <a16:creationId xmlns:a16="http://schemas.microsoft.com/office/drawing/2014/main" id="{B488CEAF-CED9-4B69-97B4-D2566E70EFB2}"/>
              </a:ext>
            </a:extLst>
          </p:cNvPr>
          <p:cNvSpPr>
            <a:spLocks noGrp="1"/>
          </p:cNvSpPr>
          <p:nvPr/>
        </p:nvSpPr>
        <p:spPr>
          <a:xfrm>
            <a:off x="7048859" y="3274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5" name="9wup_2_build_PredictedAtoms_35">
            <a:extLst>
              <a:ext uri="{FF2B5EF4-FFF2-40B4-BE49-F238E27FC236}">
                <a16:creationId xmlns:a16="http://schemas.microsoft.com/office/drawing/2014/main" id="{3261223C-3885-499C-BF0A-BB3E54FAE682}"/>
              </a:ext>
            </a:extLst>
          </p:cNvPr>
          <p:cNvSpPr>
            <a:spLocks noGrp="1"/>
          </p:cNvSpPr>
          <p:nvPr/>
        </p:nvSpPr>
        <p:spPr>
          <a:xfrm>
            <a:off x="6922065" y="32538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6" name="9wup_2_build_PredictedAtoms_36">
            <a:extLst>
              <a:ext uri="{FF2B5EF4-FFF2-40B4-BE49-F238E27FC236}">
                <a16:creationId xmlns:a16="http://schemas.microsoft.com/office/drawing/2014/main" id="{78764EFD-0767-4297-AE6A-DB9CEEB0D9DA}"/>
              </a:ext>
            </a:extLst>
          </p:cNvPr>
          <p:cNvSpPr>
            <a:spLocks noGrp="1"/>
          </p:cNvSpPr>
          <p:nvPr/>
        </p:nvSpPr>
        <p:spPr>
          <a:xfrm>
            <a:off x="6708176" y="33898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7" name="9wup_2_build_PredictedAtoms_37">
            <a:extLst>
              <a:ext uri="{FF2B5EF4-FFF2-40B4-BE49-F238E27FC236}">
                <a16:creationId xmlns:a16="http://schemas.microsoft.com/office/drawing/2014/main" id="{B6F8F6B8-C36E-48D4-AF80-9729C25CDB7B}"/>
              </a:ext>
            </a:extLst>
          </p:cNvPr>
          <p:cNvSpPr>
            <a:spLocks noGrp="1"/>
          </p:cNvSpPr>
          <p:nvPr/>
        </p:nvSpPr>
        <p:spPr>
          <a:xfrm>
            <a:off x="6881778" y="34197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8" name="9wup_2_build_PredictedAtoms_38">
            <a:extLst>
              <a:ext uri="{FF2B5EF4-FFF2-40B4-BE49-F238E27FC236}">
                <a16:creationId xmlns:a16="http://schemas.microsoft.com/office/drawing/2014/main" id="{985443C9-13D7-45E6-94FB-E9268462CE31}"/>
              </a:ext>
            </a:extLst>
          </p:cNvPr>
          <p:cNvSpPr>
            <a:spLocks noGrp="1"/>
          </p:cNvSpPr>
          <p:nvPr/>
        </p:nvSpPr>
        <p:spPr>
          <a:xfrm>
            <a:off x="7174326" y="36806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9" name="9wup_2_build_PredictedAtoms_39">
            <a:extLst>
              <a:ext uri="{FF2B5EF4-FFF2-40B4-BE49-F238E27FC236}">
                <a16:creationId xmlns:a16="http://schemas.microsoft.com/office/drawing/2014/main" id="{63257D31-DF61-40CD-8A48-EB97B8BA42ED}"/>
              </a:ext>
            </a:extLst>
          </p:cNvPr>
          <p:cNvSpPr>
            <a:spLocks noGrp="1"/>
          </p:cNvSpPr>
          <p:nvPr/>
        </p:nvSpPr>
        <p:spPr>
          <a:xfrm>
            <a:off x="7094964" y="36578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0" name="9wup_2_build_PredictedAtoms_40">
            <a:extLst>
              <a:ext uri="{FF2B5EF4-FFF2-40B4-BE49-F238E27FC236}">
                <a16:creationId xmlns:a16="http://schemas.microsoft.com/office/drawing/2014/main" id="{2CD80D4F-01E5-42C2-9E8F-7174A30B0DD5}"/>
              </a:ext>
            </a:extLst>
          </p:cNvPr>
          <p:cNvSpPr>
            <a:spLocks noGrp="1"/>
          </p:cNvSpPr>
          <p:nvPr/>
        </p:nvSpPr>
        <p:spPr>
          <a:xfrm>
            <a:off x="6868306" y="36517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1" name="9wup_2_build_PredictedAtoms_41">
            <a:extLst>
              <a:ext uri="{FF2B5EF4-FFF2-40B4-BE49-F238E27FC236}">
                <a16:creationId xmlns:a16="http://schemas.microsoft.com/office/drawing/2014/main" id="{44595AAF-E7AB-4AD3-B830-36AEBDB1A127}"/>
              </a:ext>
            </a:extLst>
          </p:cNvPr>
          <p:cNvSpPr>
            <a:spLocks noGrp="1"/>
          </p:cNvSpPr>
          <p:nvPr/>
        </p:nvSpPr>
        <p:spPr>
          <a:xfrm>
            <a:off x="6688478" y="34250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2" name="9wup_2_build_PredictedAtoms_42">
            <a:extLst>
              <a:ext uri="{FF2B5EF4-FFF2-40B4-BE49-F238E27FC236}">
                <a16:creationId xmlns:a16="http://schemas.microsoft.com/office/drawing/2014/main" id="{6214B2E7-F85F-4AC0-936B-68236AB25119}"/>
              </a:ext>
            </a:extLst>
          </p:cNvPr>
          <p:cNvSpPr>
            <a:spLocks noGrp="1"/>
          </p:cNvSpPr>
          <p:nvPr/>
        </p:nvSpPr>
        <p:spPr>
          <a:xfrm>
            <a:off x="6605073" y="34283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3" name="9wup_2_build_PredictedAtoms_43">
            <a:extLst>
              <a:ext uri="{FF2B5EF4-FFF2-40B4-BE49-F238E27FC236}">
                <a16:creationId xmlns:a16="http://schemas.microsoft.com/office/drawing/2014/main" id="{FE4E8309-2A68-46D2-9AE6-FD5B441FDC3A}"/>
              </a:ext>
            </a:extLst>
          </p:cNvPr>
          <p:cNvSpPr>
            <a:spLocks noGrp="1"/>
          </p:cNvSpPr>
          <p:nvPr/>
        </p:nvSpPr>
        <p:spPr>
          <a:xfrm>
            <a:off x="6717769" y="33910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4" name="9wup_2_build_PredictedAtoms_44">
            <a:extLst>
              <a:ext uri="{FF2B5EF4-FFF2-40B4-BE49-F238E27FC236}">
                <a16:creationId xmlns:a16="http://schemas.microsoft.com/office/drawing/2014/main" id="{E6C86622-1301-4797-8538-342ADB140356}"/>
              </a:ext>
            </a:extLst>
          </p:cNvPr>
          <p:cNvSpPr>
            <a:spLocks noGrp="1"/>
          </p:cNvSpPr>
          <p:nvPr/>
        </p:nvSpPr>
        <p:spPr>
          <a:xfrm>
            <a:off x="6705089" y="313573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5" name="9wup_2_build_PredictedAtoms_45">
            <a:extLst>
              <a:ext uri="{FF2B5EF4-FFF2-40B4-BE49-F238E27FC236}">
                <a16:creationId xmlns:a16="http://schemas.microsoft.com/office/drawing/2014/main" id="{CA4BA9FB-9BD2-49BC-9DC2-486F0A7E13C4}"/>
              </a:ext>
            </a:extLst>
          </p:cNvPr>
          <p:cNvSpPr>
            <a:spLocks noGrp="1"/>
          </p:cNvSpPr>
          <p:nvPr/>
        </p:nvSpPr>
        <p:spPr>
          <a:xfrm>
            <a:off x="6770936" y="304955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6" name="9wup_2_build_PredictedAtoms_46">
            <a:extLst>
              <a:ext uri="{FF2B5EF4-FFF2-40B4-BE49-F238E27FC236}">
                <a16:creationId xmlns:a16="http://schemas.microsoft.com/office/drawing/2014/main" id="{728E407B-84D9-4E41-8637-45515A456AE1}"/>
              </a:ext>
            </a:extLst>
          </p:cNvPr>
          <p:cNvSpPr>
            <a:spLocks noGrp="1"/>
          </p:cNvSpPr>
          <p:nvPr/>
        </p:nvSpPr>
        <p:spPr>
          <a:xfrm>
            <a:off x="6733061" y="29481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7" name="9wup_2_build_PredictedAtoms_47">
            <a:extLst>
              <a:ext uri="{FF2B5EF4-FFF2-40B4-BE49-F238E27FC236}">
                <a16:creationId xmlns:a16="http://schemas.microsoft.com/office/drawing/2014/main" id="{2CFC5F54-84AF-4648-9FF9-854FEC65179B}"/>
              </a:ext>
            </a:extLst>
          </p:cNvPr>
          <p:cNvSpPr>
            <a:spLocks noGrp="1"/>
          </p:cNvSpPr>
          <p:nvPr/>
        </p:nvSpPr>
        <p:spPr>
          <a:xfrm>
            <a:off x="6751380" y="27659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8" name="9wup_2_build_PredictedAtoms_48">
            <a:extLst>
              <a:ext uri="{FF2B5EF4-FFF2-40B4-BE49-F238E27FC236}">
                <a16:creationId xmlns:a16="http://schemas.microsoft.com/office/drawing/2014/main" id="{E6BB71EC-7B92-4912-8BB0-AA5E793733C6}"/>
              </a:ext>
            </a:extLst>
          </p:cNvPr>
          <p:cNvSpPr>
            <a:spLocks noGrp="1"/>
          </p:cNvSpPr>
          <p:nvPr/>
        </p:nvSpPr>
        <p:spPr>
          <a:xfrm>
            <a:off x="6747916" y="27059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9" name="9wup_2_build_PredictedAtoms_49">
            <a:extLst>
              <a:ext uri="{FF2B5EF4-FFF2-40B4-BE49-F238E27FC236}">
                <a16:creationId xmlns:a16="http://schemas.microsoft.com/office/drawing/2014/main" id="{EAD56FDF-BF4F-460D-95D9-92FCDE01E157}"/>
              </a:ext>
            </a:extLst>
          </p:cNvPr>
          <p:cNvSpPr>
            <a:spLocks noGrp="1"/>
          </p:cNvSpPr>
          <p:nvPr/>
        </p:nvSpPr>
        <p:spPr>
          <a:xfrm>
            <a:off x="7077865" y="27499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0" name="9wup_2_build_PredictedAtoms_50">
            <a:extLst>
              <a:ext uri="{FF2B5EF4-FFF2-40B4-BE49-F238E27FC236}">
                <a16:creationId xmlns:a16="http://schemas.microsoft.com/office/drawing/2014/main" id="{109D22AC-B616-4E5A-87FD-4154DEE898BC}"/>
              </a:ext>
            </a:extLst>
          </p:cNvPr>
          <p:cNvSpPr>
            <a:spLocks noGrp="1"/>
          </p:cNvSpPr>
          <p:nvPr/>
        </p:nvSpPr>
        <p:spPr>
          <a:xfrm>
            <a:off x="7096683" y="27433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1" name="9wup_2_build_PredictedAtoms_51">
            <a:extLst>
              <a:ext uri="{FF2B5EF4-FFF2-40B4-BE49-F238E27FC236}">
                <a16:creationId xmlns:a16="http://schemas.microsoft.com/office/drawing/2014/main" id="{07BEC3A8-4EBF-4D76-B791-C351889B9545}"/>
              </a:ext>
            </a:extLst>
          </p:cNvPr>
          <p:cNvSpPr>
            <a:spLocks noGrp="1"/>
          </p:cNvSpPr>
          <p:nvPr/>
        </p:nvSpPr>
        <p:spPr>
          <a:xfrm>
            <a:off x="6984097" y="29575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2" name="9wup_2_build_PredictedAtoms_52">
            <a:extLst>
              <a:ext uri="{FF2B5EF4-FFF2-40B4-BE49-F238E27FC236}">
                <a16:creationId xmlns:a16="http://schemas.microsoft.com/office/drawing/2014/main" id="{2538117E-D263-4D8A-BFE1-0ACCBE9EB4EA}"/>
              </a:ext>
            </a:extLst>
          </p:cNvPr>
          <p:cNvSpPr>
            <a:spLocks noGrp="1"/>
          </p:cNvSpPr>
          <p:nvPr/>
        </p:nvSpPr>
        <p:spPr>
          <a:xfrm>
            <a:off x="6911108" y="30689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3" name="9wup_2_build_Clashes_0">
            <a:extLst>
              <a:ext uri="{FF2B5EF4-FFF2-40B4-BE49-F238E27FC236}">
                <a16:creationId xmlns:a16="http://schemas.microsoft.com/office/drawing/2014/main" id="{777F353D-D8E7-4CEE-BB56-1A0C93D68E5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870117" y="1093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4" name="9wup_2_build_Clashes_1">
            <a:extLst>
              <a:ext uri="{FF2B5EF4-FFF2-40B4-BE49-F238E27FC236}">
                <a16:creationId xmlns:a16="http://schemas.microsoft.com/office/drawing/2014/main" id="{BB9BE6E9-9ED7-458D-AE5F-7BEB5EA361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5" name="9wup_2_build_Clashes_2">
            <a:extLst>
              <a:ext uri="{FF2B5EF4-FFF2-40B4-BE49-F238E27FC236}">
                <a16:creationId xmlns:a16="http://schemas.microsoft.com/office/drawing/2014/main" id="{7CB0ED6E-C77A-4AD7-A81A-D2C77F7929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6" name="9wup_2_build_Clashes_3">
            <a:extLst>
              <a:ext uri="{FF2B5EF4-FFF2-40B4-BE49-F238E27FC236}">
                <a16:creationId xmlns:a16="http://schemas.microsoft.com/office/drawing/2014/main" id="{0C2250B6-7E3C-4FE5-8D7E-A4C3CCA1BCA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7" name="9wup_2_build_Clashes_4">
            <a:extLst>
              <a:ext uri="{FF2B5EF4-FFF2-40B4-BE49-F238E27FC236}">
                <a16:creationId xmlns:a16="http://schemas.microsoft.com/office/drawing/2014/main" id="{82E0E532-5237-4303-B6F0-F504C24ECEC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59953" y="127407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8" name="9wup_2_build_Clashes_5">
            <a:extLst>
              <a:ext uri="{FF2B5EF4-FFF2-40B4-BE49-F238E27FC236}">
                <a16:creationId xmlns:a16="http://schemas.microsoft.com/office/drawing/2014/main" id="{82400B7F-29D2-41FC-A6C3-44BA328DB8A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9" name="9wup_2_build_Clashes_6">
            <a:extLst>
              <a:ext uri="{FF2B5EF4-FFF2-40B4-BE49-F238E27FC236}">
                <a16:creationId xmlns:a16="http://schemas.microsoft.com/office/drawing/2014/main" id="{18A79F7D-4B94-498E-936A-43BDDB4C980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0" name="9wup_2_build_Clashes_7">
            <a:extLst>
              <a:ext uri="{FF2B5EF4-FFF2-40B4-BE49-F238E27FC236}">
                <a16:creationId xmlns:a16="http://schemas.microsoft.com/office/drawing/2014/main" id="{1BA75936-C575-458C-A81A-A2BAB116578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1" name="9wup_2_build_Clashes_8">
            <a:extLst>
              <a:ext uri="{FF2B5EF4-FFF2-40B4-BE49-F238E27FC236}">
                <a16:creationId xmlns:a16="http://schemas.microsoft.com/office/drawing/2014/main" id="{4D89B8BB-C775-4A1F-8966-5567C9CC78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0091" y="3795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2" name="9wup_2_build_Clashes_9">
            <a:extLst>
              <a:ext uri="{FF2B5EF4-FFF2-40B4-BE49-F238E27FC236}">
                <a16:creationId xmlns:a16="http://schemas.microsoft.com/office/drawing/2014/main" id="{242EE435-FE4B-4D20-ACFB-E91C97EABC9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3" name="9wup_2_build_Clashes_10">
            <a:extLst>
              <a:ext uri="{FF2B5EF4-FFF2-40B4-BE49-F238E27FC236}">
                <a16:creationId xmlns:a16="http://schemas.microsoft.com/office/drawing/2014/main" id="{A77E630B-8934-4C54-8327-FBB3E7C73B2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4" name="9wup_2_build_Clashes_11">
            <a:extLst>
              <a:ext uri="{FF2B5EF4-FFF2-40B4-BE49-F238E27FC236}">
                <a16:creationId xmlns:a16="http://schemas.microsoft.com/office/drawing/2014/main" id="{378086A0-65CC-44C6-9CFE-71B8EBACBBA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732467" y="7284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5" name="9wup_2_build_Clashes_12">
            <a:extLst>
              <a:ext uri="{FF2B5EF4-FFF2-40B4-BE49-F238E27FC236}">
                <a16:creationId xmlns:a16="http://schemas.microsoft.com/office/drawing/2014/main" id="{065857D8-BB9A-436B-A335-EDE4D0F88BC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6" name="9wup_2_build_Clashes_13">
            <a:extLst>
              <a:ext uri="{FF2B5EF4-FFF2-40B4-BE49-F238E27FC236}">
                <a16:creationId xmlns:a16="http://schemas.microsoft.com/office/drawing/2014/main" id="{EDFF3987-28B7-41B1-AFDD-38AD58179E6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1076063" y="37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7" name="9wup_2_build_Clashes_14">
            <a:extLst>
              <a:ext uri="{FF2B5EF4-FFF2-40B4-BE49-F238E27FC236}">
                <a16:creationId xmlns:a16="http://schemas.microsoft.com/office/drawing/2014/main" id="{6ABF02CB-E332-46BD-90B9-8DEE344C3F5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0676" y="178246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8" name="9wup_2_build_ClashingReceptorAtoms_0">
            <a:extLst>
              <a:ext uri="{FF2B5EF4-FFF2-40B4-BE49-F238E27FC236}">
                <a16:creationId xmlns:a16="http://schemas.microsoft.com/office/drawing/2014/main" id="{6F4CFBC0-E736-46EC-A526-339085375702}"/>
              </a:ext>
            </a:extLst>
          </p:cNvPr>
          <p:cNvSpPr>
            <a:spLocks noGrp="1"/>
          </p:cNvSpPr>
          <p:nvPr/>
        </p:nvSpPr>
        <p:spPr>
          <a:xfrm>
            <a:off x="6752134" y="26405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899" name="9wup_2_build_ClashingReceptorAtoms_1">
            <a:extLst>
              <a:ext uri="{FF2B5EF4-FFF2-40B4-BE49-F238E27FC236}">
                <a16:creationId xmlns:a16="http://schemas.microsoft.com/office/drawing/2014/main" id="{AA12CFCF-A237-4285-B293-6588C041C866}"/>
              </a:ext>
            </a:extLst>
          </p:cNvPr>
          <p:cNvSpPr>
            <a:spLocks noGrp="1"/>
          </p:cNvSpPr>
          <p:nvPr/>
        </p:nvSpPr>
        <p:spPr>
          <a:xfrm>
            <a:off x="7111290" y="258406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0" name="9wup_2_build_ClashingReceptorAtoms_2">
            <a:extLst>
              <a:ext uri="{FF2B5EF4-FFF2-40B4-BE49-F238E27FC236}">
                <a16:creationId xmlns:a16="http://schemas.microsoft.com/office/drawing/2014/main" id="{41B1F5CB-AC2D-425B-8D85-94C3DABAB0F1}"/>
              </a:ext>
            </a:extLst>
          </p:cNvPr>
          <p:cNvSpPr>
            <a:spLocks noGrp="1"/>
          </p:cNvSpPr>
          <p:nvPr/>
        </p:nvSpPr>
        <p:spPr>
          <a:xfrm>
            <a:off x="7224450" y="259504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1" name="9wup_2_build_ClashingReceptorAtoms_3">
            <a:extLst>
              <a:ext uri="{FF2B5EF4-FFF2-40B4-BE49-F238E27FC236}">
                <a16:creationId xmlns:a16="http://schemas.microsoft.com/office/drawing/2014/main" id="{A4B52E50-F921-4199-B9EA-013B7DA32A3B}"/>
              </a:ext>
            </a:extLst>
          </p:cNvPr>
          <p:cNvSpPr>
            <a:spLocks noGrp="1"/>
          </p:cNvSpPr>
          <p:nvPr/>
        </p:nvSpPr>
        <p:spPr>
          <a:xfrm>
            <a:off x="6880855" y="263030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2" name="9wup_2_build_ClashingReceptorAtoms_4">
            <a:extLst>
              <a:ext uri="{FF2B5EF4-FFF2-40B4-BE49-F238E27FC236}">
                <a16:creationId xmlns:a16="http://schemas.microsoft.com/office/drawing/2014/main" id="{D986D656-7929-431E-9952-1C7802BDB77A}"/>
              </a:ext>
            </a:extLst>
          </p:cNvPr>
          <p:cNvSpPr>
            <a:spLocks noGrp="1"/>
          </p:cNvSpPr>
          <p:nvPr/>
        </p:nvSpPr>
        <p:spPr>
          <a:xfrm>
            <a:off x="6738479" y="29369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3" name="9wup_2_build_ClashingReceptorAtoms_5">
            <a:extLst>
              <a:ext uri="{FF2B5EF4-FFF2-40B4-BE49-F238E27FC236}">
                <a16:creationId xmlns:a16="http://schemas.microsoft.com/office/drawing/2014/main" id="{EAD4BBE3-D908-4CB7-AD3B-9BB60F0CAE2D}"/>
              </a:ext>
            </a:extLst>
          </p:cNvPr>
          <p:cNvSpPr>
            <a:spLocks noGrp="1"/>
          </p:cNvSpPr>
          <p:nvPr/>
        </p:nvSpPr>
        <p:spPr>
          <a:xfrm>
            <a:off x="7018505" y="365104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4" name="9wup_2_build_ClashingReceptorAtoms_6">
            <a:extLst>
              <a:ext uri="{FF2B5EF4-FFF2-40B4-BE49-F238E27FC236}">
                <a16:creationId xmlns:a16="http://schemas.microsoft.com/office/drawing/2014/main" id="{74D6EE33-CB4C-4965-BBBA-8297F6DA4DAD}"/>
              </a:ext>
            </a:extLst>
          </p:cNvPr>
          <p:cNvSpPr>
            <a:spLocks noGrp="1"/>
          </p:cNvSpPr>
          <p:nvPr/>
        </p:nvSpPr>
        <p:spPr>
          <a:xfrm>
            <a:off x="7126958" y="372111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5" name="9wup_2_build_ClashingReceptorAtoms_7">
            <a:extLst>
              <a:ext uri="{FF2B5EF4-FFF2-40B4-BE49-F238E27FC236}">
                <a16:creationId xmlns:a16="http://schemas.microsoft.com/office/drawing/2014/main" id="{CF751754-A8A7-4D1B-B738-F26FC175AEE1}"/>
              </a:ext>
            </a:extLst>
          </p:cNvPr>
          <p:cNvSpPr>
            <a:spLocks noGrp="1"/>
          </p:cNvSpPr>
          <p:nvPr/>
        </p:nvSpPr>
        <p:spPr>
          <a:xfrm>
            <a:off x="7226835" y="364529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6" name="9wup_2_build_ClashingReceptorAtoms_8">
            <a:extLst>
              <a:ext uri="{FF2B5EF4-FFF2-40B4-BE49-F238E27FC236}">
                <a16:creationId xmlns:a16="http://schemas.microsoft.com/office/drawing/2014/main" id="{BAF16E81-A65D-4D76-B04C-1FA6F8EAE72E}"/>
              </a:ext>
            </a:extLst>
          </p:cNvPr>
          <p:cNvSpPr>
            <a:spLocks noGrp="1"/>
          </p:cNvSpPr>
          <p:nvPr/>
        </p:nvSpPr>
        <p:spPr>
          <a:xfrm>
            <a:off x="7213436" y="359102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7" name="9wup_2_build_ClashingReceptorAtoms_9">
            <a:extLst>
              <a:ext uri="{FF2B5EF4-FFF2-40B4-BE49-F238E27FC236}">
                <a16:creationId xmlns:a16="http://schemas.microsoft.com/office/drawing/2014/main" id="{EB285BA8-BA56-49D3-ACA8-3F0DA2DBC197}"/>
              </a:ext>
            </a:extLst>
          </p:cNvPr>
          <p:cNvSpPr>
            <a:spLocks noGrp="1"/>
          </p:cNvSpPr>
          <p:nvPr/>
        </p:nvSpPr>
        <p:spPr>
          <a:xfrm>
            <a:off x="7108340" y="383153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8" name="stage3-cases-clash_20">
            <a:extLst>
              <a:ext uri="{FF2B5EF4-FFF2-40B4-BE49-F238E27FC236}">
                <a16:creationId xmlns:a16="http://schemas.microsoft.com/office/drawing/2014/main" id="{792DDE2F-24A8-4DB5-89B1-F80B0220D35D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4.02 Å   D 66%   Clash 15</a:t>
            </a:r>
          </a:p>
        </p:txBody>
      </p:sp>
      <p:sp>
        <p:nvSpPr>
          <p:cNvPr id="909" name="stage3-cases-clash_21">
            <a:extLst>
              <a:ext uri="{FF2B5EF4-FFF2-40B4-BE49-F238E27FC236}">
                <a16:creationId xmlns:a16="http://schemas.microsoft.com/office/drawing/2014/main" id="{31F45A7D-CF93-4E5A-AB82-B17BD114CE5A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f  9WQ3 · 1SY (G:401)</a:t>
            </a:r>
          </a:p>
        </p:txBody>
      </p:sp>
      <p:sp>
        <p:nvSpPr>
          <p:cNvPr id="910" name="stage3-cases-clash_22">
            <a:extLst>
              <a:ext uri="{FF2B5EF4-FFF2-40B4-BE49-F238E27FC236}">
                <a16:creationId xmlns:a16="http://schemas.microsoft.com/office/drawing/2014/main" id="{C80850B2-EF26-46AA-A766-6970B62019B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37941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911" name="stage3-cases-clash_23">
            <a:extLst>
              <a:ext uri="{FF2B5EF4-FFF2-40B4-BE49-F238E27FC236}">
                <a16:creationId xmlns:a16="http://schemas.microsoft.com/office/drawing/2014/main" id="{04DB3F3E-E7FE-4893-8BCD-7BE408D27AA9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912" name="9wq3_5_official_Receptor">
            <a:extLst>
              <a:ext uri="{FF2B5EF4-FFF2-40B4-BE49-F238E27FC236}">
                <a16:creationId xmlns:a16="http://schemas.microsoft.com/office/drawing/2014/main" id="{0D649970-2DF1-42EF-9844-20E1588943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913" name="9wq3_5_official_ExperimentalDensity">
            <a:extLst>
              <a:ext uri="{FF2B5EF4-FFF2-40B4-BE49-F238E27FC236}">
                <a16:creationId xmlns:a16="http://schemas.microsoft.com/office/drawing/2014/main" id="{0754AFD0-92E0-4B1C-AE42-608744CC39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14" name="9wq3_5_official_ReferenceLigand_0">
            <a:extLst>
              <a:ext uri="{FF2B5EF4-FFF2-40B4-BE49-F238E27FC236}">
                <a16:creationId xmlns:a16="http://schemas.microsoft.com/office/drawing/2014/main" id="{748FF8D2-D679-46F4-BFE0-2D2A5C87AA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wq3_5_official_ReferenceLigand_1">
            <a:extLst>
              <a:ext uri="{FF2B5EF4-FFF2-40B4-BE49-F238E27FC236}">
                <a16:creationId xmlns:a16="http://schemas.microsoft.com/office/drawing/2014/main" id="{767EF582-9D63-44BA-AAD9-5245ADD4B8E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wq3_5_official_ReferenceLigand_2">
            <a:extLst>
              <a:ext uri="{FF2B5EF4-FFF2-40B4-BE49-F238E27FC236}">
                <a16:creationId xmlns:a16="http://schemas.microsoft.com/office/drawing/2014/main" id="{41BBF624-BE9E-4F33-BF24-2830F586E49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wq3_5_official_ReferenceLigand_3">
            <a:extLst>
              <a:ext uri="{FF2B5EF4-FFF2-40B4-BE49-F238E27FC236}">
                <a16:creationId xmlns:a16="http://schemas.microsoft.com/office/drawing/2014/main" id="{31C3CF72-E41C-4400-AE4A-0256908705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wq3_5_official_ReferenceLigand_4">
            <a:extLst>
              <a:ext uri="{FF2B5EF4-FFF2-40B4-BE49-F238E27FC236}">
                <a16:creationId xmlns:a16="http://schemas.microsoft.com/office/drawing/2014/main" id="{D1F08B64-C9F9-469B-B2C0-79617887383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9" name="9wq3_5_official_ReferenceLigand_5">
            <a:extLst>
              <a:ext uri="{FF2B5EF4-FFF2-40B4-BE49-F238E27FC236}">
                <a16:creationId xmlns:a16="http://schemas.microsoft.com/office/drawing/2014/main" id="{3F9E8254-5830-4D1E-A283-473121F535A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0" name="9wq3_5_official_ReferenceLigand_6">
            <a:extLst>
              <a:ext uri="{FF2B5EF4-FFF2-40B4-BE49-F238E27FC236}">
                <a16:creationId xmlns:a16="http://schemas.microsoft.com/office/drawing/2014/main" id="{81F42D86-9D25-4C3C-B895-63DFE71D1F2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1" name="9wq3_5_official_ReferenceLigand_7">
            <a:extLst>
              <a:ext uri="{FF2B5EF4-FFF2-40B4-BE49-F238E27FC236}">
                <a16:creationId xmlns:a16="http://schemas.microsoft.com/office/drawing/2014/main" id="{92337B96-6B2C-4DBD-9F35-23132C09B16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2" name="9wq3_5_official_ReferenceLigand_8">
            <a:extLst>
              <a:ext uri="{FF2B5EF4-FFF2-40B4-BE49-F238E27FC236}">
                <a16:creationId xmlns:a16="http://schemas.microsoft.com/office/drawing/2014/main" id="{A850C6BA-FF6D-4A29-A959-D0D03E069B7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3" name="9wq3_5_official_ReferenceLigand_9">
            <a:extLst>
              <a:ext uri="{FF2B5EF4-FFF2-40B4-BE49-F238E27FC236}">
                <a16:creationId xmlns:a16="http://schemas.microsoft.com/office/drawing/2014/main" id="{D8B50FE0-1E17-493A-BA86-63AB69B5293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4" name="9wq3_5_official_ReferenceLigand_10">
            <a:extLst>
              <a:ext uri="{FF2B5EF4-FFF2-40B4-BE49-F238E27FC236}">
                <a16:creationId xmlns:a16="http://schemas.microsoft.com/office/drawing/2014/main" id="{D255C87A-B9F0-4C04-8544-1B1A8DE7553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5" name="9wq3_5_official_ReferenceLigand_11">
            <a:extLst>
              <a:ext uri="{FF2B5EF4-FFF2-40B4-BE49-F238E27FC236}">
                <a16:creationId xmlns:a16="http://schemas.microsoft.com/office/drawing/2014/main" id="{D2B25A0A-B6EF-4391-BEB2-9149D16FDE0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6" name="9wq3_5_official_ReferenceLigand_12">
            <a:extLst>
              <a:ext uri="{FF2B5EF4-FFF2-40B4-BE49-F238E27FC236}">
                <a16:creationId xmlns:a16="http://schemas.microsoft.com/office/drawing/2014/main" id="{BF781221-01B8-40D6-8386-E9C9F3EF01E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7" name="9wq3_5_official_ReferenceLigand_13">
            <a:extLst>
              <a:ext uri="{FF2B5EF4-FFF2-40B4-BE49-F238E27FC236}">
                <a16:creationId xmlns:a16="http://schemas.microsoft.com/office/drawing/2014/main" id="{276054FE-C96D-404F-A6B5-F1A971E0784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8" name="9wq3_5_official_ReferenceLigand_14">
            <a:extLst>
              <a:ext uri="{FF2B5EF4-FFF2-40B4-BE49-F238E27FC236}">
                <a16:creationId xmlns:a16="http://schemas.microsoft.com/office/drawing/2014/main" id="{8320C6C5-DC28-4B24-9653-E283E94C27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9" name="9wq3_5_official_ReferenceLigand_15">
            <a:extLst>
              <a:ext uri="{FF2B5EF4-FFF2-40B4-BE49-F238E27FC236}">
                <a16:creationId xmlns:a16="http://schemas.microsoft.com/office/drawing/2014/main" id="{7C2A4C1C-3C31-49E3-957B-46CECCB9383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0" name="9wq3_5_official_ReferenceLigand_16">
            <a:extLst>
              <a:ext uri="{FF2B5EF4-FFF2-40B4-BE49-F238E27FC236}">
                <a16:creationId xmlns:a16="http://schemas.microsoft.com/office/drawing/2014/main" id="{66BB7E56-D047-463F-9E21-BC57828EDC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1" name="9wq3_5_official_ReferenceLigand_17">
            <a:extLst>
              <a:ext uri="{FF2B5EF4-FFF2-40B4-BE49-F238E27FC236}">
                <a16:creationId xmlns:a16="http://schemas.microsoft.com/office/drawing/2014/main" id="{1F87366B-BE84-4EF4-9F89-8D42111D623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2" name="9wq3_5_official_ReferenceLigand_18">
            <a:extLst>
              <a:ext uri="{FF2B5EF4-FFF2-40B4-BE49-F238E27FC236}">
                <a16:creationId xmlns:a16="http://schemas.microsoft.com/office/drawing/2014/main" id="{6CEA926C-53BD-457E-8144-B6B11B1919D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3" name="9wq3_5_official_ReferenceLigand_19">
            <a:extLst>
              <a:ext uri="{FF2B5EF4-FFF2-40B4-BE49-F238E27FC236}">
                <a16:creationId xmlns:a16="http://schemas.microsoft.com/office/drawing/2014/main" id="{BB97E82C-9429-4AF6-AB15-3E6DF65E319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4" name="9wq3_5_official_ReferenceLigand_20">
            <a:extLst>
              <a:ext uri="{FF2B5EF4-FFF2-40B4-BE49-F238E27FC236}">
                <a16:creationId xmlns:a16="http://schemas.microsoft.com/office/drawing/2014/main" id="{55227952-398B-44AA-8448-304E3B68075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5" name="9wq3_5_official_ReferenceLigand_21">
            <a:extLst>
              <a:ext uri="{FF2B5EF4-FFF2-40B4-BE49-F238E27FC236}">
                <a16:creationId xmlns:a16="http://schemas.microsoft.com/office/drawing/2014/main" id="{90DFE21B-7E51-448A-82B2-B525F33EB26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6" name="9wq3_5_official_ReferenceLigand_22">
            <a:extLst>
              <a:ext uri="{FF2B5EF4-FFF2-40B4-BE49-F238E27FC236}">
                <a16:creationId xmlns:a16="http://schemas.microsoft.com/office/drawing/2014/main" id="{2CD86FDC-C8E3-4E15-9112-1BE071793AF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7" name="9wq3_5_official_ReferenceLigand_23">
            <a:extLst>
              <a:ext uri="{FF2B5EF4-FFF2-40B4-BE49-F238E27FC236}">
                <a16:creationId xmlns:a16="http://schemas.microsoft.com/office/drawing/2014/main" id="{1F1C3441-6A28-419C-84CD-AF4459BC95A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8" name="9wq3_5_official_ReferenceLigand_24">
            <a:extLst>
              <a:ext uri="{FF2B5EF4-FFF2-40B4-BE49-F238E27FC236}">
                <a16:creationId xmlns:a16="http://schemas.microsoft.com/office/drawing/2014/main" id="{E01E4565-50F2-4D07-B705-AE6CE27F55F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9" name="9wq3_5_official_ReferenceLigand_25">
            <a:extLst>
              <a:ext uri="{FF2B5EF4-FFF2-40B4-BE49-F238E27FC236}">
                <a16:creationId xmlns:a16="http://schemas.microsoft.com/office/drawing/2014/main" id="{F29E733C-EADC-4CEB-BFE1-BFDABB5D8EB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0" name="9wq3_5_official_ReferenceLigand_26">
            <a:extLst>
              <a:ext uri="{FF2B5EF4-FFF2-40B4-BE49-F238E27FC236}">
                <a16:creationId xmlns:a16="http://schemas.microsoft.com/office/drawing/2014/main" id="{722FD98F-D9C2-42D9-84B2-3F8E8EE291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1" name="9wq3_5_official_ReferenceLigand_27">
            <a:extLst>
              <a:ext uri="{FF2B5EF4-FFF2-40B4-BE49-F238E27FC236}">
                <a16:creationId xmlns:a16="http://schemas.microsoft.com/office/drawing/2014/main" id="{E7BF5AF6-776D-413E-9ED5-1D085CFBAF6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2" name="9wq3_5_official_ReferenceLigand_28">
            <a:extLst>
              <a:ext uri="{FF2B5EF4-FFF2-40B4-BE49-F238E27FC236}">
                <a16:creationId xmlns:a16="http://schemas.microsoft.com/office/drawing/2014/main" id="{A1EB0C6D-8758-49B8-B167-854F968EA97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3" name="9wq3_5_official_ReferenceLigand_29">
            <a:extLst>
              <a:ext uri="{FF2B5EF4-FFF2-40B4-BE49-F238E27FC236}">
                <a16:creationId xmlns:a16="http://schemas.microsoft.com/office/drawing/2014/main" id="{A7AB80A6-AFFC-4B1A-89CB-429BF46DB83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4" name="9wq3_5_official_ReferenceLigand_30">
            <a:extLst>
              <a:ext uri="{FF2B5EF4-FFF2-40B4-BE49-F238E27FC236}">
                <a16:creationId xmlns:a16="http://schemas.microsoft.com/office/drawing/2014/main" id="{E39FF4D3-D920-4300-8D47-0EAC2ED2430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5" name="9wq3_5_official_ReferenceLigand_31">
            <a:extLst>
              <a:ext uri="{FF2B5EF4-FFF2-40B4-BE49-F238E27FC236}">
                <a16:creationId xmlns:a16="http://schemas.microsoft.com/office/drawing/2014/main" id="{43660244-16B5-4DE1-877A-9C846B69715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6" name="9wq3_5_official_ReferenceLigand_32">
            <a:extLst>
              <a:ext uri="{FF2B5EF4-FFF2-40B4-BE49-F238E27FC236}">
                <a16:creationId xmlns:a16="http://schemas.microsoft.com/office/drawing/2014/main" id="{2C6A0561-C062-4867-A7E5-450DFAAD3F8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7" name="9wq3_5_official_ReferenceLigand_33">
            <a:extLst>
              <a:ext uri="{FF2B5EF4-FFF2-40B4-BE49-F238E27FC236}">
                <a16:creationId xmlns:a16="http://schemas.microsoft.com/office/drawing/2014/main" id="{A4DA3EB5-3D8C-4378-A3B5-2261D35D4BE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8" name="9wq3_5_official_ReferenceLigand_34">
            <a:extLst>
              <a:ext uri="{FF2B5EF4-FFF2-40B4-BE49-F238E27FC236}">
                <a16:creationId xmlns:a16="http://schemas.microsoft.com/office/drawing/2014/main" id="{7FC50099-19CE-45A4-8E72-06D1436EBA8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9" name="9wq3_5_official_ReferenceLigand_35">
            <a:extLst>
              <a:ext uri="{FF2B5EF4-FFF2-40B4-BE49-F238E27FC236}">
                <a16:creationId xmlns:a16="http://schemas.microsoft.com/office/drawing/2014/main" id="{98B41E00-F5BC-4B24-85F5-76E917C62D9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0" name="9wq3_5_official_ReferenceLigand_36">
            <a:extLst>
              <a:ext uri="{FF2B5EF4-FFF2-40B4-BE49-F238E27FC236}">
                <a16:creationId xmlns:a16="http://schemas.microsoft.com/office/drawing/2014/main" id="{16763621-408B-47DD-8936-C571D6685BA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1" name="9wq3_5_official_ReferenceLigand_37">
            <a:extLst>
              <a:ext uri="{FF2B5EF4-FFF2-40B4-BE49-F238E27FC236}">
                <a16:creationId xmlns:a16="http://schemas.microsoft.com/office/drawing/2014/main" id="{2D737978-94F4-46EC-A63D-A667A8C7A6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2" name="9wq3_5_official_ReferenceLigand_38">
            <a:extLst>
              <a:ext uri="{FF2B5EF4-FFF2-40B4-BE49-F238E27FC236}">
                <a16:creationId xmlns:a16="http://schemas.microsoft.com/office/drawing/2014/main" id="{850850E6-70E7-40F5-B843-4DFB1CDB3B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3" name="9wq3_5_official_ReferenceLigand_39">
            <a:extLst>
              <a:ext uri="{FF2B5EF4-FFF2-40B4-BE49-F238E27FC236}">
                <a16:creationId xmlns:a16="http://schemas.microsoft.com/office/drawing/2014/main" id="{7F889ED0-96E2-4141-8B81-05432034896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4" name="9wq3_5_official_ReferenceLigand_40">
            <a:extLst>
              <a:ext uri="{FF2B5EF4-FFF2-40B4-BE49-F238E27FC236}">
                <a16:creationId xmlns:a16="http://schemas.microsoft.com/office/drawing/2014/main" id="{0E86CB98-EB52-4240-8D20-68FB74F860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5" name="9wq3_5_official_ReferenceLigand_41">
            <a:extLst>
              <a:ext uri="{FF2B5EF4-FFF2-40B4-BE49-F238E27FC236}">
                <a16:creationId xmlns:a16="http://schemas.microsoft.com/office/drawing/2014/main" id="{4DCBF214-AA57-45E2-BDA1-9CFA47119E1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6" name="9wq3_5_official_ReferenceLigand_42">
            <a:extLst>
              <a:ext uri="{FF2B5EF4-FFF2-40B4-BE49-F238E27FC236}">
                <a16:creationId xmlns:a16="http://schemas.microsoft.com/office/drawing/2014/main" id="{DFAE8899-758C-4410-BE63-45DB73FC8CE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7" name="9wq3_5_official_ReferenceLigand_43">
            <a:extLst>
              <a:ext uri="{FF2B5EF4-FFF2-40B4-BE49-F238E27FC236}">
                <a16:creationId xmlns:a16="http://schemas.microsoft.com/office/drawing/2014/main" id="{B6FE4ED0-8C44-4B78-BAA7-9B27CA2A386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8" name="9wq3_5_official_ReferenceLigand_44">
            <a:extLst>
              <a:ext uri="{FF2B5EF4-FFF2-40B4-BE49-F238E27FC236}">
                <a16:creationId xmlns:a16="http://schemas.microsoft.com/office/drawing/2014/main" id="{48890EB9-B9B9-4D23-874C-49FC4F5FBC7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9" name="9wq3_5_official_ReferenceLigand_45">
            <a:extLst>
              <a:ext uri="{FF2B5EF4-FFF2-40B4-BE49-F238E27FC236}">
                <a16:creationId xmlns:a16="http://schemas.microsoft.com/office/drawing/2014/main" id="{5E65DF43-AE4F-4A99-B6DB-98C7BED312C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0" name="9wq3_5_official_ReferenceLigand_46">
            <a:extLst>
              <a:ext uri="{FF2B5EF4-FFF2-40B4-BE49-F238E27FC236}">
                <a16:creationId xmlns:a16="http://schemas.microsoft.com/office/drawing/2014/main" id="{AAF6E1B8-8396-46F9-8CC4-5B52655F1A7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1" name="9wq3_5_official_ReferenceLigand_47">
            <a:extLst>
              <a:ext uri="{FF2B5EF4-FFF2-40B4-BE49-F238E27FC236}">
                <a16:creationId xmlns:a16="http://schemas.microsoft.com/office/drawing/2014/main" id="{7B40F438-BE22-4B6B-A2EC-9C2992DF72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2" name="9wq3_5_official_ReferenceLigand_48">
            <a:extLst>
              <a:ext uri="{FF2B5EF4-FFF2-40B4-BE49-F238E27FC236}">
                <a16:creationId xmlns:a16="http://schemas.microsoft.com/office/drawing/2014/main" id="{0460316E-7D21-482F-8455-3F54141E982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3" name="9wq3_5_official_ReferenceLigand_49">
            <a:extLst>
              <a:ext uri="{FF2B5EF4-FFF2-40B4-BE49-F238E27FC236}">
                <a16:creationId xmlns:a16="http://schemas.microsoft.com/office/drawing/2014/main" id="{41170126-FE15-4A1A-90E0-5637A62F8FF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4" name="9wq3_5_official_ReferenceLigand_50">
            <a:extLst>
              <a:ext uri="{FF2B5EF4-FFF2-40B4-BE49-F238E27FC236}">
                <a16:creationId xmlns:a16="http://schemas.microsoft.com/office/drawing/2014/main" id="{DCB8ACB7-2678-4546-AB8C-E70E9072FE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5" name="9wq3_5_official_PredictedLigand_0">
            <a:extLst>
              <a:ext uri="{FF2B5EF4-FFF2-40B4-BE49-F238E27FC236}">
                <a16:creationId xmlns:a16="http://schemas.microsoft.com/office/drawing/2014/main" id="{722E0E1B-335D-48AA-91CE-C6C635BD44B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565459" y="8480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6" name="9wq3_5_official_PredictedLigand_1">
            <a:extLst>
              <a:ext uri="{FF2B5EF4-FFF2-40B4-BE49-F238E27FC236}">
                <a16:creationId xmlns:a16="http://schemas.microsoft.com/office/drawing/2014/main" id="{8A1585B6-55F6-4D78-B94D-0A364CF4423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797870" y="1105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7" name="9wq3_5_official_PredictedLigand_2">
            <a:extLst>
              <a:ext uri="{FF2B5EF4-FFF2-40B4-BE49-F238E27FC236}">
                <a16:creationId xmlns:a16="http://schemas.microsoft.com/office/drawing/2014/main" id="{D14CA1B1-0E6C-4659-8638-61769273444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303099" y="8200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8" name="9wq3_5_official_PredictedLigand_3">
            <a:extLst>
              <a:ext uri="{FF2B5EF4-FFF2-40B4-BE49-F238E27FC236}">
                <a16:creationId xmlns:a16="http://schemas.microsoft.com/office/drawing/2014/main" id="{F8A73BDE-8B1A-402A-9FC8-4025052B531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488276" y="10464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9" name="9wq3_5_official_PredictedLigand_4">
            <a:extLst>
              <a:ext uri="{FF2B5EF4-FFF2-40B4-BE49-F238E27FC236}">
                <a16:creationId xmlns:a16="http://schemas.microsoft.com/office/drawing/2014/main" id="{6B918C8A-FB32-44A5-965B-21E54F90A9F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3044" y="750361"/>
                </a:moveTo>
                <a:lnTo>
                  <a:pt x="1482769" y="8638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0" name="9wq3_5_official_PredictedLigand_5">
            <a:extLst>
              <a:ext uri="{FF2B5EF4-FFF2-40B4-BE49-F238E27FC236}">
                <a16:creationId xmlns:a16="http://schemas.microsoft.com/office/drawing/2014/main" id="{A68DB441-7566-403F-B0C7-FC6301EF21D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1" name="9wq3_5_official_PredictedLigand_6">
            <a:extLst>
              <a:ext uri="{FF2B5EF4-FFF2-40B4-BE49-F238E27FC236}">
                <a16:creationId xmlns:a16="http://schemas.microsoft.com/office/drawing/2014/main" id="{7B9C91FF-483F-46D4-BDAE-9085F3DF6A5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1790053" y="10657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2" name="9wq3_5_official_PredictedLigand_7">
            <a:extLst>
              <a:ext uri="{FF2B5EF4-FFF2-40B4-BE49-F238E27FC236}">
                <a16:creationId xmlns:a16="http://schemas.microsoft.com/office/drawing/2014/main" id="{A248A173-F210-44D0-AA0F-D2A7EDC9DFE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8276" y="1046403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3" name="9wq3_5_official_PredictedLigand_8">
            <a:extLst>
              <a:ext uri="{FF2B5EF4-FFF2-40B4-BE49-F238E27FC236}">
                <a16:creationId xmlns:a16="http://schemas.microsoft.com/office/drawing/2014/main" id="{04D447FE-3116-4EBC-9EE9-18245206414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0519" y="601204"/>
                </a:moveTo>
                <a:lnTo>
                  <a:pt x="1563044" y="7503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4" name="9wq3_5_official_PredictedLigand_9">
            <a:extLst>
              <a:ext uri="{FF2B5EF4-FFF2-40B4-BE49-F238E27FC236}">
                <a16:creationId xmlns:a16="http://schemas.microsoft.com/office/drawing/2014/main" id="{FDFF2133-C10C-4B75-ADB7-171DDB3CB89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1080" y="1095355"/>
                </a:moveTo>
                <a:lnTo>
                  <a:pt x="1657335" y="12398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5" name="9wq3_5_official_PredictedLigand_10">
            <a:extLst>
              <a:ext uri="{FF2B5EF4-FFF2-40B4-BE49-F238E27FC236}">
                <a16:creationId xmlns:a16="http://schemas.microsoft.com/office/drawing/2014/main" id="{C9608816-3234-400C-95FB-FE672322B05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695" y="1264160"/>
                </a:moveTo>
                <a:lnTo>
                  <a:pt x="1914102" y="11544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6" name="9wq3_5_official_PredictedLigand_11">
            <a:extLst>
              <a:ext uri="{FF2B5EF4-FFF2-40B4-BE49-F238E27FC236}">
                <a16:creationId xmlns:a16="http://schemas.microsoft.com/office/drawing/2014/main" id="{9B8CB11A-4881-41FA-8B03-FCA9CF944AD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2012689" y="10424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7" name="9wq3_5_official_PredictedLigand_12">
            <a:extLst>
              <a:ext uri="{FF2B5EF4-FFF2-40B4-BE49-F238E27FC236}">
                <a16:creationId xmlns:a16="http://schemas.microsoft.com/office/drawing/2014/main" id="{85D8E865-E737-4048-861F-5E15B1B28F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827695" y="12641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8" name="9wq3_5_official_PredictedLigand_13">
            <a:extLst>
              <a:ext uri="{FF2B5EF4-FFF2-40B4-BE49-F238E27FC236}">
                <a16:creationId xmlns:a16="http://schemas.microsoft.com/office/drawing/2014/main" id="{9854D6BE-B9EE-4832-B7A4-71601243A5B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207" y="554469"/>
                </a:moveTo>
                <a:lnTo>
                  <a:pt x="1530519" y="6012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9" name="9wq3_5_official_PredictedLigand_14">
            <a:extLst>
              <a:ext uri="{FF2B5EF4-FFF2-40B4-BE49-F238E27FC236}">
                <a16:creationId xmlns:a16="http://schemas.microsoft.com/office/drawing/2014/main" id="{4E2049DD-983F-4B74-A8C8-5C6773FF350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0" name="9wq3_5_official_PredictedLigand_15">
            <a:extLst>
              <a:ext uri="{FF2B5EF4-FFF2-40B4-BE49-F238E27FC236}">
                <a16:creationId xmlns:a16="http://schemas.microsoft.com/office/drawing/2014/main" id="{6681B1F5-572A-4FE7-B632-60AC2B7C2E6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689" y="1042473"/>
                </a:moveTo>
                <a:lnTo>
                  <a:pt x="1932745" y="9985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1" name="9wq3_5_official_PredictedLigand_16">
            <a:extLst>
              <a:ext uri="{FF2B5EF4-FFF2-40B4-BE49-F238E27FC236}">
                <a16:creationId xmlns:a16="http://schemas.microsoft.com/office/drawing/2014/main" id="{531EBE48-F69B-423B-BB81-682592B67F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028050" y="13125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2" name="9wq3_5_official_PredictedLigand_17">
            <a:extLst>
              <a:ext uri="{FF2B5EF4-FFF2-40B4-BE49-F238E27FC236}">
                <a16:creationId xmlns:a16="http://schemas.microsoft.com/office/drawing/2014/main" id="{36F812C9-6762-40DB-8FFE-0881259F613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302048" y="12744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3" name="9wq3_5_official_PredictedLigand_18">
            <a:extLst>
              <a:ext uri="{FF2B5EF4-FFF2-40B4-BE49-F238E27FC236}">
                <a16:creationId xmlns:a16="http://schemas.microsoft.com/office/drawing/2014/main" id="{78C1A917-8058-40BD-B111-1619EFAF995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803" y="831251"/>
                </a:moveTo>
                <a:lnTo>
                  <a:pt x="1111814" y="7716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4" name="9wq3_5_official_PredictedLigand_19">
            <a:extLst>
              <a:ext uri="{FF2B5EF4-FFF2-40B4-BE49-F238E27FC236}">
                <a16:creationId xmlns:a16="http://schemas.microsoft.com/office/drawing/2014/main" id="{FA016010-544D-423E-9923-E6256717578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5947" y="885459"/>
                </a:moveTo>
                <a:lnTo>
                  <a:pt x="975803" y="8312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5" name="9wq3_5_official_PredictedLigand_20">
            <a:extLst>
              <a:ext uri="{FF2B5EF4-FFF2-40B4-BE49-F238E27FC236}">
                <a16:creationId xmlns:a16="http://schemas.microsoft.com/office/drawing/2014/main" id="{99421597-1BDF-454C-86E9-3E645350891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2048" y="1274456"/>
                </a:moveTo>
                <a:lnTo>
                  <a:pt x="1425010" y="12696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6" name="9wq3_5_official_PredictedLigand_21">
            <a:extLst>
              <a:ext uri="{FF2B5EF4-FFF2-40B4-BE49-F238E27FC236}">
                <a16:creationId xmlns:a16="http://schemas.microsoft.com/office/drawing/2014/main" id="{52B8622B-D222-4C9F-A018-526C3BC8853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7" name="9wq3_5_official_PredictedLigand_22">
            <a:extLst>
              <a:ext uri="{FF2B5EF4-FFF2-40B4-BE49-F238E27FC236}">
                <a16:creationId xmlns:a16="http://schemas.microsoft.com/office/drawing/2014/main" id="{E4EBEAA0-4343-407B-88EB-DCA28FF6A5C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3" y="538705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8" name="9wq3_5_official_PredictedLigand_23">
            <a:extLst>
              <a:ext uri="{FF2B5EF4-FFF2-40B4-BE49-F238E27FC236}">
                <a16:creationId xmlns:a16="http://schemas.microsoft.com/office/drawing/2014/main" id="{093519E3-D37E-4D74-9D2A-EFE94712D7F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2745" y="998532"/>
                </a:moveTo>
                <a:lnTo>
                  <a:pt x="1924237" y="8232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9" name="9wq3_5_official_PredictedLigand_24">
            <a:extLst>
              <a:ext uri="{FF2B5EF4-FFF2-40B4-BE49-F238E27FC236}">
                <a16:creationId xmlns:a16="http://schemas.microsoft.com/office/drawing/2014/main" id="{3AF8DD5A-6629-487F-B22E-46DD9D58D12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0" name="9wq3_5_official_PredictedLigand_25">
            <a:extLst>
              <a:ext uri="{FF2B5EF4-FFF2-40B4-BE49-F238E27FC236}">
                <a16:creationId xmlns:a16="http://schemas.microsoft.com/office/drawing/2014/main" id="{3ADA616D-1965-4F7D-A70C-320FA20FB35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780227" y="707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1" name="9wq3_5_official_PredictedLigand_26">
            <a:extLst>
              <a:ext uri="{FF2B5EF4-FFF2-40B4-BE49-F238E27FC236}">
                <a16:creationId xmlns:a16="http://schemas.microsoft.com/office/drawing/2014/main" id="{22341EAB-A013-4534-9313-06316E8AB24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0227" y="707166"/>
                </a:moveTo>
                <a:lnTo>
                  <a:pt x="1620517" y="6770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2" name="9wq3_5_official_PredictedLigand_27">
            <a:extLst>
              <a:ext uri="{FF2B5EF4-FFF2-40B4-BE49-F238E27FC236}">
                <a16:creationId xmlns:a16="http://schemas.microsoft.com/office/drawing/2014/main" id="{A0129DE1-CE99-48F2-BC9F-F17F22977DD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2086242" y="7411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3" name="9wq3_5_official_PredictedLigand_28">
            <a:extLst>
              <a:ext uri="{FF2B5EF4-FFF2-40B4-BE49-F238E27FC236}">
                <a16:creationId xmlns:a16="http://schemas.microsoft.com/office/drawing/2014/main" id="{435A99A9-D5F8-4EEF-8EFD-934CE0EA30C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3005" y="1333500"/>
                </a:moveTo>
                <a:lnTo>
                  <a:pt x="1153820" y="13183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4" name="9wq3_5_official_PredictedLigand_29">
            <a:extLst>
              <a:ext uri="{FF2B5EF4-FFF2-40B4-BE49-F238E27FC236}">
                <a16:creationId xmlns:a16="http://schemas.microsoft.com/office/drawing/2014/main" id="{AA8DFAA2-FBD8-455F-A1E3-A3589830035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1814" y="771698"/>
                </a:moveTo>
                <a:lnTo>
                  <a:pt x="1121346" y="771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5" name="9wq3_5_official_PredictedLigand_30">
            <a:extLst>
              <a:ext uri="{FF2B5EF4-FFF2-40B4-BE49-F238E27FC236}">
                <a16:creationId xmlns:a16="http://schemas.microsoft.com/office/drawing/2014/main" id="{C0F24177-AB55-411C-93ED-A4DC36C30C5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5514" y="1244454"/>
                </a:moveTo>
                <a:lnTo>
                  <a:pt x="1658123" y="12312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6" name="9wq3_5_official_PredictedLigand_31">
            <a:extLst>
              <a:ext uri="{FF2B5EF4-FFF2-40B4-BE49-F238E27FC236}">
                <a16:creationId xmlns:a16="http://schemas.microsoft.com/office/drawing/2014/main" id="{1F9A4878-8976-44C7-A9FA-B59B1BE24D2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845947" y="8854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7" name="9wq3_5_official_PredictedLigand_32">
            <a:extLst>
              <a:ext uri="{FF2B5EF4-FFF2-40B4-BE49-F238E27FC236}">
                <a16:creationId xmlns:a16="http://schemas.microsoft.com/office/drawing/2014/main" id="{BBA1B036-A39F-4898-82C9-75FF4A5EBD5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8" name="9wq3_5_official_PredictedLigand_33">
            <a:extLst>
              <a:ext uri="{FF2B5EF4-FFF2-40B4-BE49-F238E27FC236}">
                <a16:creationId xmlns:a16="http://schemas.microsoft.com/office/drawing/2014/main" id="{DE7B684A-B1C8-4398-B5D3-E4EEE03439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375573" y="53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9" name="9wq3_5_official_PredictedLigand_34">
            <a:extLst>
              <a:ext uri="{FF2B5EF4-FFF2-40B4-BE49-F238E27FC236}">
                <a16:creationId xmlns:a16="http://schemas.microsoft.com/office/drawing/2014/main" id="{584C0B29-8037-4275-B551-126FD127C0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899023" y="8379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0" name="9wq3_5_official_PredictedLigand_35">
            <a:extLst>
              <a:ext uri="{FF2B5EF4-FFF2-40B4-BE49-F238E27FC236}">
                <a16:creationId xmlns:a16="http://schemas.microsoft.com/office/drawing/2014/main" id="{A00CC643-FAEC-409F-B0F8-B3C34C6EDA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1" name="9wq3_5_official_PredictedLigand_36">
            <a:extLst>
              <a:ext uri="{FF2B5EF4-FFF2-40B4-BE49-F238E27FC236}">
                <a16:creationId xmlns:a16="http://schemas.microsoft.com/office/drawing/2014/main" id="{6933B43F-A347-44CC-8E94-5BE36A0E603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2" name="9wq3_5_official_PredictedLigand_37">
            <a:extLst>
              <a:ext uri="{FF2B5EF4-FFF2-40B4-BE49-F238E27FC236}">
                <a16:creationId xmlns:a16="http://schemas.microsoft.com/office/drawing/2014/main" id="{00191678-4FD4-4D7F-A28F-AC134797008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3" name="9wq3_5_official_PredictedLigand_38">
            <a:extLst>
              <a:ext uri="{FF2B5EF4-FFF2-40B4-BE49-F238E27FC236}">
                <a16:creationId xmlns:a16="http://schemas.microsoft.com/office/drawing/2014/main" id="{8BDBAC85-C53C-4FB3-96AF-48F450DC1C0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5078" y="837873"/>
                </a:moveTo>
                <a:lnTo>
                  <a:pt x="850778" y="8866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4" name="9wq3_5_official_PredictedLigand_39">
            <a:extLst>
              <a:ext uri="{FF2B5EF4-FFF2-40B4-BE49-F238E27FC236}">
                <a16:creationId xmlns:a16="http://schemas.microsoft.com/office/drawing/2014/main" id="{E462C88C-8012-4A26-A6AB-007880EC39B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123" y="1231278"/>
                </a:moveTo>
                <a:lnTo>
                  <a:pt x="1547752" y="12611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5" name="9wq3_5_official_PredictedLigand_40">
            <a:extLst>
              <a:ext uri="{FF2B5EF4-FFF2-40B4-BE49-F238E27FC236}">
                <a16:creationId xmlns:a16="http://schemas.microsoft.com/office/drawing/2014/main" id="{DF5A5354-398A-4426-B214-26943ECFD76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715542" y="9316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6" name="9wq3_5_official_PredictedLigand_41">
            <a:extLst>
              <a:ext uri="{FF2B5EF4-FFF2-40B4-BE49-F238E27FC236}">
                <a16:creationId xmlns:a16="http://schemas.microsoft.com/office/drawing/2014/main" id="{CF61ED54-9FF1-4014-B758-1F0A634EB81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158" y="1294950"/>
                </a:moveTo>
                <a:lnTo>
                  <a:pt x="1298248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7" name="9wq3_5_official_PredictedLigand_42">
            <a:extLst>
              <a:ext uri="{FF2B5EF4-FFF2-40B4-BE49-F238E27FC236}">
                <a16:creationId xmlns:a16="http://schemas.microsoft.com/office/drawing/2014/main" id="{E58957E0-A4CC-4ED1-9D76-CB4253512AD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752" y="126111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8" name="9wq3_5_official_PredictedLigand_43">
            <a:extLst>
              <a:ext uri="{FF2B5EF4-FFF2-40B4-BE49-F238E27FC236}">
                <a16:creationId xmlns:a16="http://schemas.microsoft.com/office/drawing/2014/main" id="{C43D2522-ACB4-4252-9169-C004D1FDA8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8550" y="652191"/>
                </a:moveTo>
                <a:lnTo>
                  <a:pt x="1375575" y="599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9" name="9wq3_5_official_PredictedLigand_44">
            <a:extLst>
              <a:ext uri="{FF2B5EF4-FFF2-40B4-BE49-F238E27FC236}">
                <a16:creationId xmlns:a16="http://schemas.microsoft.com/office/drawing/2014/main" id="{9EC9B4AE-CE80-49E5-815F-EB8F8FB0EC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0" name="9wq3_5_official_PredictedLigand_45">
            <a:extLst>
              <a:ext uri="{FF2B5EF4-FFF2-40B4-BE49-F238E27FC236}">
                <a16:creationId xmlns:a16="http://schemas.microsoft.com/office/drawing/2014/main" id="{2748F451-24C9-44E4-9FF7-9B2F1E9ED1A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821" y="531387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1" name="9wq3_5_official_PredictedLigand_46">
            <a:extLst>
              <a:ext uri="{FF2B5EF4-FFF2-40B4-BE49-F238E27FC236}">
                <a16:creationId xmlns:a16="http://schemas.microsoft.com/office/drawing/2014/main" id="{7361F436-185B-45FD-A600-1E5308A3B43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679" y="838493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2" name="9wq3_5_official_PredictedLigand_47">
            <a:extLst>
              <a:ext uri="{FF2B5EF4-FFF2-40B4-BE49-F238E27FC236}">
                <a16:creationId xmlns:a16="http://schemas.microsoft.com/office/drawing/2014/main" id="{D4728CFB-0E6F-41E8-94D8-4216283C176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0673" y="713410"/>
                </a:moveTo>
                <a:lnTo>
                  <a:pt x="1200686" y="7688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3" name="9wq3_5_official_PredictedLigand_48">
            <a:extLst>
              <a:ext uri="{FF2B5EF4-FFF2-40B4-BE49-F238E27FC236}">
                <a16:creationId xmlns:a16="http://schemas.microsoft.com/office/drawing/2014/main" id="{4198D0A0-3EC0-4C69-9A89-E8A05C4D4C9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0686" y="768871"/>
                </a:moveTo>
                <a:lnTo>
                  <a:pt x="1050679" y="8384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4" name="9wq3_5_official_PredictedAtoms_0">
            <a:extLst>
              <a:ext uri="{FF2B5EF4-FFF2-40B4-BE49-F238E27FC236}">
                <a16:creationId xmlns:a16="http://schemas.microsoft.com/office/drawing/2014/main" id="{3F6CB0E2-481F-4351-9DEB-4E3DF3E4DA5E}"/>
              </a:ext>
            </a:extLst>
          </p:cNvPr>
          <p:cNvSpPr>
            <a:spLocks noGrp="1"/>
          </p:cNvSpPr>
          <p:nvPr/>
        </p:nvSpPr>
        <p:spPr>
          <a:xfrm>
            <a:off x="1866229" y="48871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5" name="9wq3_5_official_PredictedAtoms_1">
            <a:extLst>
              <a:ext uri="{FF2B5EF4-FFF2-40B4-BE49-F238E27FC236}">
                <a16:creationId xmlns:a16="http://schemas.microsoft.com/office/drawing/2014/main" id="{BB390EF0-B268-48F8-A4F3-9C68E52D7BEA}"/>
              </a:ext>
            </a:extLst>
          </p:cNvPr>
          <p:cNvSpPr>
            <a:spLocks noGrp="1"/>
          </p:cNvSpPr>
          <p:nvPr/>
        </p:nvSpPr>
        <p:spPr>
          <a:xfrm>
            <a:off x="1760957" y="50079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6" name="9wq3_5_official_PredictedAtoms_2">
            <a:extLst>
              <a:ext uri="{FF2B5EF4-FFF2-40B4-BE49-F238E27FC236}">
                <a16:creationId xmlns:a16="http://schemas.microsoft.com/office/drawing/2014/main" id="{8F003342-0DDE-465A-ACA8-54DE866BCFBC}"/>
              </a:ext>
            </a:extLst>
          </p:cNvPr>
          <p:cNvSpPr>
            <a:spLocks noGrp="1"/>
          </p:cNvSpPr>
          <p:nvPr/>
        </p:nvSpPr>
        <p:spPr>
          <a:xfrm>
            <a:off x="1587983" y="49556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7" name="9wq3_5_official_PredictedAtoms_3">
            <a:extLst>
              <a:ext uri="{FF2B5EF4-FFF2-40B4-BE49-F238E27FC236}">
                <a16:creationId xmlns:a16="http://schemas.microsoft.com/office/drawing/2014/main" id="{FD8F647A-B64C-401E-808D-F907EDB2CB84}"/>
              </a:ext>
            </a:extLst>
          </p:cNvPr>
          <p:cNvSpPr>
            <a:spLocks noGrp="1"/>
          </p:cNvSpPr>
          <p:nvPr/>
        </p:nvSpPr>
        <p:spPr>
          <a:xfrm>
            <a:off x="1453080" y="50691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8" name="9wq3_5_official_PredictedAtoms_4">
            <a:extLst>
              <a:ext uri="{FF2B5EF4-FFF2-40B4-BE49-F238E27FC236}">
                <a16:creationId xmlns:a16="http://schemas.microsoft.com/office/drawing/2014/main" id="{4647F3AA-357E-473F-B850-FFFD79FD6EF5}"/>
              </a:ext>
            </a:extLst>
          </p:cNvPr>
          <p:cNvSpPr>
            <a:spLocks noGrp="1"/>
          </p:cNvSpPr>
          <p:nvPr/>
        </p:nvSpPr>
        <p:spPr>
          <a:xfrm>
            <a:off x="1413093" y="51246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9" name="9wq3_5_official_PredictedAtoms_5">
            <a:extLst>
              <a:ext uri="{FF2B5EF4-FFF2-40B4-BE49-F238E27FC236}">
                <a16:creationId xmlns:a16="http://schemas.microsoft.com/office/drawing/2014/main" id="{A2B72311-97D8-43B8-BB3B-12BD601BBCC3}"/>
              </a:ext>
            </a:extLst>
          </p:cNvPr>
          <p:cNvSpPr>
            <a:spLocks noGrp="1"/>
          </p:cNvSpPr>
          <p:nvPr/>
        </p:nvSpPr>
        <p:spPr>
          <a:xfrm>
            <a:off x="1263087" y="51942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0" name="9wq3_5_official_PredictedAtoms_6">
            <a:extLst>
              <a:ext uri="{FF2B5EF4-FFF2-40B4-BE49-F238E27FC236}">
                <a16:creationId xmlns:a16="http://schemas.microsoft.com/office/drawing/2014/main" id="{0448E24E-0F22-4795-B08D-907707CFEF32}"/>
              </a:ext>
            </a:extLst>
          </p:cNvPr>
          <p:cNvSpPr>
            <a:spLocks noGrp="1"/>
          </p:cNvSpPr>
          <p:nvPr/>
        </p:nvSpPr>
        <p:spPr>
          <a:xfrm>
            <a:off x="1207486" y="51936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1" name="9wq3_5_official_PredictedAtoms_7">
            <a:extLst>
              <a:ext uri="{FF2B5EF4-FFF2-40B4-BE49-F238E27FC236}">
                <a16:creationId xmlns:a16="http://schemas.microsoft.com/office/drawing/2014/main" id="{994F2E11-4D74-4568-93B6-081EC5CE7BDC}"/>
              </a:ext>
            </a:extLst>
          </p:cNvPr>
          <p:cNvSpPr>
            <a:spLocks noGrp="1"/>
          </p:cNvSpPr>
          <p:nvPr/>
        </p:nvSpPr>
        <p:spPr>
          <a:xfrm>
            <a:off x="1063186" y="5242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2" name="9wq3_5_official_PredictedAtoms_8">
            <a:extLst>
              <a:ext uri="{FF2B5EF4-FFF2-40B4-BE49-F238E27FC236}">
                <a16:creationId xmlns:a16="http://schemas.microsoft.com/office/drawing/2014/main" id="{E17A38FC-CA93-4E02-B60F-5413F71BFA99}"/>
              </a:ext>
            </a:extLst>
          </p:cNvPr>
          <p:cNvSpPr>
            <a:spLocks noGrp="1"/>
          </p:cNvSpPr>
          <p:nvPr/>
        </p:nvSpPr>
        <p:spPr>
          <a:xfrm>
            <a:off x="927950" y="52874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3" name="9wq3_5_official_PredictedAtoms_9">
            <a:extLst>
              <a:ext uri="{FF2B5EF4-FFF2-40B4-BE49-F238E27FC236}">
                <a16:creationId xmlns:a16="http://schemas.microsoft.com/office/drawing/2014/main" id="{3889388C-DD47-4B48-854A-6151223A6A0A}"/>
              </a:ext>
            </a:extLst>
          </p:cNvPr>
          <p:cNvSpPr>
            <a:spLocks noGrp="1"/>
          </p:cNvSpPr>
          <p:nvPr/>
        </p:nvSpPr>
        <p:spPr>
          <a:xfrm>
            <a:off x="1058354" y="52412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4" name="9wq3_5_official_PredictedAtoms_10">
            <a:extLst>
              <a:ext uri="{FF2B5EF4-FFF2-40B4-BE49-F238E27FC236}">
                <a16:creationId xmlns:a16="http://schemas.microsoft.com/office/drawing/2014/main" id="{52AF2D9C-8820-4D47-82F6-08C9E14C155C}"/>
              </a:ext>
            </a:extLst>
          </p:cNvPr>
          <p:cNvSpPr>
            <a:spLocks noGrp="1"/>
          </p:cNvSpPr>
          <p:nvPr/>
        </p:nvSpPr>
        <p:spPr>
          <a:xfrm>
            <a:off x="1188211" y="51870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5" name="9wq3_5_official_PredictedAtoms_11">
            <a:extLst>
              <a:ext uri="{FF2B5EF4-FFF2-40B4-BE49-F238E27FC236}">
                <a16:creationId xmlns:a16="http://schemas.microsoft.com/office/drawing/2014/main" id="{7AFDF049-A60F-4B68-A32B-B917E2FB0181}"/>
              </a:ext>
            </a:extLst>
          </p:cNvPr>
          <p:cNvSpPr>
            <a:spLocks noGrp="1"/>
          </p:cNvSpPr>
          <p:nvPr/>
        </p:nvSpPr>
        <p:spPr>
          <a:xfrm>
            <a:off x="1324221" y="51274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6" name="9wq3_5_official_PredictedAtoms_12">
            <a:extLst>
              <a:ext uri="{FF2B5EF4-FFF2-40B4-BE49-F238E27FC236}">
                <a16:creationId xmlns:a16="http://schemas.microsoft.com/office/drawing/2014/main" id="{714AA510-34EF-480C-B140-9B9336DBECAE}"/>
              </a:ext>
            </a:extLst>
          </p:cNvPr>
          <p:cNvSpPr>
            <a:spLocks noGrp="1"/>
          </p:cNvSpPr>
          <p:nvPr/>
        </p:nvSpPr>
        <p:spPr>
          <a:xfrm>
            <a:off x="1333753" y="51268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7" name="9wq3_5_official_PredictedAtoms_13">
            <a:extLst>
              <a:ext uri="{FF2B5EF4-FFF2-40B4-BE49-F238E27FC236}">
                <a16:creationId xmlns:a16="http://schemas.microsoft.com/office/drawing/2014/main" id="{73FBED90-33A9-4BD3-AAE0-2AA536DDB9AD}"/>
              </a:ext>
            </a:extLst>
          </p:cNvPr>
          <p:cNvSpPr>
            <a:spLocks noGrp="1"/>
          </p:cNvSpPr>
          <p:nvPr/>
        </p:nvSpPr>
        <p:spPr>
          <a:xfrm>
            <a:off x="1587981" y="48944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8" name="9wq3_5_official_PredictedAtoms_14">
            <a:extLst>
              <a:ext uri="{FF2B5EF4-FFF2-40B4-BE49-F238E27FC236}">
                <a16:creationId xmlns:a16="http://schemas.microsoft.com/office/drawing/2014/main" id="{9B5F6914-6943-421A-9F7D-E07BB126C128}"/>
              </a:ext>
            </a:extLst>
          </p:cNvPr>
          <p:cNvSpPr>
            <a:spLocks noGrp="1"/>
          </p:cNvSpPr>
          <p:nvPr/>
        </p:nvSpPr>
        <p:spPr>
          <a:xfrm>
            <a:off x="1740614" y="49102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9" name="9wq3_5_official_PredictedAtoms_15">
            <a:extLst>
              <a:ext uri="{FF2B5EF4-FFF2-40B4-BE49-F238E27FC236}">
                <a16:creationId xmlns:a16="http://schemas.microsoft.com/office/drawing/2014/main" id="{131C3BB9-519D-468A-974E-F4819605E6BA}"/>
              </a:ext>
            </a:extLst>
          </p:cNvPr>
          <p:cNvSpPr>
            <a:spLocks noGrp="1"/>
          </p:cNvSpPr>
          <p:nvPr/>
        </p:nvSpPr>
        <p:spPr>
          <a:xfrm>
            <a:off x="1742927" y="49569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0" name="9wq3_5_official_PredictedAtoms_16">
            <a:extLst>
              <a:ext uri="{FF2B5EF4-FFF2-40B4-BE49-F238E27FC236}">
                <a16:creationId xmlns:a16="http://schemas.microsoft.com/office/drawing/2014/main" id="{A9527BB3-34EF-48DB-9C5C-BC4126AF7D01}"/>
              </a:ext>
            </a:extLst>
          </p:cNvPr>
          <p:cNvSpPr>
            <a:spLocks noGrp="1"/>
          </p:cNvSpPr>
          <p:nvPr/>
        </p:nvSpPr>
        <p:spPr>
          <a:xfrm>
            <a:off x="1775452" y="510614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1" name="9wq3_5_official_PredictedAtoms_17">
            <a:extLst>
              <a:ext uri="{FF2B5EF4-FFF2-40B4-BE49-F238E27FC236}">
                <a16:creationId xmlns:a16="http://schemas.microsoft.com/office/drawing/2014/main" id="{0C32E817-4E37-47DE-8791-25A3AC4715D3}"/>
              </a:ext>
            </a:extLst>
          </p:cNvPr>
          <p:cNvSpPr>
            <a:spLocks noGrp="1"/>
          </p:cNvSpPr>
          <p:nvPr/>
        </p:nvSpPr>
        <p:spPr>
          <a:xfrm>
            <a:off x="1695177" y="52195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2" name="9wq3_5_official_PredictedAtoms_18">
            <a:extLst>
              <a:ext uri="{FF2B5EF4-FFF2-40B4-BE49-F238E27FC236}">
                <a16:creationId xmlns:a16="http://schemas.microsoft.com/office/drawing/2014/main" id="{5091BC86-822C-4BE6-830F-40B04F58350E}"/>
              </a:ext>
            </a:extLst>
          </p:cNvPr>
          <p:cNvSpPr>
            <a:spLocks noGrp="1"/>
          </p:cNvSpPr>
          <p:nvPr/>
        </p:nvSpPr>
        <p:spPr>
          <a:xfrm>
            <a:off x="1777866" y="52037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3" name="9wq3_5_official_PredictedAtoms_19">
            <a:extLst>
              <a:ext uri="{FF2B5EF4-FFF2-40B4-BE49-F238E27FC236}">
                <a16:creationId xmlns:a16="http://schemas.microsoft.com/office/drawing/2014/main" id="{64B87C90-F7AE-4F0B-B3AB-D7D2A995906E}"/>
              </a:ext>
            </a:extLst>
          </p:cNvPr>
          <p:cNvSpPr>
            <a:spLocks noGrp="1"/>
          </p:cNvSpPr>
          <p:nvPr/>
        </p:nvSpPr>
        <p:spPr>
          <a:xfrm>
            <a:off x="1515507" y="517580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4" name="9wq3_5_official_PredictedAtoms_20">
            <a:extLst>
              <a:ext uri="{FF2B5EF4-FFF2-40B4-BE49-F238E27FC236}">
                <a16:creationId xmlns:a16="http://schemas.microsoft.com/office/drawing/2014/main" id="{57849238-667C-4DD9-9B05-C79E1042F03B}"/>
              </a:ext>
            </a:extLst>
          </p:cNvPr>
          <p:cNvSpPr>
            <a:spLocks noGrp="1"/>
          </p:cNvSpPr>
          <p:nvPr/>
        </p:nvSpPr>
        <p:spPr>
          <a:xfrm>
            <a:off x="1700683" y="54021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5" name="9wq3_5_official_PredictedAtoms_21">
            <a:extLst>
              <a:ext uri="{FF2B5EF4-FFF2-40B4-BE49-F238E27FC236}">
                <a16:creationId xmlns:a16="http://schemas.microsoft.com/office/drawing/2014/main" id="{6D1008E0-0963-43BB-8CFD-B9478897CC09}"/>
              </a:ext>
            </a:extLst>
          </p:cNvPr>
          <p:cNvSpPr>
            <a:spLocks noGrp="1"/>
          </p:cNvSpPr>
          <p:nvPr/>
        </p:nvSpPr>
        <p:spPr>
          <a:xfrm>
            <a:off x="1843488" y="54511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6" name="9wq3_5_official_PredictedAtoms_22">
            <a:extLst>
              <a:ext uri="{FF2B5EF4-FFF2-40B4-BE49-F238E27FC236}">
                <a16:creationId xmlns:a16="http://schemas.microsoft.com/office/drawing/2014/main" id="{3A7D5B62-A9D6-4E1D-8DD9-48270F086C20}"/>
              </a:ext>
            </a:extLst>
          </p:cNvPr>
          <p:cNvSpPr>
            <a:spLocks noGrp="1"/>
          </p:cNvSpPr>
          <p:nvPr/>
        </p:nvSpPr>
        <p:spPr>
          <a:xfrm>
            <a:off x="1869743" y="55956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7" name="9wq3_5_official_PredictedAtoms_23">
            <a:extLst>
              <a:ext uri="{FF2B5EF4-FFF2-40B4-BE49-F238E27FC236}">
                <a16:creationId xmlns:a16="http://schemas.microsoft.com/office/drawing/2014/main" id="{136BA3C3-609B-4466-8A43-1512A96EC451}"/>
              </a:ext>
            </a:extLst>
          </p:cNvPr>
          <p:cNvSpPr>
            <a:spLocks noGrp="1"/>
          </p:cNvSpPr>
          <p:nvPr/>
        </p:nvSpPr>
        <p:spPr>
          <a:xfrm>
            <a:off x="1797922" y="56002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8" name="9wq3_5_official_PredictedAtoms_24">
            <a:extLst>
              <a:ext uri="{FF2B5EF4-FFF2-40B4-BE49-F238E27FC236}">
                <a16:creationId xmlns:a16="http://schemas.microsoft.com/office/drawing/2014/main" id="{14221CD1-F742-4A25-AD60-F84A3E511771}"/>
              </a:ext>
            </a:extLst>
          </p:cNvPr>
          <p:cNvSpPr>
            <a:spLocks noGrp="1"/>
          </p:cNvSpPr>
          <p:nvPr/>
        </p:nvSpPr>
        <p:spPr>
          <a:xfrm>
            <a:off x="1870530" y="55870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9" name="9wq3_5_official_PredictedAtoms_25">
            <a:extLst>
              <a:ext uri="{FF2B5EF4-FFF2-40B4-BE49-F238E27FC236}">
                <a16:creationId xmlns:a16="http://schemas.microsoft.com/office/drawing/2014/main" id="{79205C81-9953-4096-B60A-8BDCA5E77BFA}"/>
              </a:ext>
            </a:extLst>
          </p:cNvPr>
          <p:cNvSpPr>
            <a:spLocks noGrp="1"/>
          </p:cNvSpPr>
          <p:nvPr/>
        </p:nvSpPr>
        <p:spPr>
          <a:xfrm>
            <a:off x="1760159" y="56168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0" name="9wq3_5_official_PredictedAtoms_26">
            <a:extLst>
              <a:ext uri="{FF2B5EF4-FFF2-40B4-BE49-F238E27FC236}">
                <a16:creationId xmlns:a16="http://schemas.microsoft.com/office/drawing/2014/main" id="{BDBD6AC3-C2D6-45A6-AAD0-A653994C1F5E}"/>
              </a:ext>
            </a:extLst>
          </p:cNvPr>
          <p:cNvSpPr>
            <a:spLocks noGrp="1"/>
          </p:cNvSpPr>
          <p:nvPr/>
        </p:nvSpPr>
        <p:spPr>
          <a:xfrm>
            <a:off x="1613566" y="56507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1" name="9wq3_5_official_PredictedAtoms_31">
            <a:extLst>
              <a:ext uri="{FF2B5EF4-FFF2-40B4-BE49-F238E27FC236}">
                <a16:creationId xmlns:a16="http://schemas.microsoft.com/office/drawing/2014/main" id="{BB213B12-C3C7-43F6-9C32-DFACBF8221E6}"/>
              </a:ext>
            </a:extLst>
          </p:cNvPr>
          <p:cNvSpPr>
            <a:spLocks noGrp="1"/>
          </p:cNvSpPr>
          <p:nvPr/>
        </p:nvSpPr>
        <p:spPr>
          <a:xfrm>
            <a:off x="1240457" y="56683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2" name="9wq3_5_official_PredictedAtoms_32">
            <a:extLst>
              <a:ext uri="{FF2B5EF4-FFF2-40B4-BE49-F238E27FC236}">
                <a16:creationId xmlns:a16="http://schemas.microsoft.com/office/drawing/2014/main" id="{5612F6C0-0CEC-4475-B89E-F7FF0277DBFF}"/>
              </a:ext>
            </a:extLst>
          </p:cNvPr>
          <p:cNvSpPr>
            <a:spLocks noGrp="1"/>
          </p:cNvSpPr>
          <p:nvPr/>
        </p:nvSpPr>
        <p:spPr>
          <a:xfrm>
            <a:off x="1514455" y="56302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3" name="9wq3_5_official_PredictedAtoms_33">
            <a:extLst>
              <a:ext uri="{FF2B5EF4-FFF2-40B4-BE49-F238E27FC236}">
                <a16:creationId xmlns:a16="http://schemas.microsoft.com/office/drawing/2014/main" id="{AD311DA7-C389-47F1-87B8-C078FC7ED3E1}"/>
              </a:ext>
            </a:extLst>
          </p:cNvPr>
          <p:cNvSpPr>
            <a:spLocks noGrp="1"/>
          </p:cNvSpPr>
          <p:nvPr/>
        </p:nvSpPr>
        <p:spPr>
          <a:xfrm>
            <a:off x="1637418" y="56254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4" name="9wq3_5_official_PredictedAtoms_34">
            <a:extLst>
              <a:ext uri="{FF2B5EF4-FFF2-40B4-BE49-F238E27FC236}">
                <a16:creationId xmlns:a16="http://schemas.microsoft.com/office/drawing/2014/main" id="{BCA6CA1E-3D0B-4DD6-9DA7-42ECCC642B8A}"/>
              </a:ext>
            </a:extLst>
          </p:cNvPr>
          <p:cNvSpPr>
            <a:spLocks noGrp="1"/>
          </p:cNvSpPr>
          <p:nvPr/>
        </p:nvSpPr>
        <p:spPr>
          <a:xfrm>
            <a:off x="2040103" y="56199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5" name="9wq3_5_official_PredictedAtoms_35">
            <a:extLst>
              <a:ext uri="{FF2B5EF4-FFF2-40B4-BE49-F238E27FC236}">
                <a16:creationId xmlns:a16="http://schemas.microsoft.com/office/drawing/2014/main" id="{B209C4BA-0E88-4469-ADFD-705C25FB7051}"/>
              </a:ext>
            </a:extLst>
          </p:cNvPr>
          <p:cNvSpPr>
            <a:spLocks noGrp="1"/>
          </p:cNvSpPr>
          <p:nvPr/>
        </p:nvSpPr>
        <p:spPr>
          <a:xfrm>
            <a:off x="2126509" y="55102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6" name="9wq3_5_official_PredictedAtoms_36">
            <a:extLst>
              <a:ext uri="{FF2B5EF4-FFF2-40B4-BE49-F238E27FC236}">
                <a16:creationId xmlns:a16="http://schemas.microsoft.com/office/drawing/2014/main" id="{8D360C6B-7C7D-4F45-8FC8-072EFC7A56CB}"/>
              </a:ext>
            </a:extLst>
          </p:cNvPr>
          <p:cNvSpPr>
            <a:spLocks noGrp="1"/>
          </p:cNvSpPr>
          <p:nvPr/>
        </p:nvSpPr>
        <p:spPr>
          <a:xfrm>
            <a:off x="2225097" y="53982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7" name="9wq3_5_official_PredictedAtoms_37">
            <a:extLst>
              <a:ext uri="{FF2B5EF4-FFF2-40B4-BE49-F238E27FC236}">
                <a16:creationId xmlns:a16="http://schemas.microsoft.com/office/drawing/2014/main" id="{7F656E82-BDFE-4B1D-89B3-1E92FAF1655B}"/>
              </a:ext>
            </a:extLst>
          </p:cNvPr>
          <p:cNvSpPr>
            <a:spLocks noGrp="1"/>
          </p:cNvSpPr>
          <p:nvPr/>
        </p:nvSpPr>
        <p:spPr>
          <a:xfrm>
            <a:off x="2145153" y="53543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8" name="9wq3_5_official_PredictedAtoms_38">
            <a:extLst>
              <a:ext uri="{FF2B5EF4-FFF2-40B4-BE49-F238E27FC236}">
                <a16:creationId xmlns:a16="http://schemas.microsoft.com/office/drawing/2014/main" id="{83F3E191-5392-44C6-B6EF-065730A85AB0}"/>
              </a:ext>
            </a:extLst>
          </p:cNvPr>
          <p:cNvSpPr>
            <a:spLocks noGrp="1"/>
          </p:cNvSpPr>
          <p:nvPr/>
        </p:nvSpPr>
        <p:spPr>
          <a:xfrm>
            <a:off x="2136644" y="51790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9" name="9wq3_5_official_PredictedAtoms_39">
            <a:extLst>
              <a:ext uri="{FF2B5EF4-FFF2-40B4-BE49-F238E27FC236}">
                <a16:creationId xmlns:a16="http://schemas.microsoft.com/office/drawing/2014/main" id="{1ACC8EFC-B223-4163-B95B-2483379E161F}"/>
              </a:ext>
            </a:extLst>
          </p:cNvPr>
          <p:cNvSpPr>
            <a:spLocks noGrp="1"/>
          </p:cNvSpPr>
          <p:nvPr/>
        </p:nvSpPr>
        <p:spPr>
          <a:xfrm>
            <a:off x="2111430" y="51936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0" name="9wq3_5_official_PredictedAtoms_40">
            <a:extLst>
              <a:ext uri="{FF2B5EF4-FFF2-40B4-BE49-F238E27FC236}">
                <a16:creationId xmlns:a16="http://schemas.microsoft.com/office/drawing/2014/main" id="{320B06AE-3C02-4742-806D-52A66EC19281}"/>
              </a:ext>
            </a:extLst>
          </p:cNvPr>
          <p:cNvSpPr>
            <a:spLocks noGrp="1"/>
          </p:cNvSpPr>
          <p:nvPr/>
        </p:nvSpPr>
        <p:spPr>
          <a:xfrm>
            <a:off x="2298650" y="50969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1" name="9wq3_5_official_PredictedAtoms_41">
            <a:extLst>
              <a:ext uri="{FF2B5EF4-FFF2-40B4-BE49-F238E27FC236}">
                <a16:creationId xmlns:a16="http://schemas.microsoft.com/office/drawing/2014/main" id="{102E10DB-9F84-4030-84E7-C6405030223B}"/>
              </a:ext>
            </a:extLst>
          </p:cNvPr>
          <p:cNvSpPr>
            <a:spLocks noGrp="1"/>
          </p:cNvSpPr>
          <p:nvPr/>
        </p:nvSpPr>
        <p:spPr>
          <a:xfrm>
            <a:off x="1992635" y="50629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2" name="9wq3_5_official_PredictedAtoms_42">
            <a:extLst>
              <a:ext uri="{FF2B5EF4-FFF2-40B4-BE49-F238E27FC236}">
                <a16:creationId xmlns:a16="http://schemas.microsoft.com/office/drawing/2014/main" id="{86D4A957-B771-4D82-B8A2-B912D3B86125}"/>
              </a:ext>
            </a:extLst>
          </p:cNvPr>
          <p:cNvSpPr>
            <a:spLocks noGrp="1"/>
          </p:cNvSpPr>
          <p:nvPr/>
        </p:nvSpPr>
        <p:spPr>
          <a:xfrm>
            <a:off x="1832924" y="50328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3" name="9wq3_5_official_PredictedAtoms_43">
            <a:extLst>
              <a:ext uri="{FF2B5EF4-FFF2-40B4-BE49-F238E27FC236}">
                <a16:creationId xmlns:a16="http://schemas.microsoft.com/office/drawing/2014/main" id="{E87A69F7-922F-428D-AE4F-7D3D50CACA7D}"/>
              </a:ext>
            </a:extLst>
          </p:cNvPr>
          <p:cNvSpPr>
            <a:spLocks noGrp="1"/>
          </p:cNvSpPr>
          <p:nvPr/>
        </p:nvSpPr>
        <p:spPr>
          <a:xfrm>
            <a:off x="2002461" y="54215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4" name="9wq3_5_official_PredictedAtoms_44">
            <a:extLst>
              <a:ext uri="{FF2B5EF4-FFF2-40B4-BE49-F238E27FC236}">
                <a16:creationId xmlns:a16="http://schemas.microsoft.com/office/drawing/2014/main" id="{61477937-D2F1-42D4-8AA7-713E89BEC0C5}"/>
              </a:ext>
            </a:extLst>
          </p:cNvPr>
          <p:cNvSpPr>
            <a:spLocks noGrp="1"/>
          </p:cNvSpPr>
          <p:nvPr/>
        </p:nvSpPr>
        <p:spPr>
          <a:xfrm>
            <a:off x="2010278" y="54615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5" name="stage3-cases-clash_25">
            <a:extLst>
              <a:ext uri="{FF2B5EF4-FFF2-40B4-BE49-F238E27FC236}">
                <a16:creationId xmlns:a16="http://schemas.microsoft.com/office/drawing/2014/main" id="{9D7EF241-C161-4E1B-AB51-3673F5A301F3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6.29 Å   D 58%   Clash 0</a:t>
            </a:r>
          </a:p>
        </p:txBody>
      </p:sp>
      <p:sp>
        <p:nvSpPr>
          <p:cNvPr id="1056" name="9wq3_5_tuned_Receptor">
            <a:extLst>
              <a:ext uri="{FF2B5EF4-FFF2-40B4-BE49-F238E27FC236}">
                <a16:creationId xmlns:a16="http://schemas.microsoft.com/office/drawing/2014/main" id="{5B73EEB8-F835-4310-930B-3CB4C858534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57" name="9wq3_5_tuned_ExperimentalDensity">
            <a:extLst>
              <a:ext uri="{FF2B5EF4-FFF2-40B4-BE49-F238E27FC236}">
                <a16:creationId xmlns:a16="http://schemas.microsoft.com/office/drawing/2014/main" id="{8330F773-7D30-47D6-9D11-55302691299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58" name="9wq3_5_tuned_ReferenceLigand_0">
            <a:extLst>
              <a:ext uri="{FF2B5EF4-FFF2-40B4-BE49-F238E27FC236}">
                <a16:creationId xmlns:a16="http://schemas.microsoft.com/office/drawing/2014/main" id="{2DA2956B-6501-4444-9FA0-55FBE10A9ED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9" name="9wq3_5_tuned_ReferenceLigand_1">
            <a:extLst>
              <a:ext uri="{FF2B5EF4-FFF2-40B4-BE49-F238E27FC236}">
                <a16:creationId xmlns:a16="http://schemas.microsoft.com/office/drawing/2014/main" id="{C796779F-2E3C-47AE-A1B5-83446D5EBB2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0" name="9wq3_5_tuned_ReferenceLigand_2">
            <a:extLst>
              <a:ext uri="{FF2B5EF4-FFF2-40B4-BE49-F238E27FC236}">
                <a16:creationId xmlns:a16="http://schemas.microsoft.com/office/drawing/2014/main" id="{F4DD8854-149E-4121-A03F-503DA55D60C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1" name="9wq3_5_tuned_ReferenceLigand_3">
            <a:extLst>
              <a:ext uri="{FF2B5EF4-FFF2-40B4-BE49-F238E27FC236}">
                <a16:creationId xmlns:a16="http://schemas.microsoft.com/office/drawing/2014/main" id="{5A5B8253-0EAF-4F09-852B-F76557AC727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2" name="9wq3_5_tuned_ReferenceLigand_4">
            <a:extLst>
              <a:ext uri="{FF2B5EF4-FFF2-40B4-BE49-F238E27FC236}">
                <a16:creationId xmlns:a16="http://schemas.microsoft.com/office/drawing/2014/main" id="{910DBC3A-9FCD-45E3-824D-BEF75FD6ED8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3" name="9wq3_5_tuned_ReferenceLigand_5">
            <a:extLst>
              <a:ext uri="{FF2B5EF4-FFF2-40B4-BE49-F238E27FC236}">
                <a16:creationId xmlns:a16="http://schemas.microsoft.com/office/drawing/2014/main" id="{9B16BF0A-6FA2-419B-AC6C-2322D8D7268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4" name="9wq3_5_tuned_ReferenceLigand_6">
            <a:extLst>
              <a:ext uri="{FF2B5EF4-FFF2-40B4-BE49-F238E27FC236}">
                <a16:creationId xmlns:a16="http://schemas.microsoft.com/office/drawing/2014/main" id="{8CD56FF8-9739-4C48-AFD7-059FF19148E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5" name="9wq3_5_tuned_ReferenceLigand_7">
            <a:extLst>
              <a:ext uri="{FF2B5EF4-FFF2-40B4-BE49-F238E27FC236}">
                <a16:creationId xmlns:a16="http://schemas.microsoft.com/office/drawing/2014/main" id="{CAC6E568-675E-4871-94E9-E37B57543B7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6" name="9wq3_5_tuned_ReferenceLigand_8">
            <a:extLst>
              <a:ext uri="{FF2B5EF4-FFF2-40B4-BE49-F238E27FC236}">
                <a16:creationId xmlns:a16="http://schemas.microsoft.com/office/drawing/2014/main" id="{FA636A59-512A-4A26-87B1-A396FC4C76D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7" name="9wq3_5_tuned_ReferenceLigand_9">
            <a:extLst>
              <a:ext uri="{FF2B5EF4-FFF2-40B4-BE49-F238E27FC236}">
                <a16:creationId xmlns:a16="http://schemas.microsoft.com/office/drawing/2014/main" id="{705F001A-9218-4507-9995-6D34B55366F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8" name="9wq3_5_tuned_ReferenceLigand_10">
            <a:extLst>
              <a:ext uri="{FF2B5EF4-FFF2-40B4-BE49-F238E27FC236}">
                <a16:creationId xmlns:a16="http://schemas.microsoft.com/office/drawing/2014/main" id="{9CDA7F8A-4E04-49AA-B8DD-D2C2E7CD003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9" name="9wq3_5_tuned_ReferenceLigand_11">
            <a:extLst>
              <a:ext uri="{FF2B5EF4-FFF2-40B4-BE49-F238E27FC236}">
                <a16:creationId xmlns:a16="http://schemas.microsoft.com/office/drawing/2014/main" id="{C936FBF4-8469-4706-A687-39E67403948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0" name="9wq3_5_tuned_ReferenceLigand_12">
            <a:extLst>
              <a:ext uri="{FF2B5EF4-FFF2-40B4-BE49-F238E27FC236}">
                <a16:creationId xmlns:a16="http://schemas.microsoft.com/office/drawing/2014/main" id="{0FB009C0-CE98-45A6-A494-17026B92744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1" name="9wq3_5_tuned_ReferenceLigand_13">
            <a:extLst>
              <a:ext uri="{FF2B5EF4-FFF2-40B4-BE49-F238E27FC236}">
                <a16:creationId xmlns:a16="http://schemas.microsoft.com/office/drawing/2014/main" id="{CD711EC0-6935-41A0-94F1-51986BDACF0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2" name="9wq3_5_tuned_ReferenceLigand_14">
            <a:extLst>
              <a:ext uri="{FF2B5EF4-FFF2-40B4-BE49-F238E27FC236}">
                <a16:creationId xmlns:a16="http://schemas.microsoft.com/office/drawing/2014/main" id="{22A64369-3485-4BE2-AC54-430CD346B77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3" name="9wq3_5_tuned_ReferenceLigand_15">
            <a:extLst>
              <a:ext uri="{FF2B5EF4-FFF2-40B4-BE49-F238E27FC236}">
                <a16:creationId xmlns:a16="http://schemas.microsoft.com/office/drawing/2014/main" id="{5A99D9E6-EB9E-4534-9739-24F0244FC00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4" name="9wq3_5_tuned_ReferenceLigand_16">
            <a:extLst>
              <a:ext uri="{FF2B5EF4-FFF2-40B4-BE49-F238E27FC236}">
                <a16:creationId xmlns:a16="http://schemas.microsoft.com/office/drawing/2014/main" id="{A08862AF-886B-4F9C-B36D-B4C58482EB2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5" name="9wq3_5_tuned_ReferenceLigand_17">
            <a:extLst>
              <a:ext uri="{FF2B5EF4-FFF2-40B4-BE49-F238E27FC236}">
                <a16:creationId xmlns:a16="http://schemas.microsoft.com/office/drawing/2014/main" id="{11E5ECB7-3428-41C4-9C2E-59CBF05DBE5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6" name="9wq3_5_tuned_ReferenceLigand_18">
            <a:extLst>
              <a:ext uri="{FF2B5EF4-FFF2-40B4-BE49-F238E27FC236}">
                <a16:creationId xmlns:a16="http://schemas.microsoft.com/office/drawing/2014/main" id="{69AF3047-75B4-43F8-9573-7F61DE879BD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7" name="9wq3_5_tuned_ReferenceLigand_19">
            <a:extLst>
              <a:ext uri="{FF2B5EF4-FFF2-40B4-BE49-F238E27FC236}">
                <a16:creationId xmlns:a16="http://schemas.microsoft.com/office/drawing/2014/main" id="{8EE495FB-FBD7-4B77-9E2D-BBC771588CC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8" name="9wq3_5_tuned_ReferenceLigand_20">
            <a:extLst>
              <a:ext uri="{FF2B5EF4-FFF2-40B4-BE49-F238E27FC236}">
                <a16:creationId xmlns:a16="http://schemas.microsoft.com/office/drawing/2014/main" id="{CAFE1AF2-7978-4E86-908B-3D6E9C1831A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9" name="9wq3_5_tuned_ReferenceLigand_21">
            <a:extLst>
              <a:ext uri="{FF2B5EF4-FFF2-40B4-BE49-F238E27FC236}">
                <a16:creationId xmlns:a16="http://schemas.microsoft.com/office/drawing/2014/main" id="{366F1AC9-0268-46AF-B91F-8C688867D55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0" name="9wq3_5_tuned_ReferenceLigand_22">
            <a:extLst>
              <a:ext uri="{FF2B5EF4-FFF2-40B4-BE49-F238E27FC236}">
                <a16:creationId xmlns:a16="http://schemas.microsoft.com/office/drawing/2014/main" id="{64E70A9B-32E7-4D34-95C7-F3287271B1C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1" name="9wq3_5_tuned_ReferenceLigand_23">
            <a:extLst>
              <a:ext uri="{FF2B5EF4-FFF2-40B4-BE49-F238E27FC236}">
                <a16:creationId xmlns:a16="http://schemas.microsoft.com/office/drawing/2014/main" id="{95B0929C-3468-4688-B6FE-E644A4A93D0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2" name="9wq3_5_tuned_ReferenceLigand_24">
            <a:extLst>
              <a:ext uri="{FF2B5EF4-FFF2-40B4-BE49-F238E27FC236}">
                <a16:creationId xmlns:a16="http://schemas.microsoft.com/office/drawing/2014/main" id="{08C68FE2-BE58-4A72-BB7C-8D9D8D5E31A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3" name="9wq3_5_tuned_ReferenceLigand_25">
            <a:extLst>
              <a:ext uri="{FF2B5EF4-FFF2-40B4-BE49-F238E27FC236}">
                <a16:creationId xmlns:a16="http://schemas.microsoft.com/office/drawing/2014/main" id="{87C489A2-649E-4A25-9260-A61DA122631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4" name="9wq3_5_tuned_ReferenceLigand_26">
            <a:extLst>
              <a:ext uri="{FF2B5EF4-FFF2-40B4-BE49-F238E27FC236}">
                <a16:creationId xmlns:a16="http://schemas.microsoft.com/office/drawing/2014/main" id="{C79A3561-CFE6-479D-80DB-ADC7A11F565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5" name="9wq3_5_tuned_ReferenceLigand_27">
            <a:extLst>
              <a:ext uri="{FF2B5EF4-FFF2-40B4-BE49-F238E27FC236}">
                <a16:creationId xmlns:a16="http://schemas.microsoft.com/office/drawing/2014/main" id="{3DAB863B-32B5-4F04-908D-AC589DC153F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6" name="9wq3_5_tuned_ReferenceLigand_28">
            <a:extLst>
              <a:ext uri="{FF2B5EF4-FFF2-40B4-BE49-F238E27FC236}">
                <a16:creationId xmlns:a16="http://schemas.microsoft.com/office/drawing/2014/main" id="{EC22F315-5770-4753-9CC9-2C0A3EDF6A7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7" name="9wq3_5_tuned_ReferenceLigand_29">
            <a:extLst>
              <a:ext uri="{FF2B5EF4-FFF2-40B4-BE49-F238E27FC236}">
                <a16:creationId xmlns:a16="http://schemas.microsoft.com/office/drawing/2014/main" id="{8C719E76-0413-4C4E-8620-B5C5C1F3575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8" name="9wq3_5_tuned_ReferenceLigand_30">
            <a:extLst>
              <a:ext uri="{FF2B5EF4-FFF2-40B4-BE49-F238E27FC236}">
                <a16:creationId xmlns:a16="http://schemas.microsoft.com/office/drawing/2014/main" id="{7B84CF86-7C38-4A68-8504-C20BBDFD92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9" name="9wq3_5_tuned_ReferenceLigand_31">
            <a:extLst>
              <a:ext uri="{FF2B5EF4-FFF2-40B4-BE49-F238E27FC236}">
                <a16:creationId xmlns:a16="http://schemas.microsoft.com/office/drawing/2014/main" id="{7AA64743-CAF9-4AB9-BC7A-7F872459413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0" name="9wq3_5_tuned_ReferenceLigand_32">
            <a:extLst>
              <a:ext uri="{FF2B5EF4-FFF2-40B4-BE49-F238E27FC236}">
                <a16:creationId xmlns:a16="http://schemas.microsoft.com/office/drawing/2014/main" id="{1B6CEB2C-3828-49BA-8AD9-A49A1BA50AC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1" name="9wq3_5_tuned_ReferenceLigand_33">
            <a:extLst>
              <a:ext uri="{FF2B5EF4-FFF2-40B4-BE49-F238E27FC236}">
                <a16:creationId xmlns:a16="http://schemas.microsoft.com/office/drawing/2014/main" id="{4A6C2B4F-AC20-4B91-B1E4-CEF1D548F9E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2" name="9wq3_5_tuned_ReferenceLigand_34">
            <a:extLst>
              <a:ext uri="{FF2B5EF4-FFF2-40B4-BE49-F238E27FC236}">
                <a16:creationId xmlns:a16="http://schemas.microsoft.com/office/drawing/2014/main" id="{2F5E3823-C674-44B7-AE1A-DE1D294B4D0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3" name="9wq3_5_tuned_ReferenceLigand_35">
            <a:extLst>
              <a:ext uri="{FF2B5EF4-FFF2-40B4-BE49-F238E27FC236}">
                <a16:creationId xmlns:a16="http://schemas.microsoft.com/office/drawing/2014/main" id="{D3E77027-3CEB-48CF-AF3A-D7F1474BE60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4" name="9wq3_5_tuned_ReferenceLigand_36">
            <a:extLst>
              <a:ext uri="{FF2B5EF4-FFF2-40B4-BE49-F238E27FC236}">
                <a16:creationId xmlns:a16="http://schemas.microsoft.com/office/drawing/2014/main" id="{2A1AF38D-A639-4A2A-B9C7-E5D5172955F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5" name="9wq3_5_tuned_ReferenceLigand_37">
            <a:extLst>
              <a:ext uri="{FF2B5EF4-FFF2-40B4-BE49-F238E27FC236}">
                <a16:creationId xmlns:a16="http://schemas.microsoft.com/office/drawing/2014/main" id="{626B88F7-928F-4E89-9A00-ECE428BF02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6" name="9wq3_5_tuned_ReferenceLigand_38">
            <a:extLst>
              <a:ext uri="{FF2B5EF4-FFF2-40B4-BE49-F238E27FC236}">
                <a16:creationId xmlns:a16="http://schemas.microsoft.com/office/drawing/2014/main" id="{060E513C-3E1B-4E44-B615-16C2DAD3D00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7" name="9wq3_5_tuned_ReferenceLigand_39">
            <a:extLst>
              <a:ext uri="{FF2B5EF4-FFF2-40B4-BE49-F238E27FC236}">
                <a16:creationId xmlns:a16="http://schemas.microsoft.com/office/drawing/2014/main" id="{4084EF16-8AC3-4C9D-9E22-0395538CE3B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8" name="9wq3_5_tuned_ReferenceLigand_40">
            <a:extLst>
              <a:ext uri="{FF2B5EF4-FFF2-40B4-BE49-F238E27FC236}">
                <a16:creationId xmlns:a16="http://schemas.microsoft.com/office/drawing/2014/main" id="{2844050D-8F50-4DAB-A314-93BA8AA8CFD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9" name="9wq3_5_tuned_ReferenceLigand_41">
            <a:extLst>
              <a:ext uri="{FF2B5EF4-FFF2-40B4-BE49-F238E27FC236}">
                <a16:creationId xmlns:a16="http://schemas.microsoft.com/office/drawing/2014/main" id="{C3EC8BC2-6BB2-4520-9E1E-540B844D65F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0" name="9wq3_5_tuned_ReferenceLigand_42">
            <a:extLst>
              <a:ext uri="{FF2B5EF4-FFF2-40B4-BE49-F238E27FC236}">
                <a16:creationId xmlns:a16="http://schemas.microsoft.com/office/drawing/2014/main" id="{1919BAAF-913E-48AD-957B-3791C7D7E43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1" name="9wq3_5_tuned_ReferenceLigand_43">
            <a:extLst>
              <a:ext uri="{FF2B5EF4-FFF2-40B4-BE49-F238E27FC236}">
                <a16:creationId xmlns:a16="http://schemas.microsoft.com/office/drawing/2014/main" id="{785168F6-9803-4D94-8668-4E0B8DDF8E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2" name="9wq3_5_tuned_ReferenceLigand_44">
            <a:extLst>
              <a:ext uri="{FF2B5EF4-FFF2-40B4-BE49-F238E27FC236}">
                <a16:creationId xmlns:a16="http://schemas.microsoft.com/office/drawing/2014/main" id="{653A7093-0C78-4DC0-AD8C-A78B01A3BD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3" name="9wq3_5_tuned_ReferenceLigand_45">
            <a:extLst>
              <a:ext uri="{FF2B5EF4-FFF2-40B4-BE49-F238E27FC236}">
                <a16:creationId xmlns:a16="http://schemas.microsoft.com/office/drawing/2014/main" id="{D4518D31-9CA1-4FB7-A813-B613A467D93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4" name="9wq3_5_tuned_ReferenceLigand_46">
            <a:extLst>
              <a:ext uri="{FF2B5EF4-FFF2-40B4-BE49-F238E27FC236}">
                <a16:creationId xmlns:a16="http://schemas.microsoft.com/office/drawing/2014/main" id="{2E2A474B-3DA2-4125-84B2-EF5C655669B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5" name="9wq3_5_tuned_ReferenceLigand_47">
            <a:extLst>
              <a:ext uri="{FF2B5EF4-FFF2-40B4-BE49-F238E27FC236}">
                <a16:creationId xmlns:a16="http://schemas.microsoft.com/office/drawing/2014/main" id="{A5E0726F-87A8-45DC-AA04-8E7477650C3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6" name="9wq3_5_tuned_ReferenceLigand_48">
            <a:extLst>
              <a:ext uri="{FF2B5EF4-FFF2-40B4-BE49-F238E27FC236}">
                <a16:creationId xmlns:a16="http://schemas.microsoft.com/office/drawing/2014/main" id="{2D0A2AA6-F66D-40C6-B1E0-191D4C5B20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7" name="9wq3_5_tuned_ReferenceLigand_49">
            <a:extLst>
              <a:ext uri="{FF2B5EF4-FFF2-40B4-BE49-F238E27FC236}">
                <a16:creationId xmlns:a16="http://schemas.microsoft.com/office/drawing/2014/main" id="{CEE5DA72-3F45-4C92-B663-CA5F02BF8D6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8" name="9wq3_5_tuned_ReferenceLigand_50">
            <a:extLst>
              <a:ext uri="{FF2B5EF4-FFF2-40B4-BE49-F238E27FC236}">
                <a16:creationId xmlns:a16="http://schemas.microsoft.com/office/drawing/2014/main" id="{9475B663-7B72-4543-89DC-BA743D06B90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9" name="9wq3_5_tuned_PredictedLigand_0">
            <a:extLst>
              <a:ext uri="{FF2B5EF4-FFF2-40B4-BE49-F238E27FC236}">
                <a16:creationId xmlns:a16="http://schemas.microsoft.com/office/drawing/2014/main" id="{7EEC6445-4FD7-4B8A-A420-F46F371C427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6136" y="699235"/>
                </a:moveTo>
                <a:lnTo>
                  <a:pt x="624670" y="6431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0" name="9wq3_5_tuned_PredictedLigand_1">
            <a:extLst>
              <a:ext uri="{FF2B5EF4-FFF2-40B4-BE49-F238E27FC236}">
                <a16:creationId xmlns:a16="http://schemas.microsoft.com/office/drawing/2014/main" id="{2C856E87-808A-4B71-8562-A05B8C3F5FC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9007" y="6836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1" name="9wq3_5_tuned_PredictedLigand_2">
            <a:extLst>
              <a:ext uri="{FF2B5EF4-FFF2-40B4-BE49-F238E27FC236}">
                <a16:creationId xmlns:a16="http://schemas.microsoft.com/office/drawing/2014/main" id="{554CE7FF-BC2A-428B-B9D4-43F201D5B84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0" y="643118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2" name="9wq3_5_tuned_PredictedLigand_3">
            <a:extLst>
              <a:ext uri="{FF2B5EF4-FFF2-40B4-BE49-F238E27FC236}">
                <a16:creationId xmlns:a16="http://schemas.microsoft.com/office/drawing/2014/main" id="{7C81648B-9770-4539-9B2A-C6D96406DC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034" y="995183"/>
                </a:moveTo>
                <a:lnTo>
                  <a:pt x="1974448" y="9163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3" name="9wq3_5_tuned_PredictedLigand_4">
            <a:extLst>
              <a:ext uri="{FF2B5EF4-FFF2-40B4-BE49-F238E27FC236}">
                <a16:creationId xmlns:a16="http://schemas.microsoft.com/office/drawing/2014/main" id="{7D459181-BD7C-4BF8-80F4-EAB5B1409B1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4448" y="916361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4" name="9wq3_5_tuned_PredictedLigand_5">
            <a:extLst>
              <a:ext uri="{FF2B5EF4-FFF2-40B4-BE49-F238E27FC236}">
                <a16:creationId xmlns:a16="http://schemas.microsoft.com/office/drawing/2014/main" id="{F815CD3B-64B1-4F7A-84D3-D10D2F65CBF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418541" y="12011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5" name="9wq3_5_tuned_PredictedLigand_6">
            <a:extLst>
              <a:ext uri="{FF2B5EF4-FFF2-40B4-BE49-F238E27FC236}">
                <a16:creationId xmlns:a16="http://schemas.microsoft.com/office/drawing/2014/main" id="{DB3D237F-0D66-4E3A-80DC-10E244DE51E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52578" y="571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6" name="9wq3_5_tuned_PredictedLigand_7">
            <a:extLst>
              <a:ext uri="{FF2B5EF4-FFF2-40B4-BE49-F238E27FC236}">
                <a16:creationId xmlns:a16="http://schemas.microsoft.com/office/drawing/2014/main" id="{82BF4A2D-F9A4-46C7-B547-2A33311189F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478" y="777941"/>
                </a:moveTo>
                <a:lnTo>
                  <a:pt x="776136" y="69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7" name="9wq3_5_tuned_PredictedLigand_8">
            <a:extLst>
              <a:ext uri="{FF2B5EF4-FFF2-40B4-BE49-F238E27FC236}">
                <a16:creationId xmlns:a16="http://schemas.microsoft.com/office/drawing/2014/main" id="{51D978D3-FD5C-46A9-926E-D8E0208C70D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820" y="1113866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8" name="9wq3_5_tuned_PredictedLigand_9">
            <a:extLst>
              <a:ext uri="{FF2B5EF4-FFF2-40B4-BE49-F238E27FC236}">
                <a16:creationId xmlns:a16="http://schemas.microsoft.com/office/drawing/2014/main" id="{A65AB12A-5393-4574-90E6-CE69D945AE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9" name="9wq3_5_tuned_PredictedLigand_10">
            <a:extLst>
              <a:ext uri="{FF2B5EF4-FFF2-40B4-BE49-F238E27FC236}">
                <a16:creationId xmlns:a16="http://schemas.microsoft.com/office/drawing/2014/main" id="{6CBE7780-0C7A-4E53-B481-040753BEA67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095" y="819619"/>
                </a:moveTo>
                <a:lnTo>
                  <a:pt x="2205826" y="71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0" name="9wq3_5_tuned_PredictedLigand_11">
            <a:extLst>
              <a:ext uri="{FF2B5EF4-FFF2-40B4-BE49-F238E27FC236}">
                <a16:creationId xmlns:a16="http://schemas.microsoft.com/office/drawing/2014/main" id="{AC5E0291-B961-4898-8A5A-F83506B2CE4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6962" y="686100"/>
                </a:moveTo>
                <a:lnTo>
                  <a:pt x="344421" y="6649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1" name="9wq3_5_tuned_PredictedLigand_12">
            <a:extLst>
              <a:ext uri="{FF2B5EF4-FFF2-40B4-BE49-F238E27FC236}">
                <a16:creationId xmlns:a16="http://schemas.microsoft.com/office/drawing/2014/main" id="{CA4720A9-CEB6-49FA-A88F-BEA7D0EEDCE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195276" y="13335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2" name="9wq3_5_tuned_PredictedLigand_13">
            <a:extLst>
              <a:ext uri="{FF2B5EF4-FFF2-40B4-BE49-F238E27FC236}">
                <a16:creationId xmlns:a16="http://schemas.microsoft.com/office/drawing/2014/main" id="{EC90F6FF-9343-4CF8-BAFC-6D3563F3D20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928" y="956922"/>
                </a:moveTo>
                <a:lnTo>
                  <a:pt x="925605" y="8552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3" name="9wq3_5_tuned_PredictedLigand_14">
            <a:extLst>
              <a:ext uri="{FF2B5EF4-FFF2-40B4-BE49-F238E27FC236}">
                <a16:creationId xmlns:a16="http://schemas.microsoft.com/office/drawing/2014/main" id="{421614A0-CD16-4FDE-B841-C43A36EDC9D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4" name="9wq3_5_tuned_PredictedLigand_15">
            <a:extLst>
              <a:ext uri="{FF2B5EF4-FFF2-40B4-BE49-F238E27FC236}">
                <a16:creationId xmlns:a16="http://schemas.microsoft.com/office/drawing/2014/main" id="{6573B728-12D1-45CC-A89F-853BFE77DC6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5" name="9wq3_5_tuned_PredictedLigand_16">
            <a:extLst>
              <a:ext uri="{FF2B5EF4-FFF2-40B4-BE49-F238E27FC236}">
                <a16:creationId xmlns:a16="http://schemas.microsoft.com/office/drawing/2014/main" id="{96649DEC-646B-4627-A2F1-B6B60C3E96C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004" y="1050372"/>
                </a:moveTo>
                <a:lnTo>
                  <a:pt x="1185500" y="925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6" name="9wq3_5_tuned_PredictedLigand_17">
            <a:extLst>
              <a:ext uri="{FF2B5EF4-FFF2-40B4-BE49-F238E27FC236}">
                <a16:creationId xmlns:a16="http://schemas.microsoft.com/office/drawing/2014/main" id="{A868DC6F-CEB6-49BA-8FF3-42C191AFF8F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2699" y="6398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7" name="9wq3_5_tuned_PredictedLigand_18">
            <a:extLst>
              <a:ext uri="{FF2B5EF4-FFF2-40B4-BE49-F238E27FC236}">
                <a16:creationId xmlns:a16="http://schemas.microsoft.com/office/drawing/2014/main" id="{89078EE2-22AA-437A-96D0-D7C03DB6D53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6257" y="940921"/>
                </a:moveTo>
                <a:lnTo>
                  <a:pt x="1851034" y="9951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8" name="9wq3_5_tuned_PredictedLigand_19">
            <a:extLst>
              <a:ext uri="{FF2B5EF4-FFF2-40B4-BE49-F238E27FC236}">
                <a16:creationId xmlns:a16="http://schemas.microsoft.com/office/drawing/2014/main" id="{CF6B47AD-C878-462B-9414-DAD7F6709F9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6212" y="778768"/>
                </a:moveTo>
                <a:lnTo>
                  <a:pt x="1362090" y="6898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9" name="9wq3_5_tuned_PredictedLigand_20">
            <a:extLst>
              <a:ext uri="{FF2B5EF4-FFF2-40B4-BE49-F238E27FC236}">
                <a16:creationId xmlns:a16="http://schemas.microsoft.com/office/drawing/2014/main" id="{524940CB-64A5-407C-A691-F98E4CE061D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264004" y="1050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0" name="9wq3_5_tuned_PredictedLigand_21">
            <a:extLst>
              <a:ext uri="{FF2B5EF4-FFF2-40B4-BE49-F238E27FC236}">
                <a16:creationId xmlns:a16="http://schemas.microsoft.com/office/drawing/2014/main" id="{33FD8090-B96E-4A5C-AC7E-A764164FEE6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1" name="9wq3_5_tuned_PredictedLigand_22">
            <a:extLst>
              <a:ext uri="{FF2B5EF4-FFF2-40B4-BE49-F238E27FC236}">
                <a16:creationId xmlns:a16="http://schemas.microsoft.com/office/drawing/2014/main" id="{9A7A7661-E201-4824-8194-FC6E3DA7447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2" name="9wq3_5_tuned_PredictedLigand_23">
            <a:extLst>
              <a:ext uri="{FF2B5EF4-FFF2-40B4-BE49-F238E27FC236}">
                <a16:creationId xmlns:a16="http://schemas.microsoft.com/office/drawing/2014/main" id="{D9D5672A-654C-48AE-B2C9-9AE7C85F9B9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3" name="9wq3_5_tuned_PredictedLigand_24">
            <a:extLst>
              <a:ext uri="{FF2B5EF4-FFF2-40B4-BE49-F238E27FC236}">
                <a16:creationId xmlns:a16="http://schemas.microsoft.com/office/drawing/2014/main" id="{BC839201-2B84-4601-8229-FE8AF85F777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77093" y="7404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4" name="9wq3_5_tuned_PredictedLigand_25">
            <a:extLst>
              <a:ext uri="{FF2B5EF4-FFF2-40B4-BE49-F238E27FC236}">
                <a16:creationId xmlns:a16="http://schemas.microsoft.com/office/drawing/2014/main" id="{5FF24BB0-958D-437F-9784-E1F7095D50F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2224" y="5158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5" name="9wq3_5_tuned_PredictedLigand_26">
            <a:extLst>
              <a:ext uri="{FF2B5EF4-FFF2-40B4-BE49-F238E27FC236}">
                <a16:creationId xmlns:a16="http://schemas.microsoft.com/office/drawing/2014/main" id="{7CE7DE53-C02E-4899-9357-3CD0F2E61A9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090" y="689808"/>
                </a:moveTo>
                <a:lnTo>
                  <a:pt x="1401963" y="5613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6" name="9wq3_5_tuned_PredictedLigand_27">
            <a:extLst>
              <a:ext uri="{FF2B5EF4-FFF2-40B4-BE49-F238E27FC236}">
                <a16:creationId xmlns:a16="http://schemas.microsoft.com/office/drawing/2014/main" id="{BCEB2F22-80FC-4DC5-8DC4-FCB2A5D6E5F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0942" y="1290789"/>
                </a:moveTo>
                <a:lnTo>
                  <a:pt x="1331389" y="12213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7" name="9wq3_5_tuned_PredictedLigand_28">
            <a:extLst>
              <a:ext uri="{FF2B5EF4-FFF2-40B4-BE49-F238E27FC236}">
                <a16:creationId xmlns:a16="http://schemas.microsoft.com/office/drawing/2014/main" id="{0B619FF4-EAB9-4A4C-8657-690B18F5F94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1753" y="727660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8" name="9wq3_5_tuned_PredictedLigand_29">
            <a:extLst>
              <a:ext uri="{FF2B5EF4-FFF2-40B4-BE49-F238E27FC236}">
                <a16:creationId xmlns:a16="http://schemas.microsoft.com/office/drawing/2014/main" id="{6491F474-9A8A-41A9-A4A0-6713966F681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1041753" y="7276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9" name="9wq3_5_tuned_PredictedLigand_30">
            <a:extLst>
              <a:ext uri="{FF2B5EF4-FFF2-40B4-BE49-F238E27FC236}">
                <a16:creationId xmlns:a16="http://schemas.microsoft.com/office/drawing/2014/main" id="{B66AAF45-FB2F-4232-8E1F-CE87B543593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0" name="9wq3_5_tuned_PredictedLigand_31">
            <a:extLst>
              <a:ext uri="{FF2B5EF4-FFF2-40B4-BE49-F238E27FC236}">
                <a16:creationId xmlns:a16="http://schemas.microsoft.com/office/drawing/2014/main" id="{7152872B-E6CB-4BAA-85C3-B1032276C42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963" y="561309"/>
                </a:moveTo>
                <a:lnTo>
                  <a:pt x="1591252" y="5318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1" name="9wq3_5_tuned_PredictedLigand_32">
            <a:extLst>
              <a:ext uri="{FF2B5EF4-FFF2-40B4-BE49-F238E27FC236}">
                <a16:creationId xmlns:a16="http://schemas.microsoft.com/office/drawing/2014/main" id="{663595A5-2652-4F84-9348-F5BDB7463FB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6368" y="834949"/>
                </a:moveTo>
                <a:lnTo>
                  <a:pt x="610169" y="7733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2" name="9wq3_5_tuned_PredictedLigand_33">
            <a:extLst>
              <a:ext uri="{FF2B5EF4-FFF2-40B4-BE49-F238E27FC236}">
                <a16:creationId xmlns:a16="http://schemas.microsoft.com/office/drawing/2014/main" id="{C4F153A9-B00F-4517-AC70-101E3BAFFA3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2699" y="639856"/>
                </a:moveTo>
                <a:lnTo>
                  <a:pt x="2201409" y="668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3" name="9wq3_5_tuned_PredictedLigand_34">
            <a:extLst>
              <a:ext uri="{FF2B5EF4-FFF2-40B4-BE49-F238E27FC236}">
                <a16:creationId xmlns:a16="http://schemas.microsoft.com/office/drawing/2014/main" id="{C68468A6-48DD-42D7-859D-CF66720AD0E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093" y="740473"/>
                </a:moveTo>
                <a:lnTo>
                  <a:pt x="371967" y="8188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4" name="9wq3_5_tuned_PredictedLigand_35">
            <a:extLst>
              <a:ext uri="{FF2B5EF4-FFF2-40B4-BE49-F238E27FC236}">
                <a16:creationId xmlns:a16="http://schemas.microsoft.com/office/drawing/2014/main" id="{87B251E7-D2D3-4097-B5A6-5E24CCD3E7C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5" name="9wq3_5_tuned_PredictedLigand_36">
            <a:extLst>
              <a:ext uri="{FF2B5EF4-FFF2-40B4-BE49-F238E27FC236}">
                <a16:creationId xmlns:a16="http://schemas.microsoft.com/office/drawing/2014/main" id="{222AE000-F030-4A2B-9A6D-08F0FCDC4A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8106" y="768194"/>
                </a:moveTo>
                <a:lnTo>
                  <a:pt x="1999829" y="841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6" name="9wq3_5_tuned_PredictedLigand_37">
            <a:extLst>
              <a:ext uri="{FF2B5EF4-FFF2-40B4-BE49-F238E27FC236}">
                <a16:creationId xmlns:a16="http://schemas.microsoft.com/office/drawing/2014/main" id="{B6F927B9-A455-4A42-B7BC-4EC85279F4B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9647" y="6782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7" name="9wq3_5_tuned_PredictedLigand_38">
            <a:extLst>
              <a:ext uri="{FF2B5EF4-FFF2-40B4-BE49-F238E27FC236}">
                <a16:creationId xmlns:a16="http://schemas.microsoft.com/office/drawing/2014/main" id="{E243E332-AAD9-4DCC-BBAE-98D796FA14C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27935" y="381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8" name="9wq3_5_tuned_PredictedLigand_39">
            <a:extLst>
              <a:ext uri="{FF2B5EF4-FFF2-40B4-BE49-F238E27FC236}">
                <a16:creationId xmlns:a16="http://schemas.microsoft.com/office/drawing/2014/main" id="{7AA6D7C5-3644-4D79-A957-AD5E02AFE94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1967" y="818882"/>
                </a:moveTo>
                <a:lnTo>
                  <a:pt x="536368" y="8349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9" name="9wq3_5_tuned_PredictedLigand_40">
            <a:extLst>
              <a:ext uri="{FF2B5EF4-FFF2-40B4-BE49-F238E27FC236}">
                <a16:creationId xmlns:a16="http://schemas.microsoft.com/office/drawing/2014/main" id="{27358739-0080-44F0-9B03-5B769B0C9E9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2862" y="1224006"/>
                </a:moveTo>
                <a:lnTo>
                  <a:pt x="1440942" y="12907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0" name="9wq3_5_tuned_PredictedLigand_41">
            <a:extLst>
              <a:ext uri="{FF2B5EF4-FFF2-40B4-BE49-F238E27FC236}">
                <a16:creationId xmlns:a16="http://schemas.microsoft.com/office/drawing/2014/main" id="{EC7DE455-294B-4BEE-AD67-49AC4B81E93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068106" y="7681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1" name="9wq3_5_tuned_PredictedLigand_42">
            <a:extLst>
              <a:ext uri="{FF2B5EF4-FFF2-40B4-BE49-F238E27FC236}">
                <a16:creationId xmlns:a16="http://schemas.microsoft.com/office/drawing/2014/main" id="{30612CBD-EEEA-4F94-82DE-E27AB4BDC91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9647" y="678237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2" name="9wq3_5_tuned_PredictedLigand_43">
            <a:extLst>
              <a:ext uri="{FF2B5EF4-FFF2-40B4-BE49-F238E27FC236}">
                <a16:creationId xmlns:a16="http://schemas.microsoft.com/office/drawing/2014/main" id="{7496FC6A-6DA6-45B4-BC5B-E632EEBC652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898" y="855035"/>
                </a:moveTo>
                <a:lnTo>
                  <a:pt x="1761441" y="9707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3" name="9wq3_5_tuned_PredictedLigand_44">
            <a:extLst>
              <a:ext uri="{FF2B5EF4-FFF2-40B4-BE49-F238E27FC236}">
                <a16:creationId xmlns:a16="http://schemas.microsoft.com/office/drawing/2014/main" id="{EAF12B75-4668-4522-8A90-4389628000B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682180" y="11264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4" name="9wq3_5_tuned_PredictedLigand_45">
            <a:extLst>
              <a:ext uri="{FF2B5EF4-FFF2-40B4-BE49-F238E27FC236}">
                <a16:creationId xmlns:a16="http://schemas.microsoft.com/office/drawing/2014/main" id="{E7B3A67D-0C6D-4882-89EA-1B9437DE7B1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2180" y="1126434"/>
                </a:moveTo>
                <a:lnTo>
                  <a:pt x="1544504" y="11190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5" name="9wq3_5_tuned_PredictedLigand_46">
            <a:extLst>
              <a:ext uri="{FF2B5EF4-FFF2-40B4-BE49-F238E27FC236}">
                <a16:creationId xmlns:a16="http://schemas.microsoft.com/office/drawing/2014/main" id="{D6ABFAB7-3692-4FCA-9405-ACC8D1A06A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274197" y="602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6" name="9wq3_5_tuned_PredictedLigand_47">
            <a:extLst>
              <a:ext uri="{FF2B5EF4-FFF2-40B4-BE49-F238E27FC236}">
                <a16:creationId xmlns:a16="http://schemas.microsoft.com/office/drawing/2014/main" id="{DC9C471B-F310-4D45-9762-73BB368BE7D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7" name="9wq3_5_tuned_PredictedLigand_48">
            <a:extLst>
              <a:ext uri="{FF2B5EF4-FFF2-40B4-BE49-F238E27FC236}">
                <a16:creationId xmlns:a16="http://schemas.microsoft.com/office/drawing/2014/main" id="{73DF9B0B-0C87-4F3E-9320-F4031A2A8A9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402862" y="12240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8" name="9wq3_5_tuned_PredictedLigand_49">
            <a:extLst>
              <a:ext uri="{FF2B5EF4-FFF2-40B4-BE49-F238E27FC236}">
                <a16:creationId xmlns:a16="http://schemas.microsoft.com/office/drawing/2014/main" id="{DFF588C5-6F6E-4D49-B3DB-FB552EAB079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501174" y="9379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9" name="9wq3_5_tuned_PredictedLigand_50">
            <a:extLst>
              <a:ext uri="{FF2B5EF4-FFF2-40B4-BE49-F238E27FC236}">
                <a16:creationId xmlns:a16="http://schemas.microsoft.com/office/drawing/2014/main" id="{7665C171-6F2F-46AE-941A-C2DF65B4D01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511461" y="8869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0" name="9wq3_5_tuned_PredictedAtoms_0">
            <a:extLst>
              <a:ext uri="{FF2B5EF4-FFF2-40B4-BE49-F238E27FC236}">
                <a16:creationId xmlns:a16="http://schemas.microsoft.com/office/drawing/2014/main" id="{FFB9FF1D-A07B-48D5-A03C-308D10BE3D12}"/>
              </a:ext>
            </a:extLst>
          </p:cNvPr>
          <p:cNvSpPr>
            <a:spLocks noGrp="1"/>
          </p:cNvSpPr>
          <p:nvPr/>
        </p:nvSpPr>
        <p:spPr>
          <a:xfrm>
            <a:off x="4126028" y="54696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1" name="9wq3_5_tuned_PredictedAtoms_1">
            <a:extLst>
              <a:ext uri="{FF2B5EF4-FFF2-40B4-BE49-F238E27FC236}">
                <a16:creationId xmlns:a16="http://schemas.microsoft.com/office/drawing/2014/main" id="{947FFF53-EC47-4075-A604-38A51ECE1CBA}"/>
              </a:ext>
            </a:extLst>
          </p:cNvPr>
          <p:cNvSpPr>
            <a:spLocks noGrp="1"/>
          </p:cNvSpPr>
          <p:nvPr/>
        </p:nvSpPr>
        <p:spPr>
          <a:xfrm>
            <a:off x="4189135" y="53127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2" name="9wq3_5_tuned_PredictedAtoms_2">
            <a:extLst>
              <a:ext uri="{FF2B5EF4-FFF2-40B4-BE49-F238E27FC236}">
                <a16:creationId xmlns:a16="http://schemas.microsoft.com/office/drawing/2014/main" id="{C9120893-BD9F-4F6F-B84A-52292428C55F}"/>
              </a:ext>
            </a:extLst>
          </p:cNvPr>
          <p:cNvSpPr>
            <a:spLocks noGrp="1"/>
          </p:cNvSpPr>
          <p:nvPr/>
        </p:nvSpPr>
        <p:spPr>
          <a:xfrm>
            <a:off x="4109812" y="52110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3" name="9wq3_5_tuned_PredictedAtoms_3">
            <a:extLst>
              <a:ext uri="{FF2B5EF4-FFF2-40B4-BE49-F238E27FC236}">
                <a16:creationId xmlns:a16="http://schemas.microsoft.com/office/drawing/2014/main" id="{42D07366-999E-491D-B76A-2990DB070F1D}"/>
              </a:ext>
            </a:extLst>
          </p:cNvPr>
          <p:cNvSpPr>
            <a:spLocks noGrp="1"/>
          </p:cNvSpPr>
          <p:nvPr/>
        </p:nvSpPr>
        <p:spPr>
          <a:xfrm>
            <a:off x="3954685" y="51337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4" name="9wq3_5_tuned_PredictedAtoms_4">
            <a:extLst>
              <a:ext uri="{FF2B5EF4-FFF2-40B4-BE49-F238E27FC236}">
                <a16:creationId xmlns:a16="http://schemas.microsoft.com/office/drawing/2014/main" id="{6268E8AD-ED47-4BA3-9DB8-DD6A1A295918}"/>
              </a:ext>
            </a:extLst>
          </p:cNvPr>
          <p:cNvSpPr>
            <a:spLocks noGrp="1"/>
          </p:cNvSpPr>
          <p:nvPr/>
        </p:nvSpPr>
        <p:spPr>
          <a:xfrm>
            <a:off x="3960343" y="50550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5" name="9wq3_5_tuned_PredictedAtoms_5">
            <a:extLst>
              <a:ext uri="{FF2B5EF4-FFF2-40B4-BE49-F238E27FC236}">
                <a16:creationId xmlns:a16="http://schemas.microsoft.com/office/drawing/2014/main" id="{9F1B0860-70FB-407A-BBF3-536E8F729C16}"/>
              </a:ext>
            </a:extLst>
          </p:cNvPr>
          <p:cNvSpPr>
            <a:spLocks noGrp="1"/>
          </p:cNvSpPr>
          <p:nvPr/>
        </p:nvSpPr>
        <p:spPr>
          <a:xfrm>
            <a:off x="3808877" y="49989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6" name="9wq3_5_tuned_PredictedAtoms_6">
            <a:extLst>
              <a:ext uri="{FF2B5EF4-FFF2-40B4-BE49-F238E27FC236}">
                <a16:creationId xmlns:a16="http://schemas.microsoft.com/office/drawing/2014/main" id="{C4B062AE-4E42-4EC9-8CFB-3BE9DBD33BB7}"/>
              </a:ext>
            </a:extLst>
          </p:cNvPr>
          <p:cNvSpPr>
            <a:spLocks noGrp="1"/>
          </p:cNvSpPr>
          <p:nvPr/>
        </p:nvSpPr>
        <p:spPr>
          <a:xfrm>
            <a:off x="3701170" y="50418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7" name="9wq3_5_tuned_PredictedAtoms_7">
            <a:extLst>
              <a:ext uri="{FF2B5EF4-FFF2-40B4-BE49-F238E27FC236}">
                <a16:creationId xmlns:a16="http://schemas.microsoft.com/office/drawing/2014/main" id="{038175E2-8AC4-4C83-B206-F438AF6038D3}"/>
              </a:ext>
            </a:extLst>
          </p:cNvPr>
          <p:cNvSpPr>
            <a:spLocks noGrp="1"/>
          </p:cNvSpPr>
          <p:nvPr/>
        </p:nvSpPr>
        <p:spPr>
          <a:xfrm>
            <a:off x="3528628" y="50207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8" name="9wq3_5_tuned_PredictedAtoms_8">
            <a:extLst>
              <a:ext uri="{FF2B5EF4-FFF2-40B4-BE49-F238E27FC236}">
                <a16:creationId xmlns:a16="http://schemas.microsoft.com/office/drawing/2014/main" id="{0F9E1AEF-537C-4F8C-A571-FD54C2448563}"/>
              </a:ext>
            </a:extLst>
          </p:cNvPr>
          <p:cNvSpPr>
            <a:spLocks noGrp="1"/>
          </p:cNvSpPr>
          <p:nvPr/>
        </p:nvSpPr>
        <p:spPr>
          <a:xfrm>
            <a:off x="3436785" y="49270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9" name="9wq3_5_tuned_PredictedAtoms_9">
            <a:extLst>
              <a:ext uri="{FF2B5EF4-FFF2-40B4-BE49-F238E27FC236}">
                <a16:creationId xmlns:a16="http://schemas.microsoft.com/office/drawing/2014/main" id="{0787689F-C337-468F-9498-BA748EE86962}"/>
              </a:ext>
            </a:extLst>
          </p:cNvPr>
          <p:cNvSpPr>
            <a:spLocks noGrp="1"/>
          </p:cNvSpPr>
          <p:nvPr/>
        </p:nvSpPr>
        <p:spPr>
          <a:xfrm>
            <a:off x="3461301" y="50962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0" name="9wq3_5_tuned_PredictedAtoms_10">
            <a:extLst>
              <a:ext uri="{FF2B5EF4-FFF2-40B4-BE49-F238E27FC236}">
                <a16:creationId xmlns:a16="http://schemas.microsoft.com/office/drawing/2014/main" id="{9CA4AF96-B8F4-43F5-89A0-13C9D5E60AC9}"/>
              </a:ext>
            </a:extLst>
          </p:cNvPr>
          <p:cNvSpPr>
            <a:spLocks noGrp="1"/>
          </p:cNvSpPr>
          <p:nvPr/>
        </p:nvSpPr>
        <p:spPr>
          <a:xfrm>
            <a:off x="3556174" y="51746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1" name="9wq3_5_tuned_PredictedAtoms_11">
            <a:extLst>
              <a:ext uri="{FF2B5EF4-FFF2-40B4-BE49-F238E27FC236}">
                <a16:creationId xmlns:a16="http://schemas.microsoft.com/office/drawing/2014/main" id="{0424892D-8897-4860-B258-4A218D39A929}"/>
              </a:ext>
            </a:extLst>
          </p:cNvPr>
          <p:cNvSpPr>
            <a:spLocks noGrp="1"/>
          </p:cNvSpPr>
          <p:nvPr/>
        </p:nvSpPr>
        <p:spPr>
          <a:xfrm>
            <a:off x="3720575" y="51907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2" name="9wq3_5_tuned_PredictedAtoms_12">
            <a:extLst>
              <a:ext uri="{FF2B5EF4-FFF2-40B4-BE49-F238E27FC236}">
                <a16:creationId xmlns:a16="http://schemas.microsoft.com/office/drawing/2014/main" id="{D9F7F8B8-C3E0-4FBB-A9F9-02BF11AB38A7}"/>
              </a:ext>
            </a:extLst>
          </p:cNvPr>
          <p:cNvSpPr>
            <a:spLocks noGrp="1"/>
          </p:cNvSpPr>
          <p:nvPr/>
        </p:nvSpPr>
        <p:spPr>
          <a:xfrm>
            <a:off x="3794377" y="51291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3" name="9wq3_5_tuned_PredictedAtoms_13">
            <a:extLst>
              <a:ext uri="{FF2B5EF4-FFF2-40B4-BE49-F238E27FC236}">
                <a16:creationId xmlns:a16="http://schemas.microsoft.com/office/drawing/2014/main" id="{ABEFD259-8BBD-4A2A-956D-0DEA4E437470}"/>
              </a:ext>
            </a:extLst>
          </p:cNvPr>
          <p:cNvSpPr>
            <a:spLocks noGrp="1"/>
          </p:cNvSpPr>
          <p:nvPr/>
        </p:nvSpPr>
        <p:spPr>
          <a:xfrm>
            <a:off x="4225961" y="50834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4" name="9wq3_5_tuned_PredictedAtoms_14">
            <a:extLst>
              <a:ext uri="{FF2B5EF4-FFF2-40B4-BE49-F238E27FC236}">
                <a16:creationId xmlns:a16="http://schemas.microsoft.com/office/drawing/2014/main" id="{E95C5BC7-60F4-4F59-B6AE-EAD361B0B8C4}"/>
              </a:ext>
            </a:extLst>
          </p:cNvPr>
          <p:cNvSpPr>
            <a:spLocks noGrp="1"/>
          </p:cNvSpPr>
          <p:nvPr/>
        </p:nvSpPr>
        <p:spPr>
          <a:xfrm>
            <a:off x="4390419" y="51345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5" name="9wq3_5_tuned_PredictedAtoms_15">
            <a:extLst>
              <a:ext uri="{FF2B5EF4-FFF2-40B4-BE49-F238E27FC236}">
                <a16:creationId xmlns:a16="http://schemas.microsoft.com/office/drawing/2014/main" id="{140827BF-AD85-4E81-86CD-9303371D2C5A}"/>
              </a:ext>
            </a:extLst>
          </p:cNvPr>
          <p:cNvSpPr>
            <a:spLocks noGrp="1"/>
          </p:cNvSpPr>
          <p:nvPr/>
        </p:nvSpPr>
        <p:spPr>
          <a:xfrm>
            <a:off x="4546298" y="50455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6" name="9wq3_5_tuned_PredictedAtoms_16">
            <a:extLst>
              <a:ext uri="{FF2B5EF4-FFF2-40B4-BE49-F238E27FC236}">
                <a16:creationId xmlns:a16="http://schemas.microsoft.com/office/drawing/2014/main" id="{E5C21B01-4701-479B-A453-EBD2ED2CE041}"/>
              </a:ext>
            </a:extLst>
          </p:cNvPr>
          <p:cNvSpPr>
            <a:spLocks noGrp="1"/>
          </p:cNvSpPr>
          <p:nvPr/>
        </p:nvSpPr>
        <p:spPr>
          <a:xfrm>
            <a:off x="4586171" y="4917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7" name="9wq3_5_tuned_PredictedAtoms_17">
            <a:extLst>
              <a:ext uri="{FF2B5EF4-FFF2-40B4-BE49-F238E27FC236}">
                <a16:creationId xmlns:a16="http://schemas.microsoft.com/office/drawing/2014/main" id="{FFD62817-DB38-4F5F-8DC1-0BC3B6B08A52}"/>
              </a:ext>
            </a:extLst>
          </p:cNvPr>
          <p:cNvSpPr>
            <a:spLocks noGrp="1"/>
          </p:cNvSpPr>
          <p:nvPr/>
        </p:nvSpPr>
        <p:spPr>
          <a:xfrm>
            <a:off x="4775460" y="48875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8" name="9wq3_5_tuned_PredictedAtoms_18">
            <a:extLst>
              <a:ext uri="{FF2B5EF4-FFF2-40B4-BE49-F238E27FC236}">
                <a16:creationId xmlns:a16="http://schemas.microsoft.com/office/drawing/2014/main" id="{BB54470B-0969-45EE-A4DE-624AD96E8EF3}"/>
              </a:ext>
            </a:extLst>
          </p:cNvPr>
          <p:cNvSpPr>
            <a:spLocks noGrp="1"/>
          </p:cNvSpPr>
          <p:nvPr/>
        </p:nvSpPr>
        <p:spPr>
          <a:xfrm>
            <a:off x="4836431" y="487159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9" name="9wq3_5_tuned_PredictedAtoms_19">
            <a:extLst>
              <a:ext uri="{FF2B5EF4-FFF2-40B4-BE49-F238E27FC236}">
                <a16:creationId xmlns:a16="http://schemas.microsoft.com/office/drawing/2014/main" id="{E109F4A2-5E66-4C40-AC27-EF60B9B39987}"/>
              </a:ext>
            </a:extLst>
          </p:cNvPr>
          <p:cNvSpPr>
            <a:spLocks noGrp="1"/>
          </p:cNvSpPr>
          <p:nvPr/>
        </p:nvSpPr>
        <p:spPr>
          <a:xfrm>
            <a:off x="4812143" y="47370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0" name="9wq3_5_tuned_PredictedAtoms_20">
            <a:extLst>
              <a:ext uri="{FF2B5EF4-FFF2-40B4-BE49-F238E27FC236}">
                <a16:creationId xmlns:a16="http://schemas.microsoft.com/office/drawing/2014/main" id="{B5A31249-93B5-440A-9E3A-AE38F5E7EDEB}"/>
              </a:ext>
            </a:extLst>
          </p:cNvPr>
          <p:cNvSpPr>
            <a:spLocks noGrp="1"/>
          </p:cNvSpPr>
          <p:nvPr/>
        </p:nvSpPr>
        <p:spPr>
          <a:xfrm>
            <a:off x="4843854" y="50340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1" name="9wq3_5_tuned_PredictedAtoms_21">
            <a:extLst>
              <a:ext uri="{FF2B5EF4-FFF2-40B4-BE49-F238E27FC236}">
                <a16:creationId xmlns:a16="http://schemas.microsoft.com/office/drawing/2014/main" id="{4CF9CC42-DC23-4EBA-A36A-4724AC2EF3F7}"/>
              </a:ext>
            </a:extLst>
          </p:cNvPr>
          <p:cNvSpPr>
            <a:spLocks noGrp="1"/>
          </p:cNvSpPr>
          <p:nvPr/>
        </p:nvSpPr>
        <p:spPr>
          <a:xfrm>
            <a:off x="4804105" y="52108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2" name="9wq3_5_tuned_PredictedAtoms_22">
            <a:extLst>
              <a:ext uri="{FF2B5EF4-FFF2-40B4-BE49-F238E27FC236}">
                <a16:creationId xmlns:a16="http://schemas.microsoft.com/office/drawing/2014/main" id="{97501F75-4D6B-4FEB-8BA0-6C1919C95EF8}"/>
              </a:ext>
            </a:extLst>
          </p:cNvPr>
          <p:cNvSpPr>
            <a:spLocks noGrp="1"/>
          </p:cNvSpPr>
          <p:nvPr/>
        </p:nvSpPr>
        <p:spPr>
          <a:xfrm>
            <a:off x="4945648" y="53265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3" name="9wq3_5_tuned_PredictedAtoms_23">
            <a:extLst>
              <a:ext uri="{FF2B5EF4-FFF2-40B4-BE49-F238E27FC236}">
                <a16:creationId xmlns:a16="http://schemas.microsoft.com/office/drawing/2014/main" id="{CC055EE7-E412-49BB-804F-E240327344FC}"/>
              </a:ext>
            </a:extLst>
          </p:cNvPr>
          <p:cNvSpPr>
            <a:spLocks noGrp="1"/>
          </p:cNvSpPr>
          <p:nvPr/>
        </p:nvSpPr>
        <p:spPr>
          <a:xfrm>
            <a:off x="5050464" y="52967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4" name="9wq3_5_tuned_PredictedAtoms_24">
            <a:extLst>
              <a:ext uri="{FF2B5EF4-FFF2-40B4-BE49-F238E27FC236}">
                <a16:creationId xmlns:a16="http://schemas.microsoft.com/office/drawing/2014/main" id="{35FCAFC6-EB58-491C-9C9F-5CE295111E54}"/>
              </a:ext>
            </a:extLst>
          </p:cNvPr>
          <p:cNvSpPr>
            <a:spLocks noGrp="1"/>
          </p:cNvSpPr>
          <p:nvPr/>
        </p:nvSpPr>
        <p:spPr>
          <a:xfrm>
            <a:off x="5035242" y="53509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5" name="9wq3_5_tuned_PredictedAtoms_25">
            <a:extLst>
              <a:ext uri="{FF2B5EF4-FFF2-40B4-BE49-F238E27FC236}">
                <a16:creationId xmlns:a16="http://schemas.microsoft.com/office/drawing/2014/main" id="{27D78C12-1C5B-4830-8997-BD6D0250A1A7}"/>
              </a:ext>
            </a:extLst>
          </p:cNvPr>
          <p:cNvSpPr>
            <a:spLocks noGrp="1"/>
          </p:cNvSpPr>
          <p:nvPr/>
        </p:nvSpPr>
        <p:spPr>
          <a:xfrm>
            <a:off x="5158655" y="52721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6" name="9wq3_5_tuned_PredictedAtoms_26">
            <a:extLst>
              <a:ext uri="{FF2B5EF4-FFF2-40B4-BE49-F238E27FC236}">
                <a16:creationId xmlns:a16="http://schemas.microsoft.com/office/drawing/2014/main" id="{D5741A34-4894-4EC5-B760-B9D6651B71FD}"/>
              </a:ext>
            </a:extLst>
          </p:cNvPr>
          <p:cNvSpPr>
            <a:spLocks noGrp="1"/>
          </p:cNvSpPr>
          <p:nvPr/>
        </p:nvSpPr>
        <p:spPr>
          <a:xfrm>
            <a:off x="5250302" y="51754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7" name="9wq3_5_tuned_PredictedAtoms_27">
            <a:extLst>
              <a:ext uri="{FF2B5EF4-FFF2-40B4-BE49-F238E27FC236}">
                <a16:creationId xmlns:a16="http://schemas.microsoft.com/office/drawing/2014/main" id="{5DD3D1A5-897F-4707-82D4-8BEA678E5FF8}"/>
              </a:ext>
            </a:extLst>
          </p:cNvPr>
          <p:cNvSpPr>
            <a:spLocks noGrp="1"/>
          </p:cNvSpPr>
          <p:nvPr/>
        </p:nvSpPr>
        <p:spPr>
          <a:xfrm>
            <a:off x="5390033" y="50667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8" name="9wq3_5_tuned_PredictedAtoms_28">
            <a:extLst>
              <a:ext uri="{FF2B5EF4-FFF2-40B4-BE49-F238E27FC236}">
                <a16:creationId xmlns:a16="http://schemas.microsoft.com/office/drawing/2014/main" id="{EACA9818-A220-4182-A453-B50E2B60B9B8}"/>
              </a:ext>
            </a:extLst>
          </p:cNvPr>
          <p:cNvSpPr>
            <a:spLocks noGrp="1"/>
          </p:cNvSpPr>
          <p:nvPr/>
        </p:nvSpPr>
        <p:spPr>
          <a:xfrm>
            <a:off x="5453215" y="50394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9" name="9wq3_5_tuned_PredictedAtoms_29">
            <a:extLst>
              <a:ext uri="{FF2B5EF4-FFF2-40B4-BE49-F238E27FC236}">
                <a16:creationId xmlns:a16="http://schemas.microsoft.com/office/drawing/2014/main" id="{C7CEA5DF-A36E-44D2-A06B-9F041FDE5E82}"/>
              </a:ext>
            </a:extLst>
          </p:cNvPr>
          <p:cNvSpPr>
            <a:spLocks noGrp="1"/>
          </p:cNvSpPr>
          <p:nvPr/>
        </p:nvSpPr>
        <p:spPr>
          <a:xfrm>
            <a:off x="5446907" y="49956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0" name="9wq3_5_tuned_PredictedAtoms_30">
            <a:extLst>
              <a:ext uri="{FF2B5EF4-FFF2-40B4-BE49-F238E27FC236}">
                <a16:creationId xmlns:a16="http://schemas.microsoft.com/office/drawing/2014/main" id="{7D48C97F-1EA5-4B1D-9E1E-1552AE585256}"/>
              </a:ext>
            </a:extLst>
          </p:cNvPr>
          <p:cNvSpPr>
            <a:spLocks noGrp="1"/>
          </p:cNvSpPr>
          <p:nvPr/>
        </p:nvSpPr>
        <p:spPr>
          <a:xfrm>
            <a:off x="5385617" y="50241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1" name="9wq3_5_tuned_PredictedAtoms_31">
            <a:extLst>
              <a:ext uri="{FF2B5EF4-FFF2-40B4-BE49-F238E27FC236}">
                <a16:creationId xmlns:a16="http://schemas.microsoft.com/office/drawing/2014/main" id="{C1B70287-39BB-407F-9CCC-4CC212E40950}"/>
              </a:ext>
            </a:extLst>
          </p:cNvPr>
          <p:cNvSpPr>
            <a:spLocks noGrp="1"/>
          </p:cNvSpPr>
          <p:nvPr/>
        </p:nvSpPr>
        <p:spPr>
          <a:xfrm>
            <a:off x="5458404" y="4958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2" name="9wq3_5_tuned_PredictedAtoms_32">
            <a:extLst>
              <a:ext uri="{FF2B5EF4-FFF2-40B4-BE49-F238E27FC236}">
                <a16:creationId xmlns:a16="http://schemas.microsoft.com/office/drawing/2014/main" id="{E60C4A6E-2660-417D-B940-4CC97FD69E68}"/>
              </a:ext>
            </a:extLst>
          </p:cNvPr>
          <p:cNvSpPr>
            <a:spLocks noGrp="1"/>
          </p:cNvSpPr>
          <p:nvPr/>
        </p:nvSpPr>
        <p:spPr>
          <a:xfrm>
            <a:off x="5252314" y="51239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3" name="9wq3_5_tuned_PredictedAtoms_33">
            <a:extLst>
              <a:ext uri="{FF2B5EF4-FFF2-40B4-BE49-F238E27FC236}">
                <a16:creationId xmlns:a16="http://schemas.microsoft.com/office/drawing/2014/main" id="{12796A27-8FA6-4FD8-98FA-44DA081435B1}"/>
              </a:ext>
            </a:extLst>
          </p:cNvPr>
          <p:cNvSpPr>
            <a:spLocks noGrp="1"/>
          </p:cNvSpPr>
          <p:nvPr/>
        </p:nvSpPr>
        <p:spPr>
          <a:xfrm>
            <a:off x="5184037" y="51975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4" name="9wq3_5_tuned_PredictedAtoms_34">
            <a:extLst>
              <a:ext uri="{FF2B5EF4-FFF2-40B4-BE49-F238E27FC236}">
                <a16:creationId xmlns:a16="http://schemas.microsoft.com/office/drawing/2014/main" id="{CE11D2F3-69BF-42F4-887A-5FEC0BAE709E}"/>
              </a:ext>
            </a:extLst>
          </p:cNvPr>
          <p:cNvSpPr>
            <a:spLocks noGrp="1"/>
          </p:cNvSpPr>
          <p:nvPr/>
        </p:nvSpPr>
        <p:spPr>
          <a:xfrm>
            <a:off x="4866387" y="54822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5" name="9wq3_5_tuned_PredictedAtoms_35">
            <a:extLst>
              <a:ext uri="{FF2B5EF4-FFF2-40B4-BE49-F238E27FC236}">
                <a16:creationId xmlns:a16="http://schemas.microsoft.com/office/drawing/2014/main" id="{B030A605-185D-4B41-8DE9-AC6A42467FA3}"/>
              </a:ext>
            </a:extLst>
          </p:cNvPr>
          <p:cNvSpPr>
            <a:spLocks noGrp="1"/>
          </p:cNvSpPr>
          <p:nvPr/>
        </p:nvSpPr>
        <p:spPr>
          <a:xfrm>
            <a:off x="4728712" y="54748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6" name="9wq3_5_tuned_PredictedAtoms_36">
            <a:extLst>
              <a:ext uri="{FF2B5EF4-FFF2-40B4-BE49-F238E27FC236}">
                <a16:creationId xmlns:a16="http://schemas.microsoft.com/office/drawing/2014/main" id="{7646E6B4-CBE9-4CB2-9AC9-75062FBC7B68}"/>
              </a:ext>
            </a:extLst>
          </p:cNvPr>
          <p:cNvSpPr>
            <a:spLocks noGrp="1"/>
          </p:cNvSpPr>
          <p:nvPr/>
        </p:nvSpPr>
        <p:spPr>
          <a:xfrm>
            <a:off x="4587070" y="55797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7" name="9wq3_5_tuned_PredictedAtoms_37">
            <a:extLst>
              <a:ext uri="{FF2B5EF4-FFF2-40B4-BE49-F238E27FC236}">
                <a16:creationId xmlns:a16="http://schemas.microsoft.com/office/drawing/2014/main" id="{E91078C8-83FA-4E20-9559-BAD6A38142D1}"/>
              </a:ext>
            </a:extLst>
          </p:cNvPr>
          <p:cNvSpPr>
            <a:spLocks noGrp="1"/>
          </p:cNvSpPr>
          <p:nvPr/>
        </p:nvSpPr>
        <p:spPr>
          <a:xfrm>
            <a:off x="4625150" y="56465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8" name="9wq3_5_tuned_PredictedAtoms_38">
            <a:extLst>
              <a:ext uri="{FF2B5EF4-FFF2-40B4-BE49-F238E27FC236}">
                <a16:creationId xmlns:a16="http://schemas.microsoft.com/office/drawing/2014/main" id="{81DC2B35-AE8C-4531-AF16-3E209316590B}"/>
              </a:ext>
            </a:extLst>
          </p:cNvPr>
          <p:cNvSpPr>
            <a:spLocks noGrp="1"/>
          </p:cNvSpPr>
          <p:nvPr/>
        </p:nvSpPr>
        <p:spPr>
          <a:xfrm>
            <a:off x="4515597" y="55771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9" name="9wq3_5_tuned_PredictedAtoms_39">
            <a:extLst>
              <a:ext uri="{FF2B5EF4-FFF2-40B4-BE49-F238E27FC236}">
                <a16:creationId xmlns:a16="http://schemas.microsoft.com/office/drawing/2014/main" id="{6DF9DC6A-9E6D-497C-8B98-AA8D5686F500}"/>
              </a:ext>
            </a:extLst>
          </p:cNvPr>
          <p:cNvSpPr>
            <a:spLocks noGrp="1"/>
          </p:cNvSpPr>
          <p:nvPr/>
        </p:nvSpPr>
        <p:spPr>
          <a:xfrm>
            <a:off x="4602748" y="55569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0" name="9wq3_5_tuned_PredictedAtoms_41">
            <a:extLst>
              <a:ext uri="{FF2B5EF4-FFF2-40B4-BE49-F238E27FC236}">
                <a16:creationId xmlns:a16="http://schemas.microsoft.com/office/drawing/2014/main" id="{401B7946-0C23-4F1B-A912-CF7CD8BAEBF4}"/>
              </a:ext>
            </a:extLst>
          </p:cNvPr>
          <p:cNvSpPr>
            <a:spLocks noGrp="1"/>
          </p:cNvSpPr>
          <p:nvPr/>
        </p:nvSpPr>
        <p:spPr>
          <a:xfrm>
            <a:off x="4448212" y="54061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1" name="9wq3_5_tuned_PredictedAtoms_42">
            <a:extLst>
              <a:ext uri="{FF2B5EF4-FFF2-40B4-BE49-F238E27FC236}">
                <a16:creationId xmlns:a16="http://schemas.microsoft.com/office/drawing/2014/main" id="{E0607DA6-E67A-4D3F-BEC3-D8A93DAD2DBA}"/>
              </a:ext>
            </a:extLst>
          </p:cNvPr>
          <p:cNvSpPr>
            <a:spLocks noGrp="1"/>
          </p:cNvSpPr>
          <p:nvPr/>
        </p:nvSpPr>
        <p:spPr>
          <a:xfrm>
            <a:off x="4369707" y="52815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2" name="9wq3_5_tuned_PredictedAtoms_43">
            <a:extLst>
              <a:ext uri="{FF2B5EF4-FFF2-40B4-BE49-F238E27FC236}">
                <a16:creationId xmlns:a16="http://schemas.microsoft.com/office/drawing/2014/main" id="{A82153BA-D5D8-4912-BE68-0FEC13D5186F}"/>
              </a:ext>
            </a:extLst>
          </p:cNvPr>
          <p:cNvSpPr>
            <a:spLocks noGrp="1"/>
          </p:cNvSpPr>
          <p:nvPr/>
        </p:nvSpPr>
        <p:spPr>
          <a:xfrm>
            <a:off x="4685381" y="5293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3" name="9wq3_5_tuned_PredictedAtoms_44">
            <a:extLst>
              <a:ext uri="{FF2B5EF4-FFF2-40B4-BE49-F238E27FC236}">
                <a16:creationId xmlns:a16="http://schemas.microsoft.com/office/drawing/2014/main" id="{BF5895DA-8158-4214-BE06-239D3D5AE7E0}"/>
              </a:ext>
            </a:extLst>
          </p:cNvPr>
          <p:cNvSpPr>
            <a:spLocks noGrp="1"/>
          </p:cNvSpPr>
          <p:nvPr/>
        </p:nvSpPr>
        <p:spPr>
          <a:xfrm>
            <a:off x="4695669" y="52426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4" name="stage3-cases-clash_27">
            <a:extLst>
              <a:ext uri="{FF2B5EF4-FFF2-40B4-BE49-F238E27FC236}">
                <a16:creationId xmlns:a16="http://schemas.microsoft.com/office/drawing/2014/main" id="{90B0BB24-D3D2-48D6-A80B-89B74EF7B305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1.41 Å   D 84%   Clash 0</a:t>
            </a:r>
          </a:p>
        </p:txBody>
      </p:sp>
      <p:sp>
        <p:nvSpPr>
          <p:cNvPr id="1205" name="9wq3_5_build_Receptor">
            <a:extLst>
              <a:ext uri="{FF2B5EF4-FFF2-40B4-BE49-F238E27FC236}">
                <a16:creationId xmlns:a16="http://schemas.microsoft.com/office/drawing/2014/main" id="{142D0FD2-E98E-4D12-9351-13C43A285B9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206" name="9wq3_5_build_ExperimentalDensity">
            <a:extLst>
              <a:ext uri="{FF2B5EF4-FFF2-40B4-BE49-F238E27FC236}">
                <a16:creationId xmlns:a16="http://schemas.microsoft.com/office/drawing/2014/main" id="{02E44A1F-7381-442C-B72B-B70ADA8C572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207" name="9wq3_5_build_ReferenceLigand_0">
            <a:extLst>
              <a:ext uri="{FF2B5EF4-FFF2-40B4-BE49-F238E27FC236}">
                <a16:creationId xmlns:a16="http://schemas.microsoft.com/office/drawing/2014/main" id="{DEAC8D77-4C3C-44AE-A9EF-BE79ED1FD9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8" name="9wq3_5_build_ReferenceLigand_1">
            <a:extLst>
              <a:ext uri="{FF2B5EF4-FFF2-40B4-BE49-F238E27FC236}">
                <a16:creationId xmlns:a16="http://schemas.microsoft.com/office/drawing/2014/main" id="{F3541EFC-8A65-4146-A3C6-F5DCCFD37C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9" name="9wq3_5_build_ReferenceLigand_2">
            <a:extLst>
              <a:ext uri="{FF2B5EF4-FFF2-40B4-BE49-F238E27FC236}">
                <a16:creationId xmlns:a16="http://schemas.microsoft.com/office/drawing/2014/main" id="{0CD6C00F-3062-4E44-B8F2-1B849D68789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0" name="9wq3_5_build_ReferenceLigand_3">
            <a:extLst>
              <a:ext uri="{FF2B5EF4-FFF2-40B4-BE49-F238E27FC236}">
                <a16:creationId xmlns:a16="http://schemas.microsoft.com/office/drawing/2014/main" id="{9CACC966-27A9-4F77-9344-52FA635D40D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1" name="9wq3_5_build_ReferenceLigand_4">
            <a:extLst>
              <a:ext uri="{FF2B5EF4-FFF2-40B4-BE49-F238E27FC236}">
                <a16:creationId xmlns:a16="http://schemas.microsoft.com/office/drawing/2014/main" id="{7DC07975-6350-4AC0-819E-0932BA1FD82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2" name="9wq3_5_build_ReferenceLigand_5">
            <a:extLst>
              <a:ext uri="{FF2B5EF4-FFF2-40B4-BE49-F238E27FC236}">
                <a16:creationId xmlns:a16="http://schemas.microsoft.com/office/drawing/2014/main" id="{032BC04A-8C2D-400E-B555-13E46E14668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3" name="9wq3_5_build_ReferenceLigand_6">
            <a:extLst>
              <a:ext uri="{FF2B5EF4-FFF2-40B4-BE49-F238E27FC236}">
                <a16:creationId xmlns:a16="http://schemas.microsoft.com/office/drawing/2014/main" id="{868A23AF-7D57-49AE-9AB1-92B71445563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4" name="9wq3_5_build_ReferenceLigand_7">
            <a:extLst>
              <a:ext uri="{FF2B5EF4-FFF2-40B4-BE49-F238E27FC236}">
                <a16:creationId xmlns:a16="http://schemas.microsoft.com/office/drawing/2014/main" id="{189D26A8-862C-4187-A47B-4133B05DB1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5" name="9wq3_5_build_ReferenceLigand_8">
            <a:extLst>
              <a:ext uri="{FF2B5EF4-FFF2-40B4-BE49-F238E27FC236}">
                <a16:creationId xmlns:a16="http://schemas.microsoft.com/office/drawing/2014/main" id="{25066305-0588-45BD-B378-CD3FC3488D3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6" name="9wq3_5_build_ReferenceLigand_9">
            <a:extLst>
              <a:ext uri="{FF2B5EF4-FFF2-40B4-BE49-F238E27FC236}">
                <a16:creationId xmlns:a16="http://schemas.microsoft.com/office/drawing/2014/main" id="{A52ED178-450D-4777-9C46-3D2F6254587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7" name="9wq3_5_build_ReferenceLigand_10">
            <a:extLst>
              <a:ext uri="{FF2B5EF4-FFF2-40B4-BE49-F238E27FC236}">
                <a16:creationId xmlns:a16="http://schemas.microsoft.com/office/drawing/2014/main" id="{E1D73352-3A2D-41FA-94C2-5EEF51D2741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8" name="9wq3_5_build_ReferenceLigand_11">
            <a:extLst>
              <a:ext uri="{FF2B5EF4-FFF2-40B4-BE49-F238E27FC236}">
                <a16:creationId xmlns:a16="http://schemas.microsoft.com/office/drawing/2014/main" id="{A1677F14-8241-466B-BF15-8F938C4BAD1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9" name="9wq3_5_build_ReferenceLigand_12">
            <a:extLst>
              <a:ext uri="{FF2B5EF4-FFF2-40B4-BE49-F238E27FC236}">
                <a16:creationId xmlns:a16="http://schemas.microsoft.com/office/drawing/2014/main" id="{8AAD7A9B-3038-4B53-8DE8-FE82D6B815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0" name="9wq3_5_build_ReferenceLigand_13">
            <a:extLst>
              <a:ext uri="{FF2B5EF4-FFF2-40B4-BE49-F238E27FC236}">
                <a16:creationId xmlns:a16="http://schemas.microsoft.com/office/drawing/2014/main" id="{4E418827-7F03-4E56-94FD-0B509C5050A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1" name="9wq3_5_build_ReferenceLigand_14">
            <a:extLst>
              <a:ext uri="{FF2B5EF4-FFF2-40B4-BE49-F238E27FC236}">
                <a16:creationId xmlns:a16="http://schemas.microsoft.com/office/drawing/2014/main" id="{4BE2FB71-351F-47E4-8099-A650773D7C0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2" name="9wq3_5_build_ReferenceLigand_15">
            <a:extLst>
              <a:ext uri="{FF2B5EF4-FFF2-40B4-BE49-F238E27FC236}">
                <a16:creationId xmlns:a16="http://schemas.microsoft.com/office/drawing/2014/main" id="{1141D156-35D1-4A63-B0A3-62502C63C51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3" name="9wq3_5_build_ReferenceLigand_16">
            <a:extLst>
              <a:ext uri="{FF2B5EF4-FFF2-40B4-BE49-F238E27FC236}">
                <a16:creationId xmlns:a16="http://schemas.microsoft.com/office/drawing/2014/main" id="{E069F284-F64D-439C-B256-0B231C597B6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4" name="9wq3_5_build_ReferenceLigand_17">
            <a:extLst>
              <a:ext uri="{FF2B5EF4-FFF2-40B4-BE49-F238E27FC236}">
                <a16:creationId xmlns:a16="http://schemas.microsoft.com/office/drawing/2014/main" id="{65883FD1-C229-4433-8527-B264B21676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5" name="9wq3_5_build_ReferenceLigand_18">
            <a:extLst>
              <a:ext uri="{FF2B5EF4-FFF2-40B4-BE49-F238E27FC236}">
                <a16:creationId xmlns:a16="http://schemas.microsoft.com/office/drawing/2014/main" id="{603C5502-35DF-437B-9EF1-A79A364D3B5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6" name="9wq3_5_build_ReferenceLigand_19">
            <a:extLst>
              <a:ext uri="{FF2B5EF4-FFF2-40B4-BE49-F238E27FC236}">
                <a16:creationId xmlns:a16="http://schemas.microsoft.com/office/drawing/2014/main" id="{A2DB6D96-A230-4A03-9C91-3E06367D53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7" name="9wq3_5_build_ReferenceLigand_20">
            <a:extLst>
              <a:ext uri="{FF2B5EF4-FFF2-40B4-BE49-F238E27FC236}">
                <a16:creationId xmlns:a16="http://schemas.microsoft.com/office/drawing/2014/main" id="{B9A468F2-F5F5-4E78-9D8E-65B241D22C1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8" name="9wq3_5_build_ReferenceLigand_21">
            <a:extLst>
              <a:ext uri="{FF2B5EF4-FFF2-40B4-BE49-F238E27FC236}">
                <a16:creationId xmlns:a16="http://schemas.microsoft.com/office/drawing/2014/main" id="{A9AE0A8D-0051-40F1-8F57-BAB76FF247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9" name="9wq3_5_build_ReferenceLigand_22">
            <a:extLst>
              <a:ext uri="{FF2B5EF4-FFF2-40B4-BE49-F238E27FC236}">
                <a16:creationId xmlns:a16="http://schemas.microsoft.com/office/drawing/2014/main" id="{7E3A389B-9FA7-402D-85F9-7E96B9BF21E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0" name="9wq3_5_build_ReferenceLigand_23">
            <a:extLst>
              <a:ext uri="{FF2B5EF4-FFF2-40B4-BE49-F238E27FC236}">
                <a16:creationId xmlns:a16="http://schemas.microsoft.com/office/drawing/2014/main" id="{7E6D6A09-9918-4C9A-8E82-53F6C47C63D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1" name="9wq3_5_build_ReferenceLigand_24">
            <a:extLst>
              <a:ext uri="{FF2B5EF4-FFF2-40B4-BE49-F238E27FC236}">
                <a16:creationId xmlns:a16="http://schemas.microsoft.com/office/drawing/2014/main" id="{9A8A71C2-B842-4157-87A4-ED6F45A39CD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2" name="9wq3_5_build_ReferenceLigand_25">
            <a:extLst>
              <a:ext uri="{FF2B5EF4-FFF2-40B4-BE49-F238E27FC236}">
                <a16:creationId xmlns:a16="http://schemas.microsoft.com/office/drawing/2014/main" id="{1649E322-5C16-4279-951C-BD0C228559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3" name="9wq3_5_build_ReferenceLigand_26">
            <a:extLst>
              <a:ext uri="{FF2B5EF4-FFF2-40B4-BE49-F238E27FC236}">
                <a16:creationId xmlns:a16="http://schemas.microsoft.com/office/drawing/2014/main" id="{F027E4C8-6AC2-4113-B3BB-CA6147037E8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4" name="9wq3_5_build_ReferenceLigand_27">
            <a:extLst>
              <a:ext uri="{FF2B5EF4-FFF2-40B4-BE49-F238E27FC236}">
                <a16:creationId xmlns:a16="http://schemas.microsoft.com/office/drawing/2014/main" id="{891B4137-CB1A-41F8-94EF-07938649939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5" name="9wq3_5_build_ReferenceLigand_28">
            <a:extLst>
              <a:ext uri="{FF2B5EF4-FFF2-40B4-BE49-F238E27FC236}">
                <a16:creationId xmlns:a16="http://schemas.microsoft.com/office/drawing/2014/main" id="{9826473B-EB40-4172-9E5E-4B4FB466FC1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6" name="9wq3_5_build_ReferenceLigand_29">
            <a:extLst>
              <a:ext uri="{FF2B5EF4-FFF2-40B4-BE49-F238E27FC236}">
                <a16:creationId xmlns:a16="http://schemas.microsoft.com/office/drawing/2014/main" id="{8EE27F40-177C-42D9-8895-74CC3674681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7" name="9wq3_5_build_ReferenceLigand_30">
            <a:extLst>
              <a:ext uri="{FF2B5EF4-FFF2-40B4-BE49-F238E27FC236}">
                <a16:creationId xmlns:a16="http://schemas.microsoft.com/office/drawing/2014/main" id="{E8BEAE1E-5504-47BF-AF47-7C014FCE75C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8" name="9wq3_5_build_ReferenceLigand_31">
            <a:extLst>
              <a:ext uri="{FF2B5EF4-FFF2-40B4-BE49-F238E27FC236}">
                <a16:creationId xmlns:a16="http://schemas.microsoft.com/office/drawing/2014/main" id="{8422D03B-C89A-4D49-A55C-AF0F3F4259C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9" name="9wq3_5_build_ReferenceLigand_32">
            <a:extLst>
              <a:ext uri="{FF2B5EF4-FFF2-40B4-BE49-F238E27FC236}">
                <a16:creationId xmlns:a16="http://schemas.microsoft.com/office/drawing/2014/main" id="{40A92BD2-6269-4A18-944A-95B6C2FBD6C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0" name="9wq3_5_build_ReferenceLigand_33">
            <a:extLst>
              <a:ext uri="{FF2B5EF4-FFF2-40B4-BE49-F238E27FC236}">
                <a16:creationId xmlns:a16="http://schemas.microsoft.com/office/drawing/2014/main" id="{863F04AC-EF74-433E-899B-756ADF5EC2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1" name="9wq3_5_build_ReferenceLigand_34">
            <a:extLst>
              <a:ext uri="{FF2B5EF4-FFF2-40B4-BE49-F238E27FC236}">
                <a16:creationId xmlns:a16="http://schemas.microsoft.com/office/drawing/2014/main" id="{2D06799D-9F46-4395-8BB6-EFA04CABF95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2" name="9wq3_5_build_ReferenceLigand_35">
            <a:extLst>
              <a:ext uri="{FF2B5EF4-FFF2-40B4-BE49-F238E27FC236}">
                <a16:creationId xmlns:a16="http://schemas.microsoft.com/office/drawing/2014/main" id="{5FD82610-3752-41B2-97A0-9D17919AB63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3" name="9wq3_5_build_ReferenceLigand_36">
            <a:extLst>
              <a:ext uri="{FF2B5EF4-FFF2-40B4-BE49-F238E27FC236}">
                <a16:creationId xmlns:a16="http://schemas.microsoft.com/office/drawing/2014/main" id="{23F88D7E-0F82-45ED-B42E-DE927CFF887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4" name="9wq3_5_build_ReferenceLigand_37">
            <a:extLst>
              <a:ext uri="{FF2B5EF4-FFF2-40B4-BE49-F238E27FC236}">
                <a16:creationId xmlns:a16="http://schemas.microsoft.com/office/drawing/2014/main" id="{CD81141E-07FE-45BD-AF49-1E5C85C3FE0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5" name="9wq3_5_build_ReferenceLigand_38">
            <a:extLst>
              <a:ext uri="{FF2B5EF4-FFF2-40B4-BE49-F238E27FC236}">
                <a16:creationId xmlns:a16="http://schemas.microsoft.com/office/drawing/2014/main" id="{AD58ABE3-6429-4CA5-9457-7CF1A913D2D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6" name="9wq3_5_build_ReferenceLigand_39">
            <a:extLst>
              <a:ext uri="{FF2B5EF4-FFF2-40B4-BE49-F238E27FC236}">
                <a16:creationId xmlns:a16="http://schemas.microsoft.com/office/drawing/2014/main" id="{72536E81-6DD9-4A4F-A4E2-CF81ABD2F44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7" name="9wq3_5_build_ReferenceLigand_40">
            <a:extLst>
              <a:ext uri="{FF2B5EF4-FFF2-40B4-BE49-F238E27FC236}">
                <a16:creationId xmlns:a16="http://schemas.microsoft.com/office/drawing/2014/main" id="{1F531158-4C90-42B9-B979-3170B8B2857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8" name="9wq3_5_build_ReferenceLigand_41">
            <a:extLst>
              <a:ext uri="{FF2B5EF4-FFF2-40B4-BE49-F238E27FC236}">
                <a16:creationId xmlns:a16="http://schemas.microsoft.com/office/drawing/2014/main" id="{E10C44D7-CB7A-4BA3-87AC-57B23E27C86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9" name="9wq3_5_build_ReferenceLigand_42">
            <a:extLst>
              <a:ext uri="{FF2B5EF4-FFF2-40B4-BE49-F238E27FC236}">
                <a16:creationId xmlns:a16="http://schemas.microsoft.com/office/drawing/2014/main" id="{D3C195DC-A496-4273-8555-F754961F98C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0" name="9wq3_5_build_ReferenceLigand_43">
            <a:extLst>
              <a:ext uri="{FF2B5EF4-FFF2-40B4-BE49-F238E27FC236}">
                <a16:creationId xmlns:a16="http://schemas.microsoft.com/office/drawing/2014/main" id="{666DA020-5C4A-4EED-B4CA-DDEE9F0B92B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1" name="9wq3_5_build_ReferenceLigand_44">
            <a:extLst>
              <a:ext uri="{FF2B5EF4-FFF2-40B4-BE49-F238E27FC236}">
                <a16:creationId xmlns:a16="http://schemas.microsoft.com/office/drawing/2014/main" id="{0DF54DFA-EC6D-4199-B89A-3AEE59F21C4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2" name="9wq3_5_build_ReferenceLigand_45">
            <a:extLst>
              <a:ext uri="{FF2B5EF4-FFF2-40B4-BE49-F238E27FC236}">
                <a16:creationId xmlns:a16="http://schemas.microsoft.com/office/drawing/2014/main" id="{E2081C95-E1A7-47A9-8805-3CCC53F811B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3" name="9wq3_5_build_ReferenceLigand_46">
            <a:extLst>
              <a:ext uri="{FF2B5EF4-FFF2-40B4-BE49-F238E27FC236}">
                <a16:creationId xmlns:a16="http://schemas.microsoft.com/office/drawing/2014/main" id="{599ED75A-2641-4519-A856-440A6A09D9E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4" name="9wq3_5_build_ReferenceLigand_47">
            <a:extLst>
              <a:ext uri="{FF2B5EF4-FFF2-40B4-BE49-F238E27FC236}">
                <a16:creationId xmlns:a16="http://schemas.microsoft.com/office/drawing/2014/main" id="{F3895059-E011-4215-9AAC-AC91E3EEE42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5" name="9wq3_5_build_ReferenceLigand_48">
            <a:extLst>
              <a:ext uri="{FF2B5EF4-FFF2-40B4-BE49-F238E27FC236}">
                <a16:creationId xmlns:a16="http://schemas.microsoft.com/office/drawing/2014/main" id="{A374FF03-8E08-4EFB-BDC9-656062EC8D6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6" name="9wq3_5_build_ReferenceLigand_49">
            <a:extLst>
              <a:ext uri="{FF2B5EF4-FFF2-40B4-BE49-F238E27FC236}">
                <a16:creationId xmlns:a16="http://schemas.microsoft.com/office/drawing/2014/main" id="{6EEB8D91-AEE8-4980-9F14-A5BFDD997F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7" name="9wq3_5_build_ReferenceLigand_50">
            <a:extLst>
              <a:ext uri="{FF2B5EF4-FFF2-40B4-BE49-F238E27FC236}">
                <a16:creationId xmlns:a16="http://schemas.microsoft.com/office/drawing/2014/main" id="{A33725F2-51F0-48D3-8001-FFFB2C6DF62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8" name="9wq3_5_build_PredictedLigand_0">
            <a:extLst>
              <a:ext uri="{FF2B5EF4-FFF2-40B4-BE49-F238E27FC236}">
                <a16:creationId xmlns:a16="http://schemas.microsoft.com/office/drawing/2014/main" id="{3E69C20B-AC69-4430-BDBB-D9634124979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72293" y="7286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59" name="9wq3_5_build_PredictedLigand_1">
            <a:extLst>
              <a:ext uri="{FF2B5EF4-FFF2-40B4-BE49-F238E27FC236}">
                <a16:creationId xmlns:a16="http://schemas.microsoft.com/office/drawing/2014/main" id="{74CA631A-C9BA-4794-8078-2B00CFDEB45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5363" y="5113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0" name="9wq3_5_build_PredictedLigand_2">
            <a:extLst>
              <a:ext uri="{FF2B5EF4-FFF2-40B4-BE49-F238E27FC236}">
                <a16:creationId xmlns:a16="http://schemas.microsoft.com/office/drawing/2014/main" id="{8EBFE552-BD99-47FD-8BCC-F78B43A712A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2293" y="728655"/>
                </a:moveTo>
                <a:lnTo>
                  <a:pt x="2071619" y="835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1" name="9wq3_5_build_PredictedLigand_3">
            <a:extLst>
              <a:ext uri="{FF2B5EF4-FFF2-40B4-BE49-F238E27FC236}">
                <a16:creationId xmlns:a16="http://schemas.microsoft.com/office/drawing/2014/main" id="{938FF74F-87AB-4982-9A33-A7DE39924F0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1582" y="8282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2" name="9wq3_5_build_PredictedLigand_4">
            <a:extLst>
              <a:ext uri="{FF2B5EF4-FFF2-40B4-BE49-F238E27FC236}">
                <a16:creationId xmlns:a16="http://schemas.microsoft.com/office/drawing/2014/main" id="{94909642-E4B2-4F8B-BF6D-2AA7AC10700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156516" y="5724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3" name="9wq3_5_build_PredictedLigand_5">
            <a:extLst>
              <a:ext uri="{FF2B5EF4-FFF2-40B4-BE49-F238E27FC236}">
                <a16:creationId xmlns:a16="http://schemas.microsoft.com/office/drawing/2014/main" id="{79D0030F-CA7C-40C2-9BB8-1F768792BBA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619" y="835169"/>
                </a:moveTo>
                <a:lnTo>
                  <a:pt x="2062197" y="6993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4" name="9wq3_5_build_PredictedLigand_6">
            <a:extLst>
              <a:ext uri="{FF2B5EF4-FFF2-40B4-BE49-F238E27FC236}">
                <a16:creationId xmlns:a16="http://schemas.microsoft.com/office/drawing/2014/main" id="{9617CA20-768B-49C4-91C1-74D3992839A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1868" y="674266"/>
                </a:moveTo>
                <a:lnTo>
                  <a:pt x="452517" y="5022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5" name="9wq3_5_build_PredictedLigand_7">
            <a:extLst>
              <a:ext uri="{FF2B5EF4-FFF2-40B4-BE49-F238E27FC236}">
                <a16:creationId xmlns:a16="http://schemas.microsoft.com/office/drawing/2014/main" id="{F9083E7C-60FE-45AE-9B24-E047E064BC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51261" y="11954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6" name="9wq3_5_build_PredictedLigand_8">
            <a:extLst>
              <a:ext uri="{FF2B5EF4-FFF2-40B4-BE49-F238E27FC236}">
                <a16:creationId xmlns:a16="http://schemas.microsoft.com/office/drawing/2014/main" id="{51339AEA-0609-42BD-9E7A-E1BA8C39086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054" y="1011072"/>
                </a:moveTo>
                <a:lnTo>
                  <a:pt x="1147674" y="10911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7" name="9wq3_5_build_PredictedLigand_9">
            <a:extLst>
              <a:ext uri="{FF2B5EF4-FFF2-40B4-BE49-F238E27FC236}">
                <a16:creationId xmlns:a16="http://schemas.microsoft.com/office/drawing/2014/main" id="{7B948E17-D3BD-4357-8FE9-F7E651B7229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8" name="9wq3_5_build_PredictedLigand_10">
            <a:extLst>
              <a:ext uri="{FF2B5EF4-FFF2-40B4-BE49-F238E27FC236}">
                <a16:creationId xmlns:a16="http://schemas.microsoft.com/office/drawing/2014/main" id="{47E1456E-8E68-4082-A3E0-86B19625F75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01858" y="9764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9" name="9wq3_5_build_PredictedLigand_11">
            <a:extLst>
              <a:ext uri="{FF2B5EF4-FFF2-40B4-BE49-F238E27FC236}">
                <a16:creationId xmlns:a16="http://schemas.microsoft.com/office/drawing/2014/main" id="{70742D75-FD2B-4B07-99E7-06CF0DAB43E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88054" y="1011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0" name="9wq3_5_build_PredictedLigand_12">
            <a:extLst>
              <a:ext uri="{FF2B5EF4-FFF2-40B4-BE49-F238E27FC236}">
                <a16:creationId xmlns:a16="http://schemas.microsoft.com/office/drawing/2014/main" id="{B4D9C728-18AA-4AC3-8549-DA0BEAF7955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562" y="573134"/>
                </a:moveTo>
                <a:lnTo>
                  <a:pt x="2361910" y="5691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1" name="9wq3_5_build_PredictedLigand_13">
            <a:extLst>
              <a:ext uri="{FF2B5EF4-FFF2-40B4-BE49-F238E27FC236}">
                <a16:creationId xmlns:a16="http://schemas.microsoft.com/office/drawing/2014/main" id="{69400CA2-2A48-4150-B8C5-3527B7E4140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261" y="1195414"/>
                </a:moveTo>
                <a:lnTo>
                  <a:pt x="1247180" y="1262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2" name="9wq3_5_build_PredictedLigand_14">
            <a:extLst>
              <a:ext uri="{FF2B5EF4-FFF2-40B4-BE49-F238E27FC236}">
                <a16:creationId xmlns:a16="http://schemas.microsoft.com/office/drawing/2014/main" id="{05F65B64-F677-4470-9ED6-4924D45A4C5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311145" y="9495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3" name="9wq3_5_build_PredictedLigand_15">
            <a:extLst>
              <a:ext uri="{FF2B5EF4-FFF2-40B4-BE49-F238E27FC236}">
                <a16:creationId xmlns:a16="http://schemas.microsoft.com/office/drawing/2014/main" id="{81431423-7E36-478B-8C6C-76BBC9A3703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4" name="9wq3_5_build_PredictedLigand_16">
            <a:extLst>
              <a:ext uri="{FF2B5EF4-FFF2-40B4-BE49-F238E27FC236}">
                <a16:creationId xmlns:a16="http://schemas.microsoft.com/office/drawing/2014/main" id="{3B5323C7-5EB8-44F5-9572-0833856CB12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5" name="9wq3_5_build_PredictedLigand_17">
            <a:extLst>
              <a:ext uri="{FF2B5EF4-FFF2-40B4-BE49-F238E27FC236}">
                <a16:creationId xmlns:a16="http://schemas.microsoft.com/office/drawing/2014/main" id="{3B0E7FB1-A371-4A92-B136-F7852490451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2700" y="836002"/>
                </a:moveTo>
                <a:lnTo>
                  <a:pt x="988352" y="848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6" name="9wq3_5_build_PredictedLigand_18">
            <a:extLst>
              <a:ext uri="{FF2B5EF4-FFF2-40B4-BE49-F238E27FC236}">
                <a16:creationId xmlns:a16="http://schemas.microsoft.com/office/drawing/2014/main" id="{07F53E2D-B26A-41DA-8EDF-9DC797167CE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7" name="9wq3_5_build_PredictedLigand_19">
            <a:extLst>
              <a:ext uri="{FF2B5EF4-FFF2-40B4-BE49-F238E27FC236}">
                <a16:creationId xmlns:a16="http://schemas.microsoft.com/office/drawing/2014/main" id="{E871323F-E4A1-4DC0-9B13-265878BB266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88393" y="842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8" name="9wq3_5_build_PredictedLigand_20">
            <a:extLst>
              <a:ext uri="{FF2B5EF4-FFF2-40B4-BE49-F238E27FC236}">
                <a16:creationId xmlns:a16="http://schemas.microsoft.com/office/drawing/2014/main" id="{834A207A-800D-46F1-BE83-1AD704F756A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366123" y="4502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9" name="9wq3_5_build_PredictedLigand_21">
            <a:extLst>
              <a:ext uri="{FF2B5EF4-FFF2-40B4-BE49-F238E27FC236}">
                <a16:creationId xmlns:a16="http://schemas.microsoft.com/office/drawing/2014/main" id="{5497A238-5CB4-49B0-965D-6BF5C8018C2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81558" y="5379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0" name="9wq3_5_build_PredictedLigand_22">
            <a:extLst>
              <a:ext uri="{FF2B5EF4-FFF2-40B4-BE49-F238E27FC236}">
                <a16:creationId xmlns:a16="http://schemas.microsoft.com/office/drawing/2014/main" id="{9220CBBE-5773-4861-A468-4A254345C44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1" name="9wq3_5_build_PredictedLigand_23">
            <a:extLst>
              <a:ext uri="{FF2B5EF4-FFF2-40B4-BE49-F238E27FC236}">
                <a16:creationId xmlns:a16="http://schemas.microsoft.com/office/drawing/2014/main" id="{88B2482C-8FC3-4EB3-B04F-E3C48DC427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456" y="886348"/>
                </a:moveTo>
                <a:lnTo>
                  <a:pt x="691407" y="8011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2" name="9wq3_5_build_PredictedLigand_24">
            <a:extLst>
              <a:ext uri="{FF2B5EF4-FFF2-40B4-BE49-F238E27FC236}">
                <a16:creationId xmlns:a16="http://schemas.microsoft.com/office/drawing/2014/main" id="{88DA9E3F-BA8E-4BEB-8DBE-75CD325CC37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3" name="9wq3_5_build_PredictedLigand_25">
            <a:extLst>
              <a:ext uri="{FF2B5EF4-FFF2-40B4-BE49-F238E27FC236}">
                <a16:creationId xmlns:a16="http://schemas.microsoft.com/office/drawing/2014/main" id="{D23FC3B4-9213-4095-9DB1-536B692B7C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443" y="767886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4" name="9wq3_5_build_PredictedLigand_26">
            <a:extLst>
              <a:ext uri="{FF2B5EF4-FFF2-40B4-BE49-F238E27FC236}">
                <a16:creationId xmlns:a16="http://schemas.microsoft.com/office/drawing/2014/main" id="{E675C588-477E-4596-9284-CB0D8CB29D5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4699" y="590946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5" name="9wq3_5_build_PredictedLigand_27">
            <a:extLst>
              <a:ext uri="{FF2B5EF4-FFF2-40B4-BE49-F238E27FC236}">
                <a16:creationId xmlns:a16="http://schemas.microsoft.com/office/drawing/2014/main" id="{42F14B75-9B4B-40E4-8725-54C48C96102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270443" y="7678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6" name="9wq3_5_build_PredictedLigand_28">
            <a:extLst>
              <a:ext uri="{FF2B5EF4-FFF2-40B4-BE49-F238E27FC236}">
                <a16:creationId xmlns:a16="http://schemas.microsoft.com/office/drawing/2014/main" id="{CC532002-C005-4A4A-8FEA-599530C0F84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7180" y="1262586"/>
                </a:moveTo>
                <a:lnTo>
                  <a:pt x="1389630" y="13335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7" name="9wq3_5_build_PredictedLigand_29">
            <a:extLst>
              <a:ext uri="{FF2B5EF4-FFF2-40B4-BE49-F238E27FC236}">
                <a16:creationId xmlns:a16="http://schemas.microsoft.com/office/drawing/2014/main" id="{E53F25FF-3940-467A-A552-C0689808098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667456" y="886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8" name="9wq3_5_build_PredictedLigand_30">
            <a:extLst>
              <a:ext uri="{FF2B5EF4-FFF2-40B4-BE49-F238E27FC236}">
                <a16:creationId xmlns:a16="http://schemas.microsoft.com/office/drawing/2014/main" id="{1A7EAD99-874E-4A00-B42A-05898F3D126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6229" y="726299"/>
                </a:moveTo>
                <a:lnTo>
                  <a:pt x="867039" y="9397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9" name="9wq3_5_build_PredictedLigand_31">
            <a:extLst>
              <a:ext uri="{FF2B5EF4-FFF2-40B4-BE49-F238E27FC236}">
                <a16:creationId xmlns:a16="http://schemas.microsoft.com/office/drawing/2014/main" id="{8FD12218-8BFA-4D58-95C7-FA501357748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2395" y="760831"/>
                </a:moveTo>
                <a:lnTo>
                  <a:pt x="1385839" y="628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0" name="9wq3_5_build_PredictedLigand_32">
            <a:extLst>
              <a:ext uri="{FF2B5EF4-FFF2-40B4-BE49-F238E27FC236}">
                <a16:creationId xmlns:a16="http://schemas.microsoft.com/office/drawing/2014/main" id="{60E6E362-B4A5-40C0-A1E9-95A692C2DC0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1413" y="1007815"/>
                </a:moveTo>
                <a:lnTo>
                  <a:pt x="1998868" y="676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1" name="9wq3_5_build_PredictedLigand_33">
            <a:extLst>
              <a:ext uri="{FF2B5EF4-FFF2-40B4-BE49-F238E27FC236}">
                <a16:creationId xmlns:a16="http://schemas.microsoft.com/office/drawing/2014/main" id="{9A8454F7-300A-41AF-AB71-1B58982B5F9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2" name="9wq3_5_build_PredictedLigand_34">
            <a:extLst>
              <a:ext uri="{FF2B5EF4-FFF2-40B4-BE49-F238E27FC236}">
                <a16:creationId xmlns:a16="http://schemas.microsoft.com/office/drawing/2014/main" id="{B453450D-C8F1-4573-82B7-8D74656E78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3" name="9wq3_5_build_PredictedLigand_35">
            <a:extLst>
              <a:ext uri="{FF2B5EF4-FFF2-40B4-BE49-F238E27FC236}">
                <a16:creationId xmlns:a16="http://schemas.microsoft.com/office/drawing/2014/main" id="{AB1F1B33-2251-40C6-9F2C-397BA124073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868" y="676134"/>
                </a:moveTo>
                <a:lnTo>
                  <a:pt x="2074699" y="590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4" name="9wq3_5_build_PredictedLigand_36">
            <a:extLst>
              <a:ext uri="{FF2B5EF4-FFF2-40B4-BE49-F238E27FC236}">
                <a16:creationId xmlns:a16="http://schemas.microsoft.com/office/drawing/2014/main" id="{9D42D6CF-DFD1-420A-BCF8-0F1E72DDD04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5" name="9wq3_5_build_PredictedLigand_37">
            <a:extLst>
              <a:ext uri="{FF2B5EF4-FFF2-40B4-BE49-F238E27FC236}">
                <a16:creationId xmlns:a16="http://schemas.microsoft.com/office/drawing/2014/main" id="{383C3055-B222-49DE-B157-B6EA106227E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764" y="1333500"/>
                </a:moveTo>
                <a:lnTo>
                  <a:pt x="1513430" y="12203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6" name="9wq3_5_build_PredictedLigand_38">
            <a:extLst>
              <a:ext uri="{FF2B5EF4-FFF2-40B4-BE49-F238E27FC236}">
                <a16:creationId xmlns:a16="http://schemas.microsoft.com/office/drawing/2014/main" id="{116DE1CB-89B5-43C4-B0E0-64D2B3A1975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7" name="9wq3_5_build_PredictedLigand_39">
            <a:extLst>
              <a:ext uri="{FF2B5EF4-FFF2-40B4-BE49-F238E27FC236}">
                <a16:creationId xmlns:a16="http://schemas.microsoft.com/office/drawing/2014/main" id="{FE958A6E-54EF-4BC6-A5B0-049B0D3712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58879" y="5606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8" name="9wq3_5_build_PredictedLigand_40">
            <a:extLst>
              <a:ext uri="{FF2B5EF4-FFF2-40B4-BE49-F238E27FC236}">
                <a16:creationId xmlns:a16="http://schemas.microsoft.com/office/drawing/2014/main" id="{518D52A9-2283-447C-B11B-2F7F7DA3FEC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6127" y="1170705"/>
                </a:moveTo>
                <a:lnTo>
                  <a:pt x="1926902" y="10636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9" name="9wq3_5_build_PredictedLigand_41">
            <a:extLst>
              <a:ext uri="{FF2B5EF4-FFF2-40B4-BE49-F238E27FC236}">
                <a16:creationId xmlns:a16="http://schemas.microsoft.com/office/drawing/2014/main" id="{254C39A8-6D61-4648-A4EA-A8D68647A91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358347" y="9288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0" name="9wq3_5_build_PredictedLigand_42">
            <a:extLst>
              <a:ext uri="{FF2B5EF4-FFF2-40B4-BE49-F238E27FC236}">
                <a16:creationId xmlns:a16="http://schemas.microsoft.com/office/drawing/2014/main" id="{5F20C59B-12D2-44BB-9257-5983B79948F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3430" y="1220326"/>
                </a:moveTo>
                <a:lnTo>
                  <a:pt x="1648778" y="1107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1" name="9wq3_5_build_PredictedLigand_43">
            <a:extLst>
              <a:ext uri="{FF2B5EF4-FFF2-40B4-BE49-F238E27FC236}">
                <a16:creationId xmlns:a16="http://schemas.microsoft.com/office/drawing/2014/main" id="{09321878-04B4-4D02-ACC4-A66A700EEB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454" y="827535"/>
                </a:moveTo>
                <a:lnTo>
                  <a:pt x="1542395" y="760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2" name="9wq3_5_build_PredictedLigand_44">
            <a:extLst>
              <a:ext uri="{FF2B5EF4-FFF2-40B4-BE49-F238E27FC236}">
                <a16:creationId xmlns:a16="http://schemas.microsoft.com/office/drawing/2014/main" id="{25D8AB51-3AA8-477D-AB5B-935CE2F3DA8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039" y="939779"/>
                </a:moveTo>
                <a:lnTo>
                  <a:pt x="756810" y="7992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3" name="9wq3_5_build_PredictedLigand_45">
            <a:extLst>
              <a:ext uri="{FF2B5EF4-FFF2-40B4-BE49-F238E27FC236}">
                <a16:creationId xmlns:a16="http://schemas.microsoft.com/office/drawing/2014/main" id="{A5FFB102-5CAA-41C8-90FC-0AB8CE75528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4" name="9wq3_5_build_PredictedLigand_46">
            <a:extLst>
              <a:ext uri="{FF2B5EF4-FFF2-40B4-BE49-F238E27FC236}">
                <a16:creationId xmlns:a16="http://schemas.microsoft.com/office/drawing/2014/main" id="{58689D13-2C6B-493D-8ADA-25914AEBD2C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1849321" y="9409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5" name="9wq3_5_build_PredictedLigand_47">
            <a:extLst>
              <a:ext uri="{FF2B5EF4-FFF2-40B4-BE49-F238E27FC236}">
                <a16:creationId xmlns:a16="http://schemas.microsoft.com/office/drawing/2014/main" id="{CBA5D8F8-3C8E-4205-A54F-E21ABCA310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536" y="982471"/>
                </a:moveTo>
                <a:lnTo>
                  <a:pt x="1556454" y="8275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6" name="9wq3_5_build_PredictedLigand_48">
            <a:extLst>
              <a:ext uri="{FF2B5EF4-FFF2-40B4-BE49-F238E27FC236}">
                <a16:creationId xmlns:a16="http://schemas.microsoft.com/office/drawing/2014/main" id="{498ACDC9-460D-438B-8143-58CF2F27FBE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321" y="940969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7" name="9wq3_5_build_PredictedAtoms_0">
            <a:extLst>
              <a:ext uri="{FF2B5EF4-FFF2-40B4-BE49-F238E27FC236}">
                <a16:creationId xmlns:a16="http://schemas.microsoft.com/office/drawing/2014/main" id="{B0F76967-9219-402F-808B-26574C363B80}"/>
              </a:ext>
            </a:extLst>
          </p:cNvPr>
          <p:cNvSpPr>
            <a:spLocks noGrp="1"/>
          </p:cNvSpPr>
          <p:nvPr/>
        </p:nvSpPr>
        <p:spPr>
          <a:xfrm>
            <a:off x="7992669" y="56671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8" name="9wq3_5_build_PredictedAtoms_1">
            <a:extLst>
              <a:ext uri="{FF2B5EF4-FFF2-40B4-BE49-F238E27FC236}">
                <a16:creationId xmlns:a16="http://schemas.microsoft.com/office/drawing/2014/main" id="{2D8F87E6-BBC1-44CC-865F-46003A065EA1}"/>
              </a:ext>
            </a:extLst>
          </p:cNvPr>
          <p:cNvSpPr>
            <a:spLocks noGrp="1"/>
          </p:cNvSpPr>
          <p:nvPr/>
        </p:nvSpPr>
        <p:spPr>
          <a:xfrm>
            <a:off x="7962135" y="55264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9" name="9wq3_5_build_PredictedAtoms_2">
            <a:extLst>
              <a:ext uri="{FF2B5EF4-FFF2-40B4-BE49-F238E27FC236}">
                <a16:creationId xmlns:a16="http://schemas.microsoft.com/office/drawing/2014/main" id="{E0B7D982-F32D-41E4-89B3-17A2D24CE6C4}"/>
              </a:ext>
            </a:extLst>
          </p:cNvPr>
          <p:cNvSpPr>
            <a:spLocks noGrp="1"/>
          </p:cNvSpPr>
          <p:nvPr/>
        </p:nvSpPr>
        <p:spPr>
          <a:xfrm>
            <a:off x="8082910" y="54194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0" name="9wq3_5_build_PredictedAtoms_3">
            <a:extLst>
              <a:ext uri="{FF2B5EF4-FFF2-40B4-BE49-F238E27FC236}">
                <a16:creationId xmlns:a16="http://schemas.microsoft.com/office/drawing/2014/main" id="{8AE5B9EA-F7E0-4F92-9A5E-9932B0D77EFF}"/>
              </a:ext>
            </a:extLst>
          </p:cNvPr>
          <p:cNvSpPr>
            <a:spLocks noGrp="1"/>
          </p:cNvSpPr>
          <p:nvPr/>
        </p:nvSpPr>
        <p:spPr>
          <a:xfrm>
            <a:off x="8167420" y="53635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1" name="9wq3_5_build_PredictedAtoms_4">
            <a:extLst>
              <a:ext uri="{FF2B5EF4-FFF2-40B4-BE49-F238E27FC236}">
                <a16:creationId xmlns:a16="http://schemas.microsoft.com/office/drawing/2014/main" id="{CC6533FF-CC99-4A91-ACB9-6194E91ED2D0}"/>
              </a:ext>
            </a:extLst>
          </p:cNvPr>
          <p:cNvSpPr>
            <a:spLocks noGrp="1"/>
          </p:cNvSpPr>
          <p:nvPr/>
        </p:nvSpPr>
        <p:spPr>
          <a:xfrm>
            <a:off x="8154875" y="50319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2" name="9wq3_5_build_PredictedAtoms_5">
            <a:extLst>
              <a:ext uri="{FF2B5EF4-FFF2-40B4-BE49-F238E27FC236}">
                <a16:creationId xmlns:a16="http://schemas.microsoft.com/office/drawing/2014/main" id="{B640CF04-718F-4A7B-BEDA-64B01A216B24}"/>
              </a:ext>
            </a:extLst>
          </p:cNvPr>
          <p:cNvSpPr>
            <a:spLocks noGrp="1"/>
          </p:cNvSpPr>
          <p:nvPr/>
        </p:nvSpPr>
        <p:spPr>
          <a:xfrm>
            <a:off x="8230707" y="49467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3" name="9wq3_5_build_PredictedAtoms_6">
            <a:extLst>
              <a:ext uri="{FF2B5EF4-FFF2-40B4-BE49-F238E27FC236}">
                <a16:creationId xmlns:a16="http://schemas.microsoft.com/office/drawing/2014/main" id="{13906E4D-C108-4624-8564-88D3B90E7C09}"/>
              </a:ext>
            </a:extLst>
          </p:cNvPr>
          <p:cNvSpPr>
            <a:spLocks noGrp="1"/>
          </p:cNvSpPr>
          <p:nvPr/>
        </p:nvSpPr>
        <p:spPr>
          <a:xfrm>
            <a:off x="8315570" y="49289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4" name="9wq3_5_build_PredictedAtoms_7">
            <a:extLst>
              <a:ext uri="{FF2B5EF4-FFF2-40B4-BE49-F238E27FC236}">
                <a16:creationId xmlns:a16="http://schemas.microsoft.com/office/drawing/2014/main" id="{E69E404E-D9E6-417E-84B7-67C58B2E41AF}"/>
              </a:ext>
            </a:extLst>
          </p:cNvPr>
          <p:cNvSpPr>
            <a:spLocks noGrp="1"/>
          </p:cNvSpPr>
          <p:nvPr/>
        </p:nvSpPr>
        <p:spPr>
          <a:xfrm>
            <a:off x="8517918" y="4924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5" name="9wq3_5_build_PredictedAtoms_8">
            <a:extLst>
              <a:ext uri="{FF2B5EF4-FFF2-40B4-BE49-F238E27FC236}">
                <a16:creationId xmlns:a16="http://schemas.microsoft.com/office/drawing/2014/main" id="{ADBABDBD-C126-46E7-9BF3-366E620E4B46}"/>
              </a:ext>
            </a:extLst>
          </p:cNvPr>
          <p:cNvSpPr>
            <a:spLocks noGrp="1"/>
          </p:cNvSpPr>
          <p:nvPr/>
        </p:nvSpPr>
        <p:spPr>
          <a:xfrm>
            <a:off x="8522130" y="48060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6" name="9wq3_5_build_PredictedAtoms_9">
            <a:extLst>
              <a:ext uri="{FF2B5EF4-FFF2-40B4-BE49-F238E27FC236}">
                <a16:creationId xmlns:a16="http://schemas.microsoft.com/office/drawing/2014/main" id="{FC14B853-7488-4D11-9C56-4A1357362DB5}"/>
              </a:ext>
            </a:extLst>
          </p:cNvPr>
          <p:cNvSpPr>
            <a:spLocks noGrp="1"/>
          </p:cNvSpPr>
          <p:nvPr/>
        </p:nvSpPr>
        <p:spPr>
          <a:xfrm>
            <a:off x="8312524" y="49281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7" name="9wq3_5_build_PredictedAtoms_10">
            <a:extLst>
              <a:ext uri="{FF2B5EF4-FFF2-40B4-BE49-F238E27FC236}">
                <a16:creationId xmlns:a16="http://schemas.microsoft.com/office/drawing/2014/main" id="{9C1B33C2-93A2-412B-86D6-0BF5E889BB28}"/>
              </a:ext>
            </a:extLst>
          </p:cNvPr>
          <p:cNvSpPr>
            <a:spLocks noGrp="1"/>
          </p:cNvSpPr>
          <p:nvPr/>
        </p:nvSpPr>
        <p:spPr>
          <a:xfrm>
            <a:off x="8328300" y="50844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8" name="9wq3_5_build_PredictedAtoms_11">
            <a:extLst>
              <a:ext uri="{FF2B5EF4-FFF2-40B4-BE49-F238E27FC236}">
                <a16:creationId xmlns:a16="http://schemas.microsoft.com/office/drawing/2014/main" id="{EA069CA0-C6FC-4C21-B413-E8434374397F}"/>
              </a:ext>
            </a:extLst>
          </p:cNvPr>
          <p:cNvSpPr>
            <a:spLocks noGrp="1"/>
          </p:cNvSpPr>
          <p:nvPr/>
        </p:nvSpPr>
        <p:spPr>
          <a:xfrm>
            <a:off x="8227626" y="51909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9" name="9wq3_5_build_PredictedAtoms_12">
            <a:extLst>
              <a:ext uri="{FF2B5EF4-FFF2-40B4-BE49-F238E27FC236}">
                <a16:creationId xmlns:a16="http://schemas.microsoft.com/office/drawing/2014/main" id="{FFEFD78F-3716-402E-832A-7CB8DB01AFF2}"/>
              </a:ext>
            </a:extLst>
          </p:cNvPr>
          <p:cNvSpPr>
            <a:spLocks noGrp="1"/>
          </p:cNvSpPr>
          <p:nvPr/>
        </p:nvSpPr>
        <p:spPr>
          <a:xfrm>
            <a:off x="8218205" y="50551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0" name="9wq3_5_build_PredictedAtoms_13">
            <a:extLst>
              <a:ext uri="{FF2B5EF4-FFF2-40B4-BE49-F238E27FC236}">
                <a16:creationId xmlns:a16="http://schemas.microsoft.com/office/drawing/2014/main" id="{820026AD-BB3D-45A7-8EB6-401E4D84ABDD}"/>
              </a:ext>
            </a:extLst>
          </p:cNvPr>
          <p:cNvSpPr>
            <a:spLocks noGrp="1"/>
          </p:cNvSpPr>
          <p:nvPr/>
        </p:nvSpPr>
        <p:spPr>
          <a:xfrm>
            <a:off x="8005328" y="52967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1" name="9wq3_5_build_PredictedAtoms_14">
            <a:extLst>
              <a:ext uri="{FF2B5EF4-FFF2-40B4-BE49-F238E27FC236}">
                <a16:creationId xmlns:a16="http://schemas.microsoft.com/office/drawing/2014/main" id="{3B961A8D-4428-4008-ABC5-22935E904A27}"/>
              </a:ext>
            </a:extLst>
          </p:cNvPr>
          <p:cNvSpPr>
            <a:spLocks noGrp="1"/>
          </p:cNvSpPr>
          <p:nvPr/>
        </p:nvSpPr>
        <p:spPr>
          <a:xfrm>
            <a:off x="7844543" y="53382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2" name="9wq3_5_build_PredictedAtoms_15">
            <a:extLst>
              <a:ext uri="{FF2B5EF4-FFF2-40B4-BE49-F238E27FC236}">
                <a16:creationId xmlns:a16="http://schemas.microsoft.com/office/drawing/2014/main" id="{F9C5822A-4CC5-4E81-8F9F-EF7C6DB05E68}"/>
              </a:ext>
            </a:extLst>
          </p:cNvPr>
          <p:cNvSpPr>
            <a:spLocks noGrp="1"/>
          </p:cNvSpPr>
          <p:nvPr/>
        </p:nvSpPr>
        <p:spPr>
          <a:xfrm>
            <a:off x="7712461" y="51833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3" name="9wq3_5_build_PredictedAtoms_16">
            <a:extLst>
              <a:ext uri="{FF2B5EF4-FFF2-40B4-BE49-F238E27FC236}">
                <a16:creationId xmlns:a16="http://schemas.microsoft.com/office/drawing/2014/main" id="{B97D6150-AA1D-4E9A-A819-38042A14895D}"/>
              </a:ext>
            </a:extLst>
          </p:cNvPr>
          <p:cNvSpPr>
            <a:spLocks noGrp="1"/>
          </p:cNvSpPr>
          <p:nvPr/>
        </p:nvSpPr>
        <p:spPr>
          <a:xfrm>
            <a:off x="7698403" y="51166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4" name="9wq3_5_build_PredictedAtoms_17">
            <a:extLst>
              <a:ext uri="{FF2B5EF4-FFF2-40B4-BE49-F238E27FC236}">
                <a16:creationId xmlns:a16="http://schemas.microsoft.com/office/drawing/2014/main" id="{0B06F08C-FA67-4149-8589-2ECFDA182255}"/>
              </a:ext>
            </a:extLst>
          </p:cNvPr>
          <p:cNvSpPr>
            <a:spLocks noGrp="1"/>
          </p:cNvSpPr>
          <p:nvPr/>
        </p:nvSpPr>
        <p:spPr>
          <a:xfrm>
            <a:off x="7541847" y="49838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5" name="9wq3_5_build_PredictedAtoms_18">
            <a:extLst>
              <a:ext uri="{FF2B5EF4-FFF2-40B4-BE49-F238E27FC236}">
                <a16:creationId xmlns:a16="http://schemas.microsoft.com/office/drawing/2014/main" id="{576E454B-3186-407B-AE9C-18F0997DD8B8}"/>
              </a:ext>
            </a:extLst>
          </p:cNvPr>
          <p:cNvSpPr>
            <a:spLocks noGrp="1"/>
          </p:cNvSpPr>
          <p:nvPr/>
        </p:nvSpPr>
        <p:spPr>
          <a:xfrm>
            <a:off x="7514887" y="4916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6" name="9wq3_5_build_PredictedAtoms_19">
            <a:extLst>
              <a:ext uri="{FF2B5EF4-FFF2-40B4-BE49-F238E27FC236}">
                <a16:creationId xmlns:a16="http://schemas.microsoft.com/office/drawing/2014/main" id="{C06D63A7-581D-4AE5-87D4-75DAC58E8C3B}"/>
              </a:ext>
            </a:extLst>
          </p:cNvPr>
          <p:cNvSpPr>
            <a:spLocks noGrp="1"/>
          </p:cNvSpPr>
          <p:nvPr/>
        </p:nvSpPr>
        <p:spPr>
          <a:xfrm>
            <a:off x="7537565" y="48937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7" name="9wq3_5_build_PredictedAtoms_20">
            <a:extLst>
              <a:ext uri="{FF2B5EF4-FFF2-40B4-BE49-F238E27FC236}">
                <a16:creationId xmlns:a16="http://schemas.microsoft.com/office/drawing/2014/main" id="{F94222C3-376A-4463-A387-59C81CFFF974}"/>
              </a:ext>
            </a:extLst>
          </p:cNvPr>
          <p:cNvSpPr>
            <a:spLocks noGrp="1"/>
          </p:cNvSpPr>
          <p:nvPr/>
        </p:nvSpPr>
        <p:spPr>
          <a:xfrm>
            <a:off x="7426451" y="51236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8" name="9wq3_5_build_PredictedAtoms_21">
            <a:extLst>
              <a:ext uri="{FF2B5EF4-FFF2-40B4-BE49-F238E27FC236}">
                <a16:creationId xmlns:a16="http://schemas.microsoft.com/office/drawing/2014/main" id="{FE501C59-9A5B-48F9-9AD4-730ADF813743}"/>
              </a:ext>
            </a:extLst>
          </p:cNvPr>
          <p:cNvSpPr>
            <a:spLocks noGrp="1"/>
          </p:cNvSpPr>
          <p:nvPr/>
        </p:nvSpPr>
        <p:spPr>
          <a:xfrm>
            <a:off x="7298708" y="51917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9" name="9wq3_5_build_PredictedAtoms_22">
            <a:extLst>
              <a:ext uri="{FF2B5EF4-FFF2-40B4-BE49-F238E27FC236}">
                <a16:creationId xmlns:a16="http://schemas.microsoft.com/office/drawing/2014/main" id="{67022339-089F-4D8F-A55E-2A043360A4B6}"/>
              </a:ext>
            </a:extLst>
          </p:cNvPr>
          <p:cNvSpPr>
            <a:spLocks noGrp="1"/>
          </p:cNvSpPr>
          <p:nvPr/>
        </p:nvSpPr>
        <p:spPr>
          <a:xfrm>
            <a:off x="7144359" y="52045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0" name="9wq3_5_build_PredictedAtoms_23">
            <a:extLst>
              <a:ext uri="{FF2B5EF4-FFF2-40B4-BE49-F238E27FC236}">
                <a16:creationId xmlns:a16="http://schemas.microsoft.com/office/drawing/2014/main" id="{A31A3B41-0A3A-430D-A550-F94FF65A2623}"/>
              </a:ext>
            </a:extLst>
          </p:cNvPr>
          <p:cNvSpPr>
            <a:spLocks noGrp="1"/>
          </p:cNvSpPr>
          <p:nvPr/>
        </p:nvSpPr>
        <p:spPr>
          <a:xfrm>
            <a:off x="7092237" y="50820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1" name="9wq3_5_build_PredictedAtoms_24">
            <a:extLst>
              <a:ext uri="{FF2B5EF4-FFF2-40B4-BE49-F238E27FC236}">
                <a16:creationId xmlns:a16="http://schemas.microsoft.com/office/drawing/2014/main" id="{16E8495E-CB50-46D9-A76A-61732AD1C837}"/>
              </a:ext>
            </a:extLst>
          </p:cNvPr>
          <p:cNvSpPr>
            <a:spLocks noGrp="1"/>
          </p:cNvSpPr>
          <p:nvPr/>
        </p:nvSpPr>
        <p:spPr>
          <a:xfrm>
            <a:off x="7023046" y="52955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2" name="9wq3_5_build_PredictedAtoms_25">
            <a:extLst>
              <a:ext uri="{FF2B5EF4-FFF2-40B4-BE49-F238E27FC236}">
                <a16:creationId xmlns:a16="http://schemas.microsoft.com/office/drawing/2014/main" id="{666960D3-7065-48C0-8E2C-6D1F66551BB5}"/>
              </a:ext>
            </a:extLst>
          </p:cNvPr>
          <p:cNvSpPr>
            <a:spLocks noGrp="1"/>
          </p:cNvSpPr>
          <p:nvPr/>
        </p:nvSpPr>
        <p:spPr>
          <a:xfrm>
            <a:off x="6912818" y="51550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3" name="9wq3_5_build_PredictedAtoms_26">
            <a:extLst>
              <a:ext uri="{FF2B5EF4-FFF2-40B4-BE49-F238E27FC236}">
                <a16:creationId xmlns:a16="http://schemas.microsoft.com/office/drawing/2014/main" id="{2201BF77-3996-4945-800F-56EAC6028E94}"/>
              </a:ext>
            </a:extLst>
          </p:cNvPr>
          <p:cNvSpPr>
            <a:spLocks noGrp="1"/>
          </p:cNvSpPr>
          <p:nvPr/>
        </p:nvSpPr>
        <p:spPr>
          <a:xfrm>
            <a:off x="6767876" y="50300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4" name="9wq3_5_build_PredictedAtoms_27">
            <a:extLst>
              <a:ext uri="{FF2B5EF4-FFF2-40B4-BE49-F238E27FC236}">
                <a16:creationId xmlns:a16="http://schemas.microsoft.com/office/drawing/2014/main" id="{D0DF5235-6D08-4459-A950-58C5761BA2A0}"/>
              </a:ext>
            </a:extLst>
          </p:cNvPr>
          <p:cNvSpPr>
            <a:spLocks noGrp="1"/>
          </p:cNvSpPr>
          <p:nvPr/>
        </p:nvSpPr>
        <p:spPr>
          <a:xfrm>
            <a:off x="6608525" y="48580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5" name="9wq3_5_build_PredictedAtoms_28">
            <a:extLst>
              <a:ext uri="{FF2B5EF4-FFF2-40B4-BE49-F238E27FC236}">
                <a16:creationId xmlns:a16="http://schemas.microsoft.com/office/drawing/2014/main" id="{CF4D8A99-BA1D-4260-AE82-ECBCC1D15695}"/>
              </a:ext>
            </a:extLst>
          </p:cNvPr>
          <p:cNvSpPr>
            <a:spLocks noGrp="1"/>
          </p:cNvSpPr>
          <p:nvPr/>
        </p:nvSpPr>
        <p:spPr>
          <a:xfrm>
            <a:off x="6661370" y="48671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6" name="9wq3_5_build_PredictedAtoms_29">
            <a:extLst>
              <a:ext uri="{FF2B5EF4-FFF2-40B4-BE49-F238E27FC236}">
                <a16:creationId xmlns:a16="http://schemas.microsoft.com/office/drawing/2014/main" id="{C5CE902C-A7B1-4A76-BB99-B5C7021F08F7}"/>
              </a:ext>
            </a:extLst>
          </p:cNvPr>
          <p:cNvSpPr>
            <a:spLocks noGrp="1"/>
          </p:cNvSpPr>
          <p:nvPr/>
        </p:nvSpPr>
        <p:spPr>
          <a:xfrm>
            <a:off x="6657589" y="51840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7" name="9wq3_5_build_PredictedAtoms_30">
            <a:extLst>
              <a:ext uri="{FF2B5EF4-FFF2-40B4-BE49-F238E27FC236}">
                <a16:creationId xmlns:a16="http://schemas.microsoft.com/office/drawing/2014/main" id="{856ED97A-70C0-45A0-97D8-F991F6954D27}"/>
              </a:ext>
            </a:extLst>
          </p:cNvPr>
          <p:cNvSpPr>
            <a:spLocks noGrp="1"/>
          </p:cNvSpPr>
          <p:nvPr/>
        </p:nvSpPr>
        <p:spPr>
          <a:xfrm>
            <a:off x="6644400" y="51981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8" name="9wq3_5_build_PredictedAtoms_31">
            <a:extLst>
              <a:ext uri="{FF2B5EF4-FFF2-40B4-BE49-F238E27FC236}">
                <a16:creationId xmlns:a16="http://schemas.microsoft.com/office/drawing/2014/main" id="{4167A357-A4F7-42BA-80F5-70F82BEEAEE7}"/>
              </a:ext>
            </a:extLst>
          </p:cNvPr>
          <p:cNvSpPr>
            <a:spLocks noGrp="1"/>
          </p:cNvSpPr>
          <p:nvPr/>
        </p:nvSpPr>
        <p:spPr>
          <a:xfrm>
            <a:off x="6514354" y="52846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9" name="9wq3_5_build_PredictedAtoms_32">
            <a:extLst>
              <a:ext uri="{FF2B5EF4-FFF2-40B4-BE49-F238E27FC236}">
                <a16:creationId xmlns:a16="http://schemas.microsoft.com/office/drawing/2014/main" id="{6F24D0B7-C734-410D-A7D2-61CB5E8CB52A}"/>
              </a:ext>
            </a:extLst>
          </p:cNvPr>
          <p:cNvSpPr>
            <a:spLocks noGrp="1"/>
          </p:cNvSpPr>
          <p:nvPr/>
        </p:nvSpPr>
        <p:spPr>
          <a:xfrm>
            <a:off x="6823464" y="52421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0" name="9wq3_5_build_PredictedAtoms_33">
            <a:extLst>
              <a:ext uri="{FF2B5EF4-FFF2-40B4-BE49-F238E27FC236}">
                <a16:creationId xmlns:a16="http://schemas.microsoft.com/office/drawing/2014/main" id="{C21D3145-F366-4D54-9761-8F0DFB852433}"/>
              </a:ext>
            </a:extLst>
          </p:cNvPr>
          <p:cNvSpPr>
            <a:spLocks noGrp="1"/>
          </p:cNvSpPr>
          <p:nvPr/>
        </p:nvSpPr>
        <p:spPr>
          <a:xfrm>
            <a:off x="6847414" y="51569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1" name="9wq3_5_build_PredictedAtoms_34">
            <a:extLst>
              <a:ext uri="{FF2B5EF4-FFF2-40B4-BE49-F238E27FC236}">
                <a16:creationId xmlns:a16="http://schemas.microsoft.com/office/drawing/2014/main" id="{BD40D3E6-97A5-4DA7-AB46-FF632A9ADC10}"/>
              </a:ext>
            </a:extLst>
          </p:cNvPr>
          <p:cNvSpPr>
            <a:spLocks noGrp="1"/>
          </p:cNvSpPr>
          <p:nvPr/>
        </p:nvSpPr>
        <p:spPr>
          <a:xfrm>
            <a:off x="7144061" y="53668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2" name="9wq3_5_build_PredictedAtoms_35">
            <a:extLst>
              <a:ext uri="{FF2B5EF4-FFF2-40B4-BE49-F238E27FC236}">
                <a16:creationId xmlns:a16="http://schemas.microsoft.com/office/drawing/2014/main" id="{E6C23EEF-8B1B-4524-B655-62D2D91215BD}"/>
              </a:ext>
            </a:extLst>
          </p:cNvPr>
          <p:cNvSpPr>
            <a:spLocks noGrp="1"/>
          </p:cNvSpPr>
          <p:nvPr/>
        </p:nvSpPr>
        <p:spPr>
          <a:xfrm>
            <a:off x="7303681" y="54469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3" name="9wq3_5_build_PredictedAtoms_36">
            <a:extLst>
              <a:ext uri="{FF2B5EF4-FFF2-40B4-BE49-F238E27FC236}">
                <a16:creationId xmlns:a16="http://schemas.microsoft.com/office/drawing/2014/main" id="{C7E27CBF-7607-40F5-8559-EA2473D97167}"/>
              </a:ext>
            </a:extLst>
          </p:cNvPr>
          <p:cNvSpPr>
            <a:spLocks noGrp="1"/>
          </p:cNvSpPr>
          <p:nvPr/>
        </p:nvSpPr>
        <p:spPr>
          <a:xfrm>
            <a:off x="7407269" y="555119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4" name="9wq3_5_build_PredictedAtoms_37">
            <a:extLst>
              <a:ext uri="{FF2B5EF4-FFF2-40B4-BE49-F238E27FC236}">
                <a16:creationId xmlns:a16="http://schemas.microsoft.com/office/drawing/2014/main" id="{3C753790-6804-4002-93A2-41F1501A5FF5}"/>
              </a:ext>
            </a:extLst>
          </p:cNvPr>
          <p:cNvSpPr>
            <a:spLocks noGrp="1"/>
          </p:cNvSpPr>
          <p:nvPr/>
        </p:nvSpPr>
        <p:spPr>
          <a:xfrm>
            <a:off x="7403188" y="56183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5" name="9wq3_5_build_PredictedAtoms_41">
            <a:extLst>
              <a:ext uri="{FF2B5EF4-FFF2-40B4-BE49-F238E27FC236}">
                <a16:creationId xmlns:a16="http://schemas.microsoft.com/office/drawing/2014/main" id="{BC10E548-D368-4DBB-A1AA-7B4B9D0D4155}"/>
              </a:ext>
            </a:extLst>
          </p:cNvPr>
          <p:cNvSpPr>
            <a:spLocks noGrp="1"/>
          </p:cNvSpPr>
          <p:nvPr/>
        </p:nvSpPr>
        <p:spPr>
          <a:xfrm>
            <a:off x="7669438" y="55761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6" name="9wq3_5_build_PredictedAtoms_42">
            <a:extLst>
              <a:ext uri="{FF2B5EF4-FFF2-40B4-BE49-F238E27FC236}">
                <a16:creationId xmlns:a16="http://schemas.microsoft.com/office/drawing/2014/main" id="{6ECA10B7-8D5B-4D6A-8EFB-E451D3A456DC}"/>
              </a:ext>
            </a:extLst>
          </p:cNvPr>
          <p:cNvSpPr>
            <a:spLocks noGrp="1"/>
          </p:cNvSpPr>
          <p:nvPr/>
        </p:nvSpPr>
        <p:spPr>
          <a:xfrm>
            <a:off x="7804786" y="54634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7" name="9wq3_5_build_PredictedAtoms_43">
            <a:extLst>
              <a:ext uri="{FF2B5EF4-FFF2-40B4-BE49-F238E27FC236}">
                <a16:creationId xmlns:a16="http://schemas.microsoft.com/office/drawing/2014/main" id="{2C190F6D-3863-48B7-8B20-9C06429D8D2F}"/>
              </a:ext>
            </a:extLst>
          </p:cNvPr>
          <p:cNvSpPr>
            <a:spLocks noGrp="1"/>
          </p:cNvSpPr>
          <p:nvPr/>
        </p:nvSpPr>
        <p:spPr>
          <a:xfrm>
            <a:off x="7357865" y="53322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8" name="9wq3_5_build_PredictedAtoms_44">
            <a:extLst>
              <a:ext uri="{FF2B5EF4-FFF2-40B4-BE49-F238E27FC236}">
                <a16:creationId xmlns:a16="http://schemas.microsoft.com/office/drawing/2014/main" id="{07576C15-9CB5-49DF-8EE4-21493E90F671}"/>
              </a:ext>
            </a:extLst>
          </p:cNvPr>
          <p:cNvSpPr>
            <a:spLocks noGrp="1"/>
          </p:cNvSpPr>
          <p:nvPr/>
        </p:nvSpPr>
        <p:spPr>
          <a:xfrm>
            <a:off x="7467153" y="53053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9" name="9wq3_5_build_Clashes_0">
            <a:extLst>
              <a:ext uri="{FF2B5EF4-FFF2-40B4-BE49-F238E27FC236}">
                <a16:creationId xmlns:a16="http://schemas.microsoft.com/office/drawing/2014/main" id="{FFB2E392-460C-42C6-A7D8-936DF73F9B5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977617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0" name="9wq3_5_build_Clashes_1">
            <a:extLst>
              <a:ext uri="{FF2B5EF4-FFF2-40B4-BE49-F238E27FC236}">
                <a16:creationId xmlns:a16="http://schemas.microsoft.com/office/drawing/2014/main" id="{03C6286A-A0F6-462D-BEA2-19BD3C7AAD9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1" name="9wq3_5_build_Clashes_2">
            <a:extLst>
              <a:ext uri="{FF2B5EF4-FFF2-40B4-BE49-F238E27FC236}">
                <a16:creationId xmlns:a16="http://schemas.microsoft.com/office/drawing/2014/main" id="{8719E6C0-F9D4-43F0-B389-62CCC13D850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605067" y="35180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2" name="9wq3_5_build_Clashes_3">
            <a:extLst>
              <a:ext uri="{FF2B5EF4-FFF2-40B4-BE49-F238E27FC236}">
                <a16:creationId xmlns:a16="http://schemas.microsoft.com/office/drawing/2014/main" id="{A93F25AC-AC94-4753-88EF-339EE6A7737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3" name="9wq3_5_build_Clashes_4">
            <a:extLst>
              <a:ext uri="{FF2B5EF4-FFF2-40B4-BE49-F238E27FC236}">
                <a16:creationId xmlns:a16="http://schemas.microsoft.com/office/drawing/2014/main" id="{D993AF07-BB53-493A-8DC5-20977EB03A7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68043" y="38412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4" name="9wq3_5_build_Clashes_5">
            <a:extLst>
              <a:ext uri="{FF2B5EF4-FFF2-40B4-BE49-F238E27FC236}">
                <a16:creationId xmlns:a16="http://schemas.microsoft.com/office/drawing/2014/main" id="{9B829824-A3C4-4C65-94C0-A05F564210E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013071" y="48774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5" name="9wq3_5_build_Clashes_6">
            <a:extLst>
              <a:ext uri="{FF2B5EF4-FFF2-40B4-BE49-F238E27FC236}">
                <a16:creationId xmlns:a16="http://schemas.microsoft.com/office/drawing/2014/main" id="{AA2A29D9-9E63-4A6B-95F7-8CEE6C51577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749227" y="85439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6" name="9wq3_5_build_Clashes_7">
            <a:extLst>
              <a:ext uri="{FF2B5EF4-FFF2-40B4-BE49-F238E27FC236}">
                <a16:creationId xmlns:a16="http://schemas.microsoft.com/office/drawing/2014/main" id="{690C20F9-F107-49DA-8792-CE2FCDCBD6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819853" y="55158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7" name="9wq3_5_build_Clashes_8">
            <a:extLst>
              <a:ext uri="{FF2B5EF4-FFF2-40B4-BE49-F238E27FC236}">
                <a16:creationId xmlns:a16="http://schemas.microsoft.com/office/drawing/2014/main" id="{54BE832A-4D4F-443F-8FE4-247D8E19504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503278" y="108915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8" name="9wq3_5_build_Clashes_9">
            <a:extLst>
              <a:ext uri="{FF2B5EF4-FFF2-40B4-BE49-F238E27FC236}">
                <a16:creationId xmlns:a16="http://schemas.microsoft.com/office/drawing/2014/main" id="{0AB819D0-94D9-45D2-BBB9-1C2C0FEA340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31053" y="100081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9" name="9wq3_5_build_ClashingReceptorAtoms_2">
            <a:extLst>
              <a:ext uri="{FF2B5EF4-FFF2-40B4-BE49-F238E27FC236}">
                <a16:creationId xmlns:a16="http://schemas.microsoft.com/office/drawing/2014/main" id="{EBD40ABB-5CEB-428A-A2DA-1BB2309481CC}"/>
              </a:ext>
            </a:extLst>
          </p:cNvPr>
          <p:cNvSpPr>
            <a:spLocks noGrp="1"/>
          </p:cNvSpPr>
          <p:nvPr/>
        </p:nvSpPr>
        <p:spPr>
          <a:xfrm>
            <a:off x="8753455" y="46999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0" name="9wq3_5_build_ClashingReceptorAtoms_3">
            <a:extLst>
              <a:ext uri="{FF2B5EF4-FFF2-40B4-BE49-F238E27FC236}">
                <a16:creationId xmlns:a16="http://schemas.microsoft.com/office/drawing/2014/main" id="{73618B88-D230-426F-8745-EF4DECDE4DD3}"/>
              </a:ext>
            </a:extLst>
          </p:cNvPr>
          <p:cNvSpPr>
            <a:spLocks noGrp="1"/>
          </p:cNvSpPr>
          <p:nvPr/>
        </p:nvSpPr>
        <p:spPr>
          <a:xfrm>
            <a:off x="8602320" y="471472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1" name="9wq3_5_build_ClashingReceptorAtoms_4">
            <a:extLst>
              <a:ext uri="{FF2B5EF4-FFF2-40B4-BE49-F238E27FC236}">
                <a16:creationId xmlns:a16="http://schemas.microsoft.com/office/drawing/2014/main" id="{EDCAAA3D-442C-48D8-895A-2FD6D1947F14}"/>
              </a:ext>
            </a:extLst>
          </p:cNvPr>
          <p:cNvSpPr>
            <a:spLocks noGrp="1"/>
          </p:cNvSpPr>
          <p:nvPr/>
        </p:nvSpPr>
        <p:spPr>
          <a:xfrm>
            <a:off x="8316431" y="473228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2" name="9wq3_5_build_ClashingReceptorAtoms_5">
            <a:extLst>
              <a:ext uri="{FF2B5EF4-FFF2-40B4-BE49-F238E27FC236}">
                <a16:creationId xmlns:a16="http://schemas.microsoft.com/office/drawing/2014/main" id="{9AF660C5-E12B-49E3-9336-2FDCFA315F82}"/>
              </a:ext>
            </a:extLst>
          </p:cNvPr>
          <p:cNvSpPr>
            <a:spLocks noGrp="1"/>
          </p:cNvSpPr>
          <p:nvPr/>
        </p:nvSpPr>
        <p:spPr>
          <a:xfrm>
            <a:off x="8161458" y="483590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3" name="9wq3_5_build_ClashingReceptorAtoms_6">
            <a:extLst>
              <a:ext uri="{FF2B5EF4-FFF2-40B4-BE49-F238E27FC236}">
                <a16:creationId xmlns:a16="http://schemas.microsoft.com/office/drawing/2014/main" id="{BC5518C8-286E-48CF-9FDE-1F456F72686B}"/>
              </a:ext>
            </a:extLst>
          </p:cNvPr>
          <p:cNvSpPr>
            <a:spLocks noGrp="1"/>
          </p:cNvSpPr>
          <p:nvPr/>
        </p:nvSpPr>
        <p:spPr>
          <a:xfrm>
            <a:off x="6897614" y="520255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4" name="9wq3_5_build_ClashingReceptorAtoms_7">
            <a:extLst>
              <a:ext uri="{FF2B5EF4-FFF2-40B4-BE49-F238E27FC236}">
                <a16:creationId xmlns:a16="http://schemas.microsoft.com/office/drawing/2014/main" id="{583E2745-E947-4FA7-9F76-208C2FE22936}"/>
              </a:ext>
            </a:extLst>
          </p:cNvPr>
          <p:cNvSpPr>
            <a:spLocks noGrp="1"/>
          </p:cNvSpPr>
          <p:nvPr/>
        </p:nvSpPr>
        <p:spPr>
          <a:xfrm>
            <a:off x="6968241" y="489974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5" name="9wq3_5_build_ClashingReceptorAtoms_8">
            <a:extLst>
              <a:ext uri="{FF2B5EF4-FFF2-40B4-BE49-F238E27FC236}">
                <a16:creationId xmlns:a16="http://schemas.microsoft.com/office/drawing/2014/main" id="{10B05D70-9F63-462B-A644-00552550FA30}"/>
              </a:ext>
            </a:extLst>
          </p:cNvPr>
          <p:cNvSpPr>
            <a:spLocks noGrp="1"/>
          </p:cNvSpPr>
          <p:nvPr/>
        </p:nvSpPr>
        <p:spPr>
          <a:xfrm>
            <a:off x="6651665" y="543732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6" name="9wq3_5_build_ClashingReceptorAtoms_9">
            <a:extLst>
              <a:ext uri="{FF2B5EF4-FFF2-40B4-BE49-F238E27FC236}">
                <a16:creationId xmlns:a16="http://schemas.microsoft.com/office/drawing/2014/main" id="{9A6A7BC0-A884-44EC-963E-93ACDE33100F}"/>
              </a:ext>
            </a:extLst>
          </p:cNvPr>
          <p:cNvSpPr>
            <a:spLocks noGrp="1"/>
          </p:cNvSpPr>
          <p:nvPr/>
        </p:nvSpPr>
        <p:spPr>
          <a:xfrm>
            <a:off x="6579440" y="534898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7" name="stage3-cases-clash_29">
            <a:extLst>
              <a:ext uri="{FF2B5EF4-FFF2-40B4-BE49-F238E27FC236}">
                <a16:creationId xmlns:a16="http://schemas.microsoft.com/office/drawing/2014/main" id="{B3097878-8D58-41D1-9E6D-B51FE77C73A6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9.30 Å   D 82%   Clash 11</a:t>
            </a:r>
          </a:p>
        </p:txBody>
      </p:sp>
      <p:sp>
        <p:nvSpPr>
          <p:cNvPr id="1368" name="stage3-cases-clash_30">
            <a:extLst>
              <a:ext uri="{FF2B5EF4-FFF2-40B4-BE49-F238E27FC236}">
                <a16:creationId xmlns:a16="http://schemas.microsoft.com/office/drawing/2014/main" id="{7B6B17D9-1A2E-4853-A429-BC6694994DE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6334125"/>
                </a:moveTo>
                <a:lnTo>
                  <a:pt x="419100" y="63341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1369" name="stage3-cases-clash_31">
            <a:extLst>
              <a:ext uri="{FF2B5EF4-FFF2-40B4-BE49-F238E27FC236}">
                <a16:creationId xmlns:a16="http://schemas.microsoft.com/office/drawing/2014/main" id="{75483D64-5919-475C-9567-7EA8F8CD8BDC}"/>
              </a:ext>
            </a:extLst>
          </p:cNvPr>
          <p:cNvSpPr>
            <a:spLocks noGrp="1"/>
          </p:cNvSpPr>
          <p:nvPr/>
        </p:nvSpPr>
        <p:spPr>
          <a:xfrm>
            <a:off x="48577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1370" name="stage3-cases-clash_32">
            <a:extLst>
              <a:ext uri="{FF2B5EF4-FFF2-40B4-BE49-F238E27FC236}">
                <a16:creationId xmlns:a16="http://schemas.microsoft.com/office/drawing/2014/main" id="{F46216BE-ED5F-4DE5-964E-2ED1A73CB61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6334125"/>
                </a:moveTo>
                <a:lnTo>
                  <a:pt x="2619375" y="63341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1371" name="stage3-cases-clash_33">
            <a:extLst>
              <a:ext uri="{FF2B5EF4-FFF2-40B4-BE49-F238E27FC236}">
                <a16:creationId xmlns:a16="http://schemas.microsoft.com/office/drawing/2014/main" id="{3CB00EB0-577E-400F-BC96-739141413C91}"/>
              </a:ext>
            </a:extLst>
          </p:cNvPr>
          <p:cNvSpPr>
            <a:spLocks noGrp="1"/>
          </p:cNvSpPr>
          <p:nvPr/>
        </p:nvSpPr>
        <p:spPr>
          <a:xfrm>
            <a:off x="2686050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1372" name="stage3-cases-clash_34">
            <a:extLst>
              <a:ext uri="{FF2B5EF4-FFF2-40B4-BE49-F238E27FC236}">
                <a16:creationId xmlns:a16="http://schemas.microsoft.com/office/drawing/2014/main" id="{46453A85-2F6F-4C13-8CED-30BD91FD81E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6334125"/>
                </a:moveTo>
                <a:lnTo>
                  <a:pt x="5505450" y="63341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1373" name="stage3-cases-clash_35">
            <a:extLst>
              <a:ext uri="{FF2B5EF4-FFF2-40B4-BE49-F238E27FC236}">
                <a16:creationId xmlns:a16="http://schemas.microsoft.com/office/drawing/2014/main" id="{BB0EE3E3-9F9F-4B1A-9A63-E4AEA3F60325}"/>
              </a:ext>
            </a:extLst>
          </p:cNvPr>
          <p:cNvSpPr>
            <a:spLocks noGrp="1"/>
          </p:cNvSpPr>
          <p:nvPr/>
        </p:nvSpPr>
        <p:spPr>
          <a:xfrm>
            <a:off x="557212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1374" name="stage3-cases-clash_36">
            <a:extLst>
              <a:ext uri="{FF2B5EF4-FFF2-40B4-BE49-F238E27FC236}">
                <a16:creationId xmlns:a16="http://schemas.microsoft.com/office/drawing/2014/main" id="{5F72AAB7-0D25-4E3B-8BDB-6C54A625D2B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6334125"/>
                </a:moveTo>
                <a:lnTo>
                  <a:pt x="7239000" y="63341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1375" name="stage3-cases-clash_37">
            <a:extLst>
              <a:ext uri="{FF2B5EF4-FFF2-40B4-BE49-F238E27FC236}">
                <a16:creationId xmlns:a16="http://schemas.microsoft.com/office/drawing/2014/main" id="{3034A6EC-72DC-4B00-82C8-055D7287CFAD}"/>
              </a:ext>
            </a:extLst>
          </p:cNvPr>
          <p:cNvSpPr>
            <a:spLocks noGrp="1"/>
          </p:cNvSpPr>
          <p:nvPr/>
        </p:nvSpPr>
        <p:spPr>
          <a:xfrm>
            <a:off x="7305675" y="62103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73715499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9" name="stage3-cases-alternatives_0">
            <a:extLst>
              <a:ext uri="{FF2B5EF4-FFF2-40B4-BE49-F238E27FC236}">
                <a16:creationId xmlns:a16="http://schemas.microsoft.com/office/drawing/2014/main" id="{FDE89BB1-25D7-43A0-9165-D0FCA125AE25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alternatives_1">
            <a:extLst>
              <a:ext uri="{FF2B5EF4-FFF2-40B4-BE49-F238E27FC236}">
                <a16:creationId xmlns:a16="http://schemas.microsoft.com/office/drawing/2014/main" id="{5FFB9272-F3DD-4D33-B336-D49CE62E3289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alternatives_2">
            <a:extLst>
              <a:ext uri="{FF2B5EF4-FFF2-40B4-BE49-F238E27FC236}">
                <a16:creationId xmlns:a16="http://schemas.microsoft.com/office/drawing/2014/main" id="{39CBC878-D20C-45D2-A7C1-B20A9CC5A8E2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alternatives_3">
            <a:extLst>
              <a:ext uri="{FF2B5EF4-FFF2-40B4-BE49-F238E27FC236}">
                <a16:creationId xmlns:a16="http://schemas.microsoft.com/office/drawing/2014/main" id="{D60E0833-2FBE-4298-8B32-A5491E908927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a  9LLG · CLR (R:603)</a:t>
            </a:r>
          </a:p>
        </p:txBody>
      </p:sp>
      <p:sp>
        <p:nvSpPr>
          <p:cNvPr id="5" name="stage3-cases-alternatives_4">
            <a:extLst>
              <a:ext uri="{FF2B5EF4-FFF2-40B4-BE49-F238E27FC236}">
                <a16:creationId xmlns:a16="http://schemas.microsoft.com/office/drawing/2014/main" id="{2DA44C41-5B07-4CC1-BB83-C5B95C2A41C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85188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alternatives_5">
            <a:extLst>
              <a:ext uri="{FF2B5EF4-FFF2-40B4-BE49-F238E27FC236}">
                <a16:creationId xmlns:a16="http://schemas.microsoft.com/office/drawing/2014/main" id="{17485C68-D60F-454A-AF25-E82F4249B816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llg_2_official_Receptor">
            <a:extLst>
              <a:ext uri="{FF2B5EF4-FFF2-40B4-BE49-F238E27FC236}">
                <a16:creationId xmlns:a16="http://schemas.microsoft.com/office/drawing/2014/main" id="{0C9BC832-CCFE-4487-B779-B490FF2F5E0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132" y="804357"/>
                </a:moveTo>
                <a:lnTo>
                  <a:pt x="2158268" y="745737"/>
                </a:lnTo>
                <a:moveTo>
                  <a:pt x="1943732" y="955040"/>
                </a:moveTo>
                <a:lnTo>
                  <a:pt x="1985132" y="804357"/>
                </a:lnTo>
                <a:moveTo>
                  <a:pt x="2288889" y="833356"/>
                </a:moveTo>
                <a:lnTo>
                  <a:pt x="2158268" y="745737"/>
                </a:lnTo>
                <a:moveTo>
                  <a:pt x="1784570" y="1042611"/>
                </a:moveTo>
                <a:lnTo>
                  <a:pt x="1943732" y="955040"/>
                </a:lnTo>
                <a:moveTo>
                  <a:pt x="2072290" y="1045936"/>
                </a:moveTo>
                <a:lnTo>
                  <a:pt x="1943732" y="955040"/>
                </a:lnTo>
                <a:moveTo>
                  <a:pt x="2248114" y="982958"/>
                </a:moveTo>
                <a:lnTo>
                  <a:pt x="2288889" y="833356"/>
                </a:lnTo>
                <a:moveTo>
                  <a:pt x="1809991" y="1184665"/>
                </a:moveTo>
                <a:lnTo>
                  <a:pt x="1784570" y="1042611"/>
                </a:lnTo>
                <a:moveTo>
                  <a:pt x="2072290" y="1045936"/>
                </a:moveTo>
                <a:lnTo>
                  <a:pt x="2248114" y="982958"/>
                </a:lnTo>
                <a:moveTo>
                  <a:pt x="1983446" y="1191845"/>
                </a:moveTo>
                <a:lnTo>
                  <a:pt x="2072290" y="1045936"/>
                </a:lnTo>
                <a:moveTo>
                  <a:pt x="1983446" y="1191845"/>
                </a:moveTo>
                <a:lnTo>
                  <a:pt x="1809991" y="1184665"/>
                </a:lnTo>
                <a:moveTo>
                  <a:pt x="2065449" y="1326417"/>
                </a:moveTo>
                <a:lnTo>
                  <a:pt x="1983446" y="1191845"/>
                </a:lnTo>
                <a:moveTo>
                  <a:pt x="478648" y="1230579"/>
                </a:moveTo>
                <a:lnTo>
                  <a:pt x="344167" y="12232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llg_2_official_ExperimentalDensity">
            <a:extLst>
              <a:ext uri="{FF2B5EF4-FFF2-40B4-BE49-F238E27FC236}">
                <a16:creationId xmlns:a16="http://schemas.microsoft.com/office/drawing/2014/main" id="{21CA523C-BEAA-429E-881B-8C044261F55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547" y="785377"/>
                </a:moveTo>
                <a:lnTo>
                  <a:pt x="1861255" y="703019"/>
                </a:lnTo>
                <a:moveTo>
                  <a:pt x="1861255" y="703019"/>
                </a:moveTo>
                <a:lnTo>
                  <a:pt x="1930408" y="818632"/>
                </a:lnTo>
                <a:moveTo>
                  <a:pt x="973571" y="1009063"/>
                </a:moveTo>
                <a:lnTo>
                  <a:pt x="922975" y="968753"/>
                </a:lnTo>
                <a:moveTo>
                  <a:pt x="973571" y="1009063"/>
                </a:moveTo>
                <a:lnTo>
                  <a:pt x="939061" y="960760"/>
                </a:lnTo>
                <a:moveTo>
                  <a:pt x="826794" y="1061733"/>
                </a:moveTo>
                <a:lnTo>
                  <a:pt x="922975" y="968753"/>
                </a:lnTo>
                <a:moveTo>
                  <a:pt x="826794" y="1061733"/>
                </a:moveTo>
                <a:lnTo>
                  <a:pt x="818696" y="1104491"/>
                </a:lnTo>
                <a:moveTo>
                  <a:pt x="1821721" y="850875"/>
                </a:moveTo>
                <a:lnTo>
                  <a:pt x="1861255" y="703019"/>
                </a:lnTo>
                <a:moveTo>
                  <a:pt x="826794" y="1061733"/>
                </a:moveTo>
                <a:lnTo>
                  <a:pt x="816751" y="1056171"/>
                </a:lnTo>
                <a:moveTo>
                  <a:pt x="922975" y="968753"/>
                </a:moveTo>
                <a:lnTo>
                  <a:pt x="939061" y="960760"/>
                </a:lnTo>
                <a:moveTo>
                  <a:pt x="922975" y="968753"/>
                </a:moveTo>
                <a:lnTo>
                  <a:pt x="912897" y="961653"/>
                </a:lnTo>
                <a:moveTo>
                  <a:pt x="1749547" y="785377"/>
                </a:moveTo>
                <a:lnTo>
                  <a:pt x="1821721" y="850875"/>
                </a:lnTo>
                <a:moveTo>
                  <a:pt x="816751" y="1056171"/>
                </a:moveTo>
                <a:lnTo>
                  <a:pt x="922975" y="968753"/>
                </a:lnTo>
                <a:moveTo>
                  <a:pt x="818696" y="1104491"/>
                </a:moveTo>
                <a:lnTo>
                  <a:pt x="816751" y="1056171"/>
                </a:lnTo>
                <a:moveTo>
                  <a:pt x="912897" y="961653"/>
                </a:moveTo>
                <a:lnTo>
                  <a:pt x="939061" y="960760"/>
                </a:lnTo>
                <a:moveTo>
                  <a:pt x="939061" y="960760"/>
                </a:moveTo>
                <a:lnTo>
                  <a:pt x="1125984" y="1030910"/>
                </a:lnTo>
                <a:moveTo>
                  <a:pt x="816751" y="1056171"/>
                </a:moveTo>
                <a:lnTo>
                  <a:pt x="912897" y="961653"/>
                </a:lnTo>
                <a:moveTo>
                  <a:pt x="1326571" y="1133450"/>
                </a:moveTo>
                <a:lnTo>
                  <a:pt x="1289594" y="1102750"/>
                </a:lnTo>
                <a:moveTo>
                  <a:pt x="1125984" y="1030910"/>
                </a:moveTo>
                <a:lnTo>
                  <a:pt x="1289594" y="1102750"/>
                </a:lnTo>
                <a:moveTo>
                  <a:pt x="818696" y="1104491"/>
                </a:moveTo>
                <a:lnTo>
                  <a:pt x="882329" y="1113268"/>
                </a:lnTo>
                <a:moveTo>
                  <a:pt x="1821721" y="850875"/>
                </a:moveTo>
                <a:lnTo>
                  <a:pt x="1930408" y="818632"/>
                </a:lnTo>
                <a:moveTo>
                  <a:pt x="1326571" y="1133450"/>
                </a:moveTo>
                <a:lnTo>
                  <a:pt x="1319001" y="1093785"/>
                </a:lnTo>
                <a:moveTo>
                  <a:pt x="1289594" y="1102750"/>
                </a:moveTo>
                <a:lnTo>
                  <a:pt x="1319001" y="1093785"/>
                </a:lnTo>
                <a:moveTo>
                  <a:pt x="816751" y="1056171"/>
                </a:moveTo>
                <a:lnTo>
                  <a:pt x="882329" y="1113268"/>
                </a:lnTo>
                <a:moveTo>
                  <a:pt x="939061" y="960760"/>
                </a:moveTo>
                <a:lnTo>
                  <a:pt x="1049352" y="960835"/>
                </a:lnTo>
                <a:moveTo>
                  <a:pt x="1234491" y="534361"/>
                </a:moveTo>
                <a:lnTo>
                  <a:pt x="1289026" y="579506"/>
                </a:lnTo>
                <a:moveTo>
                  <a:pt x="1391685" y="666293"/>
                </a:moveTo>
                <a:lnTo>
                  <a:pt x="1289026" y="579506"/>
                </a:lnTo>
                <a:moveTo>
                  <a:pt x="1125984" y="1030910"/>
                </a:moveTo>
                <a:lnTo>
                  <a:pt x="1049352" y="960835"/>
                </a:lnTo>
                <a:moveTo>
                  <a:pt x="1289026" y="579506"/>
                </a:moveTo>
                <a:lnTo>
                  <a:pt x="1304812" y="419664"/>
                </a:lnTo>
                <a:moveTo>
                  <a:pt x="1234491" y="534361"/>
                </a:moveTo>
                <a:lnTo>
                  <a:pt x="1171907" y="482813"/>
                </a:lnTo>
                <a:moveTo>
                  <a:pt x="1289026" y="579506"/>
                </a:moveTo>
                <a:lnTo>
                  <a:pt x="1394546" y="495192"/>
                </a:lnTo>
                <a:moveTo>
                  <a:pt x="1125984" y="1030910"/>
                </a:moveTo>
                <a:lnTo>
                  <a:pt x="1215086" y="1045600"/>
                </a:lnTo>
                <a:moveTo>
                  <a:pt x="1234491" y="534361"/>
                </a:moveTo>
                <a:lnTo>
                  <a:pt x="1304812" y="419664"/>
                </a:lnTo>
                <a:moveTo>
                  <a:pt x="1289594" y="1102750"/>
                </a:moveTo>
                <a:lnTo>
                  <a:pt x="1215086" y="1045600"/>
                </a:lnTo>
                <a:moveTo>
                  <a:pt x="1000716" y="1040894"/>
                </a:moveTo>
                <a:lnTo>
                  <a:pt x="1125984" y="1030910"/>
                </a:lnTo>
                <a:moveTo>
                  <a:pt x="1289026" y="579506"/>
                </a:moveTo>
                <a:lnTo>
                  <a:pt x="1457336" y="547947"/>
                </a:lnTo>
                <a:moveTo>
                  <a:pt x="1233762" y="710455"/>
                </a:moveTo>
                <a:lnTo>
                  <a:pt x="1289026" y="579506"/>
                </a:lnTo>
                <a:moveTo>
                  <a:pt x="946941" y="997357"/>
                </a:moveTo>
                <a:lnTo>
                  <a:pt x="939061" y="960760"/>
                </a:lnTo>
                <a:moveTo>
                  <a:pt x="1289594" y="1102750"/>
                </a:moveTo>
                <a:lnTo>
                  <a:pt x="1227003" y="1042057"/>
                </a:lnTo>
                <a:moveTo>
                  <a:pt x="1391685" y="666293"/>
                </a:moveTo>
                <a:lnTo>
                  <a:pt x="1443343" y="710717"/>
                </a:lnTo>
                <a:moveTo>
                  <a:pt x="1125984" y="1030910"/>
                </a:moveTo>
                <a:lnTo>
                  <a:pt x="1216611" y="1047530"/>
                </a:lnTo>
                <a:moveTo>
                  <a:pt x="1171907" y="482813"/>
                </a:moveTo>
                <a:lnTo>
                  <a:pt x="1256046" y="378658"/>
                </a:lnTo>
                <a:moveTo>
                  <a:pt x="1108668" y="605690"/>
                </a:moveTo>
                <a:lnTo>
                  <a:pt x="1234491" y="534361"/>
                </a:lnTo>
                <a:moveTo>
                  <a:pt x="1233762" y="710455"/>
                </a:moveTo>
                <a:lnTo>
                  <a:pt x="1234491" y="534361"/>
                </a:lnTo>
                <a:moveTo>
                  <a:pt x="1101568" y="599773"/>
                </a:moveTo>
                <a:lnTo>
                  <a:pt x="1234491" y="534361"/>
                </a:lnTo>
                <a:moveTo>
                  <a:pt x="1391685" y="666293"/>
                </a:moveTo>
                <a:lnTo>
                  <a:pt x="1457336" y="547947"/>
                </a:lnTo>
                <a:moveTo>
                  <a:pt x="1171907" y="482813"/>
                </a:moveTo>
                <a:lnTo>
                  <a:pt x="1304812" y="419664"/>
                </a:lnTo>
                <a:moveTo>
                  <a:pt x="882329" y="1113268"/>
                </a:moveTo>
                <a:lnTo>
                  <a:pt x="938812" y="1092834"/>
                </a:lnTo>
                <a:moveTo>
                  <a:pt x="1304812" y="419664"/>
                </a:moveTo>
                <a:lnTo>
                  <a:pt x="1256046" y="378658"/>
                </a:lnTo>
                <a:moveTo>
                  <a:pt x="1233762" y="710455"/>
                </a:moveTo>
                <a:lnTo>
                  <a:pt x="1391685" y="666293"/>
                </a:lnTo>
                <a:moveTo>
                  <a:pt x="912897" y="961653"/>
                </a:moveTo>
                <a:lnTo>
                  <a:pt x="946941" y="997357"/>
                </a:lnTo>
                <a:moveTo>
                  <a:pt x="816751" y="1056171"/>
                </a:moveTo>
                <a:lnTo>
                  <a:pt x="946941" y="997357"/>
                </a:lnTo>
                <a:moveTo>
                  <a:pt x="1263703" y="735934"/>
                </a:moveTo>
                <a:lnTo>
                  <a:pt x="1391685" y="666293"/>
                </a:lnTo>
                <a:moveTo>
                  <a:pt x="1304812" y="419664"/>
                </a:moveTo>
                <a:lnTo>
                  <a:pt x="1394546" y="495192"/>
                </a:lnTo>
                <a:moveTo>
                  <a:pt x="1101568" y="599773"/>
                </a:moveTo>
                <a:lnTo>
                  <a:pt x="1171907" y="482813"/>
                </a:lnTo>
                <a:moveTo>
                  <a:pt x="1319001" y="1093785"/>
                </a:moveTo>
                <a:lnTo>
                  <a:pt x="1227003" y="1042057"/>
                </a:lnTo>
                <a:moveTo>
                  <a:pt x="1443343" y="710717"/>
                </a:moveTo>
                <a:lnTo>
                  <a:pt x="1528650" y="607646"/>
                </a:lnTo>
                <a:moveTo>
                  <a:pt x="1443343" y="710717"/>
                </a:moveTo>
                <a:lnTo>
                  <a:pt x="1457336" y="547947"/>
                </a:lnTo>
                <a:moveTo>
                  <a:pt x="1457336" y="547947"/>
                </a:moveTo>
                <a:lnTo>
                  <a:pt x="1394546" y="495192"/>
                </a:lnTo>
                <a:moveTo>
                  <a:pt x="1021186" y="706978"/>
                </a:moveTo>
                <a:lnTo>
                  <a:pt x="1015244" y="701900"/>
                </a:lnTo>
                <a:moveTo>
                  <a:pt x="1457336" y="547947"/>
                </a:moveTo>
                <a:lnTo>
                  <a:pt x="1528650" y="607646"/>
                </a:lnTo>
                <a:moveTo>
                  <a:pt x="995202" y="732138"/>
                </a:moveTo>
                <a:lnTo>
                  <a:pt x="1015244" y="701900"/>
                </a:lnTo>
                <a:moveTo>
                  <a:pt x="995202" y="732138"/>
                </a:moveTo>
                <a:lnTo>
                  <a:pt x="1021186" y="706978"/>
                </a:lnTo>
                <a:moveTo>
                  <a:pt x="1015244" y="701900"/>
                </a:moveTo>
                <a:lnTo>
                  <a:pt x="1108668" y="605690"/>
                </a:lnTo>
                <a:moveTo>
                  <a:pt x="1015244" y="701900"/>
                </a:moveTo>
                <a:lnTo>
                  <a:pt x="1101568" y="599773"/>
                </a:lnTo>
                <a:moveTo>
                  <a:pt x="1021186" y="706978"/>
                </a:moveTo>
                <a:lnTo>
                  <a:pt x="1108668" y="605690"/>
                </a:lnTo>
                <a:moveTo>
                  <a:pt x="1089832" y="590972"/>
                </a:moveTo>
                <a:lnTo>
                  <a:pt x="1171907" y="482813"/>
                </a:lnTo>
                <a:moveTo>
                  <a:pt x="1108668" y="605690"/>
                </a:moveTo>
                <a:lnTo>
                  <a:pt x="1233762" y="710455"/>
                </a:lnTo>
                <a:moveTo>
                  <a:pt x="1256046" y="378658"/>
                </a:moveTo>
                <a:lnTo>
                  <a:pt x="1302822" y="364801"/>
                </a:lnTo>
                <a:moveTo>
                  <a:pt x="1108668" y="605690"/>
                </a:moveTo>
                <a:lnTo>
                  <a:pt x="1101568" y="599773"/>
                </a:lnTo>
                <a:moveTo>
                  <a:pt x="1304812" y="419664"/>
                </a:moveTo>
                <a:lnTo>
                  <a:pt x="1302822" y="364801"/>
                </a:lnTo>
                <a:moveTo>
                  <a:pt x="1263703" y="735934"/>
                </a:moveTo>
                <a:lnTo>
                  <a:pt x="1233762" y="710455"/>
                </a:lnTo>
                <a:moveTo>
                  <a:pt x="1443343" y="710717"/>
                </a:moveTo>
                <a:lnTo>
                  <a:pt x="1597496" y="666567"/>
                </a:lnTo>
                <a:moveTo>
                  <a:pt x="1597496" y="666567"/>
                </a:moveTo>
                <a:lnTo>
                  <a:pt x="1528650" y="607646"/>
                </a:lnTo>
                <a:moveTo>
                  <a:pt x="1391685" y="666293"/>
                </a:moveTo>
                <a:lnTo>
                  <a:pt x="1430227" y="799383"/>
                </a:lnTo>
                <a:moveTo>
                  <a:pt x="882329" y="1113268"/>
                </a:moveTo>
                <a:lnTo>
                  <a:pt x="946941" y="997357"/>
                </a:lnTo>
                <a:moveTo>
                  <a:pt x="1101568" y="599773"/>
                </a:moveTo>
                <a:lnTo>
                  <a:pt x="1089832" y="590972"/>
                </a:lnTo>
                <a:moveTo>
                  <a:pt x="1496588" y="757364"/>
                </a:moveTo>
                <a:lnTo>
                  <a:pt x="1443343" y="710717"/>
                </a:lnTo>
                <a:moveTo>
                  <a:pt x="1108668" y="605690"/>
                </a:moveTo>
                <a:lnTo>
                  <a:pt x="1214300" y="763867"/>
                </a:lnTo>
                <a:moveTo>
                  <a:pt x="1214300" y="763867"/>
                </a:moveTo>
                <a:lnTo>
                  <a:pt x="1233762" y="710455"/>
                </a:lnTo>
                <a:moveTo>
                  <a:pt x="938812" y="1092834"/>
                </a:moveTo>
                <a:lnTo>
                  <a:pt x="1000716" y="1040894"/>
                </a:lnTo>
                <a:moveTo>
                  <a:pt x="1214300" y="763867"/>
                </a:moveTo>
                <a:lnTo>
                  <a:pt x="1263703" y="735934"/>
                </a:lnTo>
                <a:moveTo>
                  <a:pt x="1394546" y="495192"/>
                </a:moveTo>
                <a:lnTo>
                  <a:pt x="1465061" y="464427"/>
                </a:lnTo>
                <a:moveTo>
                  <a:pt x="1528650" y="607646"/>
                </a:moveTo>
                <a:lnTo>
                  <a:pt x="1465061" y="464427"/>
                </a:lnTo>
                <a:moveTo>
                  <a:pt x="1457336" y="547947"/>
                </a:moveTo>
                <a:lnTo>
                  <a:pt x="1465061" y="464427"/>
                </a:lnTo>
                <a:moveTo>
                  <a:pt x="1000716" y="1040894"/>
                </a:moveTo>
                <a:lnTo>
                  <a:pt x="1049352" y="960835"/>
                </a:lnTo>
                <a:moveTo>
                  <a:pt x="1430227" y="799383"/>
                </a:moveTo>
                <a:lnTo>
                  <a:pt x="1443343" y="710717"/>
                </a:lnTo>
                <a:moveTo>
                  <a:pt x="1171907" y="482813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42801" y="531342"/>
                </a:lnTo>
                <a:moveTo>
                  <a:pt x="1256046" y="378658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57026" y="543438"/>
                </a:lnTo>
                <a:moveTo>
                  <a:pt x="1496588" y="757364"/>
                </a:moveTo>
                <a:lnTo>
                  <a:pt x="1597496" y="666567"/>
                </a:lnTo>
                <a:moveTo>
                  <a:pt x="968833" y="841065"/>
                </a:moveTo>
                <a:lnTo>
                  <a:pt x="1021186" y="706978"/>
                </a:lnTo>
                <a:moveTo>
                  <a:pt x="968833" y="841065"/>
                </a:moveTo>
                <a:lnTo>
                  <a:pt x="995202" y="732138"/>
                </a:lnTo>
                <a:moveTo>
                  <a:pt x="1021186" y="706978"/>
                </a:moveTo>
                <a:lnTo>
                  <a:pt x="1124452" y="796770"/>
                </a:lnTo>
                <a:moveTo>
                  <a:pt x="1030906" y="893320"/>
                </a:moveTo>
                <a:lnTo>
                  <a:pt x="1021186" y="706978"/>
                </a:lnTo>
                <a:moveTo>
                  <a:pt x="1215086" y="1045600"/>
                </a:moveTo>
                <a:lnTo>
                  <a:pt x="1227003" y="1042057"/>
                </a:lnTo>
                <a:moveTo>
                  <a:pt x="938812" y="1092834"/>
                </a:moveTo>
                <a:lnTo>
                  <a:pt x="946941" y="997357"/>
                </a:lnTo>
                <a:moveTo>
                  <a:pt x="1124452" y="796770"/>
                </a:moveTo>
                <a:lnTo>
                  <a:pt x="1108668" y="605690"/>
                </a:lnTo>
                <a:moveTo>
                  <a:pt x="1215086" y="1045600"/>
                </a:moveTo>
                <a:lnTo>
                  <a:pt x="1216611" y="1047530"/>
                </a:lnTo>
                <a:moveTo>
                  <a:pt x="1000716" y="1040894"/>
                </a:moveTo>
                <a:lnTo>
                  <a:pt x="1216611" y="1047530"/>
                </a:lnTo>
                <a:moveTo>
                  <a:pt x="1015244" y="701900"/>
                </a:moveTo>
                <a:lnTo>
                  <a:pt x="927029" y="632029"/>
                </a:lnTo>
                <a:moveTo>
                  <a:pt x="946941" y="997357"/>
                </a:moveTo>
                <a:lnTo>
                  <a:pt x="1049352" y="960835"/>
                </a:lnTo>
                <a:moveTo>
                  <a:pt x="1171907" y="482813"/>
                </a:moveTo>
                <a:lnTo>
                  <a:pt x="1119298" y="444351"/>
                </a:lnTo>
                <a:moveTo>
                  <a:pt x="1216611" y="1047530"/>
                </a:moveTo>
                <a:lnTo>
                  <a:pt x="1227003" y="1042057"/>
                </a:lnTo>
                <a:moveTo>
                  <a:pt x="927029" y="632029"/>
                </a:moveTo>
                <a:lnTo>
                  <a:pt x="1101568" y="599773"/>
                </a:lnTo>
                <a:moveTo>
                  <a:pt x="1223998" y="1053869"/>
                </a:moveTo>
                <a:lnTo>
                  <a:pt x="1227003" y="1042057"/>
                </a:lnTo>
                <a:moveTo>
                  <a:pt x="1335706" y="801298"/>
                </a:moveTo>
                <a:lnTo>
                  <a:pt x="1391685" y="666293"/>
                </a:lnTo>
                <a:moveTo>
                  <a:pt x="1597496" y="666567"/>
                </a:moveTo>
                <a:lnTo>
                  <a:pt x="1657026" y="543438"/>
                </a:lnTo>
                <a:moveTo>
                  <a:pt x="850091" y="742865"/>
                </a:moveTo>
                <a:lnTo>
                  <a:pt x="1015244" y="701900"/>
                </a:lnTo>
                <a:moveTo>
                  <a:pt x="854238" y="746173"/>
                </a:moveTo>
                <a:lnTo>
                  <a:pt x="995202" y="732138"/>
                </a:lnTo>
                <a:moveTo>
                  <a:pt x="1528650" y="607646"/>
                </a:moveTo>
                <a:lnTo>
                  <a:pt x="1527846" y="436657"/>
                </a:lnTo>
                <a:moveTo>
                  <a:pt x="1216611" y="1047530"/>
                </a:moveTo>
                <a:lnTo>
                  <a:pt x="1223998" y="1053869"/>
                </a:lnTo>
                <a:moveTo>
                  <a:pt x="1430227" y="799383"/>
                </a:moveTo>
                <a:lnTo>
                  <a:pt x="1496588" y="757364"/>
                </a:lnTo>
                <a:moveTo>
                  <a:pt x="850091" y="742865"/>
                </a:moveTo>
                <a:lnTo>
                  <a:pt x="995202" y="732138"/>
                </a:lnTo>
                <a:moveTo>
                  <a:pt x="946941" y="997357"/>
                </a:moveTo>
                <a:lnTo>
                  <a:pt x="1000716" y="1040894"/>
                </a:lnTo>
                <a:moveTo>
                  <a:pt x="1124452" y="796770"/>
                </a:moveTo>
                <a:lnTo>
                  <a:pt x="1214300" y="763867"/>
                </a:lnTo>
                <a:moveTo>
                  <a:pt x="1256046" y="378658"/>
                </a:moveTo>
                <a:lnTo>
                  <a:pt x="1225616" y="295411"/>
                </a:lnTo>
                <a:moveTo>
                  <a:pt x="1101568" y="599773"/>
                </a:moveTo>
                <a:lnTo>
                  <a:pt x="972008" y="598251"/>
                </a:lnTo>
                <a:moveTo>
                  <a:pt x="1657026" y="543438"/>
                </a:moveTo>
                <a:lnTo>
                  <a:pt x="1642801" y="531342"/>
                </a:lnTo>
                <a:moveTo>
                  <a:pt x="713933" y="627438"/>
                </a:moveTo>
                <a:lnTo>
                  <a:pt x="702017" y="617448"/>
                </a:lnTo>
                <a:moveTo>
                  <a:pt x="1089832" y="590972"/>
                </a:moveTo>
                <a:lnTo>
                  <a:pt x="1119298" y="444351"/>
                </a:lnTo>
                <a:moveTo>
                  <a:pt x="1304812" y="419664"/>
                </a:moveTo>
                <a:lnTo>
                  <a:pt x="1430231" y="357122"/>
                </a:lnTo>
                <a:moveTo>
                  <a:pt x="972008" y="598251"/>
                </a:moveTo>
                <a:lnTo>
                  <a:pt x="1089832" y="590972"/>
                </a:lnTo>
                <a:moveTo>
                  <a:pt x="1304812" y="419664"/>
                </a:moveTo>
                <a:lnTo>
                  <a:pt x="1421225" y="349706"/>
                </a:lnTo>
                <a:moveTo>
                  <a:pt x="1263703" y="735934"/>
                </a:moveTo>
                <a:lnTo>
                  <a:pt x="1335706" y="801298"/>
                </a:lnTo>
                <a:moveTo>
                  <a:pt x="1642801" y="531342"/>
                </a:moveTo>
                <a:lnTo>
                  <a:pt x="1660209" y="524756"/>
                </a:lnTo>
                <a:moveTo>
                  <a:pt x="689274" y="642510"/>
                </a:moveTo>
                <a:lnTo>
                  <a:pt x="702017" y="617448"/>
                </a:lnTo>
                <a:moveTo>
                  <a:pt x="689274" y="642510"/>
                </a:moveTo>
                <a:lnTo>
                  <a:pt x="713933" y="627438"/>
                </a:lnTo>
                <a:moveTo>
                  <a:pt x="702017" y="617448"/>
                </a:moveTo>
                <a:lnTo>
                  <a:pt x="718401" y="607728"/>
                </a:lnTo>
                <a:moveTo>
                  <a:pt x="713933" y="627438"/>
                </a:moveTo>
                <a:lnTo>
                  <a:pt x="718401" y="607728"/>
                </a:lnTo>
                <a:moveTo>
                  <a:pt x="1394546" y="495192"/>
                </a:moveTo>
                <a:lnTo>
                  <a:pt x="1430231" y="357122"/>
                </a:lnTo>
                <a:moveTo>
                  <a:pt x="1657026" y="543438"/>
                </a:moveTo>
                <a:lnTo>
                  <a:pt x="1660209" y="524756"/>
                </a:lnTo>
                <a:moveTo>
                  <a:pt x="1030906" y="893320"/>
                </a:moveTo>
                <a:lnTo>
                  <a:pt x="968833" y="841065"/>
                </a:lnTo>
                <a:moveTo>
                  <a:pt x="1465061" y="464427"/>
                </a:moveTo>
                <a:lnTo>
                  <a:pt x="1527846" y="436657"/>
                </a:lnTo>
                <a:moveTo>
                  <a:pt x="1030906" y="893320"/>
                </a:moveTo>
                <a:lnTo>
                  <a:pt x="1124452" y="796770"/>
                </a:lnTo>
                <a:moveTo>
                  <a:pt x="1302822" y="364801"/>
                </a:moveTo>
                <a:lnTo>
                  <a:pt x="1225616" y="295411"/>
                </a:lnTo>
                <a:moveTo>
                  <a:pt x="1642801" y="531342"/>
                </a:moveTo>
                <a:lnTo>
                  <a:pt x="1527846" y="436657"/>
                </a:lnTo>
                <a:moveTo>
                  <a:pt x="1597496" y="666567"/>
                </a:moveTo>
                <a:lnTo>
                  <a:pt x="1674748" y="736033"/>
                </a:lnTo>
                <a:moveTo>
                  <a:pt x="854238" y="746173"/>
                </a:moveTo>
                <a:lnTo>
                  <a:pt x="968833" y="841065"/>
                </a:lnTo>
                <a:moveTo>
                  <a:pt x="713933" y="627438"/>
                </a:moveTo>
                <a:lnTo>
                  <a:pt x="850091" y="742865"/>
                </a:lnTo>
                <a:moveTo>
                  <a:pt x="713933" y="627438"/>
                </a:moveTo>
                <a:lnTo>
                  <a:pt x="849589" y="744433"/>
                </a:lnTo>
                <a:moveTo>
                  <a:pt x="1263703" y="735934"/>
                </a:moveTo>
                <a:lnTo>
                  <a:pt x="1288200" y="807398"/>
                </a:lnTo>
                <a:moveTo>
                  <a:pt x="702017" y="617448"/>
                </a:moveTo>
                <a:lnTo>
                  <a:pt x="588361" y="523968"/>
                </a:lnTo>
                <a:moveTo>
                  <a:pt x="1089832" y="590972"/>
                </a:moveTo>
                <a:lnTo>
                  <a:pt x="1121037" y="447597"/>
                </a:lnTo>
                <a:moveTo>
                  <a:pt x="689274" y="642510"/>
                </a:moveTo>
                <a:lnTo>
                  <a:pt x="849589" y="744433"/>
                </a:lnTo>
                <a:moveTo>
                  <a:pt x="850091" y="742865"/>
                </a:moveTo>
                <a:lnTo>
                  <a:pt x="718401" y="607728"/>
                </a:lnTo>
                <a:moveTo>
                  <a:pt x="1302822" y="364801"/>
                </a:moveTo>
                <a:lnTo>
                  <a:pt x="1421225" y="349706"/>
                </a:lnTo>
                <a:moveTo>
                  <a:pt x="1119298" y="444351"/>
                </a:moveTo>
                <a:lnTo>
                  <a:pt x="1170712" y="311461"/>
                </a:lnTo>
                <a:moveTo>
                  <a:pt x="850091" y="742865"/>
                </a:moveTo>
                <a:lnTo>
                  <a:pt x="927029" y="632029"/>
                </a:lnTo>
                <a:moveTo>
                  <a:pt x="1335706" y="801298"/>
                </a:moveTo>
                <a:lnTo>
                  <a:pt x="1430227" y="799383"/>
                </a:lnTo>
                <a:moveTo>
                  <a:pt x="1214300" y="763867"/>
                </a:moveTo>
                <a:lnTo>
                  <a:pt x="1288200" y="807398"/>
                </a:lnTo>
                <a:moveTo>
                  <a:pt x="969265" y="894885"/>
                </a:moveTo>
                <a:lnTo>
                  <a:pt x="968833" y="841065"/>
                </a:lnTo>
                <a:moveTo>
                  <a:pt x="854238" y="746173"/>
                </a:moveTo>
                <a:lnTo>
                  <a:pt x="850091" y="742865"/>
                </a:lnTo>
                <a:moveTo>
                  <a:pt x="849589" y="744433"/>
                </a:moveTo>
                <a:lnTo>
                  <a:pt x="854238" y="746173"/>
                </a:lnTo>
                <a:moveTo>
                  <a:pt x="927029" y="632029"/>
                </a:moveTo>
                <a:lnTo>
                  <a:pt x="972008" y="598251"/>
                </a:lnTo>
                <a:moveTo>
                  <a:pt x="969265" y="894885"/>
                </a:moveTo>
                <a:lnTo>
                  <a:pt x="1030906" y="893320"/>
                </a:lnTo>
                <a:moveTo>
                  <a:pt x="849589" y="744433"/>
                </a:moveTo>
                <a:lnTo>
                  <a:pt x="850091" y="742865"/>
                </a:lnTo>
                <a:moveTo>
                  <a:pt x="1465061" y="464427"/>
                </a:moveTo>
                <a:lnTo>
                  <a:pt x="1430231" y="357122"/>
                </a:lnTo>
                <a:moveTo>
                  <a:pt x="1170712" y="311461"/>
                </a:moveTo>
                <a:lnTo>
                  <a:pt x="1120658" y="420744"/>
                </a:lnTo>
                <a:moveTo>
                  <a:pt x="1089832" y="590972"/>
                </a:moveTo>
                <a:lnTo>
                  <a:pt x="1051438" y="565244"/>
                </a:lnTo>
                <a:moveTo>
                  <a:pt x="1553272" y="810759"/>
                </a:moveTo>
                <a:lnTo>
                  <a:pt x="1597496" y="666567"/>
                </a:lnTo>
                <a:moveTo>
                  <a:pt x="1674748" y="736033"/>
                </a:moveTo>
                <a:lnTo>
                  <a:pt x="1657026" y="543438"/>
                </a:lnTo>
                <a:moveTo>
                  <a:pt x="1170712" y="311461"/>
                </a:moveTo>
                <a:lnTo>
                  <a:pt x="1225616" y="295411"/>
                </a:lnTo>
                <a:moveTo>
                  <a:pt x="1657026" y="543438"/>
                </a:moveTo>
                <a:lnTo>
                  <a:pt x="1759590" y="632682"/>
                </a:lnTo>
                <a:moveTo>
                  <a:pt x="1496588" y="757364"/>
                </a:moveTo>
                <a:lnTo>
                  <a:pt x="1553272" y="810759"/>
                </a:lnTo>
                <a:moveTo>
                  <a:pt x="1030906" y="893320"/>
                </a:moveTo>
                <a:lnTo>
                  <a:pt x="1002194" y="872022"/>
                </a:lnTo>
                <a:moveTo>
                  <a:pt x="854238" y="746173"/>
                </a:moveTo>
                <a:lnTo>
                  <a:pt x="969265" y="894885"/>
                </a:lnTo>
                <a:moveTo>
                  <a:pt x="656858" y="757775"/>
                </a:moveTo>
                <a:lnTo>
                  <a:pt x="689274" y="642510"/>
                </a:lnTo>
                <a:moveTo>
                  <a:pt x="849589" y="744433"/>
                </a:moveTo>
                <a:lnTo>
                  <a:pt x="969265" y="894885"/>
                </a:lnTo>
                <a:moveTo>
                  <a:pt x="1119298" y="444351"/>
                </a:moveTo>
                <a:lnTo>
                  <a:pt x="1120658" y="420744"/>
                </a:lnTo>
                <a:moveTo>
                  <a:pt x="1496588" y="757364"/>
                </a:moveTo>
                <a:lnTo>
                  <a:pt x="1515559" y="829262"/>
                </a:lnTo>
                <a:moveTo>
                  <a:pt x="1124452" y="796770"/>
                </a:moveTo>
                <a:lnTo>
                  <a:pt x="1288200" y="807398"/>
                </a:lnTo>
                <a:moveTo>
                  <a:pt x="538210" y="659663"/>
                </a:moveTo>
                <a:lnTo>
                  <a:pt x="702017" y="617448"/>
                </a:lnTo>
                <a:moveTo>
                  <a:pt x="707182" y="800911"/>
                </a:moveTo>
                <a:lnTo>
                  <a:pt x="689274" y="642510"/>
                </a:lnTo>
                <a:moveTo>
                  <a:pt x="1657026" y="543438"/>
                </a:moveTo>
                <a:lnTo>
                  <a:pt x="1826651" y="515437"/>
                </a:lnTo>
                <a:moveTo>
                  <a:pt x="541445" y="662305"/>
                </a:moveTo>
                <a:lnTo>
                  <a:pt x="689274" y="642510"/>
                </a:lnTo>
                <a:moveTo>
                  <a:pt x="1660209" y="524756"/>
                </a:moveTo>
                <a:lnTo>
                  <a:pt x="1776281" y="472973"/>
                </a:lnTo>
                <a:moveTo>
                  <a:pt x="538210" y="659663"/>
                </a:moveTo>
                <a:lnTo>
                  <a:pt x="689274" y="642510"/>
                </a:lnTo>
                <a:moveTo>
                  <a:pt x="1430227" y="799383"/>
                </a:moveTo>
                <a:lnTo>
                  <a:pt x="1515559" y="829262"/>
                </a:lnTo>
                <a:moveTo>
                  <a:pt x="1430231" y="357122"/>
                </a:moveTo>
                <a:lnTo>
                  <a:pt x="1527846" y="436657"/>
                </a:lnTo>
                <a:moveTo>
                  <a:pt x="702017" y="617448"/>
                </a:moveTo>
                <a:lnTo>
                  <a:pt x="713304" y="457303"/>
                </a:lnTo>
                <a:moveTo>
                  <a:pt x="1642801" y="531342"/>
                </a:moveTo>
                <a:lnTo>
                  <a:pt x="1653323" y="371396"/>
                </a:lnTo>
                <a:moveTo>
                  <a:pt x="702017" y="617448"/>
                </a:moveTo>
                <a:lnTo>
                  <a:pt x="709516" y="454164"/>
                </a:lnTo>
                <a:moveTo>
                  <a:pt x="1660209" y="524756"/>
                </a:moveTo>
                <a:lnTo>
                  <a:pt x="1826651" y="515437"/>
                </a:lnTo>
                <a:moveTo>
                  <a:pt x="1119298" y="444351"/>
                </a:moveTo>
                <a:lnTo>
                  <a:pt x="1121037" y="447597"/>
                </a:lnTo>
                <a:moveTo>
                  <a:pt x="486496" y="440621"/>
                </a:moveTo>
                <a:lnTo>
                  <a:pt x="588361" y="523968"/>
                </a:lnTo>
                <a:moveTo>
                  <a:pt x="1527846" y="436657"/>
                </a:moveTo>
                <a:lnTo>
                  <a:pt x="1426625" y="348741"/>
                </a:lnTo>
                <a:moveTo>
                  <a:pt x="718401" y="607728"/>
                </a:moveTo>
                <a:lnTo>
                  <a:pt x="840617" y="563831"/>
                </a:lnTo>
                <a:moveTo>
                  <a:pt x="969265" y="894885"/>
                </a:moveTo>
                <a:lnTo>
                  <a:pt x="1002194" y="872022"/>
                </a:lnTo>
                <a:moveTo>
                  <a:pt x="718401" y="607728"/>
                </a:moveTo>
                <a:lnTo>
                  <a:pt x="713304" y="457303"/>
                </a:lnTo>
                <a:moveTo>
                  <a:pt x="707182" y="800911"/>
                </a:moveTo>
                <a:lnTo>
                  <a:pt x="849589" y="744433"/>
                </a:lnTo>
                <a:moveTo>
                  <a:pt x="1660209" y="524756"/>
                </a:moveTo>
                <a:lnTo>
                  <a:pt x="1653323" y="371396"/>
                </a:lnTo>
                <a:moveTo>
                  <a:pt x="1121037" y="447597"/>
                </a:moveTo>
                <a:lnTo>
                  <a:pt x="1120658" y="420744"/>
                </a:lnTo>
                <a:moveTo>
                  <a:pt x="927029" y="632029"/>
                </a:moveTo>
                <a:lnTo>
                  <a:pt x="840617" y="563831"/>
                </a:lnTo>
                <a:moveTo>
                  <a:pt x="538210" y="659663"/>
                </a:moveTo>
                <a:lnTo>
                  <a:pt x="588361" y="523968"/>
                </a:lnTo>
                <a:moveTo>
                  <a:pt x="1170712" y="311461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116658" y="796008"/>
                </a:lnTo>
                <a:moveTo>
                  <a:pt x="1674748" y="736033"/>
                </a:moveTo>
                <a:lnTo>
                  <a:pt x="1759590" y="632682"/>
                </a:lnTo>
                <a:moveTo>
                  <a:pt x="850091" y="742865"/>
                </a:moveTo>
                <a:lnTo>
                  <a:pt x="840617" y="563831"/>
                </a:lnTo>
                <a:moveTo>
                  <a:pt x="1030906" y="893320"/>
                </a:moveTo>
                <a:lnTo>
                  <a:pt x="1116658" y="796008"/>
                </a:lnTo>
                <a:moveTo>
                  <a:pt x="1225616" y="295411"/>
                </a:moveTo>
                <a:lnTo>
                  <a:pt x="1421225" y="349706"/>
                </a:lnTo>
                <a:moveTo>
                  <a:pt x="972008" y="598251"/>
                </a:moveTo>
                <a:lnTo>
                  <a:pt x="1051438" y="565244"/>
                </a:lnTo>
                <a:moveTo>
                  <a:pt x="1288200" y="807398"/>
                </a:moveTo>
                <a:lnTo>
                  <a:pt x="1335706" y="801298"/>
                </a:lnTo>
                <a:moveTo>
                  <a:pt x="1527846" y="436657"/>
                </a:moveTo>
                <a:lnTo>
                  <a:pt x="1653323" y="371396"/>
                </a:lnTo>
                <a:moveTo>
                  <a:pt x="718401" y="607728"/>
                </a:moveTo>
                <a:lnTo>
                  <a:pt x="722622" y="466325"/>
                </a:lnTo>
                <a:moveTo>
                  <a:pt x="588361" y="523968"/>
                </a:moveTo>
                <a:lnTo>
                  <a:pt x="709516" y="454164"/>
                </a:lnTo>
                <a:moveTo>
                  <a:pt x="1430231" y="357122"/>
                </a:moveTo>
                <a:lnTo>
                  <a:pt x="1421225" y="349706"/>
                </a:lnTo>
                <a:moveTo>
                  <a:pt x="927029" y="632029"/>
                </a:moveTo>
                <a:lnTo>
                  <a:pt x="919391" y="499498"/>
                </a:lnTo>
                <a:moveTo>
                  <a:pt x="486496" y="440621"/>
                </a:moveTo>
                <a:lnTo>
                  <a:pt x="479438" y="434881"/>
                </a:lnTo>
                <a:moveTo>
                  <a:pt x="473425" y="445317"/>
                </a:moveTo>
                <a:lnTo>
                  <a:pt x="486496" y="440621"/>
                </a:lnTo>
                <a:moveTo>
                  <a:pt x="486496" y="440621"/>
                </a:moveTo>
                <a:lnTo>
                  <a:pt x="486574" y="429615"/>
                </a:lnTo>
                <a:moveTo>
                  <a:pt x="1430231" y="357122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347667" y="324592"/>
                </a:lnTo>
                <a:moveTo>
                  <a:pt x="421159" y="563032"/>
                </a:moveTo>
                <a:lnTo>
                  <a:pt x="588361" y="523968"/>
                </a:lnTo>
                <a:moveTo>
                  <a:pt x="1553272" y="810759"/>
                </a:moveTo>
                <a:lnTo>
                  <a:pt x="1674748" y="736033"/>
                </a:lnTo>
                <a:moveTo>
                  <a:pt x="707182" y="800911"/>
                </a:moveTo>
                <a:lnTo>
                  <a:pt x="656858" y="757775"/>
                </a:lnTo>
                <a:moveTo>
                  <a:pt x="473425" y="445317"/>
                </a:moveTo>
                <a:lnTo>
                  <a:pt x="479438" y="434881"/>
                </a:lnTo>
                <a:moveTo>
                  <a:pt x="1421225" y="349706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486574" y="429615"/>
                </a:lnTo>
                <a:moveTo>
                  <a:pt x="541445" y="662305"/>
                </a:moveTo>
                <a:lnTo>
                  <a:pt x="656858" y="757775"/>
                </a:lnTo>
                <a:moveTo>
                  <a:pt x="1759590" y="632682"/>
                </a:moveTo>
                <a:lnTo>
                  <a:pt x="1826651" y="515437"/>
                </a:lnTo>
                <a:moveTo>
                  <a:pt x="1051438" y="565244"/>
                </a:moveTo>
                <a:lnTo>
                  <a:pt x="1121037" y="447597"/>
                </a:lnTo>
                <a:moveTo>
                  <a:pt x="1120658" y="420744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219600" y="709303"/>
                </a:lnTo>
                <a:moveTo>
                  <a:pt x="849589" y="744433"/>
                </a:moveTo>
                <a:lnTo>
                  <a:pt x="884157" y="834932"/>
                </a:lnTo>
                <a:moveTo>
                  <a:pt x="972008" y="598251"/>
                </a:moveTo>
                <a:lnTo>
                  <a:pt x="919391" y="499498"/>
                </a:lnTo>
                <a:moveTo>
                  <a:pt x="1137675" y="289066"/>
                </a:moveTo>
                <a:lnTo>
                  <a:pt x="1225616" y="295411"/>
                </a:lnTo>
                <a:moveTo>
                  <a:pt x="486496" y="440621"/>
                </a:moveTo>
                <a:lnTo>
                  <a:pt x="709516" y="454164"/>
                </a:lnTo>
                <a:moveTo>
                  <a:pt x="1335706" y="801298"/>
                </a:moveTo>
                <a:lnTo>
                  <a:pt x="1333140" y="802674"/>
                </a:lnTo>
                <a:moveTo>
                  <a:pt x="657461" y="812275"/>
                </a:moveTo>
                <a:lnTo>
                  <a:pt x="656858" y="757775"/>
                </a:lnTo>
                <a:moveTo>
                  <a:pt x="541445" y="662305"/>
                </a:moveTo>
                <a:lnTo>
                  <a:pt x="538210" y="659663"/>
                </a:lnTo>
                <a:moveTo>
                  <a:pt x="1826651" y="515437"/>
                </a:moveTo>
                <a:lnTo>
                  <a:pt x="1776281" y="472973"/>
                </a:lnTo>
                <a:moveTo>
                  <a:pt x="538184" y="661347"/>
                </a:moveTo>
                <a:lnTo>
                  <a:pt x="541445" y="662305"/>
                </a:lnTo>
                <a:moveTo>
                  <a:pt x="1002194" y="872022"/>
                </a:moveTo>
                <a:lnTo>
                  <a:pt x="1116658" y="796008"/>
                </a:lnTo>
                <a:moveTo>
                  <a:pt x="538184" y="661347"/>
                </a:moveTo>
                <a:lnTo>
                  <a:pt x="538210" y="659663"/>
                </a:lnTo>
                <a:moveTo>
                  <a:pt x="1426625" y="348741"/>
                </a:moveTo>
                <a:lnTo>
                  <a:pt x="1653323" y="371396"/>
                </a:lnTo>
                <a:moveTo>
                  <a:pt x="969265" y="894885"/>
                </a:moveTo>
                <a:lnTo>
                  <a:pt x="884157" y="834932"/>
                </a:lnTo>
                <a:moveTo>
                  <a:pt x="1430227" y="799383"/>
                </a:moveTo>
                <a:lnTo>
                  <a:pt x="1415449" y="787223"/>
                </a:lnTo>
                <a:moveTo>
                  <a:pt x="286531" y="450093"/>
                </a:moveTo>
                <a:lnTo>
                  <a:pt x="479438" y="434881"/>
                </a:lnTo>
                <a:moveTo>
                  <a:pt x="421159" y="563032"/>
                </a:moveTo>
                <a:lnTo>
                  <a:pt x="486496" y="440621"/>
                </a:lnTo>
                <a:moveTo>
                  <a:pt x="286531" y="450093"/>
                </a:moveTo>
                <a:lnTo>
                  <a:pt x="347667" y="324592"/>
                </a:lnTo>
                <a:moveTo>
                  <a:pt x="286531" y="450093"/>
                </a:moveTo>
                <a:lnTo>
                  <a:pt x="473425" y="445317"/>
                </a:lnTo>
                <a:moveTo>
                  <a:pt x="1653323" y="371396"/>
                </a:moveTo>
                <a:lnTo>
                  <a:pt x="1776281" y="472973"/>
                </a:lnTo>
                <a:moveTo>
                  <a:pt x="355798" y="508141"/>
                </a:moveTo>
                <a:lnTo>
                  <a:pt x="473425" y="445317"/>
                </a:lnTo>
                <a:moveTo>
                  <a:pt x="1776281" y="472973"/>
                </a:moveTo>
                <a:lnTo>
                  <a:pt x="1653892" y="371391"/>
                </a:lnTo>
                <a:moveTo>
                  <a:pt x="718401" y="607728"/>
                </a:moveTo>
                <a:lnTo>
                  <a:pt x="798981" y="533351"/>
                </a:lnTo>
                <a:moveTo>
                  <a:pt x="421159" y="563032"/>
                </a:moveTo>
                <a:lnTo>
                  <a:pt x="473425" y="445317"/>
                </a:lnTo>
                <a:moveTo>
                  <a:pt x="657461" y="812275"/>
                </a:moveTo>
                <a:lnTo>
                  <a:pt x="707182" y="800911"/>
                </a:lnTo>
                <a:moveTo>
                  <a:pt x="1515559" y="829262"/>
                </a:moveTo>
                <a:lnTo>
                  <a:pt x="1553272" y="810759"/>
                </a:lnTo>
                <a:moveTo>
                  <a:pt x="884157" y="834932"/>
                </a:moveTo>
                <a:lnTo>
                  <a:pt x="1002194" y="872022"/>
                </a:lnTo>
                <a:moveTo>
                  <a:pt x="541445" y="662305"/>
                </a:moveTo>
                <a:lnTo>
                  <a:pt x="657461" y="812275"/>
                </a:lnTo>
                <a:moveTo>
                  <a:pt x="1288200" y="807398"/>
                </a:moveTo>
                <a:lnTo>
                  <a:pt x="1333140" y="802674"/>
                </a:lnTo>
                <a:moveTo>
                  <a:pt x="538184" y="661347"/>
                </a:moveTo>
                <a:lnTo>
                  <a:pt x="657461" y="812275"/>
                </a:lnTo>
                <a:moveTo>
                  <a:pt x="713304" y="457303"/>
                </a:moveTo>
                <a:lnTo>
                  <a:pt x="709516" y="454164"/>
                </a:lnTo>
                <a:moveTo>
                  <a:pt x="713304" y="457303"/>
                </a:moveTo>
                <a:lnTo>
                  <a:pt x="735659" y="425537"/>
                </a:lnTo>
                <a:moveTo>
                  <a:pt x="709516" y="454164"/>
                </a:moveTo>
                <a:lnTo>
                  <a:pt x="735659" y="425537"/>
                </a:lnTo>
                <a:moveTo>
                  <a:pt x="538210" y="659663"/>
                </a:moveTo>
                <a:lnTo>
                  <a:pt x="421159" y="563032"/>
                </a:lnTo>
                <a:moveTo>
                  <a:pt x="1653323" y="371396"/>
                </a:moveTo>
                <a:lnTo>
                  <a:pt x="1653892" y="371391"/>
                </a:lnTo>
                <a:moveTo>
                  <a:pt x="538184" y="661347"/>
                </a:moveTo>
                <a:lnTo>
                  <a:pt x="421159" y="563032"/>
                </a:lnTo>
                <a:moveTo>
                  <a:pt x="892046" y="257679"/>
                </a:moveTo>
                <a:lnTo>
                  <a:pt x="878299" y="246323"/>
                </a:lnTo>
                <a:moveTo>
                  <a:pt x="709516" y="454164"/>
                </a:moveTo>
                <a:lnTo>
                  <a:pt x="702888" y="449164"/>
                </a:lnTo>
                <a:moveTo>
                  <a:pt x="828012" y="315255"/>
                </a:moveTo>
                <a:lnTo>
                  <a:pt x="892046" y="257679"/>
                </a:lnTo>
                <a:moveTo>
                  <a:pt x="1002194" y="872022"/>
                </a:moveTo>
                <a:lnTo>
                  <a:pt x="921846" y="809451"/>
                </a:lnTo>
                <a:moveTo>
                  <a:pt x="702888" y="449164"/>
                </a:moveTo>
                <a:lnTo>
                  <a:pt x="735659" y="425537"/>
                </a:lnTo>
                <a:moveTo>
                  <a:pt x="1288200" y="807398"/>
                </a:moveTo>
                <a:lnTo>
                  <a:pt x="1256687" y="739554"/>
                </a:lnTo>
                <a:moveTo>
                  <a:pt x="828012" y="315255"/>
                </a:moveTo>
                <a:lnTo>
                  <a:pt x="878299" y="246323"/>
                </a:lnTo>
                <a:moveTo>
                  <a:pt x="1225616" y="295411"/>
                </a:moveTo>
                <a:lnTo>
                  <a:pt x="1341661" y="287862"/>
                </a:lnTo>
                <a:moveTo>
                  <a:pt x="718401" y="607728"/>
                </a:moveTo>
                <a:lnTo>
                  <a:pt x="762059" y="525788"/>
                </a:lnTo>
                <a:moveTo>
                  <a:pt x="892046" y="257679"/>
                </a:moveTo>
                <a:lnTo>
                  <a:pt x="902030" y="226869"/>
                </a:lnTo>
                <a:moveTo>
                  <a:pt x="707182" y="800911"/>
                </a:moveTo>
                <a:lnTo>
                  <a:pt x="884157" y="834932"/>
                </a:lnTo>
                <a:moveTo>
                  <a:pt x="840617" y="563831"/>
                </a:moveTo>
                <a:lnTo>
                  <a:pt x="783573" y="450517"/>
                </a:lnTo>
                <a:moveTo>
                  <a:pt x="713304" y="457303"/>
                </a:moveTo>
                <a:lnTo>
                  <a:pt x="783573" y="450517"/>
                </a:lnTo>
                <a:moveTo>
                  <a:pt x="878299" y="246323"/>
                </a:moveTo>
                <a:lnTo>
                  <a:pt x="902030" y="226869"/>
                </a:lnTo>
                <a:moveTo>
                  <a:pt x="713304" y="457303"/>
                </a:moveTo>
                <a:lnTo>
                  <a:pt x="722622" y="466325"/>
                </a:lnTo>
                <a:moveTo>
                  <a:pt x="840617" y="563831"/>
                </a:moveTo>
                <a:lnTo>
                  <a:pt x="919391" y="499498"/>
                </a:lnTo>
                <a:moveTo>
                  <a:pt x="735659" y="425537"/>
                </a:moveTo>
                <a:lnTo>
                  <a:pt x="783573" y="450517"/>
                </a:lnTo>
                <a:moveTo>
                  <a:pt x="355798" y="508141"/>
                </a:moveTo>
                <a:lnTo>
                  <a:pt x="286531" y="450093"/>
                </a:lnTo>
                <a:moveTo>
                  <a:pt x="806152" y="361606"/>
                </a:moveTo>
                <a:lnTo>
                  <a:pt x="892046" y="257679"/>
                </a:lnTo>
                <a:moveTo>
                  <a:pt x="735659" y="425537"/>
                </a:moveTo>
                <a:lnTo>
                  <a:pt x="806152" y="361606"/>
                </a:lnTo>
                <a:moveTo>
                  <a:pt x="1143913" y="472688"/>
                </a:moveTo>
                <a:lnTo>
                  <a:pt x="1120658" y="420744"/>
                </a:lnTo>
                <a:moveTo>
                  <a:pt x="355798" y="508141"/>
                </a:moveTo>
                <a:lnTo>
                  <a:pt x="421159" y="563032"/>
                </a:lnTo>
                <a:moveTo>
                  <a:pt x="1553272" y="810759"/>
                </a:moveTo>
                <a:lnTo>
                  <a:pt x="1559053" y="818091"/>
                </a:lnTo>
                <a:moveTo>
                  <a:pt x="878299" y="246323"/>
                </a:moveTo>
                <a:lnTo>
                  <a:pt x="872855" y="242683"/>
                </a:lnTo>
                <a:moveTo>
                  <a:pt x="1288200" y="807398"/>
                </a:moveTo>
                <a:lnTo>
                  <a:pt x="1219600" y="709303"/>
                </a:lnTo>
                <a:moveTo>
                  <a:pt x="702888" y="449164"/>
                </a:moveTo>
                <a:lnTo>
                  <a:pt x="722622" y="466325"/>
                </a:lnTo>
                <a:moveTo>
                  <a:pt x="1759590" y="632682"/>
                </a:moveTo>
                <a:lnTo>
                  <a:pt x="1825923" y="693615"/>
                </a:lnTo>
                <a:moveTo>
                  <a:pt x="828012" y="315255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28012" y="315255"/>
                </a:lnTo>
                <a:moveTo>
                  <a:pt x="1421225" y="349706"/>
                </a:moveTo>
                <a:lnTo>
                  <a:pt x="1341661" y="287862"/>
                </a:lnTo>
                <a:moveTo>
                  <a:pt x="1421225" y="349706"/>
                </a:moveTo>
                <a:lnTo>
                  <a:pt x="1342317" y="287832"/>
                </a:lnTo>
                <a:moveTo>
                  <a:pt x="872855" y="242683"/>
                </a:moveTo>
                <a:lnTo>
                  <a:pt x="902030" y="226869"/>
                </a:lnTo>
                <a:moveTo>
                  <a:pt x="479438" y="434881"/>
                </a:moveTo>
                <a:lnTo>
                  <a:pt x="461398" y="298095"/>
                </a:lnTo>
                <a:moveTo>
                  <a:pt x="1515559" y="829262"/>
                </a:moveTo>
                <a:lnTo>
                  <a:pt x="1559053" y="818091"/>
                </a:lnTo>
                <a:moveTo>
                  <a:pt x="1426625" y="348741"/>
                </a:moveTo>
                <a:lnTo>
                  <a:pt x="1342317" y="287832"/>
                </a:lnTo>
                <a:moveTo>
                  <a:pt x="1335706" y="801298"/>
                </a:moveTo>
                <a:lnTo>
                  <a:pt x="1415449" y="787223"/>
                </a:lnTo>
                <a:moveTo>
                  <a:pt x="347667" y="324592"/>
                </a:moveTo>
                <a:lnTo>
                  <a:pt x="461398" y="298095"/>
                </a:lnTo>
                <a:moveTo>
                  <a:pt x="722622" y="466325"/>
                </a:moveTo>
                <a:lnTo>
                  <a:pt x="783573" y="450517"/>
                </a:lnTo>
                <a:moveTo>
                  <a:pt x="486574" y="429615"/>
                </a:moveTo>
                <a:lnTo>
                  <a:pt x="461398" y="298095"/>
                </a:lnTo>
                <a:moveTo>
                  <a:pt x="783573" y="450517"/>
                </a:moveTo>
                <a:lnTo>
                  <a:pt x="806152" y="361606"/>
                </a:lnTo>
                <a:moveTo>
                  <a:pt x="925886" y="462868"/>
                </a:moveTo>
                <a:lnTo>
                  <a:pt x="892046" y="257679"/>
                </a:lnTo>
                <a:moveTo>
                  <a:pt x="919391" y="499498"/>
                </a:moveTo>
                <a:lnTo>
                  <a:pt x="783573" y="450517"/>
                </a:lnTo>
                <a:moveTo>
                  <a:pt x="1121037" y="447597"/>
                </a:moveTo>
                <a:lnTo>
                  <a:pt x="1143913" y="472688"/>
                </a:lnTo>
                <a:moveTo>
                  <a:pt x="2305315" y="568372"/>
                </a:moveTo>
                <a:lnTo>
                  <a:pt x="2389842" y="464775"/>
                </a:lnTo>
                <a:moveTo>
                  <a:pt x="1674748" y="736033"/>
                </a:moveTo>
                <a:lnTo>
                  <a:pt x="1711479" y="773836"/>
                </a:lnTo>
                <a:moveTo>
                  <a:pt x="2305315" y="568372"/>
                </a:moveTo>
                <a:lnTo>
                  <a:pt x="2233095" y="508437"/>
                </a:lnTo>
                <a:moveTo>
                  <a:pt x="1256687" y="739554"/>
                </a:moveTo>
                <a:lnTo>
                  <a:pt x="1333140" y="802674"/>
                </a:lnTo>
                <a:moveTo>
                  <a:pt x="1711479" y="773836"/>
                </a:moveTo>
                <a:lnTo>
                  <a:pt x="1759590" y="632682"/>
                </a:lnTo>
                <a:moveTo>
                  <a:pt x="486496" y="440621"/>
                </a:moveTo>
                <a:lnTo>
                  <a:pt x="616511" y="406232"/>
                </a:lnTo>
                <a:moveTo>
                  <a:pt x="1825923" y="693615"/>
                </a:moveTo>
                <a:lnTo>
                  <a:pt x="1826651" y="515437"/>
                </a:lnTo>
                <a:moveTo>
                  <a:pt x="2233095" y="508437"/>
                </a:moveTo>
                <a:lnTo>
                  <a:pt x="2389842" y="464775"/>
                </a:lnTo>
                <a:moveTo>
                  <a:pt x="783573" y="450517"/>
                </a:moveTo>
                <a:lnTo>
                  <a:pt x="925886" y="462868"/>
                </a:lnTo>
                <a:moveTo>
                  <a:pt x="538184" y="661347"/>
                </a:moveTo>
                <a:lnTo>
                  <a:pt x="411957" y="650494"/>
                </a:lnTo>
                <a:moveTo>
                  <a:pt x="1426625" y="348741"/>
                </a:moveTo>
                <a:lnTo>
                  <a:pt x="1541371" y="343496"/>
                </a:lnTo>
                <a:moveTo>
                  <a:pt x="486574" y="429615"/>
                </a:moveTo>
                <a:lnTo>
                  <a:pt x="616511" y="406232"/>
                </a:lnTo>
                <a:moveTo>
                  <a:pt x="707182" y="800911"/>
                </a:moveTo>
                <a:lnTo>
                  <a:pt x="778785" y="865962"/>
                </a:lnTo>
                <a:moveTo>
                  <a:pt x="267077" y="530139"/>
                </a:moveTo>
                <a:lnTo>
                  <a:pt x="286531" y="450093"/>
                </a:lnTo>
                <a:moveTo>
                  <a:pt x="925886" y="462868"/>
                </a:moveTo>
                <a:lnTo>
                  <a:pt x="806152" y="361606"/>
                </a:lnTo>
                <a:moveTo>
                  <a:pt x="267077" y="530139"/>
                </a:moveTo>
                <a:lnTo>
                  <a:pt x="355798" y="508141"/>
                </a:lnTo>
                <a:moveTo>
                  <a:pt x="1116658" y="796008"/>
                </a:moveTo>
                <a:lnTo>
                  <a:pt x="1219600" y="709303"/>
                </a:lnTo>
                <a:moveTo>
                  <a:pt x="919391" y="499498"/>
                </a:moveTo>
                <a:lnTo>
                  <a:pt x="925886" y="462868"/>
                </a:lnTo>
                <a:moveTo>
                  <a:pt x="892046" y="257679"/>
                </a:moveTo>
                <a:lnTo>
                  <a:pt x="995745" y="347809"/>
                </a:lnTo>
                <a:moveTo>
                  <a:pt x="1826651" y="515437"/>
                </a:moveTo>
                <a:lnTo>
                  <a:pt x="1906879" y="587228"/>
                </a:lnTo>
                <a:moveTo>
                  <a:pt x="972008" y="598251"/>
                </a:moveTo>
                <a:lnTo>
                  <a:pt x="995383" y="540531"/>
                </a:lnTo>
                <a:moveTo>
                  <a:pt x="1137675" y="289066"/>
                </a:moveTo>
                <a:lnTo>
                  <a:pt x="1341661" y="287862"/>
                </a:lnTo>
                <a:moveTo>
                  <a:pt x="1137675" y="289066"/>
                </a:moveTo>
                <a:lnTo>
                  <a:pt x="1341366" y="287684"/>
                </a:lnTo>
                <a:moveTo>
                  <a:pt x="2163913" y="626471"/>
                </a:moveTo>
                <a:lnTo>
                  <a:pt x="2305315" y="568372"/>
                </a:lnTo>
                <a:moveTo>
                  <a:pt x="2033875" y="516816"/>
                </a:moveTo>
                <a:lnTo>
                  <a:pt x="2021266" y="506090"/>
                </a:lnTo>
                <a:moveTo>
                  <a:pt x="840617" y="563831"/>
                </a:moveTo>
                <a:lnTo>
                  <a:pt x="798981" y="533351"/>
                </a:lnTo>
                <a:moveTo>
                  <a:pt x="2180562" y="640536"/>
                </a:moveTo>
                <a:lnTo>
                  <a:pt x="2305315" y="568372"/>
                </a:lnTo>
                <a:moveTo>
                  <a:pt x="995745" y="347809"/>
                </a:moveTo>
                <a:lnTo>
                  <a:pt x="902030" y="226869"/>
                </a:lnTo>
                <a:moveTo>
                  <a:pt x="266856" y="438643"/>
                </a:moveTo>
                <a:lnTo>
                  <a:pt x="347667" y="324592"/>
                </a:lnTo>
                <a:moveTo>
                  <a:pt x="538184" y="661347"/>
                </a:moveTo>
                <a:lnTo>
                  <a:pt x="522025" y="812419"/>
                </a:lnTo>
                <a:moveTo>
                  <a:pt x="1990574" y="555395"/>
                </a:moveTo>
                <a:lnTo>
                  <a:pt x="2021266" y="506090"/>
                </a:lnTo>
                <a:moveTo>
                  <a:pt x="1553272" y="810759"/>
                </a:moveTo>
                <a:lnTo>
                  <a:pt x="1711479" y="773836"/>
                </a:lnTo>
                <a:moveTo>
                  <a:pt x="1002194" y="872022"/>
                </a:moveTo>
                <a:lnTo>
                  <a:pt x="1045787" y="742232"/>
                </a:lnTo>
                <a:moveTo>
                  <a:pt x="884157" y="834932"/>
                </a:moveTo>
                <a:lnTo>
                  <a:pt x="921846" y="809451"/>
                </a:lnTo>
                <a:moveTo>
                  <a:pt x="1990574" y="555395"/>
                </a:moveTo>
                <a:lnTo>
                  <a:pt x="2033875" y="516816"/>
                </a:lnTo>
                <a:moveTo>
                  <a:pt x="347667" y="324592"/>
                </a:moveTo>
                <a:lnTo>
                  <a:pt x="353939" y="337043"/>
                </a:lnTo>
                <a:moveTo>
                  <a:pt x="2163913" y="626471"/>
                </a:moveTo>
                <a:lnTo>
                  <a:pt x="2233095" y="508437"/>
                </a:lnTo>
                <a:moveTo>
                  <a:pt x="355798" y="508141"/>
                </a:moveTo>
                <a:lnTo>
                  <a:pt x="411957" y="650494"/>
                </a:lnTo>
                <a:moveTo>
                  <a:pt x="709516" y="454164"/>
                </a:moveTo>
                <a:lnTo>
                  <a:pt x="616511" y="406232"/>
                </a:lnTo>
                <a:moveTo>
                  <a:pt x="1219600" y="709303"/>
                </a:moveTo>
                <a:lnTo>
                  <a:pt x="1256687" y="739554"/>
                </a:lnTo>
                <a:moveTo>
                  <a:pt x="421159" y="563032"/>
                </a:moveTo>
                <a:lnTo>
                  <a:pt x="411957" y="650494"/>
                </a:lnTo>
                <a:moveTo>
                  <a:pt x="1653323" y="371396"/>
                </a:moveTo>
                <a:lnTo>
                  <a:pt x="1541371" y="343496"/>
                </a:lnTo>
                <a:moveTo>
                  <a:pt x="1013045" y="540075"/>
                </a:moveTo>
                <a:lnTo>
                  <a:pt x="1121037" y="447597"/>
                </a:lnTo>
                <a:moveTo>
                  <a:pt x="1143913" y="472688"/>
                </a:moveTo>
                <a:lnTo>
                  <a:pt x="1137675" y="289066"/>
                </a:lnTo>
                <a:moveTo>
                  <a:pt x="1515559" y="829262"/>
                </a:moveTo>
                <a:lnTo>
                  <a:pt x="1415449" y="787223"/>
                </a:lnTo>
                <a:moveTo>
                  <a:pt x="2033875" y="516816"/>
                </a:moveTo>
                <a:lnTo>
                  <a:pt x="2163913" y="626471"/>
                </a:lnTo>
                <a:moveTo>
                  <a:pt x="707182" y="800911"/>
                </a:moveTo>
                <a:lnTo>
                  <a:pt x="676196" y="921679"/>
                </a:lnTo>
                <a:moveTo>
                  <a:pt x="616511" y="406232"/>
                </a:moveTo>
                <a:lnTo>
                  <a:pt x="702888" y="449164"/>
                </a:lnTo>
                <a:moveTo>
                  <a:pt x="1776281" y="472973"/>
                </a:moveTo>
                <a:lnTo>
                  <a:pt x="1772466" y="360901"/>
                </a:lnTo>
                <a:moveTo>
                  <a:pt x="657461" y="812275"/>
                </a:moveTo>
                <a:lnTo>
                  <a:pt x="522025" y="812419"/>
                </a:lnTo>
                <a:moveTo>
                  <a:pt x="798981" y="533351"/>
                </a:moveTo>
                <a:lnTo>
                  <a:pt x="783573" y="450517"/>
                </a:lnTo>
                <a:moveTo>
                  <a:pt x="1256687" y="739554"/>
                </a:moveTo>
                <a:lnTo>
                  <a:pt x="1245374" y="696954"/>
                </a:lnTo>
                <a:moveTo>
                  <a:pt x="2033875" y="516816"/>
                </a:moveTo>
                <a:lnTo>
                  <a:pt x="2157095" y="649908"/>
                </a:lnTo>
                <a:moveTo>
                  <a:pt x="1553272" y="810759"/>
                </a:moveTo>
                <a:lnTo>
                  <a:pt x="1672756" y="773327"/>
                </a:lnTo>
                <a:moveTo>
                  <a:pt x="1116658" y="796008"/>
                </a:moveTo>
                <a:lnTo>
                  <a:pt x="1110149" y="619725"/>
                </a:lnTo>
                <a:moveTo>
                  <a:pt x="925886" y="462868"/>
                </a:moveTo>
                <a:lnTo>
                  <a:pt x="995745" y="347809"/>
                </a:lnTo>
                <a:moveTo>
                  <a:pt x="1333140" y="802674"/>
                </a:moveTo>
                <a:lnTo>
                  <a:pt x="1415449" y="787223"/>
                </a:lnTo>
                <a:moveTo>
                  <a:pt x="1990574" y="555395"/>
                </a:moveTo>
                <a:lnTo>
                  <a:pt x="2157095" y="649908"/>
                </a:lnTo>
                <a:moveTo>
                  <a:pt x="2180562" y="640536"/>
                </a:moveTo>
                <a:lnTo>
                  <a:pt x="2163913" y="626471"/>
                </a:lnTo>
                <a:moveTo>
                  <a:pt x="1051438" y="565244"/>
                </a:moveTo>
                <a:lnTo>
                  <a:pt x="1013045" y="540075"/>
                </a:lnTo>
                <a:moveTo>
                  <a:pt x="778785" y="865962"/>
                </a:moveTo>
                <a:lnTo>
                  <a:pt x="884157" y="834932"/>
                </a:lnTo>
                <a:moveTo>
                  <a:pt x="1906879" y="587228"/>
                </a:moveTo>
                <a:lnTo>
                  <a:pt x="2021266" y="506090"/>
                </a:lnTo>
                <a:moveTo>
                  <a:pt x="1653892" y="371391"/>
                </a:moveTo>
                <a:lnTo>
                  <a:pt x="1772466" y="360901"/>
                </a:lnTo>
                <a:moveTo>
                  <a:pt x="702888" y="449164"/>
                </a:moveTo>
                <a:lnTo>
                  <a:pt x="762059" y="525788"/>
                </a:lnTo>
                <a:moveTo>
                  <a:pt x="286531" y="450093"/>
                </a:moveTo>
                <a:lnTo>
                  <a:pt x="266856" y="438643"/>
                </a:lnTo>
                <a:moveTo>
                  <a:pt x="1219600" y="709303"/>
                </a:moveTo>
                <a:lnTo>
                  <a:pt x="1245374" y="696954"/>
                </a:lnTo>
                <a:moveTo>
                  <a:pt x="657461" y="812275"/>
                </a:moveTo>
                <a:lnTo>
                  <a:pt x="676196" y="921679"/>
                </a:lnTo>
                <a:moveTo>
                  <a:pt x="2157095" y="649908"/>
                </a:moveTo>
                <a:lnTo>
                  <a:pt x="2163913" y="626471"/>
                </a:lnTo>
                <a:moveTo>
                  <a:pt x="2157095" y="649908"/>
                </a:moveTo>
                <a:lnTo>
                  <a:pt x="2180562" y="640536"/>
                </a:lnTo>
                <a:moveTo>
                  <a:pt x="1906879" y="587228"/>
                </a:moveTo>
                <a:lnTo>
                  <a:pt x="1990574" y="555395"/>
                </a:lnTo>
                <a:moveTo>
                  <a:pt x="1051438" y="565244"/>
                </a:moveTo>
                <a:lnTo>
                  <a:pt x="995383" y="540531"/>
                </a:lnTo>
                <a:moveTo>
                  <a:pt x="1415449" y="787223"/>
                </a:moveTo>
                <a:lnTo>
                  <a:pt x="1559053" y="818091"/>
                </a:lnTo>
                <a:moveTo>
                  <a:pt x="1341661" y="287862"/>
                </a:moveTo>
                <a:lnTo>
                  <a:pt x="1342317" y="287832"/>
                </a:lnTo>
                <a:moveTo>
                  <a:pt x="1341661" y="287862"/>
                </a:moveTo>
                <a:lnTo>
                  <a:pt x="1341366" y="287684"/>
                </a:lnTo>
                <a:moveTo>
                  <a:pt x="1341366" y="287684"/>
                </a:moveTo>
                <a:lnTo>
                  <a:pt x="1342317" y="287832"/>
                </a:lnTo>
                <a:moveTo>
                  <a:pt x="267077" y="530139"/>
                </a:moveTo>
                <a:lnTo>
                  <a:pt x="411957" y="650494"/>
                </a:lnTo>
                <a:moveTo>
                  <a:pt x="1342667" y="288796"/>
                </a:moveTo>
                <a:lnTo>
                  <a:pt x="1342317" y="287832"/>
                </a:lnTo>
                <a:moveTo>
                  <a:pt x="1341366" y="287684"/>
                </a:moveTo>
                <a:lnTo>
                  <a:pt x="1342667" y="288796"/>
                </a:lnTo>
                <a:moveTo>
                  <a:pt x="762059" y="525788"/>
                </a:moveTo>
                <a:lnTo>
                  <a:pt x="722622" y="466325"/>
                </a:lnTo>
                <a:moveTo>
                  <a:pt x="783573" y="450517"/>
                </a:moveTo>
                <a:lnTo>
                  <a:pt x="793336" y="488440"/>
                </a:lnTo>
                <a:moveTo>
                  <a:pt x="778785" y="865962"/>
                </a:moveTo>
                <a:lnTo>
                  <a:pt x="921846" y="809451"/>
                </a:lnTo>
                <a:moveTo>
                  <a:pt x="722622" y="466325"/>
                </a:moveTo>
                <a:lnTo>
                  <a:pt x="793336" y="488440"/>
                </a:lnTo>
                <a:moveTo>
                  <a:pt x="902030" y="226869"/>
                </a:moveTo>
                <a:lnTo>
                  <a:pt x="985062" y="259495"/>
                </a:lnTo>
                <a:moveTo>
                  <a:pt x="1116658" y="796008"/>
                </a:moveTo>
                <a:lnTo>
                  <a:pt x="1045787" y="742232"/>
                </a:lnTo>
                <a:moveTo>
                  <a:pt x="2389842" y="464775"/>
                </a:moveTo>
                <a:lnTo>
                  <a:pt x="2361476" y="445338"/>
                </a:lnTo>
                <a:moveTo>
                  <a:pt x="1219600" y="709303"/>
                </a:moveTo>
                <a:lnTo>
                  <a:pt x="1110149" y="619725"/>
                </a:lnTo>
                <a:moveTo>
                  <a:pt x="1653323" y="371396"/>
                </a:moveTo>
                <a:lnTo>
                  <a:pt x="1685579" y="405206"/>
                </a:lnTo>
                <a:moveTo>
                  <a:pt x="1653892" y="371391"/>
                </a:moveTo>
                <a:lnTo>
                  <a:pt x="1685579" y="405206"/>
                </a:lnTo>
                <a:moveTo>
                  <a:pt x="1333140" y="802674"/>
                </a:moveTo>
                <a:lnTo>
                  <a:pt x="1426425" y="711642"/>
                </a:lnTo>
                <a:moveTo>
                  <a:pt x="2491241" y="553109"/>
                </a:moveTo>
                <a:lnTo>
                  <a:pt x="2459333" y="524156"/>
                </a:lnTo>
                <a:moveTo>
                  <a:pt x="735659" y="425537"/>
                </a:moveTo>
                <a:lnTo>
                  <a:pt x="832955" y="390253"/>
                </a:lnTo>
                <a:moveTo>
                  <a:pt x="1825923" y="693615"/>
                </a:moveTo>
                <a:lnTo>
                  <a:pt x="1906879" y="587228"/>
                </a:lnTo>
                <a:moveTo>
                  <a:pt x="872855" y="242683"/>
                </a:moveTo>
                <a:lnTo>
                  <a:pt x="985062" y="259495"/>
                </a:lnTo>
                <a:moveTo>
                  <a:pt x="2457892" y="584080"/>
                </a:moveTo>
                <a:lnTo>
                  <a:pt x="2459333" y="524156"/>
                </a:lnTo>
                <a:moveTo>
                  <a:pt x="486574" y="429615"/>
                </a:moveTo>
                <a:lnTo>
                  <a:pt x="505762" y="376896"/>
                </a:lnTo>
                <a:moveTo>
                  <a:pt x="2459333" y="524156"/>
                </a:moveTo>
                <a:lnTo>
                  <a:pt x="2499495" y="534400"/>
                </a:lnTo>
                <a:moveTo>
                  <a:pt x="832955" y="390253"/>
                </a:moveTo>
                <a:lnTo>
                  <a:pt x="828012" y="315255"/>
                </a:lnTo>
                <a:moveTo>
                  <a:pt x="1219600" y="709303"/>
                </a:moveTo>
                <a:lnTo>
                  <a:pt x="1197758" y="518790"/>
                </a:lnTo>
                <a:moveTo>
                  <a:pt x="1342317" y="287832"/>
                </a:moveTo>
                <a:lnTo>
                  <a:pt x="1541371" y="343496"/>
                </a:lnTo>
                <a:moveTo>
                  <a:pt x="702888" y="449164"/>
                </a:moveTo>
                <a:lnTo>
                  <a:pt x="832955" y="390253"/>
                </a:lnTo>
                <a:moveTo>
                  <a:pt x="1342667" y="288796"/>
                </a:moveTo>
                <a:lnTo>
                  <a:pt x="1541371" y="343496"/>
                </a:lnTo>
                <a:moveTo>
                  <a:pt x="1137675" y="289066"/>
                </a:moveTo>
                <a:lnTo>
                  <a:pt x="1177947" y="329636"/>
                </a:lnTo>
                <a:moveTo>
                  <a:pt x="1559053" y="818091"/>
                </a:moveTo>
                <a:lnTo>
                  <a:pt x="1672756" y="773327"/>
                </a:lnTo>
                <a:moveTo>
                  <a:pt x="1559053" y="818091"/>
                </a:moveTo>
                <a:lnTo>
                  <a:pt x="1473238" y="750448"/>
                </a:lnTo>
                <a:moveTo>
                  <a:pt x="1256687" y="739554"/>
                </a:moveTo>
                <a:lnTo>
                  <a:pt x="1341948" y="640604"/>
                </a:lnTo>
                <a:moveTo>
                  <a:pt x="919391" y="499498"/>
                </a:moveTo>
                <a:lnTo>
                  <a:pt x="995383" y="540531"/>
                </a:lnTo>
                <a:moveTo>
                  <a:pt x="1711479" y="773836"/>
                </a:moveTo>
                <a:lnTo>
                  <a:pt x="1825923" y="693615"/>
                </a:lnTo>
                <a:moveTo>
                  <a:pt x="1529381" y="450070"/>
                </a:moveTo>
                <a:lnTo>
                  <a:pt x="1653323" y="371396"/>
                </a:lnTo>
                <a:moveTo>
                  <a:pt x="267077" y="530139"/>
                </a:moveTo>
                <a:lnTo>
                  <a:pt x="266856" y="438643"/>
                </a:lnTo>
                <a:moveTo>
                  <a:pt x="1256687" y="739554"/>
                </a:moveTo>
                <a:lnTo>
                  <a:pt x="1426425" y="711642"/>
                </a:lnTo>
                <a:moveTo>
                  <a:pt x="722622" y="466325"/>
                </a:moveTo>
                <a:lnTo>
                  <a:pt x="832955" y="390253"/>
                </a:lnTo>
                <a:moveTo>
                  <a:pt x="832955" y="390253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32955" y="390253"/>
                </a:lnTo>
                <a:moveTo>
                  <a:pt x="411957" y="650494"/>
                </a:moveTo>
                <a:lnTo>
                  <a:pt x="522025" y="812419"/>
                </a:lnTo>
                <a:moveTo>
                  <a:pt x="2459333" y="524156"/>
                </a:moveTo>
                <a:lnTo>
                  <a:pt x="2470355" y="536788"/>
                </a:lnTo>
                <a:moveTo>
                  <a:pt x="2259300" y="711163"/>
                </a:moveTo>
                <a:lnTo>
                  <a:pt x="2305315" y="568372"/>
                </a:lnTo>
                <a:moveTo>
                  <a:pt x="1219600" y="709303"/>
                </a:moveTo>
                <a:lnTo>
                  <a:pt x="1270186" y="580458"/>
                </a:lnTo>
                <a:moveTo>
                  <a:pt x="1110149" y="619725"/>
                </a:moveTo>
                <a:lnTo>
                  <a:pt x="1143913" y="472688"/>
                </a:lnTo>
                <a:moveTo>
                  <a:pt x="921846" y="809451"/>
                </a:moveTo>
                <a:lnTo>
                  <a:pt x="1045787" y="742232"/>
                </a:lnTo>
                <a:moveTo>
                  <a:pt x="925886" y="462868"/>
                </a:moveTo>
                <a:lnTo>
                  <a:pt x="995383" y="540531"/>
                </a:lnTo>
                <a:moveTo>
                  <a:pt x="2305315" y="568372"/>
                </a:moveTo>
                <a:lnTo>
                  <a:pt x="2341974" y="606118"/>
                </a:lnTo>
                <a:moveTo>
                  <a:pt x="1559053" y="818091"/>
                </a:moveTo>
                <a:lnTo>
                  <a:pt x="1666832" y="738950"/>
                </a:lnTo>
                <a:moveTo>
                  <a:pt x="2233095" y="508437"/>
                </a:moveTo>
                <a:lnTo>
                  <a:pt x="2187757" y="476514"/>
                </a:lnTo>
                <a:moveTo>
                  <a:pt x="353939" y="337043"/>
                </a:moveTo>
                <a:lnTo>
                  <a:pt x="461398" y="298095"/>
                </a:lnTo>
                <a:moveTo>
                  <a:pt x="1143913" y="472688"/>
                </a:moveTo>
                <a:lnTo>
                  <a:pt x="1197758" y="518790"/>
                </a:lnTo>
                <a:moveTo>
                  <a:pt x="872855" y="242683"/>
                </a:moveTo>
                <a:lnTo>
                  <a:pt x="909063" y="280077"/>
                </a:lnTo>
                <a:moveTo>
                  <a:pt x="753267" y="847238"/>
                </a:moveTo>
                <a:lnTo>
                  <a:pt x="921846" y="809451"/>
                </a:lnTo>
                <a:moveTo>
                  <a:pt x="2341974" y="606118"/>
                </a:moveTo>
                <a:lnTo>
                  <a:pt x="2389842" y="464775"/>
                </a:lnTo>
                <a:moveTo>
                  <a:pt x="1245374" y="696954"/>
                </a:moveTo>
                <a:lnTo>
                  <a:pt x="1270186" y="580458"/>
                </a:lnTo>
                <a:moveTo>
                  <a:pt x="1245374" y="696954"/>
                </a:moveTo>
                <a:lnTo>
                  <a:pt x="1341948" y="640604"/>
                </a:lnTo>
                <a:moveTo>
                  <a:pt x="995745" y="347809"/>
                </a:moveTo>
                <a:lnTo>
                  <a:pt x="985062" y="259495"/>
                </a:lnTo>
                <a:moveTo>
                  <a:pt x="798981" y="533351"/>
                </a:moveTo>
                <a:lnTo>
                  <a:pt x="762059" y="525788"/>
                </a:lnTo>
                <a:moveTo>
                  <a:pt x="2457892" y="584080"/>
                </a:moveTo>
                <a:lnTo>
                  <a:pt x="2491241" y="553109"/>
                </a:lnTo>
                <a:moveTo>
                  <a:pt x="798981" y="533351"/>
                </a:moveTo>
                <a:lnTo>
                  <a:pt x="793336" y="488440"/>
                </a:lnTo>
                <a:moveTo>
                  <a:pt x="1110149" y="619725"/>
                </a:moveTo>
                <a:lnTo>
                  <a:pt x="1197758" y="518790"/>
                </a:lnTo>
                <a:moveTo>
                  <a:pt x="921846" y="809451"/>
                </a:moveTo>
                <a:lnTo>
                  <a:pt x="840983" y="746403"/>
                </a:lnTo>
                <a:moveTo>
                  <a:pt x="2491241" y="553109"/>
                </a:moveTo>
                <a:lnTo>
                  <a:pt x="2499495" y="534400"/>
                </a:lnTo>
                <a:moveTo>
                  <a:pt x="676196" y="921679"/>
                </a:moveTo>
                <a:lnTo>
                  <a:pt x="778785" y="865962"/>
                </a:lnTo>
                <a:moveTo>
                  <a:pt x="1990574" y="555395"/>
                </a:moveTo>
                <a:lnTo>
                  <a:pt x="2008108" y="666234"/>
                </a:lnTo>
                <a:moveTo>
                  <a:pt x="925886" y="462868"/>
                </a:moveTo>
                <a:lnTo>
                  <a:pt x="963595" y="325474"/>
                </a:lnTo>
                <a:moveTo>
                  <a:pt x="616511" y="406232"/>
                </a:moveTo>
                <a:lnTo>
                  <a:pt x="762059" y="525788"/>
                </a:lnTo>
                <a:moveTo>
                  <a:pt x="1342667" y="288796"/>
                </a:moveTo>
                <a:lnTo>
                  <a:pt x="1441770" y="375240"/>
                </a:lnTo>
                <a:moveTo>
                  <a:pt x="2033875" y="516816"/>
                </a:moveTo>
                <a:lnTo>
                  <a:pt x="2155817" y="489851"/>
                </a:lnTo>
                <a:moveTo>
                  <a:pt x="498260" y="807307"/>
                </a:moveTo>
                <a:lnTo>
                  <a:pt x="522025" y="812419"/>
                </a:lnTo>
                <a:moveTo>
                  <a:pt x="2163913" y="626471"/>
                </a:moveTo>
                <a:lnTo>
                  <a:pt x="2187757" y="476514"/>
                </a:lnTo>
                <a:moveTo>
                  <a:pt x="2180562" y="640536"/>
                </a:moveTo>
                <a:lnTo>
                  <a:pt x="2259300" y="711163"/>
                </a:lnTo>
                <a:moveTo>
                  <a:pt x="1013045" y="540075"/>
                </a:moveTo>
                <a:lnTo>
                  <a:pt x="1143913" y="472688"/>
                </a:lnTo>
                <a:moveTo>
                  <a:pt x="522025" y="812419"/>
                </a:moveTo>
                <a:lnTo>
                  <a:pt x="676196" y="921679"/>
                </a:lnTo>
                <a:moveTo>
                  <a:pt x="1177947" y="329636"/>
                </a:moveTo>
                <a:lnTo>
                  <a:pt x="1341366" y="287684"/>
                </a:lnTo>
                <a:moveTo>
                  <a:pt x="1415449" y="787223"/>
                </a:moveTo>
                <a:lnTo>
                  <a:pt x="1473238" y="750448"/>
                </a:lnTo>
                <a:moveTo>
                  <a:pt x="1672756" y="773327"/>
                </a:moveTo>
                <a:lnTo>
                  <a:pt x="1711479" y="773836"/>
                </a:lnTo>
                <a:moveTo>
                  <a:pt x="2389842" y="464775"/>
                </a:moveTo>
                <a:lnTo>
                  <a:pt x="2332950" y="571692"/>
                </a:lnTo>
                <a:moveTo>
                  <a:pt x="1559053" y="818091"/>
                </a:moveTo>
                <a:lnTo>
                  <a:pt x="1587954" y="674667"/>
                </a:lnTo>
                <a:moveTo>
                  <a:pt x="778785" y="865962"/>
                </a:moveTo>
                <a:lnTo>
                  <a:pt x="753267" y="847238"/>
                </a:lnTo>
                <a:moveTo>
                  <a:pt x="2457892" y="584080"/>
                </a:moveTo>
                <a:lnTo>
                  <a:pt x="2470355" y="536788"/>
                </a:lnTo>
                <a:moveTo>
                  <a:pt x="1825923" y="693615"/>
                </a:moveTo>
                <a:lnTo>
                  <a:pt x="1869094" y="559100"/>
                </a:lnTo>
                <a:moveTo>
                  <a:pt x="2163913" y="626471"/>
                </a:moveTo>
                <a:lnTo>
                  <a:pt x="2155817" y="489851"/>
                </a:lnTo>
                <a:moveTo>
                  <a:pt x="1045787" y="742232"/>
                </a:moveTo>
                <a:lnTo>
                  <a:pt x="1110149" y="619725"/>
                </a:lnTo>
                <a:moveTo>
                  <a:pt x="267077" y="530139"/>
                </a:moveTo>
                <a:lnTo>
                  <a:pt x="294313" y="629392"/>
                </a:lnTo>
                <a:moveTo>
                  <a:pt x="1013045" y="540075"/>
                </a:moveTo>
                <a:lnTo>
                  <a:pt x="1110149" y="619725"/>
                </a:lnTo>
                <a:moveTo>
                  <a:pt x="1415449" y="787223"/>
                </a:moveTo>
                <a:lnTo>
                  <a:pt x="1426425" y="711642"/>
                </a:lnTo>
                <a:moveTo>
                  <a:pt x="2470355" y="536788"/>
                </a:moveTo>
                <a:lnTo>
                  <a:pt x="2499495" y="534400"/>
                </a:lnTo>
                <a:moveTo>
                  <a:pt x="2157095" y="649908"/>
                </a:moveTo>
                <a:lnTo>
                  <a:pt x="2008108" y="666234"/>
                </a:lnTo>
                <a:moveTo>
                  <a:pt x="534853" y="838780"/>
                </a:moveTo>
                <a:lnTo>
                  <a:pt x="522025" y="812419"/>
                </a:lnTo>
                <a:moveTo>
                  <a:pt x="1825923" y="693615"/>
                </a:moveTo>
                <a:lnTo>
                  <a:pt x="1789433" y="667410"/>
                </a:lnTo>
                <a:moveTo>
                  <a:pt x="995745" y="347809"/>
                </a:moveTo>
                <a:lnTo>
                  <a:pt x="963595" y="325474"/>
                </a:lnTo>
                <a:moveTo>
                  <a:pt x="1441770" y="375240"/>
                </a:moveTo>
                <a:lnTo>
                  <a:pt x="1541371" y="343496"/>
                </a:lnTo>
                <a:moveTo>
                  <a:pt x="266856" y="438643"/>
                </a:moveTo>
                <a:lnTo>
                  <a:pt x="353939" y="337043"/>
                </a:lnTo>
                <a:moveTo>
                  <a:pt x="1270186" y="580458"/>
                </a:moveTo>
                <a:lnTo>
                  <a:pt x="1197758" y="518790"/>
                </a:lnTo>
                <a:moveTo>
                  <a:pt x="2491241" y="553109"/>
                </a:moveTo>
                <a:lnTo>
                  <a:pt x="2503822" y="565440"/>
                </a:lnTo>
                <a:moveTo>
                  <a:pt x="1143913" y="472688"/>
                </a:moveTo>
                <a:lnTo>
                  <a:pt x="1177947" y="329636"/>
                </a:lnTo>
                <a:moveTo>
                  <a:pt x="925886" y="462868"/>
                </a:moveTo>
                <a:lnTo>
                  <a:pt x="896670" y="445603"/>
                </a:lnTo>
                <a:moveTo>
                  <a:pt x="1906879" y="587228"/>
                </a:moveTo>
                <a:lnTo>
                  <a:pt x="1869094" y="559100"/>
                </a:lnTo>
                <a:moveTo>
                  <a:pt x="2457892" y="584080"/>
                </a:moveTo>
                <a:lnTo>
                  <a:pt x="2503822" y="565440"/>
                </a:lnTo>
                <a:moveTo>
                  <a:pt x="417087" y="741486"/>
                </a:moveTo>
                <a:lnTo>
                  <a:pt x="411957" y="650494"/>
                </a:lnTo>
                <a:moveTo>
                  <a:pt x="1711479" y="773836"/>
                </a:moveTo>
                <a:lnTo>
                  <a:pt x="1697145" y="764003"/>
                </a:lnTo>
                <a:moveTo>
                  <a:pt x="2503822" y="565440"/>
                </a:moveTo>
                <a:lnTo>
                  <a:pt x="2499495" y="534400"/>
                </a:lnTo>
                <a:moveTo>
                  <a:pt x="1906879" y="587228"/>
                </a:moveTo>
                <a:lnTo>
                  <a:pt x="2008108" y="666234"/>
                </a:lnTo>
                <a:moveTo>
                  <a:pt x="2180562" y="640536"/>
                </a:moveTo>
                <a:lnTo>
                  <a:pt x="2187458" y="745428"/>
                </a:lnTo>
                <a:moveTo>
                  <a:pt x="1341366" y="287684"/>
                </a:moveTo>
                <a:lnTo>
                  <a:pt x="1355858" y="403439"/>
                </a:lnTo>
                <a:moveTo>
                  <a:pt x="1355858" y="403439"/>
                </a:moveTo>
                <a:lnTo>
                  <a:pt x="1342667" y="288796"/>
                </a:lnTo>
                <a:moveTo>
                  <a:pt x="411957" y="650494"/>
                </a:moveTo>
                <a:lnTo>
                  <a:pt x="294313" y="629392"/>
                </a:lnTo>
                <a:moveTo>
                  <a:pt x="498260" y="807307"/>
                </a:moveTo>
                <a:lnTo>
                  <a:pt x="534853" y="838780"/>
                </a:lnTo>
                <a:moveTo>
                  <a:pt x="2157095" y="649908"/>
                </a:moveTo>
                <a:lnTo>
                  <a:pt x="2187458" y="745428"/>
                </a:lnTo>
                <a:moveTo>
                  <a:pt x="534853" y="838780"/>
                </a:moveTo>
                <a:lnTo>
                  <a:pt x="676196" y="921679"/>
                </a:lnTo>
                <a:moveTo>
                  <a:pt x="1270186" y="580458"/>
                </a:moveTo>
                <a:lnTo>
                  <a:pt x="1341948" y="640604"/>
                </a:lnTo>
                <a:moveTo>
                  <a:pt x="1906879" y="587228"/>
                </a:moveTo>
                <a:lnTo>
                  <a:pt x="1960715" y="461889"/>
                </a:lnTo>
                <a:moveTo>
                  <a:pt x="461398" y="298095"/>
                </a:moveTo>
                <a:lnTo>
                  <a:pt x="505762" y="376896"/>
                </a:lnTo>
                <a:moveTo>
                  <a:pt x="417087" y="741486"/>
                </a:moveTo>
                <a:lnTo>
                  <a:pt x="522025" y="812419"/>
                </a:lnTo>
                <a:moveTo>
                  <a:pt x="1711479" y="773836"/>
                </a:moveTo>
                <a:lnTo>
                  <a:pt x="1789433" y="667410"/>
                </a:lnTo>
                <a:moveTo>
                  <a:pt x="676196" y="921679"/>
                </a:moveTo>
                <a:lnTo>
                  <a:pt x="753267" y="847238"/>
                </a:lnTo>
                <a:moveTo>
                  <a:pt x="2470355" y="536788"/>
                </a:moveTo>
                <a:lnTo>
                  <a:pt x="2503822" y="565440"/>
                </a:lnTo>
                <a:moveTo>
                  <a:pt x="1426425" y="711642"/>
                </a:moveTo>
                <a:lnTo>
                  <a:pt x="1473238" y="750448"/>
                </a:lnTo>
                <a:moveTo>
                  <a:pt x="1426425" y="711642"/>
                </a:moveTo>
                <a:lnTo>
                  <a:pt x="1341948" y="640604"/>
                </a:lnTo>
                <a:moveTo>
                  <a:pt x="1529381" y="450070"/>
                </a:moveTo>
                <a:lnTo>
                  <a:pt x="1541371" y="343496"/>
                </a:lnTo>
                <a:moveTo>
                  <a:pt x="636891" y="924734"/>
                </a:moveTo>
                <a:lnTo>
                  <a:pt x="676196" y="921679"/>
                </a:lnTo>
                <a:moveTo>
                  <a:pt x="921846" y="809451"/>
                </a:moveTo>
                <a:lnTo>
                  <a:pt x="956174" y="671063"/>
                </a:lnTo>
                <a:moveTo>
                  <a:pt x="1672756" y="773327"/>
                </a:moveTo>
                <a:lnTo>
                  <a:pt x="1697145" y="764003"/>
                </a:lnTo>
                <a:moveTo>
                  <a:pt x="793336" y="488440"/>
                </a:moveTo>
                <a:lnTo>
                  <a:pt x="832955" y="390253"/>
                </a:lnTo>
                <a:moveTo>
                  <a:pt x="784253" y="700589"/>
                </a:moveTo>
                <a:lnTo>
                  <a:pt x="798981" y="533351"/>
                </a:lnTo>
                <a:moveTo>
                  <a:pt x="1685579" y="405206"/>
                </a:moveTo>
                <a:lnTo>
                  <a:pt x="1772466" y="360901"/>
                </a:lnTo>
                <a:moveTo>
                  <a:pt x="1672756" y="773327"/>
                </a:moveTo>
                <a:lnTo>
                  <a:pt x="1666832" y="738950"/>
                </a:lnTo>
                <a:moveTo>
                  <a:pt x="1013045" y="540075"/>
                </a:moveTo>
                <a:lnTo>
                  <a:pt x="995383" y="540531"/>
                </a:lnTo>
                <a:moveTo>
                  <a:pt x="1292462" y="428219"/>
                </a:moveTo>
                <a:lnTo>
                  <a:pt x="1341366" y="287684"/>
                </a:lnTo>
                <a:moveTo>
                  <a:pt x="498260" y="807307"/>
                </a:moveTo>
                <a:lnTo>
                  <a:pt x="417087" y="741486"/>
                </a:lnTo>
                <a:moveTo>
                  <a:pt x="636891" y="924734"/>
                </a:moveTo>
                <a:lnTo>
                  <a:pt x="534853" y="838780"/>
                </a:lnTo>
                <a:moveTo>
                  <a:pt x="616511" y="406232"/>
                </a:moveTo>
                <a:lnTo>
                  <a:pt x="505762" y="376896"/>
                </a:lnTo>
                <a:moveTo>
                  <a:pt x="1197758" y="518790"/>
                </a:moveTo>
                <a:lnTo>
                  <a:pt x="1277869" y="496567"/>
                </a:lnTo>
                <a:moveTo>
                  <a:pt x="636891" y="924734"/>
                </a:moveTo>
                <a:lnTo>
                  <a:pt x="753267" y="847238"/>
                </a:lnTo>
                <a:moveTo>
                  <a:pt x="753267" y="847238"/>
                </a:moveTo>
                <a:lnTo>
                  <a:pt x="840983" y="746403"/>
                </a:lnTo>
                <a:moveTo>
                  <a:pt x="739133" y="663879"/>
                </a:moveTo>
                <a:lnTo>
                  <a:pt x="798981" y="533351"/>
                </a:lnTo>
                <a:moveTo>
                  <a:pt x="1143913" y="472688"/>
                </a:moveTo>
                <a:lnTo>
                  <a:pt x="1292462" y="428219"/>
                </a:lnTo>
                <a:moveTo>
                  <a:pt x="1666832" y="738950"/>
                </a:moveTo>
                <a:lnTo>
                  <a:pt x="1697145" y="764003"/>
                </a:lnTo>
                <a:moveTo>
                  <a:pt x="798981" y="533351"/>
                </a:moveTo>
                <a:lnTo>
                  <a:pt x="856123" y="587103"/>
                </a:lnTo>
                <a:moveTo>
                  <a:pt x="267077" y="530139"/>
                </a:moveTo>
                <a:lnTo>
                  <a:pt x="322755" y="491423"/>
                </a:lnTo>
                <a:moveTo>
                  <a:pt x="963595" y="325474"/>
                </a:moveTo>
                <a:lnTo>
                  <a:pt x="985062" y="259495"/>
                </a:lnTo>
                <a:moveTo>
                  <a:pt x="616511" y="406232"/>
                </a:moveTo>
                <a:lnTo>
                  <a:pt x="632065" y="519434"/>
                </a:lnTo>
                <a:moveTo>
                  <a:pt x="909063" y="280077"/>
                </a:moveTo>
                <a:lnTo>
                  <a:pt x="985062" y="259495"/>
                </a:lnTo>
                <a:moveTo>
                  <a:pt x="1270186" y="580458"/>
                </a:moveTo>
                <a:lnTo>
                  <a:pt x="1277869" y="496567"/>
                </a:lnTo>
                <a:moveTo>
                  <a:pt x="1750862" y="461375"/>
                </a:moveTo>
                <a:lnTo>
                  <a:pt x="1772466" y="360901"/>
                </a:lnTo>
                <a:moveTo>
                  <a:pt x="1697145" y="764003"/>
                </a:moveTo>
                <a:lnTo>
                  <a:pt x="1789433" y="667410"/>
                </a:lnTo>
                <a:moveTo>
                  <a:pt x="353939" y="337043"/>
                </a:moveTo>
                <a:lnTo>
                  <a:pt x="505762" y="376896"/>
                </a:lnTo>
                <a:moveTo>
                  <a:pt x="388609" y="810151"/>
                </a:moveTo>
                <a:lnTo>
                  <a:pt x="498260" y="807307"/>
                </a:lnTo>
                <a:moveTo>
                  <a:pt x="956174" y="671063"/>
                </a:moveTo>
                <a:lnTo>
                  <a:pt x="1110149" y="619725"/>
                </a:lnTo>
                <a:moveTo>
                  <a:pt x="1441770" y="375240"/>
                </a:moveTo>
                <a:lnTo>
                  <a:pt x="1529381" y="450070"/>
                </a:lnTo>
                <a:moveTo>
                  <a:pt x="793336" y="488440"/>
                </a:moveTo>
                <a:lnTo>
                  <a:pt x="896670" y="445603"/>
                </a:lnTo>
                <a:moveTo>
                  <a:pt x="2332950" y="571692"/>
                </a:moveTo>
                <a:lnTo>
                  <a:pt x="2361476" y="445338"/>
                </a:lnTo>
                <a:moveTo>
                  <a:pt x="1473238" y="750448"/>
                </a:moveTo>
                <a:lnTo>
                  <a:pt x="1587954" y="674667"/>
                </a:lnTo>
                <a:moveTo>
                  <a:pt x="1197758" y="518790"/>
                </a:moveTo>
                <a:lnTo>
                  <a:pt x="1292462" y="428219"/>
                </a:lnTo>
                <a:moveTo>
                  <a:pt x="1789433" y="667410"/>
                </a:moveTo>
                <a:lnTo>
                  <a:pt x="1869094" y="559100"/>
                </a:lnTo>
                <a:moveTo>
                  <a:pt x="392257" y="724478"/>
                </a:moveTo>
                <a:lnTo>
                  <a:pt x="411957" y="650494"/>
                </a:lnTo>
                <a:moveTo>
                  <a:pt x="1355858" y="403439"/>
                </a:moveTo>
                <a:lnTo>
                  <a:pt x="1441770" y="375240"/>
                </a:lnTo>
                <a:moveTo>
                  <a:pt x="832955" y="390253"/>
                </a:moveTo>
                <a:lnTo>
                  <a:pt x="909063" y="280077"/>
                </a:lnTo>
                <a:moveTo>
                  <a:pt x="762059" y="525788"/>
                </a:moveTo>
                <a:lnTo>
                  <a:pt x="632065" y="519434"/>
                </a:lnTo>
                <a:moveTo>
                  <a:pt x="1529381" y="450070"/>
                </a:moveTo>
                <a:lnTo>
                  <a:pt x="1685579" y="405206"/>
                </a:lnTo>
                <a:moveTo>
                  <a:pt x="739133" y="663879"/>
                </a:moveTo>
                <a:lnTo>
                  <a:pt x="762059" y="525788"/>
                </a:lnTo>
                <a:moveTo>
                  <a:pt x="2259300" y="711163"/>
                </a:moveTo>
                <a:lnTo>
                  <a:pt x="2341974" y="606118"/>
                </a:lnTo>
                <a:moveTo>
                  <a:pt x="1473238" y="750448"/>
                </a:moveTo>
                <a:lnTo>
                  <a:pt x="1448064" y="586693"/>
                </a:lnTo>
                <a:moveTo>
                  <a:pt x="1697145" y="764003"/>
                </a:moveTo>
                <a:lnTo>
                  <a:pt x="1730821" y="619304"/>
                </a:lnTo>
                <a:moveTo>
                  <a:pt x="856123" y="587103"/>
                </a:moveTo>
                <a:lnTo>
                  <a:pt x="793336" y="488440"/>
                </a:lnTo>
                <a:moveTo>
                  <a:pt x="1832268" y="528928"/>
                </a:moveTo>
                <a:lnTo>
                  <a:pt x="1869094" y="559100"/>
                </a:lnTo>
                <a:moveTo>
                  <a:pt x="1341948" y="640604"/>
                </a:moveTo>
                <a:lnTo>
                  <a:pt x="1448064" y="586693"/>
                </a:lnTo>
                <a:moveTo>
                  <a:pt x="498260" y="807307"/>
                </a:moveTo>
                <a:lnTo>
                  <a:pt x="545825" y="915775"/>
                </a:lnTo>
                <a:moveTo>
                  <a:pt x="2155817" y="489851"/>
                </a:moveTo>
                <a:lnTo>
                  <a:pt x="2187757" y="476514"/>
                </a:lnTo>
                <a:moveTo>
                  <a:pt x="1869094" y="559100"/>
                </a:moveTo>
                <a:lnTo>
                  <a:pt x="1960715" y="461889"/>
                </a:lnTo>
                <a:moveTo>
                  <a:pt x="1789433" y="667410"/>
                </a:moveTo>
                <a:lnTo>
                  <a:pt x="1832268" y="528928"/>
                </a:lnTo>
                <a:moveTo>
                  <a:pt x="1666832" y="738950"/>
                </a:moveTo>
                <a:lnTo>
                  <a:pt x="1730821" y="619304"/>
                </a:lnTo>
                <a:moveTo>
                  <a:pt x="1426425" y="711642"/>
                </a:moveTo>
                <a:lnTo>
                  <a:pt x="1448064" y="586693"/>
                </a:lnTo>
                <a:moveTo>
                  <a:pt x="2008108" y="666234"/>
                </a:moveTo>
                <a:lnTo>
                  <a:pt x="1960715" y="461889"/>
                </a:lnTo>
                <a:moveTo>
                  <a:pt x="909063" y="280077"/>
                </a:moveTo>
                <a:lnTo>
                  <a:pt x="963595" y="325474"/>
                </a:lnTo>
                <a:moveTo>
                  <a:pt x="1685579" y="405206"/>
                </a:moveTo>
                <a:lnTo>
                  <a:pt x="1750862" y="461375"/>
                </a:lnTo>
                <a:moveTo>
                  <a:pt x="784253" y="700589"/>
                </a:moveTo>
                <a:lnTo>
                  <a:pt x="840983" y="746403"/>
                </a:lnTo>
                <a:moveTo>
                  <a:pt x="995383" y="540531"/>
                </a:moveTo>
                <a:lnTo>
                  <a:pt x="896670" y="445603"/>
                </a:lnTo>
                <a:moveTo>
                  <a:pt x="1666832" y="738950"/>
                </a:moveTo>
                <a:lnTo>
                  <a:pt x="1587954" y="674667"/>
                </a:lnTo>
                <a:moveTo>
                  <a:pt x="1270186" y="580458"/>
                </a:moveTo>
                <a:lnTo>
                  <a:pt x="1452445" y="562329"/>
                </a:lnTo>
                <a:moveTo>
                  <a:pt x="1473238" y="750448"/>
                </a:moveTo>
                <a:lnTo>
                  <a:pt x="1469220" y="576476"/>
                </a:lnTo>
                <a:moveTo>
                  <a:pt x="1341948" y="640604"/>
                </a:moveTo>
                <a:lnTo>
                  <a:pt x="1452445" y="562329"/>
                </a:lnTo>
                <a:moveTo>
                  <a:pt x="1270186" y="580458"/>
                </a:moveTo>
                <a:lnTo>
                  <a:pt x="1336723" y="465513"/>
                </a:lnTo>
                <a:moveTo>
                  <a:pt x="2187458" y="745428"/>
                </a:moveTo>
                <a:lnTo>
                  <a:pt x="2259300" y="711163"/>
                </a:lnTo>
                <a:moveTo>
                  <a:pt x="1561571" y="477953"/>
                </a:moveTo>
                <a:lnTo>
                  <a:pt x="1685579" y="405206"/>
                </a:lnTo>
                <a:moveTo>
                  <a:pt x="1441770" y="375240"/>
                </a:moveTo>
                <a:lnTo>
                  <a:pt x="1490449" y="536080"/>
                </a:lnTo>
                <a:moveTo>
                  <a:pt x="1045787" y="742232"/>
                </a:moveTo>
                <a:lnTo>
                  <a:pt x="956174" y="671063"/>
                </a:lnTo>
                <a:moveTo>
                  <a:pt x="956174" y="671063"/>
                </a:moveTo>
                <a:lnTo>
                  <a:pt x="1013045" y="540075"/>
                </a:lnTo>
                <a:moveTo>
                  <a:pt x="1730821" y="619304"/>
                </a:moveTo>
                <a:lnTo>
                  <a:pt x="1789433" y="667410"/>
                </a:lnTo>
                <a:moveTo>
                  <a:pt x="1960715" y="461889"/>
                </a:moveTo>
                <a:lnTo>
                  <a:pt x="2155817" y="489851"/>
                </a:lnTo>
                <a:moveTo>
                  <a:pt x="545825" y="915775"/>
                </a:moveTo>
                <a:lnTo>
                  <a:pt x="534853" y="838780"/>
                </a:lnTo>
                <a:moveTo>
                  <a:pt x="832955" y="390253"/>
                </a:moveTo>
                <a:lnTo>
                  <a:pt x="896670" y="445603"/>
                </a:lnTo>
                <a:moveTo>
                  <a:pt x="2008108" y="666234"/>
                </a:moveTo>
                <a:lnTo>
                  <a:pt x="2071323" y="555179"/>
                </a:lnTo>
                <a:moveTo>
                  <a:pt x="353939" y="337043"/>
                </a:moveTo>
                <a:lnTo>
                  <a:pt x="422707" y="399879"/>
                </a:lnTo>
                <a:moveTo>
                  <a:pt x="2157095" y="649908"/>
                </a:moveTo>
                <a:lnTo>
                  <a:pt x="2124780" y="658690"/>
                </a:lnTo>
                <a:moveTo>
                  <a:pt x="388609" y="810151"/>
                </a:moveTo>
                <a:lnTo>
                  <a:pt x="417087" y="741486"/>
                </a:lnTo>
                <a:moveTo>
                  <a:pt x="856123" y="587103"/>
                </a:moveTo>
                <a:lnTo>
                  <a:pt x="995383" y="540531"/>
                </a:lnTo>
                <a:moveTo>
                  <a:pt x="1730821" y="619304"/>
                </a:moveTo>
                <a:lnTo>
                  <a:pt x="1832268" y="528928"/>
                </a:lnTo>
                <a:moveTo>
                  <a:pt x="266856" y="438643"/>
                </a:moveTo>
                <a:lnTo>
                  <a:pt x="322755" y="491423"/>
                </a:lnTo>
                <a:moveTo>
                  <a:pt x="1750862" y="461375"/>
                </a:moveTo>
                <a:lnTo>
                  <a:pt x="1832268" y="528928"/>
                </a:lnTo>
                <a:moveTo>
                  <a:pt x="1679143" y="577055"/>
                </a:moveTo>
                <a:lnTo>
                  <a:pt x="1685579" y="405206"/>
                </a:lnTo>
                <a:moveTo>
                  <a:pt x="956174" y="671063"/>
                </a:moveTo>
                <a:lnTo>
                  <a:pt x="995383" y="540531"/>
                </a:lnTo>
                <a:moveTo>
                  <a:pt x="545825" y="915775"/>
                </a:moveTo>
                <a:lnTo>
                  <a:pt x="636891" y="924734"/>
                </a:lnTo>
                <a:moveTo>
                  <a:pt x="322755" y="491423"/>
                </a:moveTo>
                <a:lnTo>
                  <a:pt x="353939" y="337043"/>
                </a:lnTo>
                <a:moveTo>
                  <a:pt x="896670" y="445603"/>
                </a:moveTo>
                <a:lnTo>
                  <a:pt x="963595" y="325474"/>
                </a:lnTo>
                <a:moveTo>
                  <a:pt x="2071323" y="555179"/>
                </a:moveTo>
                <a:lnTo>
                  <a:pt x="2155817" y="489851"/>
                </a:lnTo>
                <a:moveTo>
                  <a:pt x="840983" y="746403"/>
                </a:moveTo>
                <a:lnTo>
                  <a:pt x="856123" y="587103"/>
                </a:lnTo>
                <a:moveTo>
                  <a:pt x="1177947" y="329636"/>
                </a:moveTo>
                <a:lnTo>
                  <a:pt x="1292462" y="428219"/>
                </a:lnTo>
                <a:moveTo>
                  <a:pt x="1960715" y="461889"/>
                </a:moveTo>
                <a:lnTo>
                  <a:pt x="2071323" y="555179"/>
                </a:lnTo>
                <a:moveTo>
                  <a:pt x="1529381" y="450070"/>
                </a:moveTo>
                <a:lnTo>
                  <a:pt x="1561571" y="477953"/>
                </a:lnTo>
                <a:moveTo>
                  <a:pt x="840983" y="746403"/>
                </a:moveTo>
                <a:lnTo>
                  <a:pt x="956174" y="671063"/>
                </a:lnTo>
                <a:moveTo>
                  <a:pt x="2341974" y="606118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325232" y="593937"/>
                </a:lnTo>
                <a:moveTo>
                  <a:pt x="896670" y="445603"/>
                </a:moveTo>
                <a:lnTo>
                  <a:pt x="909063" y="280077"/>
                </a:lnTo>
                <a:moveTo>
                  <a:pt x="583516" y="883937"/>
                </a:moveTo>
                <a:lnTo>
                  <a:pt x="753267" y="847238"/>
                </a:lnTo>
                <a:moveTo>
                  <a:pt x="2187757" y="476514"/>
                </a:moveTo>
                <a:lnTo>
                  <a:pt x="2304830" y="577095"/>
                </a:lnTo>
                <a:moveTo>
                  <a:pt x="1587954" y="674667"/>
                </a:moveTo>
                <a:lnTo>
                  <a:pt x="1730821" y="619304"/>
                </a:lnTo>
                <a:moveTo>
                  <a:pt x="411957" y="650494"/>
                </a:moveTo>
                <a:lnTo>
                  <a:pt x="393881" y="642271"/>
                </a:lnTo>
                <a:moveTo>
                  <a:pt x="636891" y="924734"/>
                </a:moveTo>
                <a:lnTo>
                  <a:pt x="583516" y="883937"/>
                </a:lnTo>
                <a:moveTo>
                  <a:pt x="1490449" y="536080"/>
                </a:moveTo>
                <a:lnTo>
                  <a:pt x="1529381" y="450070"/>
                </a:lnTo>
                <a:moveTo>
                  <a:pt x="2341974" y="606118"/>
                </a:moveTo>
                <a:lnTo>
                  <a:pt x="2325232" y="593937"/>
                </a:lnTo>
                <a:moveTo>
                  <a:pt x="1679143" y="577055"/>
                </a:moveTo>
                <a:lnTo>
                  <a:pt x="1832268" y="528928"/>
                </a:lnTo>
                <a:moveTo>
                  <a:pt x="753267" y="847238"/>
                </a:moveTo>
                <a:lnTo>
                  <a:pt x="671559" y="783406"/>
                </a:lnTo>
                <a:moveTo>
                  <a:pt x="635747" y="579930"/>
                </a:moveTo>
                <a:lnTo>
                  <a:pt x="762059" y="525788"/>
                </a:lnTo>
                <a:moveTo>
                  <a:pt x="1355858" y="403439"/>
                </a:moveTo>
                <a:lnTo>
                  <a:pt x="1490449" y="536080"/>
                </a:lnTo>
                <a:moveTo>
                  <a:pt x="1277869" y="496567"/>
                </a:moveTo>
                <a:lnTo>
                  <a:pt x="1292462" y="428219"/>
                </a:lnTo>
                <a:moveTo>
                  <a:pt x="1679143" y="577055"/>
                </a:moveTo>
                <a:lnTo>
                  <a:pt x="1730821" y="619304"/>
                </a:lnTo>
                <a:moveTo>
                  <a:pt x="1679143" y="577055"/>
                </a:moveTo>
                <a:lnTo>
                  <a:pt x="1750862" y="461375"/>
                </a:lnTo>
                <a:moveTo>
                  <a:pt x="671559" y="783406"/>
                </a:moveTo>
                <a:lnTo>
                  <a:pt x="840983" y="746403"/>
                </a:lnTo>
                <a:moveTo>
                  <a:pt x="1277869" y="496567"/>
                </a:moveTo>
                <a:lnTo>
                  <a:pt x="1336723" y="465513"/>
                </a:lnTo>
                <a:moveTo>
                  <a:pt x="1292462" y="428219"/>
                </a:moveTo>
                <a:lnTo>
                  <a:pt x="1355858" y="403439"/>
                </a:lnTo>
                <a:moveTo>
                  <a:pt x="1587954" y="674667"/>
                </a:moveTo>
                <a:lnTo>
                  <a:pt x="1679143" y="577055"/>
                </a:lnTo>
                <a:moveTo>
                  <a:pt x="1452445" y="562329"/>
                </a:moveTo>
                <a:lnTo>
                  <a:pt x="1355858" y="403439"/>
                </a:lnTo>
                <a:moveTo>
                  <a:pt x="1490449" y="536080"/>
                </a:moveTo>
                <a:lnTo>
                  <a:pt x="1561571" y="477953"/>
                </a:lnTo>
                <a:moveTo>
                  <a:pt x="1561571" y="477953"/>
                </a:moveTo>
                <a:lnTo>
                  <a:pt x="1679143" y="577055"/>
                </a:lnTo>
                <a:moveTo>
                  <a:pt x="1336723" y="465513"/>
                </a:moveTo>
                <a:lnTo>
                  <a:pt x="1355858" y="403439"/>
                </a:lnTo>
                <a:moveTo>
                  <a:pt x="739133" y="663879"/>
                </a:moveTo>
                <a:lnTo>
                  <a:pt x="784253" y="700589"/>
                </a:lnTo>
                <a:moveTo>
                  <a:pt x="505762" y="376896"/>
                </a:moveTo>
                <a:lnTo>
                  <a:pt x="632065" y="519434"/>
                </a:lnTo>
                <a:moveTo>
                  <a:pt x="784253" y="700589"/>
                </a:moveTo>
                <a:lnTo>
                  <a:pt x="856123" y="587103"/>
                </a:lnTo>
                <a:moveTo>
                  <a:pt x="1587954" y="674667"/>
                </a:moveTo>
                <a:lnTo>
                  <a:pt x="1469220" y="576476"/>
                </a:lnTo>
                <a:moveTo>
                  <a:pt x="2325232" y="593937"/>
                </a:moveTo>
                <a:lnTo>
                  <a:pt x="2332950" y="571692"/>
                </a:lnTo>
                <a:moveTo>
                  <a:pt x="388609" y="810151"/>
                </a:moveTo>
                <a:lnTo>
                  <a:pt x="545825" y="915775"/>
                </a:lnTo>
                <a:moveTo>
                  <a:pt x="856123" y="587103"/>
                </a:moveTo>
                <a:lnTo>
                  <a:pt x="896670" y="445603"/>
                </a:lnTo>
                <a:moveTo>
                  <a:pt x="417087" y="741486"/>
                </a:moveTo>
                <a:lnTo>
                  <a:pt x="392257" y="724478"/>
                </a:lnTo>
                <a:moveTo>
                  <a:pt x="1469220" y="576476"/>
                </a:moveTo>
                <a:lnTo>
                  <a:pt x="1561571" y="477953"/>
                </a:lnTo>
                <a:moveTo>
                  <a:pt x="2304830" y="577095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266377" y="721553"/>
                </a:lnTo>
                <a:moveTo>
                  <a:pt x="1448064" y="586693"/>
                </a:moveTo>
                <a:lnTo>
                  <a:pt x="1452445" y="562329"/>
                </a:lnTo>
                <a:moveTo>
                  <a:pt x="715720" y="712899"/>
                </a:moveTo>
                <a:lnTo>
                  <a:pt x="784253" y="700589"/>
                </a:lnTo>
                <a:moveTo>
                  <a:pt x="294313" y="629392"/>
                </a:moveTo>
                <a:lnTo>
                  <a:pt x="322755" y="491423"/>
                </a:lnTo>
                <a:moveTo>
                  <a:pt x="1448064" y="586693"/>
                </a:moveTo>
                <a:lnTo>
                  <a:pt x="1469220" y="576476"/>
                </a:lnTo>
                <a:moveTo>
                  <a:pt x="1452445" y="562329"/>
                </a:moveTo>
                <a:lnTo>
                  <a:pt x="1490449" y="536080"/>
                </a:lnTo>
                <a:moveTo>
                  <a:pt x="1469220" y="576476"/>
                </a:moveTo>
                <a:lnTo>
                  <a:pt x="1490449" y="536080"/>
                </a:lnTo>
                <a:moveTo>
                  <a:pt x="422707" y="399879"/>
                </a:moveTo>
                <a:lnTo>
                  <a:pt x="505762" y="376896"/>
                </a:lnTo>
                <a:moveTo>
                  <a:pt x="2304830" y="577095"/>
                </a:moveTo>
                <a:lnTo>
                  <a:pt x="2325232" y="593937"/>
                </a:lnTo>
                <a:moveTo>
                  <a:pt x="1469220" y="576476"/>
                </a:moveTo>
                <a:lnTo>
                  <a:pt x="1679143" y="577055"/>
                </a:lnTo>
                <a:moveTo>
                  <a:pt x="856123" y="587103"/>
                </a:moveTo>
                <a:lnTo>
                  <a:pt x="956174" y="671063"/>
                </a:lnTo>
                <a:moveTo>
                  <a:pt x="1292462" y="428219"/>
                </a:moveTo>
                <a:lnTo>
                  <a:pt x="1336723" y="465513"/>
                </a:lnTo>
                <a:moveTo>
                  <a:pt x="671559" y="783406"/>
                </a:moveTo>
                <a:lnTo>
                  <a:pt x="784253" y="700589"/>
                </a:lnTo>
                <a:moveTo>
                  <a:pt x="1452445" y="562329"/>
                </a:moveTo>
                <a:lnTo>
                  <a:pt x="1336723" y="465513"/>
                </a:lnTo>
                <a:moveTo>
                  <a:pt x="1452445" y="562329"/>
                </a:moveTo>
                <a:lnTo>
                  <a:pt x="1469220" y="576476"/>
                </a:lnTo>
                <a:moveTo>
                  <a:pt x="388609" y="810151"/>
                </a:moveTo>
                <a:lnTo>
                  <a:pt x="392257" y="724478"/>
                </a:lnTo>
                <a:moveTo>
                  <a:pt x="715720" y="712899"/>
                </a:moveTo>
                <a:lnTo>
                  <a:pt x="739133" y="663879"/>
                </a:lnTo>
                <a:moveTo>
                  <a:pt x="2187458" y="745428"/>
                </a:moveTo>
                <a:lnTo>
                  <a:pt x="2266377" y="721553"/>
                </a:lnTo>
                <a:moveTo>
                  <a:pt x="545825" y="915775"/>
                </a:moveTo>
                <a:lnTo>
                  <a:pt x="583516" y="883937"/>
                </a:lnTo>
                <a:moveTo>
                  <a:pt x="2008108" y="666234"/>
                </a:moveTo>
                <a:lnTo>
                  <a:pt x="2124780" y="658690"/>
                </a:lnTo>
                <a:moveTo>
                  <a:pt x="2187757" y="476514"/>
                </a:moveTo>
                <a:lnTo>
                  <a:pt x="2178512" y="594527"/>
                </a:lnTo>
                <a:moveTo>
                  <a:pt x="2008108" y="666234"/>
                </a:moveTo>
                <a:lnTo>
                  <a:pt x="2144218" y="621240"/>
                </a:lnTo>
                <a:moveTo>
                  <a:pt x="506177" y="471683"/>
                </a:moveTo>
                <a:lnTo>
                  <a:pt x="505762" y="376896"/>
                </a:lnTo>
                <a:moveTo>
                  <a:pt x="2266377" y="721553"/>
                </a:moveTo>
                <a:lnTo>
                  <a:pt x="2325232" y="593937"/>
                </a:lnTo>
                <a:moveTo>
                  <a:pt x="2155817" y="489851"/>
                </a:moveTo>
                <a:lnTo>
                  <a:pt x="2178512" y="594527"/>
                </a:lnTo>
                <a:moveTo>
                  <a:pt x="671559" y="783406"/>
                </a:moveTo>
                <a:lnTo>
                  <a:pt x="715720" y="712899"/>
                </a:lnTo>
                <a:moveTo>
                  <a:pt x="583516" y="883937"/>
                </a:moveTo>
                <a:lnTo>
                  <a:pt x="671559" y="783406"/>
                </a:lnTo>
                <a:moveTo>
                  <a:pt x="294313" y="629392"/>
                </a:moveTo>
                <a:lnTo>
                  <a:pt x="393881" y="642271"/>
                </a:lnTo>
                <a:moveTo>
                  <a:pt x="2187458" y="745428"/>
                </a:moveTo>
                <a:lnTo>
                  <a:pt x="2124780" y="658690"/>
                </a:lnTo>
                <a:moveTo>
                  <a:pt x="322755" y="491423"/>
                </a:moveTo>
                <a:lnTo>
                  <a:pt x="422707" y="399879"/>
                </a:lnTo>
                <a:moveTo>
                  <a:pt x="557115" y="514006"/>
                </a:moveTo>
                <a:lnTo>
                  <a:pt x="632065" y="519434"/>
                </a:lnTo>
                <a:moveTo>
                  <a:pt x="635747" y="579930"/>
                </a:moveTo>
                <a:lnTo>
                  <a:pt x="632065" y="519434"/>
                </a:lnTo>
                <a:moveTo>
                  <a:pt x="739133" y="663879"/>
                </a:moveTo>
                <a:lnTo>
                  <a:pt x="635747" y="579930"/>
                </a:lnTo>
                <a:moveTo>
                  <a:pt x="2071323" y="555179"/>
                </a:moveTo>
                <a:lnTo>
                  <a:pt x="2178512" y="594527"/>
                </a:lnTo>
                <a:moveTo>
                  <a:pt x="506177" y="471683"/>
                </a:moveTo>
                <a:lnTo>
                  <a:pt x="632065" y="519434"/>
                </a:lnTo>
                <a:moveTo>
                  <a:pt x="2071323" y="555179"/>
                </a:moveTo>
                <a:lnTo>
                  <a:pt x="2144218" y="621240"/>
                </a:lnTo>
                <a:moveTo>
                  <a:pt x="294313" y="629392"/>
                </a:moveTo>
                <a:lnTo>
                  <a:pt x="422489" y="578456"/>
                </a:lnTo>
                <a:moveTo>
                  <a:pt x="715720" y="712899"/>
                </a:moveTo>
                <a:lnTo>
                  <a:pt x="635747" y="579930"/>
                </a:lnTo>
                <a:moveTo>
                  <a:pt x="388609" y="810151"/>
                </a:moveTo>
                <a:lnTo>
                  <a:pt x="449734" y="868936"/>
                </a:lnTo>
                <a:moveTo>
                  <a:pt x="2178512" y="594527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506177" y="471683"/>
                </a:lnTo>
                <a:moveTo>
                  <a:pt x="545825" y="915775"/>
                </a:moveTo>
                <a:lnTo>
                  <a:pt x="449734" y="868936"/>
                </a:lnTo>
                <a:moveTo>
                  <a:pt x="2168174" y="642414"/>
                </a:moveTo>
                <a:lnTo>
                  <a:pt x="2325232" y="593937"/>
                </a:lnTo>
                <a:moveTo>
                  <a:pt x="557115" y="514006"/>
                </a:moveTo>
                <a:lnTo>
                  <a:pt x="635747" y="579930"/>
                </a:lnTo>
                <a:moveTo>
                  <a:pt x="2168174" y="642414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473724" y="546929"/>
                </a:lnTo>
                <a:moveTo>
                  <a:pt x="506177" y="471683"/>
                </a:moveTo>
                <a:lnTo>
                  <a:pt x="557115" y="514006"/>
                </a:lnTo>
                <a:moveTo>
                  <a:pt x="2124780" y="658690"/>
                </a:moveTo>
                <a:lnTo>
                  <a:pt x="2266377" y="721553"/>
                </a:lnTo>
                <a:moveTo>
                  <a:pt x="392257" y="724478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583516" y="883937"/>
                </a:lnTo>
                <a:moveTo>
                  <a:pt x="388609" y="810151"/>
                </a:moveTo>
                <a:lnTo>
                  <a:pt x="464080" y="789702"/>
                </a:lnTo>
                <a:moveTo>
                  <a:pt x="422489" y="578456"/>
                </a:moveTo>
                <a:lnTo>
                  <a:pt x="422707" y="399879"/>
                </a:lnTo>
                <a:moveTo>
                  <a:pt x="715720" y="712899"/>
                </a:moveTo>
                <a:lnTo>
                  <a:pt x="627487" y="656677"/>
                </a:lnTo>
                <a:moveTo>
                  <a:pt x="583516" y="883937"/>
                </a:moveTo>
                <a:lnTo>
                  <a:pt x="503276" y="821466"/>
                </a:lnTo>
                <a:moveTo>
                  <a:pt x="322755" y="491423"/>
                </a:moveTo>
                <a:lnTo>
                  <a:pt x="422489" y="578456"/>
                </a:lnTo>
                <a:moveTo>
                  <a:pt x="473724" y="546929"/>
                </a:moveTo>
                <a:lnTo>
                  <a:pt x="557115" y="514006"/>
                </a:lnTo>
                <a:moveTo>
                  <a:pt x="2266377" y="721553"/>
                </a:moveTo>
                <a:lnTo>
                  <a:pt x="2168174" y="642414"/>
                </a:lnTo>
                <a:moveTo>
                  <a:pt x="473724" y="546929"/>
                </a:moveTo>
                <a:lnTo>
                  <a:pt x="506177" y="471683"/>
                </a:lnTo>
                <a:moveTo>
                  <a:pt x="2124780" y="658690"/>
                </a:moveTo>
                <a:lnTo>
                  <a:pt x="2144218" y="621240"/>
                </a:lnTo>
                <a:moveTo>
                  <a:pt x="2144218" y="621240"/>
                </a:moveTo>
                <a:lnTo>
                  <a:pt x="2178512" y="594527"/>
                </a:lnTo>
                <a:moveTo>
                  <a:pt x="557115" y="514006"/>
                </a:moveTo>
                <a:lnTo>
                  <a:pt x="627487" y="656677"/>
                </a:lnTo>
                <a:moveTo>
                  <a:pt x="603490" y="732229"/>
                </a:moveTo>
                <a:lnTo>
                  <a:pt x="715720" y="712899"/>
                </a:lnTo>
                <a:moveTo>
                  <a:pt x="627487" y="656677"/>
                </a:moveTo>
                <a:lnTo>
                  <a:pt x="635747" y="579930"/>
                </a:lnTo>
                <a:moveTo>
                  <a:pt x="583516" y="883937"/>
                </a:moveTo>
                <a:lnTo>
                  <a:pt x="603490" y="732229"/>
                </a:lnTo>
                <a:moveTo>
                  <a:pt x="392257" y="724478"/>
                </a:moveTo>
                <a:lnTo>
                  <a:pt x="464080" y="789702"/>
                </a:lnTo>
                <a:moveTo>
                  <a:pt x="671559" y="783406"/>
                </a:moveTo>
                <a:lnTo>
                  <a:pt x="603490" y="732229"/>
                </a:lnTo>
                <a:moveTo>
                  <a:pt x="2124780" y="658690"/>
                </a:moveTo>
                <a:lnTo>
                  <a:pt x="2168174" y="642414"/>
                </a:lnTo>
                <a:moveTo>
                  <a:pt x="2168174" y="642414"/>
                </a:moveTo>
                <a:lnTo>
                  <a:pt x="2178512" y="594527"/>
                </a:lnTo>
                <a:moveTo>
                  <a:pt x="393881" y="642271"/>
                </a:moveTo>
                <a:lnTo>
                  <a:pt x="422489" y="578456"/>
                </a:lnTo>
                <a:moveTo>
                  <a:pt x="2144218" y="621240"/>
                </a:moveTo>
                <a:lnTo>
                  <a:pt x="2168174" y="642414"/>
                </a:lnTo>
                <a:moveTo>
                  <a:pt x="422489" y="578456"/>
                </a:moveTo>
                <a:lnTo>
                  <a:pt x="473724" y="546929"/>
                </a:lnTo>
                <a:moveTo>
                  <a:pt x="473724" y="546929"/>
                </a:moveTo>
                <a:lnTo>
                  <a:pt x="627487" y="656677"/>
                </a:lnTo>
                <a:moveTo>
                  <a:pt x="449734" y="868936"/>
                </a:moveTo>
                <a:lnTo>
                  <a:pt x="503276" y="821466"/>
                </a:lnTo>
                <a:moveTo>
                  <a:pt x="464080" y="789702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464080" y="789702"/>
                </a:lnTo>
                <a:moveTo>
                  <a:pt x="464080" y="789702"/>
                </a:moveTo>
                <a:lnTo>
                  <a:pt x="503276" y="821466"/>
                </a:lnTo>
                <a:moveTo>
                  <a:pt x="603490" y="732229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603490" y="732229"/>
                </a:lnTo>
                <a:moveTo>
                  <a:pt x="473724" y="546929"/>
                </a:moveTo>
                <a:lnTo>
                  <a:pt x="505193" y="641127"/>
                </a:lnTo>
                <a:moveTo>
                  <a:pt x="422489" y="578456"/>
                </a:moveTo>
                <a:lnTo>
                  <a:pt x="505193" y="641127"/>
                </a:lnTo>
                <a:moveTo>
                  <a:pt x="627487" y="656677"/>
                </a:moveTo>
                <a:lnTo>
                  <a:pt x="505193" y="641127"/>
                </a:lnTo>
                <a:moveTo>
                  <a:pt x="503069" y="651031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503069" y="651031"/>
                </a:lnTo>
                <a:moveTo>
                  <a:pt x="603490" y="732229"/>
                </a:moveTo>
                <a:lnTo>
                  <a:pt x="503069" y="651031"/>
                </a:lnTo>
                <a:moveTo>
                  <a:pt x="503069" y="651031"/>
                </a:moveTo>
                <a:lnTo>
                  <a:pt x="505193" y="64112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llg_2_official_ReferenceLigand_0">
            <a:extLst>
              <a:ext uri="{FF2B5EF4-FFF2-40B4-BE49-F238E27FC236}">
                <a16:creationId xmlns:a16="http://schemas.microsoft.com/office/drawing/2014/main" id="{DA51A02E-A878-4C6D-BB96-B4D7C6B0405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298" y="811725"/>
                </a:moveTo>
                <a:lnTo>
                  <a:pt x="1253314" y="8814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llg_2_official_ReferenceLigand_1">
            <a:extLst>
              <a:ext uri="{FF2B5EF4-FFF2-40B4-BE49-F238E27FC236}">
                <a16:creationId xmlns:a16="http://schemas.microsoft.com/office/drawing/2014/main" id="{939DF229-E2B7-4288-B77C-71A550229FA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314" y="881430"/>
                </a:moveTo>
                <a:lnTo>
                  <a:pt x="1144643" y="719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llg_2_official_ReferenceLigand_2">
            <a:extLst>
              <a:ext uri="{FF2B5EF4-FFF2-40B4-BE49-F238E27FC236}">
                <a16:creationId xmlns:a16="http://schemas.microsoft.com/office/drawing/2014/main" id="{AE607C17-821E-4E8C-BFB7-ECB05A6BBB0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445298" y="811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llg_2_official_ReferenceLigand_3">
            <a:extLst>
              <a:ext uri="{FF2B5EF4-FFF2-40B4-BE49-F238E27FC236}">
                <a16:creationId xmlns:a16="http://schemas.microsoft.com/office/drawing/2014/main" id="{8CB90DF7-0A6B-481D-98E6-382B9EC5665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628" y="884873"/>
                </a:moveTo>
                <a:lnTo>
                  <a:pt x="844998" y="865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llg_2_official_ReferenceLigand_4">
            <a:extLst>
              <a:ext uri="{FF2B5EF4-FFF2-40B4-BE49-F238E27FC236}">
                <a16:creationId xmlns:a16="http://schemas.microsoft.com/office/drawing/2014/main" id="{354E5CC6-8272-4184-AE64-940F8634A93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4998" y="865450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llg_2_official_ReferenceLigand_5">
            <a:extLst>
              <a:ext uri="{FF2B5EF4-FFF2-40B4-BE49-F238E27FC236}">
                <a16:creationId xmlns:a16="http://schemas.microsoft.com/office/drawing/2014/main" id="{0485F495-05D4-4E77-A990-035BBB97184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llg_2_official_ReferenceLigand_6">
            <a:extLst>
              <a:ext uri="{FF2B5EF4-FFF2-40B4-BE49-F238E27FC236}">
                <a16:creationId xmlns:a16="http://schemas.microsoft.com/office/drawing/2014/main" id="{7ACED63C-DCCD-4B2C-B913-25C5C525FB1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llg_2_official_ReferenceLigand_7">
            <a:extLst>
              <a:ext uri="{FF2B5EF4-FFF2-40B4-BE49-F238E27FC236}">
                <a16:creationId xmlns:a16="http://schemas.microsoft.com/office/drawing/2014/main" id="{D2A53671-11B4-4193-9228-AB58F980B37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448567" y="6361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llg_2_official_ReferenceLigand_8">
            <a:extLst>
              <a:ext uri="{FF2B5EF4-FFF2-40B4-BE49-F238E27FC236}">
                <a16:creationId xmlns:a16="http://schemas.microsoft.com/office/drawing/2014/main" id="{810A7BF8-318B-4DB3-9438-10DF35CB2DF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602918" y="62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llg_2_official_ReferenceLigand_9">
            <a:extLst>
              <a:ext uri="{FF2B5EF4-FFF2-40B4-BE49-F238E27FC236}">
                <a16:creationId xmlns:a16="http://schemas.microsoft.com/office/drawing/2014/main" id="{2CBCFD76-DA89-4929-AB23-E136E4B2327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446" y="754005"/>
                </a:moveTo>
                <a:lnTo>
                  <a:pt x="879022" y="5754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llg_2_official_ReferenceLigand_10">
            <a:extLst>
              <a:ext uri="{FF2B5EF4-FFF2-40B4-BE49-F238E27FC236}">
                <a16:creationId xmlns:a16="http://schemas.microsoft.com/office/drawing/2014/main" id="{C249C48E-944C-4663-AD13-6E5782DB286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3065" y="764137"/>
                </a:moveTo>
                <a:lnTo>
                  <a:pt x="666628" y="8848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llg_2_official_ReferenceLigand_11">
            <a:extLst>
              <a:ext uri="{FF2B5EF4-FFF2-40B4-BE49-F238E27FC236}">
                <a16:creationId xmlns:a16="http://schemas.microsoft.com/office/drawing/2014/main" id="{54F7CDA6-F9D4-4E4F-8CC9-89708A93F8B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776525" y="686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llg_2_official_ReferenceLigand_12">
            <a:extLst>
              <a:ext uri="{FF2B5EF4-FFF2-40B4-BE49-F238E27FC236}">
                <a16:creationId xmlns:a16="http://schemas.microsoft.com/office/drawing/2014/main" id="{ECC95814-8823-4334-B11A-C7190DA1054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0193" y="434416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llg_2_official_ReferenceLigand_13">
            <a:extLst>
              <a:ext uri="{FF2B5EF4-FFF2-40B4-BE49-F238E27FC236}">
                <a16:creationId xmlns:a16="http://schemas.microsoft.com/office/drawing/2014/main" id="{C8FED907-5683-4EE0-BBB9-37FC99F2A42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525" y="686662"/>
                </a:moveTo>
                <a:lnTo>
                  <a:pt x="1926862" y="68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llg_2_official_ReferenceLigand_14">
            <a:extLst>
              <a:ext uri="{FF2B5EF4-FFF2-40B4-BE49-F238E27FC236}">
                <a16:creationId xmlns:a16="http://schemas.microsoft.com/office/drawing/2014/main" id="{FA471EFE-FDC5-4BD9-8338-6210B262F29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862" y="689118"/>
                </a:moveTo>
                <a:lnTo>
                  <a:pt x="2109079" y="6777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llg_2_official_ReferenceLigand_15">
            <a:extLst>
              <a:ext uri="{FF2B5EF4-FFF2-40B4-BE49-F238E27FC236}">
                <a16:creationId xmlns:a16="http://schemas.microsoft.com/office/drawing/2014/main" id="{786B4A81-0AFD-49B3-8946-C001B46A0BD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1004796" y="4513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llg_2_official_ReferenceLigand_16">
            <a:extLst>
              <a:ext uri="{FF2B5EF4-FFF2-40B4-BE49-F238E27FC236}">
                <a16:creationId xmlns:a16="http://schemas.microsoft.com/office/drawing/2014/main" id="{6E504DC9-AAB3-4CF1-8745-67F25B5BC63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705834" y="600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llg_2_official_ReferenceLigand_17">
            <a:extLst>
              <a:ext uri="{FF2B5EF4-FFF2-40B4-BE49-F238E27FC236}">
                <a16:creationId xmlns:a16="http://schemas.microsoft.com/office/drawing/2014/main" id="{5D6389B6-89BA-4039-9798-01F6732D73E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796" y="451392"/>
                </a:moveTo>
                <a:lnTo>
                  <a:pt x="1190193" y="434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llg_2_official_ReferenceLigand_18">
            <a:extLst>
              <a:ext uri="{FF2B5EF4-FFF2-40B4-BE49-F238E27FC236}">
                <a16:creationId xmlns:a16="http://schemas.microsoft.com/office/drawing/2014/main" id="{9B08A50D-89B2-4A62-98E0-9D3E0213F6B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79" y="677712"/>
                </a:moveTo>
                <a:lnTo>
                  <a:pt x="2257742" y="7009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llg_2_official_ReferenceLigand_19">
            <a:extLst>
              <a:ext uri="{FF2B5EF4-FFF2-40B4-BE49-F238E27FC236}">
                <a16:creationId xmlns:a16="http://schemas.microsoft.com/office/drawing/2014/main" id="{DCD12B27-1A6C-48FF-B865-D765A3F8A61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llg_2_official_ReferenceLigand_20">
            <a:extLst>
              <a:ext uri="{FF2B5EF4-FFF2-40B4-BE49-F238E27FC236}">
                <a16:creationId xmlns:a16="http://schemas.microsoft.com/office/drawing/2014/main" id="{B7E069A5-9CA8-48FD-A7ED-D0C00A7FFE7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624810" y="4441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llg_2_official_ReferenceLigand_21">
            <a:extLst>
              <a:ext uri="{FF2B5EF4-FFF2-40B4-BE49-F238E27FC236}">
                <a16:creationId xmlns:a16="http://schemas.microsoft.com/office/drawing/2014/main" id="{D6E2DAF5-E820-4885-A595-414F05BA5D3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268001" y="71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llg_2_official_ReferenceLigand_22">
            <a:extLst>
              <a:ext uri="{FF2B5EF4-FFF2-40B4-BE49-F238E27FC236}">
                <a16:creationId xmlns:a16="http://schemas.microsoft.com/office/drawing/2014/main" id="{4BCF4671-B5BD-42A3-A923-92BDD1D735A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054" y="792279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llg_2_official_ReferenceLigand_23">
            <a:extLst>
              <a:ext uri="{FF2B5EF4-FFF2-40B4-BE49-F238E27FC236}">
                <a16:creationId xmlns:a16="http://schemas.microsoft.com/office/drawing/2014/main" id="{59A09560-2799-48BA-9F01-183225745F5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585970" y="4379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llg_2_official_ReferenceLigand_24">
            <a:extLst>
              <a:ext uri="{FF2B5EF4-FFF2-40B4-BE49-F238E27FC236}">
                <a16:creationId xmlns:a16="http://schemas.microsoft.com/office/drawing/2014/main" id="{1B2E98FB-4401-490F-8626-8871EC80692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440008" y="657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llg_2_official_ReferenceLigand_25">
            <a:extLst>
              <a:ext uri="{FF2B5EF4-FFF2-40B4-BE49-F238E27FC236}">
                <a16:creationId xmlns:a16="http://schemas.microsoft.com/office/drawing/2014/main" id="{48FE2ADE-C921-4A38-92FB-96C0AEBAA8F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7968" y="626023"/>
                </a:moveTo>
                <a:lnTo>
                  <a:pt x="420054" y="7922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llg_2_official_ReferenceLigand_26">
            <a:extLst>
              <a:ext uri="{FF2B5EF4-FFF2-40B4-BE49-F238E27FC236}">
                <a16:creationId xmlns:a16="http://schemas.microsoft.com/office/drawing/2014/main" id="{6042750B-0C56-4680-BF90-8A387D9FD30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970" y="437996"/>
                </a:moveTo>
                <a:lnTo>
                  <a:pt x="404736" y="4629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llg_2_official_ReferenceLigand_27">
            <a:extLst>
              <a:ext uri="{FF2B5EF4-FFF2-40B4-BE49-F238E27FC236}">
                <a16:creationId xmlns:a16="http://schemas.microsoft.com/office/drawing/2014/main" id="{C6ADA7AE-59D6-439E-BA1E-AA2699CF22E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736" y="462963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llg_2_official_ReferenceLigand_28">
            <a:extLst>
              <a:ext uri="{FF2B5EF4-FFF2-40B4-BE49-F238E27FC236}">
                <a16:creationId xmlns:a16="http://schemas.microsoft.com/office/drawing/2014/main" id="{C67EFB52-01A0-4ECD-B048-876B78C79CA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91" y="645631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llg_2_official_ReferenceLigand_29">
            <a:extLst>
              <a:ext uri="{FF2B5EF4-FFF2-40B4-BE49-F238E27FC236}">
                <a16:creationId xmlns:a16="http://schemas.microsoft.com/office/drawing/2014/main" id="{8ABF793D-EBC3-4596-8411-14BD29F370C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254474" y="8891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llg_2_official_ReferenceLigand_30">
            <a:extLst>
              <a:ext uri="{FF2B5EF4-FFF2-40B4-BE49-F238E27FC236}">
                <a16:creationId xmlns:a16="http://schemas.microsoft.com/office/drawing/2014/main" id="{8972C676-7EF7-40D9-9E7F-298B913DFDE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748749" y="619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llg_2_official_PredictedLigand_0">
            <a:extLst>
              <a:ext uri="{FF2B5EF4-FFF2-40B4-BE49-F238E27FC236}">
                <a16:creationId xmlns:a16="http://schemas.microsoft.com/office/drawing/2014/main" id="{51D2EE16-0B59-4A9E-AF8D-7C11C8E76F9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052" y="764945"/>
                </a:moveTo>
                <a:lnTo>
                  <a:pt x="930276" y="7573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1" name="9llg_2_official_PredictedLigand_1">
            <a:extLst>
              <a:ext uri="{FF2B5EF4-FFF2-40B4-BE49-F238E27FC236}">
                <a16:creationId xmlns:a16="http://schemas.microsoft.com/office/drawing/2014/main" id="{D50DC47A-8CB5-41EC-ACC0-197F1256DC2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2" y="810348"/>
                </a:moveTo>
                <a:lnTo>
                  <a:pt x="1479813" y="8382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2" name="9llg_2_official_PredictedLigand_2">
            <a:extLst>
              <a:ext uri="{FF2B5EF4-FFF2-40B4-BE49-F238E27FC236}">
                <a16:creationId xmlns:a16="http://schemas.microsoft.com/office/drawing/2014/main" id="{22A10140-D41C-4C6D-8222-CF81AA0DAAE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5438" y="834472"/>
                </a:moveTo>
                <a:lnTo>
                  <a:pt x="1124052" y="7649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llg_2_official_PredictedLigand_3">
            <a:extLst>
              <a:ext uri="{FF2B5EF4-FFF2-40B4-BE49-F238E27FC236}">
                <a16:creationId xmlns:a16="http://schemas.microsoft.com/office/drawing/2014/main" id="{33A4F9C2-B2B2-408A-83CE-C6075B041B3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1089" y="158335"/>
                </a:moveTo>
                <a:lnTo>
                  <a:pt x="1085296" y="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llg_2_official_PredictedLigand_4">
            <a:extLst>
              <a:ext uri="{FF2B5EF4-FFF2-40B4-BE49-F238E27FC236}">
                <a16:creationId xmlns:a16="http://schemas.microsoft.com/office/drawing/2014/main" id="{44F58572-AC28-45D8-B313-03B4BD81641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0276" y="757323"/>
                </a:moveTo>
                <a:lnTo>
                  <a:pt x="846633" y="866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llg_2_official_PredictedLigand_5">
            <a:extLst>
              <a:ext uri="{FF2B5EF4-FFF2-40B4-BE49-F238E27FC236}">
                <a16:creationId xmlns:a16="http://schemas.microsoft.com/office/drawing/2014/main" id="{D47A9119-B8AE-4331-ADCE-4DF15E0D05F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633" y="866989"/>
                </a:moveTo>
                <a:lnTo>
                  <a:pt x="728689" y="9907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llg_2_official_PredictedLigand_6">
            <a:extLst>
              <a:ext uri="{FF2B5EF4-FFF2-40B4-BE49-F238E27FC236}">
                <a16:creationId xmlns:a16="http://schemas.microsoft.com/office/drawing/2014/main" id="{34790E93-979D-44E3-A9AB-41FE0677E69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1089" y="158335"/>
                </a:moveTo>
                <a:lnTo>
                  <a:pt x="1286658" y="2079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llg_2_official_PredictedLigand_7">
            <a:extLst>
              <a:ext uri="{FF2B5EF4-FFF2-40B4-BE49-F238E27FC236}">
                <a16:creationId xmlns:a16="http://schemas.microsoft.com/office/drawing/2014/main" id="{699ED90A-AFFD-4A41-A94B-4329DF1F914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5438" y="834472"/>
                </a:moveTo>
                <a:lnTo>
                  <a:pt x="1437792" y="8103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llg_2_official_PredictedLigand_8">
            <a:extLst>
              <a:ext uri="{FF2B5EF4-FFF2-40B4-BE49-F238E27FC236}">
                <a16:creationId xmlns:a16="http://schemas.microsoft.com/office/drawing/2014/main" id="{02A6D45C-408E-41DD-9FC2-820F93555CA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2" y="810348"/>
                </a:moveTo>
                <a:lnTo>
                  <a:pt x="1501925" y="6265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llg_2_official_PredictedLigand_9">
            <a:extLst>
              <a:ext uri="{FF2B5EF4-FFF2-40B4-BE49-F238E27FC236}">
                <a16:creationId xmlns:a16="http://schemas.microsoft.com/office/drawing/2014/main" id="{9C0A748C-B288-43A4-9AB4-DA60D57BBBC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5721" y="610548"/>
                </a:moveTo>
                <a:lnTo>
                  <a:pt x="1791613" y="7807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llg_2_official_PredictedLigand_10">
            <a:extLst>
              <a:ext uri="{FF2B5EF4-FFF2-40B4-BE49-F238E27FC236}">
                <a16:creationId xmlns:a16="http://schemas.microsoft.com/office/drawing/2014/main" id="{B6EF3FEC-A754-44FD-A08A-5A53CADCFF8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25" y="626511"/>
                </a:moveTo>
                <a:lnTo>
                  <a:pt x="1695721" y="6105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llg_2_official_PredictedLigand_11">
            <a:extLst>
              <a:ext uri="{FF2B5EF4-FFF2-40B4-BE49-F238E27FC236}">
                <a16:creationId xmlns:a16="http://schemas.microsoft.com/office/drawing/2014/main" id="{1B4C6E2F-400A-487B-84AA-312DB78B851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9534" y="753473"/>
                </a:moveTo>
                <a:lnTo>
                  <a:pt x="1791613" y="7807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llg_2_official_PredictedLigand_12">
            <a:extLst>
              <a:ext uri="{FF2B5EF4-FFF2-40B4-BE49-F238E27FC236}">
                <a16:creationId xmlns:a16="http://schemas.microsoft.com/office/drawing/2014/main" id="{C8DC1C64-ABD8-409F-87EE-A4CA996D88C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2509" y="214363"/>
                </a:moveTo>
                <a:lnTo>
                  <a:pt x="1101089" y="1583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llg_2_official_PredictedLigand_13">
            <a:extLst>
              <a:ext uri="{FF2B5EF4-FFF2-40B4-BE49-F238E27FC236}">
                <a16:creationId xmlns:a16="http://schemas.microsoft.com/office/drawing/2014/main" id="{E3215E50-94B2-4048-922C-3F4C9B273D4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2" y="810348"/>
                </a:moveTo>
                <a:lnTo>
                  <a:pt x="1531638" y="9286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llg_2_official_PredictedLigand_14">
            <a:extLst>
              <a:ext uri="{FF2B5EF4-FFF2-40B4-BE49-F238E27FC236}">
                <a16:creationId xmlns:a16="http://schemas.microsoft.com/office/drawing/2014/main" id="{F5FE246A-963B-4806-8CEF-1FED36BFC52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3748" y="961963"/>
                </a:moveTo>
                <a:lnTo>
                  <a:pt x="1245438" y="8344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llg_2_official_PredictedLigand_15">
            <a:extLst>
              <a:ext uri="{FF2B5EF4-FFF2-40B4-BE49-F238E27FC236}">
                <a16:creationId xmlns:a16="http://schemas.microsoft.com/office/drawing/2014/main" id="{8B1254FC-A5EB-441C-BF81-BAD7539A7D3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613" y="780729"/>
                </a:moveTo>
                <a:lnTo>
                  <a:pt x="1720493" y="920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llg_2_official_PredictedLigand_16">
            <a:extLst>
              <a:ext uri="{FF2B5EF4-FFF2-40B4-BE49-F238E27FC236}">
                <a16:creationId xmlns:a16="http://schemas.microsoft.com/office/drawing/2014/main" id="{903E1765-9938-419F-B846-931AEC6FD96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35" y="964328"/>
                </a:moveTo>
                <a:lnTo>
                  <a:pt x="846633" y="866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llg_2_official_PredictedLigand_17">
            <a:extLst>
              <a:ext uri="{FF2B5EF4-FFF2-40B4-BE49-F238E27FC236}">
                <a16:creationId xmlns:a16="http://schemas.microsoft.com/office/drawing/2014/main" id="{9F38F5D4-BBBE-4C42-811D-2E14DD0F1C9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633" y="866989"/>
                </a:moveTo>
                <a:lnTo>
                  <a:pt x="733304" y="7622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llg_2_official_PredictedLigand_18">
            <a:extLst>
              <a:ext uri="{FF2B5EF4-FFF2-40B4-BE49-F238E27FC236}">
                <a16:creationId xmlns:a16="http://schemas.microsoft.com/office/drawing/2014/main" id="{779C406B-7E67-4624-B1BA-118D4C820BF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3723" y="592987"/>
                </a:moveTo>
                <a:lnTo>
                  <a:pt x="462222" y="5963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llg_2_official_PredictedLigand_19">
            <a:extLst>
              <a:ext uri="{FF2B5EF4-FFF2-40B4-BE49-F238E27FC236}">
                <a16:creationId xmlns:a16="http://schemas.microsoft.com/office/drawing/2014/main" id="{96C751A9-E906-45BA-81C0-FA7D6F74BAC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4391" y="398835"/>
                </a:moveTo>
                <a:lnTo>
                  <a:pt x="982509" y="2143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llg_2_official_PredictedLigand_20">
            <a:extLst>
              <a:ext uri="{FF2B5EF4-FFF2-40B4-BE49-F238E27FC236}">
                <a16:creationId xmlns:a16="http://schemas.microsoft.com/office/drawing/2014/main" id="{4B727121-7F10-4242-BF0D-3448FF13F29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3304" y="762266"/>
                </a:moveTo>
                <a:lnTo>
                  <a:pt x="663723" y="5929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llg_2_official_PredictedLigand_21">
            <a:extLst>
              <a:ext uri="{FF2B5EF4-FFF2-40B4-BE49-F238E27FC236}">
                <a16:creationId xmlns:a16="http://schemas.microsoft.com/office/drawing/2014/main" id="{FC02B5CA-BAA9-4088-A404-41B49849264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3723" y="592987"/>
                </a:moveTo>
                <a:lnTo>
                  <a:pt x="747306" y="4340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llg_2_official_PredictedLigand_22">
            <a:extLst>
              <a:ext uri="{FF2B5EF4-FFF2-40B4-BE49-F238E27FC236}">
                <a16:creationId xmlns:a16="http://schemas.microsoft.com/office/drawing/2014/main" id="{B5CE53DB-F1C4-4C3B-B3A6-CA85996E9F0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35" y="964328"/>
                </a:moveTo>
                <a:lnTo>
                  <a:pt x="1163748" y="9619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llg_2_official_PredictedLigand_23">
            <a:extLst>
              <a:ext uri="{FF2B5EF4-FFF2-40B4-BE49-F238E27FC236}">
                <a16:creationId xmlns:a16="http://schemas.microsoft.com/office/drawing/2014/main" id="{253A995B-6823-4615-9855-94852322116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493" y="920214"/>
                </a:moveTo>
                <a:lnTo>
                  <a:pt x="1531638" y="9286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llg_2_official_PredictedLigand_24">
            <a:extLst>
              <a:ext uri="{FF2B5EF4-FFF2-40B4-BE49-F238E27FC236}">
                <a16:creationId xmlns:a16="http://schemas.microsoft.com/office/drawing/2014/main" id="{EE14CE02-762F-4555-8811-88AFDE0677D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306" y="434075"/>
                </a:moveTo>
                <a:lnTo>
                  <a:pt x="924391" y="3988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llg_2_official_PredictedLigand_25">
            <a:extLst>
              <a:ext uri="{FF2B5EF4-FFF2-40B4-BE49-F238E27FC236}">
                <a16:creationId xmlns:a16="http://schemas.microsoft.com/office/drawing/2014/main" id="{30A41BB4-7ECC-489E-ACAE-23C8BC31D70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1638" y="928636"/>
                </a:moveTo>
                <a:lnTo>
                  <a:pt x="1447836" y="10318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llg_2_official_PredictedLigand_26">
            <a:extLst>
              <a:ext uri="{FF2B5EF4-FFF2-40B4-BE49-F238E27FC236}">
                <a16:creationId xmlns:a16="http://schemas.microsoft.com/office/drawing/2014/main" id="{E5D6B124-BEF4-4B62-839A-905DA0E91A8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2515" y="1044619"/>
                </a:moveTo>
                <a:lnTo>
                  <a:pt x="1163748" y="9619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llg_2_official_PredictedLigand_27">
            <a:extLst>
              <a:ext uri="{FF2B5EF4-FFF2-40B4-BE49-F238E27FC236}">
                <a16:creationId xmlns:a16="http://schemas.microsoft.com/office/drawing/2014/main" id="{0A932437-6F3A-477E-8ACC-AD2B06CA04F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3870" y="961356"/>
                </a:moveTo>
                <a:lnTo>
                  <a:pt x="974735" y="9643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llg_2_official_PredictedLigand_28">
            <a:extLst>
              <a:ext uri="{FF2B5EF4-FFF2-40B4-BE49-F238E27FC236}">
                <a16:creationId xmlns:a16="http://schemas.microsoft.com/office/drawing/2014/main" id="{1E20278D-5E32-4121-B450-A0991AD5043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3304" y="762266"/>
                </a:moveTo>
                <a:lnTo>
                  <a:pt x="753090" y="8244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llg_2_official_PredictedLigand_29">
            <a:extLst>
              <a:ext uri="{FF2B5EF4-FFF2-40B4-BE49-F238E27FC236}">
                <a16:creationId xmlns:a16="http://schemas.microsoft.com/office/drawing/2014/main" id="{5B30E2DE-8A7C-4562-A97B-E213AFD8E07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7836" y="1031869"/>
                </a:moveTo>
                <a:lnTo>
                  <a:pt x="1262515" y="10446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llg_2_official_PredictedLigand_30">
            <a:extLst>
              <a:ext uri="{FF2B5EF4-FFF2-40B4-BE49-F238E27FC236}">
                <a16:creationId xmlns:a16="http://schemas.microsoft.com/office/drawing/2014/main" id="{44DD27AC-12FB-46B2-B7B9-B6F48979B39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090" y="824461"/>
                </a:moveTo>
                <a:lnTo>
                  <a:pt x="903870" y="9613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llg_2_official_PredictedAtoms_0">
            <a:extLst>
              <a:ext uri="{FF2B5EF4-FFF2-40B4-BE49-F238E27FC236}">
                <a16:creationId xmlns:a16="http://schemas.microsoft.com/office/drawing/2014/main" id="{254FAB0F-DD39-4503-B640-0D87FED43093}"/>
              </a:ext>
            </a:extLst>
          </p:cNvPr>
          <p:cNvSpPr>
            <a:spLocks noGrp="1"/>
          </p:cNvSpPr>
          <p:nvPr/>
        </p:nvSpPr>
        <p:spPr>
          <a:xfrm>
            <a:off x="2181942" y="15278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" name="9llg_2_official_PredictedAtoms_1">
            <a:extLst>
              <a:ext uri="{FF2B5EF4-FFF2-40B4-BE49-F238E27FC236}">
                <a16:creationId xmlns:a16="http://schemas.microsoft.com/office/drawing/2014/main" id="{9A56733E-6CED-4F27-A94F-B91E6B408EDC}"/>
              </a:ext>
            </a:extLst>
          </p:cNvPr>
          <p:cNvSpPr>
            <a:spLocks noGrp="1"/>
          </p:cNvSpPr>
          <p:nvPr/>
        </p:nvSpPr>
        <p:spPr>
          <a:xfrm>
            <a:off x="2004021" y="15551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" name="9llg_2_official_PredictedAtoms_2">
            <a:extLst>
              <a:ext uri="{FF2B5EF4-FFF2-40B4-BE49-F238E27FC236}">
                <a16:creationId xmlns:a16="http://schemas.microsoft.com/office/drawing/2014/main" id="{3ABCEB94-1112-48F6-A0F0-7417E524FB33}"/>
              </a:ext>
            </a:extLst>
          </p:cNvPr>
          <p:cNvSpPr>
            <a:spLocks noGrp="1"/>
          </p:cNvSpPr>
          <p:nvPr/>
        </p:nvSpPr>
        <p:spPr>
          <a:xfrm>
            <a:off x="1932901" y="16945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" name="9llg_2_official_PredictedAtoms_3">
            <a:extLst>
              <a:ext uri="{FF2B5EF4-FFF2-40B4-BE49-F238E27FC236}">
                <a16:creationId xmlns:a16="http://schemas.microsoft.com/office/drawing/2014/main" id="{0276C2BF-8CA7-4E56-ABC3-3DA4A795EB1C}"/>
              </a:ext>
            </a:extLst>
          </p:cNvPr>
          <p:cNvSpPr>
            <a:spLocks noGrp="1"/>
          </p:cNvSpPr>
          <p:nvPr/>
        </p:nvSpPr>
        <p:spPr>
          <a:xfrm>
            <a:off x="1744045" y="17030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" name="9llg_2_official_PredictedAtoms_4">
            <a:extLst>
              <a:ext uri="{FF2B5EF4-FFF2-40B4-BE49-F238E27FC236}">
                <a16:creationId xmlns:a16="http://schemas.microsoft.com/office/drawing/2014/main" id="{DED72F18-49B5-44EE-BD35-E59AE5110750}"/>
              </a:ext>
            </a:extLst>
          </p:cNvPr>
          <p:cNvSpPr>
            <a:spLocks noGrp="1"/>
          </p:cNvSpPr>
          <p:nvPr/>
        </p:nvSpPr>
        <p:spPr>
          <a:xfrm>
            <a:off x="1660243" y="18062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" name="9llg_2_official_PredictedAtoms_5">
            <a:extLst>
              <a:ext uri="{FF2B5EF4-FFF2-40B4-BE49-F238E27FC236}">
                <a16:creationId xmlns:a16="http://schemas.microsoft.com/office/drawing/2014/main" id="{869AC09E-1E33-4537-AC7F-8324A55917C9}"/>
              </a:ext>
            </a:extLst>
          </p:cNvPr>
          <p:cNvSpPr>
            <a:spLocks noGrp="1"/>
          </p:cNvSpPr>
          <p:nvPr/>
        </p:nvSpPr>
        <p:spPr>
          <a:xfrm>
            <a:off x="1474922" y="18190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" name="9llg_2_official_PredictedAtoms_6">
            <a:extLst>
              <a:ext uri="{FF2B5EF4-FFF2-40B4-BE49-F238E27FC236}">
                <a16:creationId xmlns:a16="http://schemas.microsoft.com/office/drawing/2014/main" id="{81A34DFB-C484-46EE-858E-7530E41DF720}"/>
              </a:ext>
            </a:extLst>
          </p:cNvPr>
          <p:cNvSpPr>
            <a:spLocks noGrp="1"/>
          </p:cNvSpPr>
          <p:nvPr/>
        </p:nvSpPr>
        <p:spPr>
          <a:xfrm>
            <a:off x="1376156" y="173634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8" name="9llg_2_official_PredictedAtoms_7">
            <a:extLst>
              <a:ext uri="{FF2B5EF4-FFF2-40B4-BE49-F238E27FC236}">
                <a16:creationId xmlns:a16="http://schemas.microsoft.com/office/drawing/2014/main" id="{DC4016B3-CFA8-475D-9031-84F8B5337D1C}"/>
              </a:ext>
            </a:extLst>
          </p:cNvPr>
          <p:cNvSpPr>
            <a:spLocks noGrp="1"/>
          </p:cNvSpPr>
          <p:nvPr/>
        </p:nvSpPr>
        <p:spPr>
          <a:xfrm>
            <a:off x="1457845" y="16088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llg_2_official_PredictedAtoms_8">
            <a:extLst>
              <a:ext uri="{FF2B5EF4-FFF2-40B4-BE49-F238E27FC236}">
                <a16:creationId xmlns:a16="http://schemas.microsoft.com/office/drawing/2014/main" id="{FED7A062-18FF-48C3-91D5-6AA4CA6E6F69}"/>
              </a:ext>
            </a:extLst>
          </p:cNvPr>
          <p:cNvSpPr>
            <a:spLocks noGrp="1"/>
          </p:cNvSpPr>
          <p:nvPr/>
        </p:nvSpPr>
        <p:spPr>
          <a:xfrm>
            <a:off x="1336460" y="15393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0" name="9llg_2_official_PredictedAtoms_9">
            <a:extLst>
              <a:ext uri="{FF2B5EF4-FFF2-40B4-BE49-F238E27FC236}">
                <a16:creationId xmlns:a16="http://schemas.microsoft.com/office/drawing/2014/main" id="{4A1E941C-8450-4A0D-948C-1D2CB385960B}"/>
              </a:ext>
            </a:extLst>
          </p:cNvPr>
          <p:cNvSpPr>
            <a:spLocks noGrp="1"/>
          </p:cNvSpPr>
          <p:nvPr/>
        </p:nvSpPr>
        <p:spPr>
          <a:xfrm>
            <a:off x="1142683" y="15317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llg_2_official_PredictedAtoms_10">
            <a:extLst>
              <a:ext uri="{FF2B5EF4-FFF2-40B4-BE49-F238E27FC236}">
                <a16:creationId xmlns:a16="http://schemas.microsoft.com/office/drawing/2014/main" id="{069DC5AE-B63F-4884-AC5E-E70248B9D80E}"/>
              </a:ext>
            </a:extLst>
          </p:cNvPr>
          <p:cNvSpPr>
            <a:spLocks noGrp="1"/>
          </p:cNvSpPr>
          <p:nvPr/>
        </p:nvSpPr>
        <p:spPr>
          <a:xfrm>
            <a:off x="1059040" y="16413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2" name="9llg_2_official_PredictedAtoms_11">
            <a:extLst>
              <a:ext uri="{FF2B5EF4-FFF2-40B4-BE49-F238E27FC236}">
                <a16:creationId xmlns:a16="http://schemas.microsoft.com/office/drawing/2014/main" id="{8B25EC53-F484-424D-890E-863DFEF1AFDB}"/>
              </a:ext>
            </a:extLst>
          </p:cNvPr>
          <p:cNvSpPr>
            <a:spLocks noGrp="1"/>
          </p:cNvSpPr>
          <p:nvPr/>
        </p:nvSpPr>
        <p:spPr>
          <a:xfrm>
            <a:off x="941096" y="17651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llg_2_official_PredictedAtoms_12">
            <a:extLst>
              <a:ext uri="{FF2B5EF4-FFF2-40B4-BE49-F238E27FC236}">
                <a16:creationId xmlns:a16="http://schemas.microsoft.com/office/drawing/2014/main" id="{721AFA09-EABD-4421-8159-E59B95388908}"/>
              </a:ext>
            </a:extLst>
          </p:cNvPr>
          <p:cNvSpPr>
            <a:spLocks noGrp="1"/>
          </p:cNvSpPr>
          <p:nvPr/>
        </p:nvSpPr>
        <p:spPr>
          <a:xfrm>
            <a:off x="945712" y="15366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llg_2_official_PredictedAtoms_13">
            <a:extLst>
              <a:ext uri="{FF2B5EF4-FFF2-40B4-BE49-F238E27FC236}">
                <a16:creationId xmlns:a16="http://schemas.microsoft.com/office/drawing/2014/main" id="{E73CB9BB-6AB2-477C-8BD8-32D81DED34B8}"/>
              </a:ext>
            </a:extLst>
          </p:cNvPr>
          <p:cNvSpPr>
            <a:spLocks noGrp="1"/>
          </p:cNvSpPr>
          <p:nvPr/>
        </p:nvSpPr>
        <p:spPr>
          <a:xfrm>
            <a:off x="876131" y="13673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5" name="9llg_2_official_PredictedAtoms_14">
            <a:extLst>
              <a:ext uri="{FF2B5EF4-FFF2-40B4-BE49-F238E27FC236}">
                <a16:creationId xmlns:a16="http://schemas.microsoft.com/office/drawing/2014/main" id="{C377F5D0-439C-43AA-BA79-6162991665D1}"/>
              </a:ext>
            </a:extLst>
          </p:cNvPr>
          <p:cNvSpPr>
            <a:spLocks noGrp="1"/>
          </p:cNvSpPr>
          <p:nvPr/>
        </p:nvSpPr>
        <p:spPr>
          <a:xfrm>
            <a:off x="674629" y="13707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llg_2_official_PredictedAtoms_15">
            <a:extLst>
              <a:ext uri="{FF2B5EF4-FFF2-40B4-BE49-F238E27FC236}">
                <a16:creationId xmlns:a16="http://schemas.microsoft.com/office/drawing/2014/main" id="{1D102CF6-845A-4FB7-A312-48A1BD8A9217}"/>
              </a:ext>
            </a:extLst>
          </p:cNvPr>
          <p:cNvSpPr>
            <a:spLocks noGrp="1"/>
          </p:cNvSpPr>
          <p:nvPr/>
        </p:nvSpPr>
        <p:spPr>
          <a:xfrm>
            <a:off x="959713" y="12084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llg_2_official_PredictedAtoms_16">
            <a:extLst>
              <a:ext uri="{FF2B5EF4-FFF2-40B4-BE49-F238E27FC236}">
                <a16:creationId xmlns:a16="http://schemas.microsoft.com/office/drawing/2014/main" id="{583182BA-BE89-4E91-9459-B81B61D36269}"/>
              </a:ext>
            </a:extLst>
          </p:cNvPr>
          <p:cNvSpPr>
            <a:spLocks noGrp="1"/>
          </p:cNvSpPr>
          <p:nvPr/>
        </p:nvSpPr>
        <p:spPr>
          <a:xfrm>
            <a:off x="1136799" y="11732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llg_2_official_PredictedAtoms_17">
            <a:extLst>
              <a:ext uri="{FF2B5EF4-FFF2-40B4-BE49-F238E27FC236}">
                <a16:creationId xmlns:a16="http://schemas.microsoft.com/office/drawing/2014/main" id="{9B85B829-67E8-4E9C-BDFE-8755049951C3}"/>
              </a:ext>
            </a:extLst>
          </p:cNvPr>
          <p:cNvSpPr>
            <a:spLocks noGrp="1"/>
          </p:cNvSpPr>
          <p:nvPr/>
        </p:nvSpPr>
        <p:spPr>
          <a:xfrm>
            <a:off x="1194917" y="9887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llg_2_official_PredictedAtoms_18">
            <a:extLst>
              <a:ext uri="{FF2B5EF4-FFF2-40B4-BE49-F238E27FC236}">
                <a16:creationId xmlns:a16="http://schemas.microsoft.com/office/drawing/2014/main" id="{AE9D2A2A-8F5F-46D2-9683-6C3A2B85FB0B}"/>
              </a:ext>
            </a:extLst>
          </p:cNvPr>
          <p:cNvSpPr>
            <a:spLocks noGrp="1"/>
          </p:cNvSpPr>
          <p:nvPr/>
        </p:nvSpPr>
        <p:spPr>
          <a:xfrm>
            <a:off x="1313497" y="9327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llg_2_official_PredictedAtoms_20">
            <a:extLst>
              <a:ext uri="{FF2B5EF4-FFF2-40B4-BE49-F238E27FC236}">
                <a16:creationId xmlns:a16="http://schemas.microsoft.com/office/drawing/2014/main" id="{1A4FBBE8-7095-43A6-9B97-2E14AD59FB74}"/>
              </a:ext>
            </a:extLst>
          </p:cNvPr>
          <p:cNvSpPr>
            <a:spLocks noGrp="1"/>
          </p:cNvSpPr>
          <p:nvPr/>
        </p:nvSpPr>
        <p:spPr>
          <a:xfrm>
            <a:off x="1499066" y="9823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llg_2_official_PredictedAtoms_21">
            <a:extLst>
              <a:ext uri="{FF2B5EF4-FFF2-40B4-BE49-F238E27FC236}">
                <a16:creationId xmlns:a16="http://schemas.microsoft.com/office/drawing/2014/main" id="{7A1A9185-83FC-4D78-B433-A1D57961422C}"/>
              </a:ext>
            </a:extLst>
          </p:cNvPr>
          <p:cNvSpPr>
            <a:spLocks noGrp="1"/>
          </p:cNvSpPr>
          <p:nvPr/>
        </p:nvSpPr>
        <p:spPr>
          <a:xfrm>
            <a:off x="965498" y="15988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llg_2_official_PredictedAtoms_22">
            <a:extLst>
              <a:ext uri="{FF2B5EF4-FFF2-40B4-BE49-F238E27FC236}">
                <a16:creationId xmlns:a16="http://schemas.microsoft.com/office/drawing/2014/main" id="{190376E2-E53A-44C6-99FA-C9A68741BE9A}"/>
              </a:ext>
            </a:extLst>
          </p:cNvPr>
          <p:cNvSpPr>
            <a:spLocks noGrp="1"/>
          </p:cNvSpPr>
          <p:nvPr/>
        </p:nvSpPr>
        <p:spPr>
          <a:xfrm>
            <a:off x="1116278" y="17357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llg_2_official_PredictedAtoms_23">
            <a:extLst>
              <a:ext uri="{FF2B5EF4-FFF2-40B4-BE49-F238E27FC236}">
                <a16:creationId xmlns:a16="http://schemas.microsoft.com/office/drawing/2014/main" id="{884E84F6-EEB0-4AB8-AE94-E2A13F362552}"/>
              </a:ext>
            </a:extLst>
          </p:cNvPr>
          <p:cNvSpPr>
            <a:spLocks noGrp="1"/>
          </p:cNvSpPr>
          <p:nvPr/>
        </p:nvSpPr>
        <p:spPr>
          <a:xfrm>
            <a:off x="1187142" y="17387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llg_2_official_PredictedAtoms_24">
            <a:extLst>
              <a:ext uri="{FF2B5EF4-FFF2-40B4-BE49-F238E27FC236}">
                <a16:creationId xmlns:a16="http://schemas.microsoft.com/office/drawing/2014/main" id="{753BB310-1415-490A-9EA9-FB55D6BE0BA9}"/>
              </a:ext>
            </a:extLst>
          </p:cNvPr>
          <p:cNvSpPr>
            <a:spLocks noGrp="1"/>
          </p:cNvSpPr>
          <p:nvPr/>
        </p:nvSpPr>
        <p:spPr>
          <a:xfrm>
            <a:off x="1650200" y="15847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llg_2_official_PredictedAtoms_25">
            <a:extLst>
              <a:ext uri="{FF2B5EF4-FFF2-40B4-BE49-F238E27FC236}">
                <a16:creationId xmlns:a16="http://schemas.microsoft.com/office/drawing/2014/main" id="{ECF38771-BF16-4AC4-A2C5-87AA510D95F4}"/>
              </a:ext>
            </a:extLst>
          </p:cNvPr>
          <p:cNvSpPr>
            <a:spLocks noGrp="1"/>
          </p:cNvSpPr>
          <p:nvPr/>
        </p:nvSpPr>
        <p:spPr>
          <a:xfrm>
            <a:off x="1692220" y="161264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llg_2_official_PredictedAtoms_26">
            <a:extLst>
              <a:ext uri="{FF2B5EF4-FFF2-40B4-BE49-F238E27FC236}">
                <a16:creationId xmlns:a16="http://schemas.microsoft.com/office/drawing/2014/main" id="{C738F82F-C343-4068-A603-49BB94F64074}"/>
              </a:ext>
            </a:extLst>
          </p:cNvPr>
          <p:cNvSpPr>
            <a:spLocks noGrp="1"/>
          </p:cNvSpPr>
          <p:nvPr/>
        </p:nvSpPr>
        <p:spPr>
          <a:xfrm>
            <a:off x="1714332" y="14008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llg_2_official_PredictedAtoms_27">
            <a:extLst>
              <a:ext uri="{FF2B5EF4-FFF2-40B4-BE49-F238E27FC236}">
                <a16:creationId xmlns:a16="http://schemas.microsoft.com/office/drawing/2014/main" id="{876195BD-6CB8-4C71-BAE2-D4FA85AA2441}"/>
              </a:ext>
            </a:extLst>
          </p:cNvPr>
          <p:cNvSpPr>
            <a:spLocks noGrp="1"/>
          </p:cNvSpPr>
          <p:nvPr/>
        </p:nvSpPr>
        <p:spPr>
          <a:xfrm>
            <a:off x="1908129" y="13849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stage3-cases-alternatives_7">
            <a:extLst>
              <a:ext uri="{FF2B5EF4-FFF2-40B4-BE49-F238E27FC236}">
                <a16:creationId xmlns:a16="http://schemas.microsoft.com/office/drawing/2014/main" id="{7B5542CD-89A3-4D0F-A108-6A64869901EB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7.48 Å   D 18%   Clash 0</a:t>
            </a:r>
          </a:p>
        </p:txBody>
      </p:sp>
      <p:sp>
        <p:nvSpPr>
          <p:cNvPr id="99" name="9llg_2_tuned_Receptor">
            <a:extLst>
              <a:ext uri="{FF2B5EF4-FFF2-40B4-BE49-F238E27FC236}">
                <a16:creationId xmlns:a16="http://schemas.microsoft.com/office/drawing/2014/main" id="{AA3EEE4D-7738-41C8-8CBE-DBF969BB121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132" y="804357"/>
                </a:moveTo>
                <a:lnTo>
                  <a:pt x="2158268" y="745737"/>
                </a:lnTo>
                <a:moveTo>
                  <a:pt x="1943732" y="955040"/>
                </a:moveTo>
                <a:lnTo>
                  <a:pt x="1985132" y="804357"/>
                </a:lnTo>
                <a:moveTo>
                  <a:pt x="2288889" y="833356"/>
                </a:moveTo>
                <a:lnTo>
                  <a:pt x="2158268" y="745737"/>
                </a:lnTo>
                <a:moveTo>
                  <a:pt x="1784570" y="1042611"/>
                </a:moveTo>
                <a:lnTo>
                  <a:pt x="1943732" y="955040"/>
                </a:lnTo>
                <a:moveTo>
                  <a:pt x="2072290" y="1045936"/>
                </a:moveTo>
                <a:lnTo>
                  <a:pt x="1943732" y="955040"/>
                </a:lnTo>
                <a:moveTo>
                  <a:pt x="2248114" y="982958"/>
                </a:moveTo>
                <a:lnTo>
                  <a:pt x="2288889" y="833356"/>
                </a:lnTo>
                <a:moveTo>
                  <a:pt x="1809991" y="1184665"/>
                </a:moveTo>
                <a:lnTo>
                  <a:pt x="1784570" y="1042611"/>
                </a:lnTo>
                <a:moveTo>
                  <a:pt x="2072290" y="1045936"/>
                </a:moveTo>
                <a:lnTo>
                  <a:pt x="2248114" y="982958"/>
                </a:lnTo>
                <a:moveTo>
                  <a:pt x="1983446" y="1191845"/>
                </a:moveTo>
                <a:lnTo>
                  <a:pt x="2072290" y="1045936"/>
                </a:lnTo>
                <a:moveTo>
                  <a:pt x="1983446" y="1191845"/>
                </a:moveTo>
                <a:lnTo>
                  <a:pt x="1809991" y="1184665"/>
                </a:lnTo>
                <a:moveTo>
                  <a:pt x="2065449" y="1326417"/>
                </a:moveTo>
                <a:lnTo>
                  <a:pt x="1983446" y="1191845"/>
                </a:lnTo>
                <a:moveTo>
                  <a:pt x="478648" y="1230579"/>
                </a:moveTo>
                <a:lnTo>
                  <a:pt x="344167" y="12232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0" name="9llg_2_tuned_ExperimentalDensity">
            <a:extLst>
              <a:ext uri="{FF2B5EF4-FFF2-40B4-BE49-F238E27FC236}">
                <a16:creationId xmlns:a16="http://schemas.microsoft.com/office/drawing/2014/main" id="{5BC088FD-1E37-4BE3-9377-A6C9AACDD50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547" y="785377"/>
                </a:moveTo>
                <a:lnTo>
                  <a:pt x="1861255" y="703019"/>
                </a:lnTo>
                <a:moveTo>
                  <a:pt x="1861255" y="703019"/>
                </a:moveTo>
                <a:lnTo>
                  <a:pt x="1930408" y="818632"/>
                </a:lnTo>
                <a:moveTo>
                  <a:pt x="973571" y="1009063"/>
                </a:moveTo>
                <a:lnTo>
                  <a:pt x="922975" y="968753"/>
                </a:lnTo>
                <a:moveTo>
                  <a:pt x="973571" y="1009063"/>
                </a:moveTo>
                <a:lnTo>
                  <a:pt x="939061" y="960760"/>
                </a:lnTo>
                <a:moveTo>
                  <a:pt x="826794" y="1061733"/>
                </a:moveTo>
                <a:lnTo>
                  <a:pt x="922975" y="968753"/>
                </a:lnTo>
                <a:moveTo>
                  <a:pt x="826794" y="1061733"/>
                </a:moveTo>
                <a:lnTo>
                  <a:pt x="818696" y="1104491"/>
                </a:lnTo>
                <a:moveTo>
                  <a:pt x="1821721" y="850875"/>
                </a:moveTo>
                <a:lnTo>
                  <a:pt x="1861255" y="703019"/>
                </a:lnTo>
                <a:moveTo>
                  <a:pt x="826794" y="1061733"/>
                </a:moveTo>
                <a:lnTo>
                  <a:pt x="816751" y="1056171"/>
                </a:lnTo>
                <a:moveTo>
                  <a:pt x="922975" y="968753"/>
                </a:moveTo>
                <a:lnTo>
                  <a:pt x="939061" y="960760"/>
                </a:lnTo>
                <a:moveTo>
                  <a:pt x="922975" y="968753"/>
                </a:moveTo>
                <a:lnTo>
                  <a:pt x="912897" y="961653"/>
                </a:lnTo>
                <a:moveTo>
                  <a:pt x="1749547" y="785377"/>
                </a:moveTo>
                <a:lnTo>
                  <a:pt x="1821721" y="850875"/>
                </a:lnTo>
                <a:moveTo>
                  <a:pt x="816751" y="1056171"/>
                </a:moveTo>
                <a:lnTo>
                  <a:pt x="922975" y="968753"/>
                </a:lnTo>
                <a:moveTo>
                  <a:pt x="818696" y="1104491"/>
                </a:moveTo>
                <a:lnTo>
                  <a:pt x="816751" y="1056171"/>
                </a:lnTo>
                <a:moveTo>
                  <a:pt x="912897" y="961653"/>
                </a:moveTo>
                <a:lnTo>
                  <a:pt x="939061" y="960760"/>
                </a:lnTo>
                <a:moveTo>
                  <a:pt x="939061" y="960760"/>
                </a:moveTo>
                <a:lnTo>
                  <a:pt x="1125984" y="1030910"/>
                </a:lnTo>
                <a:moveTo>
                  <a:pt x="816751" y="1056171"/>
                </a:moveTo>
                <a:lnTo>
                  <a:pt x="912897" y="961653"/>
                </a:lnTo>
                <a:moveTo>
                  <a:pt x="1326571" y="1133450"/>
                </a:moveTo>
                <a:lnTo>
                  <a:pt x="1289594" y="1102750"/>
                </a:lnTo>
                <a:moveTo>
                  <a:pt x="1125984" y="1030910"/>
                </a:moveTo>
                <a:lnTo>
                  <a:pt x="1289594" y="1102750"/>
                </a:lnTo>
                <a:moveTo>
                  <a:pt x="818696" y="1104491"/>
                </a:moveTo>
                <a:lnTo>
                  <a:pt x="882329" y="1113268"/>
                </a:lnTo>
                <a:moveTo>
                  <a:pt x="1821721" y="850875"/>
                </a:moveTo>
                <a:lnTo>
                  <a:pt x="1930408" y="818632"/>
                </a:lnTo>
                <a:moveTo>
                  <a:pt x="1326571" y="1133450"/>
                </a:moveTo>
                <a:lnTo>
                  <a:pt x="1319001" y="1093785"/>
                </a:lnTo>
                <a:moveTo>
                  <a:pt x="1289594" y="1102750"/>
                </a:moveTo>
                <a:lnTo>
                  <a:pt x="1319001" y="1093785"/>
                </a:lnTo>
                <a:moveTo>
                  <a:pt x="816751" y="1056171"/>
                </a:moveTo>
                <a:lnTo>
                  <a:pt x="882329" y="1113268"/>
                </a:lnTo>
                <a:moveTo>
                  <a:pt x="939061" y="960760"/>
                </a:moveTo>
                <a:lnTo>
                  <a:pt x="1049352" y="960835"/>
                </a:lnTo>
                <a:moveTo>
                  <a:pt x="1234491" y="534361"/>
                </a:moveTo>
                <a:lnTo>
                  <a:pt x="1289026" y="579506"/>
                </a:lnTo>
                <a:moveTo>
                  <a:pt x="1391685" y="666293"/>
                </a:moveTo>
                <a:lnTo>
                  <a:pt x="1289026" y="579506"/>
                </a:lnTo>
                <a:moveTo>
                  <a:pt x="1125984" y="1030910"/>
                </a:moveTo>
                <a:lnTo>
                  <a:pt x="1049352" y="960835"/>
                </a:lnTo>
                <a:moveTo>
                  <a:pt x="1289026" y="579506"/>
                </a:moveTo>
                <a:lnTo>
                  <a:pt x="1304812" y="419664"/>
                </a:lnTo>
                <a:moveTo>
                  <a:pt x="1234491" y="534361"/>
                </a:moveTo>
                <a:lnTo>
                  <a:pt x="1171907" y="482813"/>
                </a:lnTo>
                <a:moveTo>
                  <a:pt x="1289026" y="579506"/>
                </a:moveTo>
                <a:lnTo>
                  <a:pt x="1394546" y="495192"/>
                </a:lnTo>
                <a:moveTo>
                  <a:pt x="1125984" y="1030910"/>
                </a:moveTo>
                <a:lnTo>
                  <a:pt x="1215086" y="1045600"/>
                </a:lnTo>
                <a:moveTo>
                  <a:pt x="1234491" y="534361"/>
                </a:moveTo>
                <a:lnTo>
                  <a:pt x="1304812" y="419664"/>
                </a:lnTo>
                <a:moveTo>
                  <a:pt x="1289594" y="1102750"/>
                </a:moveTo>
                <a:lnTo>
                  <a:pt x="1215086" y="1045600"/>
                </a:lnTo>
                <a:moveTo>
                  <a:pt x="1000716" y="1040894"/>
                </a:moveTo>
                <a:lnTo>
                  <a:pt x="1125984" y="1030910"/>
                </a:lnTo>
                <a:moveTo>
                  <a:pt x="1289026" y="579506"/>
                </a:moveTo>
                <a:lnTo>
                  <a:pt x="1457336" y="547947"/>
                </a:lnTo>
                <a:moveTo>
                  <a:pt x="1233762" y="710455"/>
                </a:moveTo>
                <a:lnTo>
                  <a:pt x="1289026" y="579506"/>
                </a:lnTo>
                <a:moveTo>
                  <a:pt x="946941" y="997357"/>
                </a:moveTo>
                <a:lnTo>
                  <a:pt x="939061" y="960760"/>
                </a:lnTo>
                <a:moveTo>
                  <a:pt x="1289594" y="1102750"/>
                </a:moveTo>
                <a:lnTo>
                  <a:pt x="1227003" y="1042057"/>
                </a:lnTo>
                <a:moveTo>
                  <a:pt x="1391685" y="666293"/>
                </a:moveTo>
                <a:lnTo>
                  <a:pt x="1443343" y="710717"/>
                </a:lnTo>
                <a:moveTo>
                  <a:pt x="1125984" y="1030910"/>
                </a:moveTo>
                <a:lnTo>
                  <a:pt x="1216611" y="1047530"/>
                </a:lnTo>
                <a:moveTo>
                  <a:pt x="1171907" y="482813"/>
                </a:moveTo>
                <a:lnTo>
                  <a:pt x="1256046" y="378658"/>
                </a:lnTo>
                <a:moveTo>
                  <a:pt x="1108668" y="605690"/>
                </a:moveTo>
                <a:lnTo>
                  <a:pt x="1234491" y="534361"/>
                </a:lnTo>
                <a:moveTo>
                  <a:pt x="1233762" y="710455"/>
                </a:moveTo>
                <a:lnTo>
                  <a:pt x="1234491" y="534361"/>
                </a:lnTo>
                <a:moveTo>
                  <a:pt x="1101568" y="599773"/>
                </a:moveTo>
                <a:lnTo>
                  <a:pt x="1234491" y="534361"/>
                </a:lnTo>
                <a:moveTo>
                  <a:pt x="1391685" y="666293"/>
                </a:moveTo>
                <a:lnTo>
                  <a:pt x="1457336" y="547947"/>
                </a:lnTo>
                <a:moveTo>
                  <a:pt x="1171907" y="482813"/>
                </a:moveTo>
                <a:lnTo>
                  <a:pt x="1304812" y="419664"/>
                </a:lnTo>
                <a:moveTo>
                  <a:pt x="882329" y="1113268"/>
                </a:moveTo>
                <a:lnTo>
                  <a:pt x="938812" y="1092834"/>
                </a:lnTo>
                <a:moveTo>
                  <a:pt x="1304812" y="419664"/>
                </a:moveTo>
                <a:lnTo>
                  <a:pt x="1256046" y="378658"/>
                </a:lnTo>
                <a:moveTo>
                  <a:pt x="1233762" y="710455"/>
                </a:moveTo>
                <a:lnTo>
                  <a:pt x="1391685" y="666293"/>
                </a:lnTo>
                <a:moveTo>
                  <a:pt x="912897" y="961653"/>
                </a:moveTo>
                <a:lnTo>
                  <a:pt x="946941" y="997357"/>
                </a:lnTo>
                <a:moveTo>
                  <a:pt x="816751" y="1056171"/>
                </a:moveTo>
                <a:lnTo>
                  <a:pt x="946941" y="997357"/>
                </a:lnTo>
                <a:moveTo>
                  <a:pt x="1263703" y="735934"/>
                </a:moveTo>
                <a:lnTo>
                  <a:pt x="1391685" y="666293"/>
                </a:lnTo>
                <a:moveTo>
                  <a:pt x="1304812" y="419664"/>
                </a:moveTo>
                <a:lnTo>
                  <a:pt x="1394546" y="495192"/>
                </a:lnTo>
                <a:moveTo>
                  <a:pt x="1101568" y="599773"/>
                </a:moveTo>
                <a:lnTo>
                  <a:pt x="1171907" y="482813"/>
                </a:lnTo>
                <a:moveTo>
                  <a:pt x="1319001" y="1093785"/>
                </a:moveTo>
                <a:lnTo>
                  <a:pt x="1227003" y="1042057"/>
                </a:lnTo>
                <a:moveTo>
                  <a:pt x="1443343" y="710717"/>
                </a:moveTo>
                <a:lnTo>
                  <a:pt x="1528650" y="607646"/>
                </a:lnTo>
                <a:moveTo>
                  <a:pt x="1443343" y="710717"/>
                </a:moveTo>
                <a:lnTo>
                  <a:pt x="1457336" y="547947"/>
                </a:lnTo>
                <a:moveTo>
                  <a:pt x="1457336" y="547947"/>
                </a:moveTo>
                <a:lnTo>
                  <a:pt x="1394546" y="495192"/>
                </a:lnTo>
                <a:moveTo>
                  <a:pt x="1021186" y="706978"/>
                </a:moveTo>
                <a:lnTo>
                  <a:pt x="1015244" y="701900"/>
                </a:lnTo>
                <a:moveTo>
                  <a:pt x="1457336" y="547947"/>
                </a:moveTo>
                <a:lnTo>
                  <a:pt x="1528650" y="607646"/>
                </a:lnTo>
                <a:moveTo>
                  <a:pt x="995202" y="732138"/>
                </a:moveTo>
                <a:lnTo>
                  <a:pt x="1015244" y="701900"/>
                </a:lnTo>
                <a:moveTo>
                  <a:pt x="995202" y="732138"/>
                </a:moveTo>
                <a:lnTo>
                  <a:pt x="1021186" y="706978"/>
                </a:lnTo>
                <a:moveTo>
                  <a:pt x="1015244" y="701900"/>
                </a:moveTo>
                <a:lnTo>
                  <a:pt x="1108668" y="605690"/>
                </a:lnTo>
                <a:moveTo>
                  <a:pt x="1015244" y="701900"/>
                </a:moveTo>
                <a:lnTo>
                  <a:pt x="1101568" y="599773"/>
                </a:lnTo>
                <a:moveTo>
                  <a:pt x="1021186" y="706978"/>
                </a:moveTo>
                <a:lnTo>
                  <a:pt x="1108668" y="605690"/>
                </a:lnTo>
                <a:moveTo>
                  <a:pt x="1089832" y="590972"/>
                </a:moveTo>
                <a:lnTo>
                  <a:pt x="1171907" y="482813"/>
                </a:lnTo>
                <a:moveTo>
                  <a:pt x="1108668" y="605690"/>
                </a:moveTo>
                <a:lnTo>
                  <a:pt x="1233762" y="710455"/>
                </a:lnTo>
                <a:moveTo>
                  <a:pt x="1256046" y="378658"/>
                </a:moveTo>
                <a:lnTo>
                  <a:pt x="1302822" y="364801"/>
                </a:lnTo>
                <a:moveTo>
                  <a:pt x="1108668" y="605690"/>
                </a:moveTo>
                <a:lnTo>
                  <a:pt x="1101568" y="599773"/>
                </a:lnTo>
                <a:moveTo>
                  <a:pt x="1304812" y="419664"/>
                </a:moveTo>
                <a:lnTo>
                  <a:pt x="1302822" y="364801"/>
                </a:lnTo>
                <a:moveTo>
                  <a:pt x="1263703" y="735934"/>
                </a:moveTo>
                <a:lnTo>
                  <a:pt x="1233762" y="710455"/>
                </a:lnTo>
                <a:moveTo>
                  <a:pt x="1443343" y="710717"/>
                </a:moveTo>
                <a:lnTo>
                  <a:pt x="1597496" y="666567"/>
                </a:lnTo>
                <a:moveTo>
                  <a:pt x="1597496" y="666567"/>
                </a:moveTo>
                <a:lnTo>
                  <a:pt x="1528650" y="607646"/>
                </a:lnTo>
                <a:moveTo>
                  <a:pt x="1391685" y="666293"/>
                </a:moveTo>
                <a:lnTo>
                  <a:pt x="1430227" y="799383"/>
                </a:lnTo>
                <a:moveTo>
                  <a:pt x="882329" y="1113268"/>
                </a:moveTo>
                <a:lnTo>
                  <a:pt x="946941" y="997357"/>
                </a:lnTo>
                <a:moveTo>
                  <a:pt x="1101568" y="599773"/>
                </a:moveTo>
                <a:lnTo>
                  <a:pt x="1089832" y="590972"/>
                </a:lnTo>
                <a:moveTo>
                  <a:pt x="1496588" y="757364"/>
                </a:moveTo>
                <a:lnTo>
                  <a:pt x="1443343" y="710717"/>
                </a:lnTo>
                <a:moveTo>
                  <a:pt x="1108668" y="605690"/>
                </a:moveTo>
                <a:lnTo>
                  <a:pt x="1214300" y="763867"/>
                </a:lnTo>
                <a:moveTo>
                  <a:pt x="1214300" y="763867"/>
                </a:moveTo>
                <a:lnTo>
                  <a:pt x="1233762" y="710455"/>
                </a:lnTo>
                <a:moveTo>
                  <a:pt x="938812" y="1092834"/>
                </a:moveTo>
                <a:lnTo>
                  <a:pt x="1000716" y="1040894"/>
                </a:lnTo>
                <a:moveTo>
                  <a:pt x="1214300" y="763867"/>
                </a:moveTo>
                <a:lnTo>
                  <a:pt x="1263703" y="735934"/>
                </a:lnTo>
                <a:moveTo>
                  <a:pt x="1394546" y="495192"/>
                </a:moveTo>
                <a:lnTo>
                  <a:pt x="1465061" y="464427"/>
                </a:lnTo>
                <a:moveTo>
                  <a:pt x="1528650" y="607646"/>
                </a:moveTo>
                <a:lnTo>
                  <a:pt x="1465061" y="464427"/>
                </a:lnTo>
                <a:moveTo>
                  <a:pt x="1457336" y="547947"/>
                </a:moveTo>
                <a:lnTo>
                  <a:pt x="1465061" y="464427"/>
                </a:lnTo>
                <a:moveTo>
                  <a:pt x="1000716" y="1040894"/>
                </a:moveTo>
                <a:lnTo>
                  <a:pt x="1049352" y="960835"/>
                </a:lnTo>
                <a:moveTo>
                  <a:pt x="1430227" y="799383"/>
                </a:moveTo>
                <a:lnTo>
                  <a:pt x="1443343" y="710717"/>
                </a:lnTo>
                <a:moveTo>
                  <a:pt x="1171907" y="482813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42801" y="531342"/>
                </a:lnTo>
                <a:moveTo>
                  <a:pt x="1256046" y="378658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57026" y="543438"/>
                </a:lnTo>
                <a:moveTo>
                  <a:pt x="1496588" y="757364"/>
                </a:moveTo>
                <a:lnTo>
                  <a:pt x="1597496" y="666567"/>
                </a:lnTo>
                <a:moveTo>
                  <a:pt x="968833" y="841065"/>
                </a:moveTo>
                <a:lnTo>
                  <a:pt x="1021186" y="706978"/>
                </a:lnTo>
                <a:moveTo>
                  <a:pt x="968833" y="841065"/>
                </a:moveTo>
                <a:lnTo>
                  <a:pt x="995202" y="732138"/>
                </a:lnTo>
                <a:moveTo>
                  <a:pt x="1021186" y="706978"/>
                </a:moveTo>
                <a:lnTo>
                  <a:pt x="1124452" y="796770"/>
                </a:lnTo>
                <a:moveTo>
                  <a:pt x="1030906" y="893320"/>
                </a:moveTo>
                <a:lnTo>
                  <a:pt x="1021186" y="706978"/>
                </a:lnTo>
                <a:moveTo>
                  <a:pt x="1215086" y="1045600"/>
                </a:moveTo>
                <a:lnTo>
                  <a:pt x="1227003" y="1042057"/>
                </a:lnTo>
                <a:moveTo>
                  <a:pt x="938812" y="1092834"/>
                </a:moveTo>
                <a:lnTo>
                  <a:pt x="946941" y="997357"/>
                </a:lnTo>
                <a:moveTo>
                  <a:pt x="1124452" y="796770"/>
                </a:moveTo>
                <a:lnTo>
                  <a:pt x="1108668" y="605690"/>
                </a:lnTo>
                <a:moveTo>
                  <a:pt x="1215086" y="1045600"/>
                </a:moveTo>
                <a:lnTo>
                  <a:pt x="1216611" y="1047530"/>
                </a:lnTo>
                <a:moveTo>
                  <a:pt x="1000716" y="1040894"/>
                </a:moveTo>
                <a:lnTo>
                  <a:pt x="1216611" y="1047530"/>
                </a:lnTo>
                <a:moveTo>
                  <a:pt x="1015244" y="701900"/>
                </a:moveTo>
                <a:lnTo>
                  <a:pt x="927029" y="632029"/>
                </a:lnTo>
                <a:moveTo>
                  <a:pt x="946941" y="997357"/>
                </a:moveTo>
                <a:lnTo>
                  <a:pt x="1049352" y="960835"/>
                </a:lnTo>
                <a:moveTo>
                  <a:pt x="1171907" y="482813"/>
                </a:moveTo>
                <a:lnTo>
                  <a:pt x="1119298" y="444351"/>
                </a:lnTo>
                <a:moveTo>
                  <a:pt x="1216611" y="1047530"/>
                </a:moveTo>
                <a:lnTo>
                  <a:pt x="1227003" y="1042057"/>
                </a:lnTo>
                <a:moveTo>
                  <a:pt x="927029" y="632029"/>
                </a:moveTo>
                <a:lnTo>
                  <a:pt x="1101568" y="599773"/>
                </a:lnTo>
                <a:moveTo>
                  <a:pt x="1223998" y="1053869"/>
                </a:moveTo>
                <a:lnTo>
                  <a:pt x="1227003" y="1042057"/>
                </a:lnTo>
                <a:moveTo>
                  <a:pt x="1335706" y="801298"/>
                </a:moveTo>
                <a:lnTo>
                  <a:pt x="1391685" y="666293"/>
                </a:lnTo>
                <a:moveTo>
                  <a:pt x="1597496" y="666567"/>
                </a:moveTo>
                <a:lnTo>
                  <a:pt x="1657026" y="543438"/>
                </a:lnTo>
                <a:moveTo>
                  <a:pt x="850091" y="742865"/>
                </a:moveTo>
                <a:lnTo>
                  <a:pt x="1015244" y="701900"/>
                </a:lnTo>
                <a:moveTo>
                  <a:pt x="854238" y="746173"/>
                </a:moveTo>
                <a:lnTo>
                  <a:pt x="995202" y="732138"/>
                </a:lnTo>
                <a:moveTo>
                  <a:pt x="1528650" y="607646"/>
                </a:moveTo>
                <a:lnTo>
                  <a:pt x="1527846" y="436657"/>
                </a:lnTo>
                <a:moveTo>
                  <a:pt x="1216611" y="1047530"/>
                </a:moveTo>
                <a:lnTo>
                  <a:pt x="1223998" y="1053869"/>
                </a:lnTo>
                <a:moveTo>
                  <a:pt x="1430227" y="799383"/>
                </a:moveTo>
                <a:lnTo>
                  <a:pt x="1496588" y="757364"/>
                </a:lnTo>
                <a:moveTo>
                  <a:pt x="850091" y="742865"/>
                </a:moveTo>
                <a:lnTo>
                  <a:pt x="995202" y="732138"/>
                </a:lnTo>
                <a:moveTo>
                  <a:pt x="946941" y="997357"/>
                </a:moveTo>
                <a:lnTo>
                  <a:pt x="1000716" y="1040894"/>
                </a:lnTo>
                <a:moveTo>
                  <a:pt x="1124452" y="796770"/>
                </a:moveTo>
                <a:lnTo>
                  <a:pt x="1214300" y="763867"/>
                </a:lnTo>
                <a:moveTo>
                  <a:pt x="1256046" y="378658"/>
                </a:moveTo>
                <a:lnTo>
                  <a:pt x="1225616" y="295411"/>
                </a:lnTo>
                <a:moveTo>
                  <a:pt x="1101568" y="599773"/>
                </a:moveTo>
                <a:lnTo>
                  <a:pt x="972008" y="598251"/>
                </a:lnTo>
                <a:moveTo>
                  <a:pt x="1657026" y="543438"/>
                </a:moveTo>
                <a:lnTo>
                  <a:pt x="1642801" y="531342"/>
                </a:lnTo>
                <a:moveTo>
                  <a:pt x="713933" y="627438"/>
                </a:moveTo>
                <a:lnTo>
                  <a:pt x="702017" y="617448"/>
                </a:lnTo>
                <a:moveTo>
                  <a:pt x="1089832" y="590972"/>
                </a:moveTo>
                <a:lnTo>
                  <a:pt x="1119298" y="444351"/>
                </a:lnTo>
                <a:moveTo>
                  <a:pt x="1304812" y="419664"/>
                </a:moveTo>
                <a:lnTo>
                  <a:pt x="1430231" y="357122"/>
                </a:lnTo>
                <a:moveTo>
                  <a:pt x="972008" y="598251"/>
                </a:moveTo>
                <a:lnTo>
                  <a:pt x="1089832" y="590972"/>
                </a:lnTo>
                <a:moveTo>
                  <a:pt x="1304812" y="419664"/>
                </a:moveTo>
                <a:lnTo>
                  <a:pt x="1421225" y="349706"/>
                </a:lnTo>
                <a:moveTo>
                  <a:pt x="1263703" y="735934"/>
                </a:moveTo>
                <a:lnTo>
                  <a:pt x="1335706" y="801298"/>
                </a:lnTo>
                <a:moveTo>
                  <a:pt x="1642801" y="531342"/>
                </a:moveTo>
                <a:lnTo>
                  <a:pt x="1660209" y="524756"/>
                </a:lnTo>
                <a:moveTo>
                  <a:pt x="689274" y="642510"/>
                </a:moveTo>
                <a:lnTo>
                  <a:pt x="702017" y="617448"/>
                </a:lnTo>
                <a:moveTo>
                  <a:pt x="689274" y="642510"/>
                </a:moveTo>
                <a:lnTo>
                  <a:pt x="713933" y="627438"/>
                </a:lnTo>
                <a:moveTo>
                  <a:pt x="702017" y="617448"/>
                </a:moveTo>
                <a:lnTo>
                  <a:pt x="718401" y="607728"/>
                </a:lnTo>
                <a:moveTo>
                  <a:pt x="713933" y="627438"/>
                </a:moveTo>
                <a:lnTo>
                  <a:pt x="718401" y="607728"/>
                </a:lnTo>
                <a:moveTo>
                  <a:pt x="1394546" y="495192"/>
                </a:moveTo>
                <a:lnTo>
                  <a:pt x="1430231" y="357122"/>
                </a:lnTo>
                <a:moveTo>
                  <a:pt x="1657026" y="543438"/>
                </a:moveTo>
                <a:lnTo>
                  <a:pt x="1660209" y="524756"/>
                </a:lnTo>
                <a:moveTo>
                  <a:pt x="1030906" y="893320"/>
                </a:moveTo>
                <a:lnTo>
                  <a:pt x="968833" y="841065"/>
                </a:lnTo>
                <a:moveTo>
                  <a:pt x="1465061" y="464427"/>
                </a:moveTo>
                <a:lnTo>
                  <a:pt x="1527846" y="436657"/>
                </a:lnTo>
                <a:moveTo>
                  <a:pt x="1030906" y="893320"/>
                </a:moveTo>
                <a:lnTo>
                  <a:pt x="1124452" y="796770"/>
                </a:lnTo>
                <a:moveTo>
                  <a:pt x="1302822" y="364801"/>
                </a:moveTo>
                <a:lnTo>
                  <a:pt x="1225616" y="295411"/>
                </a:lnTo>
                <a:moveTo>
                  <a:pt x="1642801" y="531342"/>
                </a:moveTo>
                <a:lnTo>
                  <a:pt x="1527846" y="436657"/>
                </a:lnTo>
                <a:moveTo>
                  <a:pt x="1597496" y="666567"/>
                </a:moveTo>
                <a:lnTo>
                  <a:pt x="1674748" y="736033"/>
                </a:lnTo>
                <a:moveTo>
                  <a:pt x="854238" y="746173"/>
                </a:moveTo>
                <a:lnTo>
                  <a:pt x="968833" y="841065"/>
                </a:lnTo>
                <a:moveTo>
                  <a:pt x="713933" y="627438"/>
                </a:moveTo>
                <a:lnTo>
                  <a:pt x="850091" y="742865"/>
                </a:lnTo>
                <a:moveTo>
                  <a:pt x="713933" y="627438"/>
                </a:moveTo>
                <a:lnTo>
                  <a:pt x="849589" y="744433"/>
                </a:lnTo>
                <a:moveTo>
                  <a:pt x="1263703" y="735934"/>
                </a:moveTo>
                <a:lnTo>
                  <a:pt x="1288200" y="807398"/>
                </a:lnTo>
                <a:moveTo>
                  <a:pt x="702017" y="617448"/>
                </a:moveTo>
                <a:lnTo>
                  <a:pt x="588361" y="523968"/>
                </a:lnTo>
                <a:moveTo>
                  <a:pt x="1089832" y="590972"/>
                </a:moveTo>
                <a:lnTo>
                  <a:pt x="1121037" y="447597"/>
                </a:lnTo>
                <a:moveTo>
                  <a:pt x="689274" y="642510"/>
                </a:moveTo>
                <a:lnTo>
                  <a:pt x="849589" y="744433"/>
                </a:lnTo>
                <a:moveTo>
                  <a:pt x="850091" y="742865"/>
                </a:moveTo>
                <a:lnTo>
                  <a:pt x="718401" y="607728"/>
                </a:lnTo>
                <a:moveTo>
                  <a:pt x="1302822" y="364801"/>
                </a:moveTo>
                <a:lnTo>
                  <a:pt x="1421225" y="349706"/>
                </a:lnTo>
                <a:moveTo>
                  <a:pt x="1119298" y="444351"/>
                </a:moveTo>
                <a:lnTo>
                  <a:pt x="1170712" y="311461"/>
                </a:lnTo>
                <a:moveTo>
                  <a:pt x="850091" y="742865"/>
                </a:moveTo>
                <a:lnTo>
                  <a:pt x="927029" y="632029"/>
                </a:lnTo>
                <a:moveTo>
                  <a:pt x="1335706" y="801298"/>
                </a:moveTo>
                <a:lnTo>
                  <a:pt x="1430227" y="799383"/>
                </a:lnTo>
                <a:moveTo>
                  <a:pt x="1214300" y="763867"/>
                </a:moveTo>
                <a:lnTo>
                  <a:pt x="1288200" y="807398"/>
                </a:lnTo>
                <a:moveTo>
                  <a:pt x="969265" y="894885"/>
                </a:moveTo>
                <a:lnTo>
                  <a:pt x="968833" y="841065"/>
                </a:lnTo>
                <a:moveTo>
                  <a:pt x="854238" y="746173"/>
                </a:moveTo>
                <a:lnTo>
                  <a:pt x="850091" y="742865"/>
                </a:lnTo>
                <a:moveTo>
                  <a:pt x="849589" y="744433"/>
                </a:moveTo>
                <a:lnTo>
                  <a:pt x="854238" y="746173"/>
                </a:lnTo>
                <a:moveTo>
                  <a:pt x="927029" y="632029"/>
                </a:moveTo>
                <a:lnTo>
                  <a:pt x="972008" y="598251"/>
                </a:lnTo>
                <a:moveTo>
                  <a:pt x="969265" y="894885"/>
                </a:moveTo>
                <a:lnTo>
                  <a:pt x="1030906" y="893320"/>
                </a:lnTo>
                <a:moveTo>
                  <a:pt x="849589" y="744433"/>
                </a:moveTo>
                <a:lnTo>
                  <a:pt x="850091" y="742865"/>
                </a:lnTo>
                <a:moveTo>
                  <a:pt x="1465061" y="464427"/>
                </a:moveTo>
                <a:lnTo>
                  <a:pt x="1430231" y="357122"/>
                </a:lnTo>
                <a:moveTo>
                  <a:pt x="1170712" y="311461"/>
                </a:moveTo>
                <a:lnTo>
                  <a:pt x="1120658" y="420744"/>
                </a:lnTo>
                <a:moveTo>
                  <a:pt x="1089832" y="590972"/>
                </a:moveTo>
                <a:lnTo>
                  <a:pt x="1051438" y="565244"/>
                </a:lnTo>
                <a:moveTo>
                  <a:pt x="1553272" y="810759"/>
                </a:moveTo>
                <a:lnTo>
                  <a:pt x="1597496" y="666567"/>
                </a:lnTo>
                <a:moveTo>
                  <a:pt x="1674748" y="736033"/>
                </a:moveTo>
                <a:lnTo>
                  <a:pt x="1657026" y="543438"/>
                </a:lnTo>
                <a:moveTo>
                  <a:pt x="1170712" y="311461"/>
                </a:moveTo>
                <a:lnTo>
                  <a:pt x="1225616" y="295411"/>
                </a:lnTo>
                <a:moveTo>
                  <a:pt x="1657026" y="543438"/>
                </a:moveTo>
                <a:lnTo>
                  <a:pt x="1759590" y="632682"/>
                </a:lnTo>
                <a:moveTo>
                  <a:pt x="1496588" y="757364"/>
                </a:moveTo>
                <a:lnTo>
                  <a:pt x="1553272" y="810759"/>
                </a:lnTo>
                <a:moveTo>
                  <a:pt x="1030906" y="893320"/>
                </a:moveTo>
                <a:lnTo>
                  <a:pt x="1002194" y="872022"/>
                </a:lnTo>
                <a:moveTo>
                  <a:pt x="854238" y="746173"/>
                </a:moveTo>
                <a:lnTo>
                  <a:pt x="969265" y="894885"/>
                </a:lnTo>
                <a:moveTo>
                  <a:pt x="656858" y="757775"/>
                </a:moveTo>
                <a:lnTo>
                  <a:pt x="689274" y="642510"/>
                </a:lnTo>
                <a:moveTo>
                  <a:pt x="849589" y="744433"/>
                </a:moveTo>
                <a:lnTo>
                  <a:pt x="969265" y="894885"/>
                </a:lnTo>
                <a:moveTo>
                  <a:pt x="1119298" y="444351"/>
                </a:moveTo>
                <a:lnTo>
                  <a:pt x="1120658" y="420744"/>
                </a:lnTo>
                <a:moveTo>
                  <a:pt x="1496588" y="757364"/>
                </a:moveTo>
                <a:lnTo>
                  <a:pt x="1515559" y="829262"/>
                </a:lnTo>
                <a:moveTo>
                  <a:pt x="1124452" y="796770"/>
                </a:moveTo>
                <a:lnTo>
                  <a:pt x="1288200" y="807398"/>
                </a:lnTo>
                <a:moveTo>
                  <a:pt x="538210" y="659663"/>
                </a:moveTo>
                <a:lnTo>
                  <a:pt x="702017" y="617448"/>
                </a:lnTo>
                <a:moveTo>
                  <a:pt x="707182" y="800911"/>
                </a:moveTo>
                <a:lnTo>
                  <a:pt x="689274" y="642510"/>
                </a:lnTo>
                <a:moveTo>
                  <a:pt x="1657026" y="543438"/>
                </a:moveTo>
                <a:lnTo>
                  <a:pt x="1826651" y="515437"/>
                </a:lnTo>
                <a:moveTo>
                  <a:pt x="541445" y="662305"/>
                </a:moveTo>
                <a:lnTo>
                  <a:pt x="689274" y="642510"/>
                </a:lnTo>
                <a:moveTo>
                  <a:pt x="1660209" y="524756"/>
                </a:moveTo>
                <a:lnTo>
                  <a:pt x="1776281" y="472973"/>
                </a:lnTo>
                <a:moveTo>
                  <a:pt x="538210" y="659663"/>
                </a:moveTo>
                <a:lnTo>
                  <a:pt x="689274" y="642510"/>
                </a:lnTo>
                <a:moveTo>
                  <a:pt x="1430227" y="799383"/>
                </a:moveTo>
                <a:lnTo>
                  <a:pt x="1515559" y="829262"/>
                </a:lnTo>
                <a:moveTo>
                  <a:pt x="1430231" y="357122"/>
                </a:moveTo>
                <a:lnTo>
                  <a:pt x="1527846" y="436657"/>
                </a:lnTo>
                <a:moveTo>
                  <a:pt x="702017" y="617448"/>
                </a:moveTo>
                <a:lnTo>
                  <a:pt x="713304" y="457303"/>
                </a:lnTo>
                <a:moveTo>
                  <a:pt x="1642801" y="531342"/>
                </a:moveTo>
                <a:lnTo>
                  <a:pt x="1653323" y="371396"/>
                </a:lnTo>
                <a:moveTo>
                  <a:pt x="702017" y="617448"/>
                </a:moveTo>
                <a:lnTo>
                  <a:pt x="709516" y="454164"/>
                </a:lnTo>
                <a:moveTo>
                  <a:pt x="1660209" y="524756"/>
                </a:moveTo>
                <a:lnTo>
                  <a:pt x="1826651" y="515437"/>
                </a:lnTo>
                <a:moveTo>
                  <a:pt x="1119298" y="444351"/>
                </a:moveTo>
                <a:lnTo>
                  <a:pt x="1121037" y="447597"/>
                </a:lnTo>
                <a:moveTo>
                  <a:pt x="486496" y="440621"/>
                </a:moveTo>
                <a:lnTo>
                  <a:pt x="588361" y="523968"/>
                </a:lnTo>
                <a:moveTo>
                  <a:pt x="1527846" y="436657"/>
                </a:moveTo>
                <a:lnTo>
                  <a:pt x="1426625" y="348741"/>
                </a:lnTo>
                <a:moveTo>
                  <a:pt x="718401" y="607728"/>
                </a:moveTo>
                <a:lnTo>
                  <a:pt x="840617" y="563831"/>
                </a:lnTo>
                <a:moveTo>
                  <a:pt x="969265" y="894885"/>
                </a:moveTo>
                <a:lnTo>
                  <a:pt x="1002194" y="872022"/>
                </a:lnTo>
                <a:moveTo>
                  <a:pt x="718401" y="607728"/>
                </a:moveTo>
                <a:lnTo>
                  <a:pt x="713304" y="457303"/>
                </a:lnTo>
                <a:moveTo>
                  <a:pt x="707182" y="800911"/>
                </a:moveTo>
                <a:lnTo>
                  <a:pt x="849589" y="744433"/>
                </a:lnTo>
                <a:moveTo>
                  <a:pt x="1660209" y="524756"/>
                </a:moveTo>
                <a:lnTo>
                  <a:pt x="1653323" y="371396"/>
                </a:lnTo>
                <a:moveTo>
                  <a:pt x="1121037" y="447597"/>
                </a:moveTo>
                <a:lnTo>
                  <a:pt x="1120658" y="420744"/>
                </a:lnTo>
                <a:moveTo>
                  <a:pt x="927029" y="632029"/>
                </a:moveTo>
                <a:lnTo>
                  <a:pt x="840617" y="563831"/>
                </a:lnTo>
                <a:moveTo>
                  <a:pt x="538210" y="659663"/>
                </a:moveTo>
                <a:lnTo>
                  <a:pt x="588361" y="523968"/>
                </a:lnTo>
                <a:moveTo>
                  <a:pt x="1170712" y="311461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116658" y="796008"/>
                </a:lnTo>
                <a:moveTo>
                  <a:pt x="1674748" y="736033"/>
                </a:moveTo>
                <a:lnTo>
                  <a:pt x="1759590" y="632682"/>
                </a:lnTo>
                <a:moveTo>
                  <a:pt x="850091" y="742865"/>
                </a:moveTo>
                <a:lnTo>
                  <a:pt x="840617" y="563831"/>
                </a:lnTo>
                <a:moveTo>
                  <a:pt x="1030906" y="893320"/>
                </a:moveTo>
                <a:lnTo>
                  <a:pt x="1116658" y="796008"/>
                </a:lnTo>
                <a:moveTo>
                  <a:pt x="1225616" y="295411"/>
                </a:moveTo>
                <a:lnTo>
                  <a:pt x="1421225" y="349706"/>
                </a:lnTo>
                <a:moveTo>
                  <a:pt x="972008" y="598251"/>
                </a:moveTo>
                <a:lnTo>
                  <a:pt x="1051438" y="565244"/>
                </a:lnTo>
                <a:moveTo>
                  <a:pt x="1288200" y="807398"/>
                </a:moveTo>
                <a:lnTo>
                  <a:pt x="1335706" y="801298"/>
                </a:lnTo>
                <a:moveTo>
                  <a:pt x="1527846" y="436657"/>
                </a:moveTo>
                <a:lnTo>
                  <a:pt x="1653323" y="371396"/>
                </a:lnTo>
                <a:moveTo>
                  <a:pt x="718401" y="607728"/>
                </a:moveTo>
                <a:lnTo>
                  <a:pt x="722622" y="466325"/>
                </a:lnTo>
                <a:moveTo>
                  <a:pt x="588361" y="523968"/>
                </a:moveTo>
                <a:lnTo>
                  <a:pt x="709516" y="454164"/>
                </a:lnTo>
                <a:moveTo>
                  <a:pt x="1430231" y="357122"/>
                </a:moveTo>
                <a:lnTo>
                  <a:pt x="1421225" y="349706"/>
                </a:lnTo>
                <a:moveTo>
                  <a:pt x="927029" y="632029"/>
                </a:moveTo>
                <a:lnTo>
                  <a:pt x="919391" y="499498"/>
                </a:lnTo>
                <a:moveTo>
                  <a:pt x="486496" y="440621"/>
                </a:moveTo>
                <a:lnTo>
                  <a:pt x="479438" y="434881"/>
                </a:lnTo>
                <a:moveTo>
                  <a:pt x="473425" y="445317"/>
                </a:moveTo>
                <a:lnTo>
                  <a:pt x="486496" y="440621"/>
                </a:lnTo>
                <a:moveTo>
                  <a:pt x="486496" y="440621"/>
                </a:moveTo>
                <a:lnTo>
                  <a:pt x="486574" y="429615"/>
                </a:lnTo>
                <a:moveTo>
                  <a:pt x="1430231" y="357122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347667" y="324592"/>
                </a:lnTo>
                <a:moveTo>
                  <a:pt x="421159" y="563032"/>
                </a:moveTo>
                <a:lnTo>
                  <a:pt x="588361" y="523968"/>
                </a:lnTo>
                <a:moveTo>
                  <a:pt x="1553272" y="810759"/>
                </a:moveTo>
                <a:lnTo>
                  <a:pt x="1674748" y="736033"/>
                </a:lnTo>
                <a:moveTo>
                  <a:pt x="707182" y="800911"/>
                </a:moveTo>
                <a:lnTo>
                  <a:pt x="656858" y="757775"/>
                </a:lnTo>
                <a:moveTo>
                  <a:pt x="473425" y="445317"/>
                </a:moveTo>
                <a:lnTo>
                  <a:pt x="479438" y="434881"/>
                </a:lnTo>
                <a:moveTo>
                  <a:pt x="1421225" y="349706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486574" y="429615"/>
                </a:lnTo>
                <a:moveTo>
                  <a:pt x="541445" y="662305"/>
                </a:moveTo>
                <a:lnTo>
                  <a:pt x="656858" y="757775"/>
                </a:lnTo>
                <a:moveTo>
                  <a:pt x="1759590" y="632682"/>
                </a:moveTo>
                <a:lnTo>
                  <a:pt x="1826651" y="515437"/>
                </a:lnTo>
                <a:moveTo>
                  <a:pt x="1051438" y="565244"/>
                </a:moveTo>
                <a:lnTo>
                  <a:pt x="1121037" y="447597"/>
                </a:lnTo>
                <a:moveTo>
                  <a:pt x="1120658" y="420744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219600" y="709303"/>
                </a:lnTo>
                <a:moveTo>
                  <a:pt x="849589" y="744433"/>
                </a:moveTo>
                <a:lnTo>
                  <a:pt x="884157" y="834932"/>
                </a:lnTo>
                <a:moveTo>
                  <a:pt x="972008" y="598251"/>
                </a:moveTo>
                <a:lnTo>
                  <a:pt x="919391" y="499498"/>
                </a:lnTo>
                <a:moveTo>
                  <a:pt x="1137675" y="289066"/>
                </a:moveTo>
                <a:lnTo>
                  <a:pt x="1225616" y="295411"/>
                </a:lnTo>
                <a:moveTo>
                  <a:pt x="486496" y="440621"/>
                </a:moveTo>
                <a:lnTo>
                  <a:pt x="709516" y="454164"/>
                </a:lnTo>
                <a:moveTo>
                  <a:pt x="1335706" y="801298"/>
                </a:moveTo>
                <a:lnTo>
                  <a:pt x="1333140" y="802674"/>
                </a:lnTo>
                <a:moveTo>
                  <a:pt x="657461" y="812275"/>
                </a:moveTo>
                <a:lnTo>
                  <a:pt x="656858" y="757775"/>
                </a:lnTo>
                <a:moveTo>
                  <a:pt x="541445" y="662305"/>
                </a:moveTo>
                <a:lnTo>
                  <a:pt x="538210" y="659663"/>
                </a:lnTo>
                <a:moveTo>
                  <a:pt x="1826651" y="515437"/>
                </a:moveTo>
                <a:lnTo>
                  <a:pt x="1776281" y="472973"/>
                </a:lnTo>
                <a:moveTo>
                  <a:pt x="538184" y="661347"/>
                </a:moveTo>
                <a:lnTo>
                  <a:pt x="541445" y="662305"/>
                </a:lnTo>
                <a:moveTo>
                  <a:pt x="1002194" y="872022"/>
                </a:moveTo>
                <a:lnTo>
                  <a:pt x="1116658" y="796008"/>
                </a:lnTo>
                <a:moveTo>
                  <a:pt x="538184" y="661347"/>
                </a:moveTo>
                <a:lnTo>
                  <a:pt x="538210" y="659663"/>
                </a:lnTo>
                <a:moveTo>
                  <a:pt x="1426625" y="348741"/>
                </a:moveTo>
                <a:lnTo>
                  <a:pt x="1653323" y="371396"/>
                </a:lnTo>
                <a:moveTo>
                  <a:pt x="969265" y="894885"/>
                </a:moveTo>
                <a:lnTo>
                  <a:pt x="884157" y="834932"/>
                </a:lnTo>
                <a:moveTo>
                  <a:pt x="1430227" y="799383"/>
                </a:moveTo>
                <a:lnTo>
                  <a:pt x="1415449" y="787223"/>
                </a:lnTo>
                <a:moveTo>
                  <a:pt x="286531" y="450093"/>
                </a:moveTo>
                <a:lnTo>
                  <a:pt x="479438" y="434881"/>
                </a:lnTo>
                <a:moveTo>
                  <a:pt x="421159" y="563032"/>
                </a:moveTo>
                <a:lnTo>
                  <a:pt x="486496" y="440621"/>
                </a:lnTo>
                <a:moveTo>
                  <a:pt x="286531" y="450093"/>
                </a:moveTo>
                <a:lnTo>
                  <a:pt x="347667" y="324592"/>
                </a:lnTo>
                <a:moveTo>
                  <a:pt x="286531" y="450093"/>
                </a:moveTo>
                <a:lnTo>
                  <a:pt x="473425" y="445317"/>
                </a:lnTo>
                <a:moveTo>
                  <a:pt x="1653323" y="371396"/>
                </a:moveTo>
                <a:lnTo>
                  <a:pt x="1776281" y="472973"/>
                </a:lnTo>
                <a:moveTo>
                  <a:pt x="355798" y="508141"/>
                </a:moveTo>
                <a:lnTo>
                  <a:pt x="473425" y="445317"/>
                </a:lnTo>
                <a:moveTo>
                  <a:pt x="1776281" y="472973"/>
                </a:moveTo>
                <a:lnTo>
                  <a:pt x="1653892" y="371391"/>
                </a:lnTo>
                <a:moveTo>
                  <a:pt x="718401" y="607728"/>
                </a:moveTo>
                <a:lnTo>
                  <a:pt x="798981" y="533351"/>
                </a:lnTo>
                <a:moveTo>
                  <a:pt x="421159" y="563032"/>
                </a:moveTo>
                <a:lnTo>
                  <a:pt x="473425" y="445317"/>
                </a:lnTo>
                <a:moveTo>
                  <a:pt x="657461" y="812275"/>
                </a:moveTo>
                <a:lnTo>
                  <a:pt x="707182" y="800911"/>
                </a:lnTo>
                <a:moveTo>
                  <a:pt x="1515559" y="829262"/>
                </a:moveTo>
                <a:lnTo>
                  <a:pt x="1553272" y="810759"/>
                </a:lnTo>
                <a:moveTo>
                  <a:pt x="884157" y="834932"/>
                </a:moveTo>
                <a:lnTo>
                  <a:pt x="1002194" y="872022"/>
                </a:lnTo>
                <a:moveTo>
                  <a:pt x="541445" y="662305"/>
                </a:moveTo>
                <a:lnTo>
                  <a:pt x="657461" y="812275"/>
                </a:lnTo>
                <a:moveTo>
                  <a:pt x="1288200" y="807398"/>
                </a:moveTo>
                <a:lnTo>
                  <a:pt x="1333140" y="802674"/>
                </a:lnTo>
                <a:moveTo>
                  <a:pt x="538184" y="661347"/>
                </a:moveTo>
                <a:lnTo>
                  <a:pt x="657461" y="812275"/>
                </a:lnTo>
                <a:moveTo>
                  <a:pt x="713304" y="457303"/>
                </a:moveTo>
                <a:lnTo>
                  <a:pt x="709516" y="454164"/>
                </a:lnTo>
                <a:moveTo>
                  <a:pt x="713304" y="457303"/>
                </a:moveTo>
                <a:lnTo>
                  <a:pt x="735659" y="425537"/>
                </a:lnTo>
                <a:moveTo>
                  <a:pt x="709516" y="454164"/>
                </a:moveTo>
                <a:lnTo>
                  <a:pt x="735659" y="425537"/>
                </a:lnTo>
                <a:moveTo>
                  <a:pt x="538210" y="659663"/>
                </a:moveTo>
                <a:lnTo>
                  <a:pt x="421159" y="563032"/>
                </a:lnTo>
                <a:moveTo>
                  <a:pt x="1653323" y="371396"/>
                </a:moveTo>
                <a:lnTo>
                  <a:pt x="1653892" y="371391"/>
                </a:lnTo>
                <a:moveTo>
                  <a:pt x="538184" y="661347"/>
                </a:moveTo>
                <a:lnTo>
                  <a:pt x="421159" y="563032"/>
                </a:lnTo>
                <a:moveTo>
                  <a:pt x="892046" y="257679"/>
                </a:moveTo>
                <a:lnTo>
                  <a:pt x="878299" y="246323"/>
                </a:lnTo>
                <a:moveTo>
                  <a:pt x="709516" y="454164"/>
                </a:moveTo>
                <a:lnTo>
                  <a:pt x="702888" y="449164"/>
                </a:lnTo>
                <a:moveTo>
                  <a:pt x="828012" y="315255"/>
                </a:moveTo>
                <a:lnTo>
                  <a:pt x="892046" y="257679"/>
                </a:lnTo>
                <a:moveTo>
                  <a:pt x="1002194" y="872022"/>
                </a:moveTo>
                <a:lnTo>
                  <a:pt x="921846" y="809451"/>
                </a:lnTo>
                <a:moveTo>
                  <a:pt x="702888" y="449164"/>
                </a:moveTo>
                <a:lnTo>
                  <a:pt x="735659" y="425537"/>
                </a:lnTo>
                <a:moveTo>
                  <a:pt x="1288200" y="807398"/>
                </a:moveTo>
                <a:lnTo>
                  <a:pt x="1256687" y="739554"/>
                </a:lnTo>
                <a:moveTo>
                  <a:pt x="828012" y="315255"/>
                </a:moveTo>
                <a:lnTo>
                  <a:pt x="878299" y="246323"/>
                </a:lnTo>
                <a:moveTo>
                  <a:pt x="1225616" y="295411"/>
                </a:moveTo>
                <a:lnTo>
                  <a:pt x="1341661" y="287862"/>
                </a:lnTo>
                <a:moveTo>
                  <a:pt x="718401" y="607728"/>
                </a:moveTo>
                <a:lnTo>
                  <a:pt x="762059" y="525788"/>
                </a:lnTo>
                <a:moveTo>
                  <a:pt x="892046" y="257679"/>
                </a:moveTo>
                <a:lnTo>
                  <a:pt x="902030" y="226869"/>
                </a:lnTo>
                <a:moveTo>
                  <a:pt x="707182" y="800911"/>
                </a:moveTo>
                <a:lnTo>
                  <a:pt x="884157" y="834932"/>
                </a:lnTo>
                <a:moveTo>
                  <a:pt x="840617" y="563831"/>
                </a:moveTo>
                <a:lnTo>
                  <a:pt x="783573" y="450517"/>
                </a:lnTo>
                <a:moveTo>
                  <a:pt x="713304" y="457303"/>
                </a:moveTo>
                <a:lnTo>
                  <a:pt x="783573" y="450517"/>
                </a:lnTo>
                <a:moveTo>
                  <a:pt x="878299" y="246323"/>
                </a:moveTo>
                <a:lnTo>
                  <a:pt x="902030" y="226869"/>
                </a:lnTo>
                <a:moveTo>
                  <a:pt x="713304" y="457303"/>
                </a:moveTo>
                <a:lnTo>
                  <a:pt x="722622" y="466325"/>
                </a:lnTo>
                <a:moveTo>
                  <a:pt x="840617" y="563831"/>
                </a:moveTo>
                <a:lnTo>
                  <a:pt x="919391" y="499498"/>
                </a:lnTo>
                <a:moveTo>
                  <a:pt x="735659" y="425537"/>
                </a:moveTo>
                <a:lnTo>
                  <a:pt x="783573" y="450517"/>
                </a:lnTo>
                <a:moveTo>
                  <a:pt x="355798" y="508141"/>
                </a:moveTo>
                <a:lnTo>
                  <a:pt x="286531" y="450093"/>
                </a:lnTo>
                <a:moveTo>
                  <a:pt x="806152" y="361606"/>
                </a:moveTo>
                <a:lnTo>
                  <a:pt x="892046" y="257679"/>
                </a:lnTo>
                <a:moveTo>
                  <a:pt x="735659" y="425537"/>
                </a:moveTo>
                <a:lnTo>
                  <a:pt x="806152" y="361606"/>
                </a:lnTo>
                <a:moveTo>
                  <a:pt x="1143913" y="472688"/>
                </a:moveTo>
                <a:lnTo>
                  <a:pt x="1120658" y="420744"/>
                </a:lnTo>
                <a:moveTo>
                  <a:pt x="355798" y="508141"/>
                </a:moveTo>
                <a:lnTo>
                  <a:pt x="421159" y="563032"/>
                </a:lnTo>
                <a:moveTo>
                  <a:pt x="1553272" y="810759"/>
                </a:moveTo>
                <a:lnTo>
                  <a:pt x="1559053" y="818091"/>
                </a:lnTo>
                <a:moveTo>
                  <a:pt x="878299" y="246323"/>
                </a:moveTo>
                <a:lnTo>
                  <a:pt x="872855" y="242683"/>
                </a:lnTo>
                <a:moveTo>
                  <a:pt x="1288200" y="807398"/>
                </a:moveTo>
                <a:lnTo>
                  <a:pt x="1219600" y="709303"/>
                </a:lnTo>
                <a:moveTo>
                  <a:pt x="702888" y="449164"/>
                </a:moveTo>
                <a:lnTo>
                  <a:pt x="722622" y="466325"/>
                </a:lnTo>
                <a:moveTo>
                  <a:pt x="1759590" y="632682"/>
                </a:moveTo>
                <a:lnTo>
                  <a:pt x="1825923" y="693615"/>
                </a:lnTo>
                <a:moveTo>
                  <a:pt x="828012" y="315255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28012" y="315255"/>
                </a:lnTo>
                <a:moveTo>
                  <a:pt x="1421225" y="349706"/>
                </a:moveTo>
                <a:lnTo>
                  <a:pt x="1341661" y="287862"/>
                </a:lnTo>
                <a:moveTo>
                  <a:pt x="1421225" y="349706"/>
                </a:moveTo>
                <a:lnTo>
                  <a:pt x="1342317" y="287832"/>
                </a:lnTo>
                <a:moveTo>
                  <a:pt x="872855" y="242683"/>
                </a:moveTo>
                <a:lnTo>
                  <a:pt x="902030" y="226869"/>
                </a:lnTo>
                <a:moveTo>
                  <a:pt x="479438" y="434881"/>
                </a:moveTo>
                <a:lnTo>
                  <a:pt x="461398" y="298095"/>
                </a:lnTo>
                <a:moveTo>
                  <a:pt x="1515559" y="829262"/>
                </a:moveTo>
                <a:lnTo>
                  <a:pt x="1559053" y="818091"/>
                </a:lnTo>
                <a:moveTo>
                  <a:pt x="1426625" y="348741"/>
                </a:moveTo>
                <a:lnTo>
                  <a:pt x="1342317" y="287832"/>
                </a:lnTo>
                <a:moveTo>
                  <a:pt x="1335706" y="801298"/>
                </a:moveTo>
                <a:lnTo>
                  <a:pt x="1415449" y="787223"/>
                </a:lnTo>
                <a:moveTo>
                  <a:pt x="347667" y="324592"/>
                </a:moveTo>
                <a:lnTo>
                  <a:pt x="461398" y="298095"/>
                </a:lnTo>
                <a:moveTo>
                  <a:pt x="722622" y="466325"/>
                </a:moveTo>
                <a:lnTo>
                  <a:pt x="783573" y="450517"/>
                </a:lnTo>
                <a:moveTo>
                  <a:pt x="486574" y="429615"/>
                </a:moveTo>
                <a:lnTo>
                  <a:pt x="461398" y="298095"/>
                </a:lnTo>
                <a:moveTo>
                  <a:pt x="783573" y="450517"/>
                </a:moveTo>
                <a:lnTo>
                  <a:pt x="806152" y="361606"/>
                </a:lnTo>
                <a:moveTo>
                  <a:pt x="925886" y="462868"/>
                </a:moveTo>
                <a:lnTo>
                  <a:pt x="892046" y="257679"/>
                </a:lnTo>
                <a:moveTo>
                  <a:pt x="919391" y="499498"/>
                </a:moveTo>
                <a:lnTo>
                  <a:pt x="783573" y="450517"/>
                </a:lnTo>
                <a:moveTo>
                  <a:pt x="1121037" y="447597"/>
                </a:moveTo>
                <a:lnTo>
                  <a:pt x="1143913" y="472688"/>
                </a:lnTo>
                <a:moveTo>
                  <a:pt x="2305315" y="568372"/>
                </a:moveTo>
                <a:lnTo>
                  <a:pt x="2389842" y="464775"/>
                </a:lnTo>
                <a:moveTo>
                  <a:pt x="1674748" y="736033"/>
                </a:moveTo>
                <a:lnTo>
                  <a:pt x="1711479" y="773836"/>
                </a:lnTo>
                <a:moveTo>
                  <a:pt x="2305315" y="568372"/>
                </a:moveTo>
                <a:lnTo>
                  <a:pt x="2233095" y="508437"/>
                </a:lnTo>
                <a:moveTo>
                  <a:pt x="1256687" y="739554"/>
                </a:moveTo>
                <a:lnTo>
                  <a:pt x="1333140" y="802674"/>
                </a:lnTo>
                <a:moveTo>
                  <a:pt x="1711479" y="773836"/>
                </a:moveTo>
                <a:lnTo>
                  <a:pt x="1759590" y="632682"/>
                </a:lnTo>
                <a:moveTo>
                  <a:pt x="486496" y="440621"/>
                </a:moveTo>
                <a:lnTo>
                  <a:pt x="616511" y="406232"/>
                </a:lnTo>
                <a:moveTo>
                  <a:pt x="1825923" y="693615"/>
                </a:moveTo>
                <a:lnTo>
                  <a:pt x="1826651" y="515437"/>
                </a:lnTo>
                <a:moveTo>
                  <a:pt x="2233095" y="508437"/>
                </a:moveTo>
                <a:lnTo>
                  <a:pt x="2389842" y="464775"/>
                </a:lnTo>
                <a:moveTo>
                  <a:pt x="783573" y="450517"/>
                </a:moveTo>
                <a:lnTo>
                  <a:pt x="925886" y="462868"/>
                </a:lnTo>
                <a:moveTo>
                  <a:pt x="538184" y="661347"/>
                </a:moveTo>
                <a:lnTo>
                  <a:pt x="411957" y="650494"/>
                </a:lnTo>
                <a:moveTo>
                  <a:pt x="1426625" y="348741"/>
                </a:moveTo>
                <a:lnTo>
                  <a:pt x="1541371" y="343496"/>
                </a:lnTo>
                <a:moveTo>
                  <a:pt x="486574" y="429615"/>
                </a:moveTo>
                <a:lnTo>
                  <a:pt x="616511" y="406232"/>
                </a:lnTo>
                <a:moveTo>
                  <a:pt x="707182" y="800911"/>
                </a:moveTo>
                <a:lnTo>
                  <a:pt x="778785" y="865962"/>
                </a:lnTo>
                <a:moveTo>
                  <a:pt x="267077" y="530139"/>
                </a:moveTo>
                <a:lnTo>
                  <a:pt x="286531" y="450093"/>
                </a:lnTo>
                <a:moveTo>
                  <a:pt x="925886" y="462868"/>
                </a:moveTo>
                <a:lnTo>
                  <a:pt x="806152" y="361606"/>
                </a:lnTo>
                <a:moveTo>
                  <a:pt x="267077" y="530139"/>
                </a:moveTo>
                <a:lnTo>
                  <a:pt x="355798" y="508141"/>
                </a:lnTo>
                <a:moveTo>
                  <a:pt x="1116658" y="796008"/>
                </a:moveTo>
                <a:lnTo>
                  <a:pt x="1219600" y="709303"/>
                </a:lnTo>
                <a:moveTo>
                  <a:pt x="919391" y="499498"/>
                </a:moveTo>
                <a:lnTo>
                  <a:pt x="925886" y="462868"/>
                </a:lnTo>
                <a:moveTo>
                  <a:pt x="892046" y="257679"/>
                </a:moveTo>
                <a:lnTo>
                  <a:pt x="995745" y="347809"/>
                </a:lnTo>
                <a:moveTo>
                  <a:pt x="1826651" y="515437"/>
                </a:moveTo>
                <a:lnTo>
                  <a:pt x="1906879" y="587228"/>
                </a:lnTo>
                <a:moveTo>
                  <a:pt x="972008" y="598251"/>
                </a:moveTo>
                <a:lnTo>
                  <a:pt x="995383" y="540531"/>
                </a:lnTo>
                <a:moveTo>
                  <a:pt x="1137675" y="289066"/>
                </a:moveTo>
                <a:lnTo>
                  <a:pt x="1341661" y="287862"/>
                </a:lnTo>
                <a:moveTo>
                  <a:pt x="1137675" y="289066"/>
                </a:moveTo>
                <a:lnTo>
                  <a:pt x="1341366" y="287684"/>
                </a:lnTo>
                <a:moveTo>
                  <a:pt x="2163913" y="626471"/>
                </a:moveTo>
                <a:lnTo>
                  <a:pt x="2305315" y="568372"/>
                </a:lnTo>
                <a:moveTo>
                  <a:pt x="2033875" y="516816"/>
                </a:moveTo>
                <a:lnTo>
                  <a:pt x="2021266" y="506090"/>
                </a:lnTo>
                <a:moveTo>
                  <a:pt x="840617" y="563831"/>
                </a:moveTo>
                <a:lnTo>
                  <a:pt x="798981" y="533351"/>
                </a:lnTo>
                <a:moveTo>
                  <a:pt x="2180562" y="640536"/>
                </a:moveTo>
                <a:lnTo>
                  <a:pt x="2305315" y="568372"/>
                </a:lnTo>
                <a:moveTo>
                  <a:pt x="995745" y="347809"/>
                </a:moveTo>
                <a:lnTo>
                  <a:pt x="902030" y="226869"/>
                </a:lnTo>
                <a:moveTo>
                  <a:pt x="266856" y="438643"/>
                </a:moveTo>
                <a:lnTo>
                  <a:pt x="347667" y="324592"/>
                </a:lnTo>
                <a:moveTo>
                  <a:pt x="538184" y="661347"/>
                </a:moveTo>
                <a:lnTo>
                  <a:pt x="522025" y="812419"/>
                </a:lnTo>
                <a:moveTo>
                  <a:pt x="1990574" y="555395"/>
                </a:moveTo>
                <a:lnTo>
                  <a:pt x="2021266" y="506090"/>
                </a:lnTo>
                <a:moveTo>
                  <a:pt x="1553272" y="810759"/>
                </a:moveTo>
                <a:lnTo>
                  <a:pt x="1711479" y="773836"/>
                </a:lnTo>
                <a:moveTo>
                  <a:pt x="1002194" y="872022"/>
                </a:moveTo>
                <a:lnTo>
                  <a:pt x="1045787" y="742232"/>
                </a:lnTo>
                <a:moveTo>
                  <a:pt x="884157" y="834932"/>
                </a:moveTo>
                <a:lnTo>
                  <a:pt x="921846" y="809451"/>
                </a:lnTo>
                <a:moveTo>
                  <a:pt x="1990574" y="555395"/>
                </a:moveTo>
                <a:lnTo>
                  <a:pt x="2033875" y="516816"/>
                </a:lnTo>
                <a:moveTo>
                  <a:pt x="347667" y="324592"/>
                </a:moveTo>
                <a:lnTo>
                  <a:pt x="353939" y="337043"/>
                </a:lnTo>
                <a:moveTo>
                  <a:pt x="2163913" y="626471"/>
                </a:moveTo>
                <a:lnTo>
                  <a:pt x="2233095" y="508437"/>
                </a:lnTo>
                <a:moveTo>
                  <a:pt x="355798" y="508141"/>
                </a:moveTo>
                <a:lnTo>
                  <a:pt x="411957" y="650494"/>
                </a:lnTo>
                <a:moveTo>
                  <a:pt x="709516" y="454164"/>
                </a:moveTo>
                <a:lnTo>
                  <a:pt x="616511" y="406232"/>
                </a:lnTo>
                <a:moveTo>
                  <a:pt x="1219600" y="709303"/>
                </a:moveTo>
                <a:lnTo>
                  <a:pt x="1256687" y="739554"/>
                </a:lnTo>
                <a:moveTo>
                  <a:pt x="421159" y="563032"/>
                </a:moveTo>
                <a:lnTo>
                  <a:pt x="411957" y="650494"/>
                </a:lnTo>
                <a:moveTo>
                  <a:pt x="1653323" y="371396"/>
                </a:moveTo>
                <a:lnTo>
                  <a:pt x="1541371" y="343496"/>
                </a:lnTo>
                <a:moveTo>
                  <a:pt x="1013045" y="540075"/>
                </a:moveTo>
                <a:lnTo>
                  <a:pt x="1121037" y="447597"/>
                </a:lnTo>
                <a:moveTo>
                  <a:pt x="1143913" y="472688"/>
                </a:moveTo>
                <a:lnTo>
                  <a:pt x="1137675" y="289066"/>
                </a:lnTo>
                <a:moveTo>
                  <a:pt x="1515559" y="829262"/>
                </a:moveTo>
                <a:lnTo>
                  <a:pt x="1415449" y="787223"/>
                </a:lnTo>
                <a:moveTo>
                  <a:pt x="2033875" y="516816"/>
                </a:moveTo>
                <a:lnTo>
                  <a:pt x="2163913" y="626471"/>
                </a:lnTo>
                <a:moveTo>
                  <a:pt x="707182" y="800911"/>
                </a:moveTo>
                <a:lnTo>
                  <a:pt x="676196" y="921679"/>
                </a:lnTo>
                <a:moveTo>
                  <a:pt x="616511" y="406232"/>
                </a:moveTo>
                <a:lnTo>
                  <a:pt x="702888" y="449164"/>
                </a:lnTo>
                <a:moveTo>
                  <a:pt x="1776281" y="472973"/>
                </a:moveTo>
                <a:lnTo>
                  <a:pt x="1772466" y="360901"/>
                </a:lnTo>
                <a:moveTo>
                  <a:pt x="657461" y="812275"/>
                </a:moveTo>
                <a:lnTo>
                  <a:pt x="522025" y="812419"/>
                </a:lnTo>
                <a:moveTo>
                  <a:pt x="798981" y="533351"/>
                </a:moveTo>
                <a:lnTo>
                  <a:pt x="783573" y="450517"/>
                </a:lnTo>
                <a:moveTo>
                  <a:pt x="1256687" y="739554"/>
                </a:moveTo>
                <a:lnTo>
                  <a:pt x="1245374" y="696954"/>
                </a:lnTo>
                <a:moveTo>
                  <a:pt x="2033875" y="516816"/>
                </a:moveTo>
                <a:lnTo>
                  <a:pt x="2157095" y="649908"/>
                </a:lnTo>
                <a:moveTo>
                  <a:pt x="1553272" y="810759"/>
                </a:moveTo>
                <a:lnTo>
                  <a:pt x="1672756" y="773327"/>
                </a:lnTo>
                <a:moveTo>
                  <a:pt x="1116658" y="796008"/>
                </a:moveTo>
                <a:lnTo>
                  <a:pt x="1110149" y="619725"/>
                </a:lnTo>
                <a:moveTo>
                  <a:pt x="925886" y="462868"/>
                </a:moveTo>
                <a:lnTo>
                  <a:pt x="995745" y="347809"/>
                </a:lnTo>
                <a:moveTo>
                  <a:pt x="1333140" y="802674"/>
                </a:moveTo>
                <a:lnTo>
                  <a:pt x="1415449" y="787223"/>
                </a:lnTo>
                <a:moveTo>
                  <a:pt x="1990574" y="555395"/>
                </a:moveTo>
                <a:lnTo>
                  <a:pt x="2157095" y="649908"/>
                </a:lnTo>
                <a:moveTo>
                  <a:pt x="2180562" y="640536"/>
                </a:moveTo>
                <a:lnTo>
                  <a:pt x="2163913" y="626471"/>
                </a:lnTo>
                <a:moveTo>
                  <a:pt x="1051438" y="565244"/>
                </a:moveTo>
                <a:lnTo>
                  <a:pt x="1013045" y="540075"/>
                </a:lnTo>
                <a:moveTo>
                  <a:pt x="778785" y="865962"/>
                </a:moveTo>
                <a:lnTo>
                  <a:pt x="884157" y="834932"/>
                </a:lnTo>
                <a:moveTo>
                  <a:pt x="1906879" y="587228"/>
                </a:moveTo>
                <a:lnTo>
                  <a:pt x="2021266" y="506090"/>
                </a:lnTo>
                <a:moveTo>
                  <a:pt x="1653892" y="371391"/>
                </a:moveTo>
                <a:lnTo>
                  <a:pt x="1772466" y="360901"/>
                </a:lnTo>
                <a:moveTo>
                  <a:pt x="702888" y="449164"/>
                </a:moveTo>
                <a:lnTo>
                  <a:pt x="762059" y="525788"/>
                </a:lnTo>
                <a:moveTo>
                  <a:pt x="286531" y="450093"/>
                </a:moveTo>
                <a:lnTo>
                  <a:pt x="266856" y="438643"/>
                </a:lnTo>
                <a:moveTo>
                  <a:pt x="1219600" y="709303"/>
                </a:moveTo>
                <a:lnTo>
                  <a:pt x="1245374" y="696954"/>
                </a:lnTo>
                <a:moveTo>
                  <a:pt x="657461" y="812275"/>
                </a:moveTo>
                <a:lnTo>
                  <a:pt x="676196" y="921679"/>
                </a:lnTo>
                <a:moveTo>
                  <a:pt x="2157095" y="649908"/>
                </a:moveTo>
                <a:lnTo>
                  <a:pt x="2163913" y="626471"/>
                </a:lnTo>
                <a:moveTo>
                  <a:pt x="2157095" y="649908"/>
                </a:moveTo>
                <a:lnTo>
                  <a:pt x="2180562" y="640536"/>
                </a:lnTo>
                <a:moveTo>
                  <a:pt x="1906879" y="587228"/>
                </a:moveTo>
                <a:lnTo>
                  <a:pt x="1990574" y="555395"/>
                </a:lnTo>
                <a:moveTo>
                  <a:pt x="1051438" y="565244"/>
                </a:moveTo>
                <a:lnTo>
                  <a:pt x="995383" y="540531"/>
                </a:lnTo>
                <a:moveTo>
                  <a:pt x="1415449" y="787223"/>
                </a:moveTo>
                <a:lnTo>
                  <a:pt x="1559053" y="818091"/>
                </a:lnTo>
                <a:moveTo>
                  <a:pt x="1341661" y="287862"/>
                </a:moveTo>
                <a:lnTo>
                  <a:pt x="1342317" y="287832"/>
                </a:lnTo>
                <a:moveTo>
                  <a:pt x="1341661" y="287862"/>
                </a:moveTo>
                <a:lnTo>
                  <a:pt x="1341366" y="287684"/>
                </a:lnTo>
                <a:moveTo>
                  <a:pt x="1341366" y="287684"/>
                </a:moveTo>
                <a:lnTo>
                  <a:pt x="1342317" y="287832"/>
                </a:lnTo>
                <a:moveTo>
                  <a:pt x="267077" y="530139"/>
                </a:moveTo>
                <a:lnTo>
                  <a:pt x="411957" y="650494"/>
                </a:lnTo>
                <a:moveTo>
                  <a:pt x="1342667" y="288796"/>
                </a:moveTo>
                <a:lnTo>
                  <a:pt x="1342317" y="287832"/>
                </a:lnTo>
                <a:moveTo>
                  <a:pt x="1341366" y="287684"/>
                </a:moveTo>
                <a:lnTo>
                  <a:pt x="1342667" y="288796"/>
                </a:lnTo>
                <a:moveTo>
                  <a:pt x="762059" y="525788"/>
                </a:moveTo>
                <a:lnTo>
                  <a:pt x="722622" y="466325"/>
                </a:lnTo>
                <a:moveTo>
                  <a:pt x="783573" y="450517"/>
                </a:moveTo>
                <a:lnTo>
                  <a:pt x="793336" y="488440"/>
                </a:lnTo>
                <a:moveTo>
                  <a:pt x="778785" y="865962"/>
                </a:moveTo>
                <a:lnTo>
                  <a:pt x="921846" y="809451"/>
                </a:lnTo>
                <a:moveTo>
                  <a:pt x="722622" y="466325"/>
                </a:moveTo>
                <a:lnTo>
                  <a:pt x="793336" y="488440"/>
                </a:lnTo>
                <a:moveTo>
                  <a:pt x="902030" y="226869"/>
                </a:moveTo>
                <a:lnTo>
                  <a:pt x="985062" y="259495"/>
                </a:lnTo>
                <a:moveTo>
                  <a:pt x="1116658" y="796008"/>
                </a:moveTo>
                <a:lnTo>
                  <a:pt x="1045787" y="742232"/>
                </a:lnTo>
                <a:moveTo>
                  <a:pt x="2389842" y="464775"/>
                </a:moveTo>
                <a:lnTo>
                  <a:pt x="2361476" y="445338"/>
                </a:lnTo>
                <a:moveTo>
                  <a:pt x="1219600" y="709303"/>
                </a:moveTo>
                <a:lnTo>
                  <a:pt x="1110149" y="619725"/>
                </a:lnTo>
                <a:moveTo>
                  <a:pt x="1653323" y="371396"/>
                </a:moveTo>
                <a:lnTo>
                  <a:pt x="1685579" y="405206"/>
                </a:lnTo>
                <a:moveTo>
                  <a:pt x="1653892" y="371391"/>
                </a:moveTo>
                <a:lnTo>
                  <a:pt x="1685579" y="405206"/>
                </a:lnTo>
                <a:moveTo>
                  <a:pt x="1333140" y="802674"/>
                </a:moveTo>
                <a:lnTo>
                  <a:pt x="1426425" y="711642"/>
                </a:lnTo>
                <a:moveTo>
                  <a:pt x="2491241" y="553109"/>
                </a:moveTo>
                <a:lnTo>
                  <a:pt x="2459333" y="524156"/>
                </a:lnTo>
                <a:moveTo>
                  <a:pt x="735659" y="425537"/>
                </a:moveTo>
                <a:lnTo>
                  <a:pt x="832955" y="390253"/>
                </a:lnTo>
                <a:moveTo>
                  <a:pt x="1825923" y="693615"/>
                </a:moveTo>
                <a:lnTo>
                  <a:pt x="1906879" y="587228"/>
                </a:lnTo>
                <a:moveTo>
                  <a:pt x="872855" y="242683"/>
                </a:moveTo>
                <a:lnTo>
                  <a:pt x="985062" y="259495"/>
                </a:lnTo>
                <a:moveTo>
                  <a:pt x="2457892" y="584080"/>
                </a:moveTo>
                <a:lnTo>
                  <a:pt x="2459333" y="524156"/>
                </a:lnTo>
                <a:moveTo>
                  <a:pt x="486574" y="429615"/>
                </a:moveTo>
                <a:lnTo>
                  <a:pt x="505762" y="376896"/>
                </a:lnTo>
                <a:moveTo>
                  <a:pt x="2459333" y="524156"/>
                </a:moveTo>
                <a:lnTo>
                  <a:pt x="2499495" y="534400"/>
                </a:lnTo>
                <a:moveTo>
                  <a:pt x="832955" y="390253"/>
                </a:moveTo>
                <a:lnTo>
                  <a:pt x="828012" y="315255"/>
                </a:lnTo>
                <a:moveTo>
                  <a:pt x="1219600" y="709303"/>
                </a:moveTo>
                <a:lnTo>
                  <a:pt x="1197758" y="518790"/>
                </a:lnTo>
                <a:moveTo>
                  <a:pt x="1342317" y="287832"/>
                </a:moveTo>
                <a:lnTo>
                  <a:pt x="1541371" y="343496"/>
                </a:lnTo>
                <a:moveTo>
                  <a:pt x="702888" y="449164"/>
                </a:moveTo>
                <a:lnTo>
                  <a:pt x="832955" y="390253"/>
                </a:lnTo>
                <a:moveTo>
                  <a:pt x="1342667" y="288796"/>
                </a:moveTo>
                <a:lnTo>
                  <a:pt x="1541371" y="343496"/>
                </a:lnTo>
                <a:moveTo>
                  <a:pt x="1137675" y="289066"/>
                </a:moveTo>
                <a:lnTo>
                  <a:pt x="1177947" y="329636"/>
                </a:lnTo>
                <a:moveTo>
                  <a:pt x="1559053" y="818091"/>
                </a:moveTo>
                <a:lnTo>
                  <a:pt x="1672756" y="773327"/>
                </a:lnTo>
                <a:moveTo>
                  <a:pt x="1559053" y="818091"/>
                </a:moveTo>
                <a:lnTo>
                  <a:pt x="1473238" y="750448"/>
                </a:lnTo>
                <a:moveTo>
                  <a:pt x="1256687" y="739554"/>
                </a:moveTo>
                <a:lnTo>
                  <a:pt x="1341948" y="640604"/>
                </a:lnTo>
                <a:moveTo>
                  <a:pt x="919391" y="499498"/>
                </a:moveTo>
                <a:lnTo>
                  <a:pt x="995383" y="540531"/>
                </a:lnTo>
                <a:moveTo>
                  <a:pt x="1711479" y="773836"/>
                </a:moveTo>
                <a:lnTo>
                  <a:pt x="1825923" y="693615"/>
                </a:lnTo>
                <a:moveTo>
                  <a:pt x="1529381" y="450070"/>
                </a:moveTo>
                <a:lnTo>
                  <a:pt x="1653323" y="371396"/>
                </a:lnTo>
                <a:moveTo>
                  <a:pt x="267077" y="530139"/>
                </a:moveTo>
                <a:lnTo>
                  <a:pt x="266856" y="438643"/>
                </a:lnTo>
                <a:moveTo>
                  <a:pt x="1256687" y="739554"/>
                </a:moveTo>
                <a:lnTo>
                  <a:pt x="1426425" y="711642"/>
                </a:lnTo>
                <a:moveTo>
                  <a:pt x="722622" y="466325"/>
                </a:moveTo>
                <a:lnTo>
                  <a:pt x="832955" y="390253"/>
                </a:lnTo>
                <a:moveTo>
                  <a:pt x="832955" y="390253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32955" y="390253"/>
                </a:lnTo>
                <a:moveTo>
                  <a:pt x="411957" y="650494"/>
                </a:moveTo>
                <a:lnTo>
                  <a:pt x="522025" y="812419"/>
                </a:lnTo>
                <a:moveTo>
                  <a:pt x="2459333" y="524156"/>
                </a:moveTo>
                <a:lnTo>
                  <a:pt x="2470355" y="536788"/>
                </a:lnTo>
                <a:moveTo>
                  <a:pt x="2259300" y="711163"/>
                </a:moveTo>
                <a:lnTo>
                  <a:pt x="2305315" y="568372"/>
                </a:lnTo>
                <a:moveTo>
                  <a:pt x="1219600" y="709303"/>
                </a:moveTo>
                <a:lnTo>
                  <a:pt x="1270186" y="580458"/>
                </a:lnTo>
                <a:moveTo>
                  <a:pt x="1110149" y="619725"/>
                </a:moveTo>
                <a:lnTo>
                  <a:pt x="1143913" y="472688"/>
                </a:lnTo>
                <a:moveTo>
                  <a:pt x="921846" y="809451"/>
                </a:moveTo>
                <a:lnTo>
                  <a:pt x="1045787" y="742232"/>
                </a:lnTo>
                <a:moveTo>
                  <a:pt x="925886" y="462868"/>
                </a:moveTo>
                <a:lnTo>
                  <a:pt x="995383" y="540531"/>
                </a:lnTo>
                <a:moveTo>
                  <a:pt x="2305315" y="568372"/>
                </a:moveTo>
                <a:lnTo>
                  <a:pt x="2341974" y="606118"/>
                </a:lnTo>
                <a:moveTo>
                  <a:pt x="1559053" y="818091"/>
                </a:moveTo>
                <a:lnTo>
                  <a:pt x="1666832" y="738950"/>
                </a:lnTo>
                <a:moveTo>
                  <a:pt x="2233095" y="508437"/>
                </a:moveTo>
                <a:lnTo>
                  <a:pt x="2187757" y="476514"/>
                </a:lnTo>
                <a:moveTo>
                  <a:pt x="353939" y="337043"/>
                </a:moveTo>
                <a:lnTo>
                  <a:pt x="461398" y="298095"/>
                </a:lnTo>
                <a:moveTo>
                  <a:pt x="1143913" y="472688"/>
                </a:moveTo>
                <a:lnTo>
                  <a:pt x="1197758" y="518790"/>
                </a:lnTo>
                <a:moveTo>
                  <a:pt x="872855" y="242683"/>
                </a:moveTo>
                <a:lnTo>
                  <a:pt x="909063" y="280077"/>
                </a:lnTo>
                <a:moveTo>
                  <a:pt x="753267" y="847238"/>
                </a:moveTo>
                <a:lnTo>
                  <a:pt x="921846" y="809451"/>
                </a:lnTo>
                <a:moveTo>
                  <a:pt x="2341974" y="606118"/>
                </a:moveTo>
                <a:lnTo>
                  <a:pt x="2389842" y="464775"/>
                </a:lnTo>
                <a:moveTo>
                  <a:pt x="1245374" y="696954"/>
                </a:moveTo>
                <a:lnTo>
                  <a:pt x="1270186" y="580458"/>
                </a:lnTo>
                <a:moveTo>
                  <a:pt x="1245374" y="696954"/>
                </a:moveTo>
                <a:lnTo>
                  <a:pt x="1341948" y="640604"/>
                </a:lnTo>
                <a:moveTo>
                  <a:pt x="995745" y="347809"/>
                </a:moveTo>
                <a:lnTo>
                  <a:pt x="985062" y="259495"/>
                </a:lnTo>
                <a:moveTo>
                  <a:pt x="798981" y="533351"/>
                </a:moveTo>
                <a:lnTo>
                  <a:pt x="762059" y="525788"/>
                </a:lnTo>
                <a:moveTo>
                  <a:pt x="2457892" y="584080"/>
                </a:moveTo>
                <a:lnTo>
                  <a:pt x="2491241" y="553109"/>
                </a:lnTo>
                <a:moveTo>
                  <a:pt x="798981" y="533351"/>
                </a:moveTo>
                <a:lnTo>
                  <a:pt x="793336" y="488440"/>
                </a:lnTo>
                <a:moveTo>
                  <a:pt x="1110149" y="619725"/>
                </a:moveTo>
                <a:lnTo>
                  <a:pt x="1197758" y="518790"/>
                </a:lnTo>
                <a:moveTo>
                  <a:pt x="921846" y="809451"/>
                </a:moveTo>
                <a:lnTo>
                  <a:pt x="840983" y="746403"/>
                </a:lnTo>
                <a:moveTo>
                  <a:pt x="2491241" y="553109"/>
                </a:moveTo>
                <a:lnTo>
                  <a:pt x="2499495" y="534400"/>
                </a:lnTo>
                <a:moveTo>
                  <a:pt x="676196" y="921679"/>
                </a:moveTo>
                <a:lnTo>
                  <a:pt x="778785" y="865962"/>
                </a:lnTo>
                <a:moveTo>
                  <a:pt x="1990574" y="555395"/>
                </a:moveTo>
                <a:lnTo>
                  <a:pt x="2008108" y="666234"/>
                </a:lnTo>
                <a:moveTo>
                  <a:pt x="925886" y="462868"/>
                </a:moveTo>
                <a:lnTo>
                  <a:pt x="963595" y="325474"/>
                </a:lnTo>
                <a:moveTo>
                  <a:pt x="616511" y="406232"/>
                </a:moveTo>
                <a:lnTo>
                  <a:pt x="762059" y="525788"/>
                </a:lnTo>
                <a:moveTo>
                  <a:pt x="1342667" y="288796"/>
                </a:moveTo>
                <a:lnTo>
                  <a:pt x="1441770" y="375240"/>
                </a:lnTo>
                <a:moveTo>
                  <a:pt x="2033875" y="516816"/>
                </a:moveTo>
                <a:lnTo>
                  <a:pt x="2155817" y="489851"/>
                </a:lnTo>
                <a:moveTo>
                  <a:pt x="498260" y="807307"/>
                </a:moveTo>
                <a:lnTo>
                  <a:pt x="522025" y="812419"/>
                </a:lnTo>
                <a:moveTo>
                  <a:pt x="2163913" y="626471"/>
                </a:moveTo>
                <a:lnTo>
                  <a:pt x="2187757" y="476514"/>
                </a:lnTo>
                <a:moveTo>
                  <a:pt x="2180562" y="640536"/>
                </a:moveTo>
                <a:lnTo>
                  <a:pt x="2259300" y="711163"/>
                </a:lnTo>
                <a:moveTo>
                  <a:pt x="1013045" y="540075"/>
                </a:moveTo>
                <a:lnTo>
                  <a:pt x="1143913" y="472688"/>
                </a:lnTo>
                <a:moveTo>
                  <a:pt x="522025" y="812419"/>
                </a:moveTo>
                <a:lnTo>
                  <a:pt x="676196" y="921679"/>
                </a:lnTo>
                <a:moveTo>
                  <a:pt x="1177947" y="329636"/>
                </a:moveTo>
                <a:lnTo>
                  <a:pt x="1341366" y="287684"/>
                </a:lnTo>
                <a:moveTo>
                  <a:pt x="1415449" y="787223"/>
                </a:moveTo>
                <a:lnTo>
                  <a:pt x="1473238" y="750448"/>
                </a:lnTo>
                <a:moveTo>
                  <a:pt x="1672756" y="773327"/>
                </a:moveTo>
                <a:lnTo>
                  <a:pt x="1711479" y="773836"/>
                </a:lnTo>
                <a:moveTo>
                  <a:pt x="2389842" y="464775"/>
                </a:moveTo>
                <a:lnTo>
                  <a:pt x="2332950" y="571692"/>
                </a:lnTo>
                <a:moveTo>
                  <a:pt x="1559053" y="818091"/>
                </a:moveTo>
                <a:lnTo>
                  <a:pt x="1587954" y="674667"/>
                </a:lnTo>
                <a:moveTo>
                  <a:pt x="778785" y="865962"/>
                </a:moveTo>
                <a:lnTo>
                  <a:pt x="753267" y="847238"/>
                </a:lnTo>
                <a:moveTo>
                  <a:pt x="2457892" y="584080"/>
                </a:moveTo>
                <a:lnTo>
                  <a:pt x="2470355" y="536788"/>
                </a:lnTo>
                <a:moveTo>
                  <a:pt x="1825923" y="693615"/>
                </a:moveTo>
                <a:lnTo>
                  <a:pt x="1869094" y="559100"/>
                </a:lnTo>
                <a:moveTo>
                  <a:pt x="2163913" y="626471"/>
                </a:moveTo>
                <a:lnTo>
                  <a:pt x="2155817" y="489851"/>
                </a:lnTo>
                <a:moveTo>
                  <a:pt x="1045787" y="742232"/>
                </a:moveTo>
                <a:lnTo>
                  <a:pt x="1110149" y="619725"/>
                </a:lnTo>
                <a:moveTo>
                  <a:pt x="267077" y="530139"/>
                </a:moveTo>
                <a:lnTo>
                  <a:pt x="294313" y="629392"/>
                </a:lnTo>
                <a:moveTo>
                  <a:pt x="1013045" y="540075"/>
                </a:moveTo>
                <a:lnTo>
                  <a:pt x="1110149" y="619725"/>
                </a:lnTo>
                <a:moveTo>
                  <a:pt x="1415449" y="787223"/>
                </a:moveTo>
                <a:lnTo>
                  <a:pt x="1426425" y="711642"/>
                </a:lnTo>
                <a:moveTo>
                  <a:pt x="2470355" y="536788"/>
                </a:moveTo>
                <a:lnTo>
                  <a:pt x="2499495" y="534400"/>
                </a:lnTo>
                <a:moveTo>
                  <a:pt x="2157095" y="649908"/>
                </a:moveTo>
                <a:lnTo>
                  <a:pt x="2008108" y="666234"/>
                </a:lnTo>
                <a:moveTo>
                  <a:pt x="534853" y="838780"/>
                </a:moveTo>
                <a:lnTo>
                  <a:pt x="522025" y="812419"/>
                </a:lnTo>
                <a:moveTo>
                  <a:pt x="1825923" y="693615"/>
                </a:moveTo>
                <a:lnTo>
                  <a:pt x="1789433" y="667410"/>
                </a:lnTo>
                <a:moveTo>
                  <a:pt x="995745" y="347809"/>
                </a:moveTo>
                <a:lnTo>
                  <a:pt x="963595" y="325474"/>
                </a:lnTo>
                <a:moveTo>
                  <a:pt x="1441770" y="375240"/>
                </a:moveTo>
                <a:lnTo>
                  <a:pt x="1541371" y="343496"/>
                </a:lnTo>
                <a:moveTo>
                  <a:pt x="266856" y="438643"/>
                </a:moveTo>
                <a:lnTo>
                  <a:pt x="353939" y="337043"/>
                </a:lnTo>
                <a:moveTo>
                  <a:pt x="1270186" y="580458"/>
                </a:moveTo>
                <a:lnTo>
                  <a:pt x="1197758" y="518790"/>
                </a:lnTo>
                <a:moveTo>
                  <a:pt x="2491241" y="553109"/>
                </a:moveTo>
                <a:lnTo>
                  <a:pt x="2503822" y="565440"/>
                </a:lnTo>
                <a:moveTo>
                  <a:pt x="1143913" y="472688"/>
                </a:moveTo>
                <a:lnTo>
                  <a:pt x="1177947" y="329636"/>
                </a:lnTo>
                <a:moveTo>
                  <a:pt x="925886" y="462868"/>
                </a:moveTo>
                <a:lnTo>
                  <a:pt x="896670" y="445603"/>
                </a:lnTo>
                <a:moveTo>
                  <a:pt x="1906879" y="587228"/>
                </a:moveTo>
                <a:lnTo>
                  <a:pt x="1869094" y="559100"/>
                </a:lnTo>
                <a:moveTo>
                  <a:pt x="2457892" y="584080"/>
                </a:moveTo>
                <a:lnTo>
                  <a:pt x="2503822" y="565440"/>
                </a:lnTo>
                <a:moveTo>
                  <a:pt x="417087" y="741486"/>
                </a:moveTo>
                <a:lnTo>
                  <a:pt x="411957" y="650494"/>
                </a:lnTo>
                <a:moveTo>
                  <a:pt x="1711479" y="773836"/>
                </a:moveTo>
                <a:lnTo>
                  <a:pt x="1697145" y="764003"/>
                </a:lnTo>
                <a:moveTo>
                  <a:pt x="2503822" y="565440"/>
                </a:moveTo>
                <a:lnTo>
                  <a:pt x="2499495" y="534400"/>
                </a:lnTo>
                <a:moveTo>
                  <a:pt x="1906879" y="587228"/>
                </a:moveTo>
                <a:lnTo>
                  <a:pt x="2008108" y="666234"/>
                </a:lnTo>
                <a:moveTo>
                  <a:pt x="2180562" y="640536"/>
                </a:moveTo>
                <a:lnTo>
                  <a:pt x="2187458" y="745428"/>
                </a:lnTo>
                <a:moveTo>
                  <a:pt x="1341366" y="287684"/>
                </a:moveTo>
                <a:lnTo>
                  <a:pt x="1355858" y="403439"/>
                </a:lnTo>
                <a:moveTo>
                  <a:pt x="1355858" y="403439"/>
                </a:moveTo>
                <a:lnTo>
                  <a:pt x="1342667" y="288796"/>
                </a:lnTo>
                <a:moveTo>
                  <a:pt x="411957" y="650494"/>
                </a:moveTo>
                <a:lnTo>
                  <a:pt x="294313" y="629392"/>
                </a:lnTo>
                <a:moveTo>
                  <a:pt x="498260" y="807307"/>
                </a:moveTo>
                <a:lnTo>
                  <a:pt x="534853" y="838780"/>
                </a:lnTo>
                <a:moveTo>
                  <a:pt x="2157095" y="649908"/>
                </a:moveTo>
                <a:lnTo>
                  <a:pt x="2187458" y="745428"/>
                </a:lnTo>
                <a:moveTo>
                  <a:pt x="534853" y="838780"/>
                </a:moveTo>
                <a:lnTo>
                  <a:pt x="676196" y="921679"/>
                </a:lnTo>
                <a:moveTo>
                  <a:pt x="1270186" y="580458"/>
                </a:moveTo>
                <a:lnTo>
                  <a:pt x="1341948" y="640604"/>
                </a:lnTo>
                <a:moveTo>
                  <a:pt x="1906879" y="587228"/>
                </a:moveTo>
                <a:lnTo>
                  <a:pt x="1960715" y="461889"/>
                </a:lnTo>
                <a:moveTo>
                  <a:pt x="461398" y="298095"/>
                </a:moveTo>
                <a:lnTo>
                  <a:pt x="505762" y="376896"/>
                </a:lnTo>
                <a:moveTo>
                  <a:pt x="417087" y="741486"/>
                </a:moveTo>
                <a:lnTo>
                  <a:pt x="522025" y="812419"/>
                </a:lnTo>
                <a:moveTo>
                  <a:pt x="1711479" y="773836"/>
                </a:moveTo>
                <a:lnTo>
                  <a:pt x="1789433" y="667410"/>
                </a:lnTo>
                <a:moveTo>
                  <a:pt x="676196" y="921679"/>
                </a:moveTo>
                <a:lnTo>
                  <a:pt x="753267" y="847238"/>
                </a:lnTo>
                <a:moveTo>
                  <a:pt x="2470355" y="536788"/>
                </a:moveTo>
                <a:lnTo>
                  <a:pt x="2503822" y="565440"/>
                </a:lnTo>
                <a:moveTo>
                  <a:pt x="1426425" y="711642"/>
                </a:moveTo>
                <a:lnTo>
                  <a:pt x="1473238" y="750448"/>
                </a:lnTo>
                <a:moveTo>
                  <a:pt x="1426425" y="711642"/>
                </a:moveTo>
                <a:lnTo>
                  <a:pt x="1341948" y="640604"/>
                </a:lnTo>
                <a:moveTo>
                  <a:pt x="1529381" y="450070"/>
                </a:moveTo>
                <a:lnTo>
                  <a:pt x="1541371" y="343496"/>
                </a:lnTo>
                <a:moveTo>
                  <a:pt x="636891" y="924734"/>
                </a:moveTo>
                <a:lnTo>
                  <a:pt x="676196" y="921679"/>
                </a:lnTo>
                <a:moveTo>
                  <a:pt x="921846" y="809451"/>
                </a:moveTo>
                <a:lnTo>
                  <a:pt x="956174" y="671063"/>
                </a:lnTo>
                <a:moveTo>
                  <a:pt x="1672756" y="773327"/>
                </a:moveTo>
                <a:lnTo>
                  <a:pt x="1697145" y="764003"/>
                </a:lnTo>
                <a:moveTo>
                  <a:pt x="793336" y="488440"/>
                </a:moveTo>
                <a:lnTo>
                  <a:pt x="832955" y="390253"/>
                </a:lnTo>
                <a:moveTo>
                  <a:pt x="784253" y="700589"/>
                </a:moveTo>
                <a:lnTo>
                  <a:pt x="798981" y="533351"/>
                </a:lnTo>
                <a:moveTo>
                  <a:pt x="1685579" y="405206"/>
                </a:moveTo>
                <a:lnTo>
                  <a:pt x="1772466" y="360901"/>
                </a:lnTo>
                <a:moveTo>
                  <a:pt x="1672756" y="773327"/>
                </a:moveTo>
                <a:lnTo>
                  <a:pt x="1666832" y="738950"/>
                </a:lnTo>
                <a:moveTo>
                  <a:pt x="1013045" y="540075"/>
                </a:moveTo>
                <a:lnTo>
                  <a:pt x="995383" y="540531"/>
                </a:lnTo>
                <a:moveTo>
                  <a:pt x="1292462" y="428219"/>
                </a:moveTo>
                <a:lnTo>
                  <a:pt x="1341366" y="287684"/>
                </a:lnTo>
                <a:moveTo>
                  <a:pt x="498260" y="807307"/>
                </a:moveTo>
                <a:lnTo>
                  <a:pt x="417087" y="741486"/>
                </a:lnTo>
                <a:moveTo>
                  <a:pt x="636891" y="924734"/>
                </a:moveTo>
                <a:lnTo>
                  <a:pt x="534853" y="838780"/>
                </a:lnTo>
                <a:moveTo>
                  <a:pt x="616511" y="406232"/>
                </a:moveTo>
                <a:lnTo>
                  <a:pt x="505762" y="376896"/>
                </a:lnTo>
                <a:moveTo>
                  <a:pt x="1197758" y="518790"/>
                </a:moveTo>
                <a:lnTo>
                  <a:pt x="1277869" y="496567"/>
                </a:lnTo>
                <a:moveTo>
                  <a:pt x="636891" y="924734"/>
                </a:moveTo>
                <a:lnTo>
                  <a:pt x="753267" y="847238"/>
                </a:lnTo>
                <a:moveTo>
                  <a:pt x="753267" y="847238"/>
                </a:moveTo>
                <a:lnTo>
                  <a:pt x="840983" y="746403"/>
                </a:lnTo>
                <a:moveTo>
                  <a:pt x="739133" y="663879"/>
                </a:moveTo>
                <a:lnTo>
                  <a:pt x="798981" y="533351"/>
                </a:lnTo>
                <a:moveTo>
                  <a:pt x="1143913" y="472688"/>
                </a:moveTo>
                <a:lnTo>
                  <a:pt x="1292462" y="428219"/>
                </a:lnTo>
                <a:moveTo>
                  <a:pt x="1666832" y="738950"/>
                </a:moveTo>
                <a:lnTo>
                  <a:pt x="1697145" y="764003"/>
                </a:lnTo>
                <a:moveTo>
                  <a:pt x="798981" y="533351"/>
                </a:moveTo>
                <a:lnTo>
                  <a:pt x="856123" y="587103"/>
                </a:lnTo>
                <a:moveTo>
                  <a:pt x="267077" y="530139"/>
                </a:moveTo>
                <a:lnTo>
                  <a:pt x="322755" y="491423"/>
                </a:lnTo>
                <a:moveTo>
                  <a:pt x="963595" y="325474"/>
                </a:moveTo>
                <a:lnTo>
                  <a:pt x="985062" y="259495"/>
                </a:lnTo>
                <a:moveTo>
                  <a:pt x="616511" y="406232"/>
                </a:moveTo>
                <a:lnTo>
                  <a:pt x="632065" y="519434"/>
                </a:lnTo>
                <a:moveTo>
                  <a:pt x="909063" y="280077"/>
                </a:moveTo>
                <a:lnTo>
                  <a:pt x="985062" y="259495"/>
                </a:lnTo>
                <a:moveTo>
                  <a:pt x="1270186" y="580458"/>
                </a:moveTo>
                <a:lnTo>
                  <a:pt x="1277869" y="496567"/>
                </a:lnTo>
                <a:moveTo>
                  <a:pt x="1750862" y="461375"/>
                </a:moveTo>
                <a:lnTo>
                  <a:pt x="1772466" y="360901"/>
                </a:lnTo>
                <a:moveTo>
                  <a:pt x="1697145" y="764003"/>
                </a:moveTo>
                <a:lnTo>
                  <a:pt x="1789433" y="667410"/>
                </a:lnTo>
                <a:moveTo>
                  <a:pt x="353939" y="337043"/>
                </a:moveTo>
                <a:lnTo>
                  <a:pt x="505762" y="376896"/>
                </a:lnTo>
                <a:moveTo>
                  <a:pt x="388609" y="810151"/>
                </a:moveTo>
                <a:lnTo>
                  <a:pt x="498260" y="807307"/>
                </a:lnTo>
                <a:moveTo>
                  <a:pt x="956174" y="671063"/>
                </a:moveTo>
                <a:lnTo>
                  <a:pt x="1110149" y="619725"/>
                </a:lnTo>
                <a:moveTo>
                  <a:pt x="1441770" y="375240"/>
                </a:moveTo>
                <a:lnTo>
                  <a:pt x="1529381" y="450070"/>
                </a:lnTo>
                <a:moveTo>
                  <a:pt x="793336" y="488440"/>
                </a:moveTo>
                <a:lnTo>
                  <a:pt x="896670" y="445603"/>
                </a:lnTo>
                <a:moveTo>
                  <a:pt x="2332950" y="571692"/>
                </a:moveTo>
                <a:lnTo>
                  <a:pt x="2361476" y="445338"/>
                </a:lnTo>
                <a:moveTo>
                  <a:pt x="1473238" y="750448"/>
                </a:moveTo>
                <a:lnTo>
                  <a:pt x="1587954" y="674667"/>
                </a:lnTo>
                <a:moveTo>
                  <a:pt x="1197758" y="518790"/>
                </a:moveTo>
                <a:lnTo>
                  <a:pt x="1292462" y="428219"/>
                </a:lnTo>
                <a:moveTo>
                  <a:pt x="1789433" y="667410"/>
                </a:moveTo>
                <a:lnTo>
                  <a:pt x="1869094" y="559100"/>
                </a:lnTo>
                <a:moveTo>
                  <a:pt x="392257" y="724478"/>
                </a:moveTo>
                <a:lnTo>
                  <a:pt x="411957" y="650494"/>
                </a:lnTo>
                <a:moveTo>
                  <a:pt x="1355858" y="403439"/>
                </a:moveTo>
                <a:lnTo>
                  <a:pt x="1441770" y="375240"/>
                </a:lnTo>
                <a:moveTo>
                  <a:pt x="832955" y="390253"/>
                </a:moveTo>
                <a:lnTo>
                  <a:pt x="909063" y="280077"/>
                </a:lnTo>
                <a:moveTo>
                  <a:pt x="762059" y="525788"/>
                </a:moveTo>
                <a:lnTo>
                  <a:pt x="632065" y="519434"/>
                </a:lnTo>
                <a:moveTo>
                  <a:pt x="1529381" y="450070"/>
                </a:moveTo>
                <a:lnTo>
                  <a:pt x="1685579" y="405206"/>
                </a:lnTo>
                <a:moveTo>
                  <a:pt x="739133" y="663879"/>
                </a:moveTo>
                <a:lnTo>
                  <a:pt x="762059" y="525788"/>
                </a:lnTo>
                <a:moveTo>
                  <a:pt x="2259300" y="711163"/>
                </a:moveTo>
                <a:lnTo>
                  <a:pt x="2341974" y="606118"/>
                </a:lnTo>
                <a:moveTo>
                  <a:pt x="1473238" y="750448"/>
                </a:moveTo>
                <a:lnTo>
                  <a:pt x="1448064" y="586693"/>
                </a:lnTo>
                <a:moveTo>
                  <a:pt x="1697145" y="764003"/>
                </a:moveTo>
                <a:lnTo>
                  <a:pt x="1730821" y="619304"/>
                </a:lnTo>
                <a:moveTo>
                  <a:pt x="856123" y="587103"/>
                </a:moveTo>
                <a:lnTo>
                  <a:pt x="793336" y="488440"/>
                </a:lnTo>
                <a:moveTo>
                  <a:pt x="1832268" y="528928"/>
                </a:moveTo>
                <a:lnTo>
                  <a:pt x="1869094" y="559100"/>
                </a:lnTo>
                <a:moveTo>
                  <a:pt x="1341948" y="640604"/>
                </a:moveTo>
                <a:lnTo>
                  <a:pt x="1448064" y="586693"/>
                </a:lnTo>
                <a:moveTo>
                  <a:pt x="498260" y="807307"/>
                </a:moveTo>
                <a:lnTo>
                  <a:pt x="545825" y="915775"/>
                </a:lnTo>
                <a:moveTo>
                  <a:pt x="2155817" y="489851"/>
                </a:moveTo>
                <a:lnTo>
                  <a:pt x="2187757" y="476514"/>
                </a:lnTo>
                <a:moveTo>
                  <a:pt x="1869094" y="559100"/>
                </a:moveTo>
                <a:lnTo>
                  <a:pt x="1960715" y="461889"/>
                </a:lnTo>
                <a:moveTo>
                  <a:pt x="1789433" y="667410"/>
                </a:moveTo>
                <a:lnTo>
                  <a:pt x="1832268" y="528928"/>
                </a:lnTo>
                <a:moveTo>
                  <a:pt x="1666832" y="738950"/>
                </a:moveTo>
                <a:lnTo>
                  <a:pt x="1730821" y="619304"/>
                </a:lnTo>
                <a:moveTo>
                  <a:pt x="1426425" y="711642"/>
                </a:moveTo>
                <a:lnTo>
                  <a:pt x="1448064" y="586693"/>
                </a:lnTo>
                <a:moveTo>
                  <a:pt x="2008108" y="666234"/>
                </a:moveTo>
                <a:lnTo>
                  <a:pt x="1960715" y="461889"/>
                </a:lnTo>
                <a:moveTo>
                  <a:pt x="909063" y="280077"/>
                </a:moveTo>
                <a:lnTo>
                  <a:pt x="963595" y="325474"/>
                </a:lnTo>
                <a:moveTo>
                  <a:pt x="1685579" y="405206"/>
                </a:moveTo>
                <a:lnTo>
                  <a:pt x="1750862" y="461375"/>
                </a:lnTo>
                <a:moveTo>
                  <a:pt x="784253" y="700589"/>
                </a:moveTo>
                <a:lnTo>
                  <a:pt x="840983" y="746403"/>
                </a:lnTo>
                <a:moveTo>
                  <a:pt x="995383" y="540531"/>
                </a:moveTo>
                <a:lnTo>
                  <a:pt x="896670" y="445603"/>
                </a:lnTo>
                <a:moveTo>
                  <a:pt x="1666832" y="738950"/>
                </a:moveTo>
                <a:lnTo>
                  <a:pt x="1587954" y="674667"/>
                </a:lnTo>
                <a:moveTo>
                  <a:pt x="1270186" y="580458"/>
                </a:moveTo>
                <a:lnTo>
                  <a:pt x="1452445" y="562329"/>
                </a:lnTo>
                <a:moveTo>
                  <a:pt x="1473238" y="750448"/>
                </a:moveTo>
                <a:lnTo>
                  <a:pt x="1469220" y="576476"/>
                </a:lnTo>
                <a:moveTo>
                  <a:pt x="1341948" y="640604"/>
                </a:moveTo>
                <a:lnTo>
                  <a:pt x="1452445" y="562329"/>
                </a:lnTo>
                <a:moveTo>
                  <a:pt x="1270186" y="580458"/>
                </a:moveTo>
                <a:lnTo>
                  <a:pt x="1336723" y="465513"/>
                </a:lnTo>
                <a:moveTo>
                  <a:pt x="2187458" y="745428"/>
                </a:moveTo>
                <a:lnTo>
                  <a:pt x="2259300" y="711163"/>
                </a:lnTo>
                <a:moveTo>
                  <a:pt x="1561571" y="477953"/>
                </a:moveTo>
                <a:lnTo>
                  <a:pt x="1685579" y="405206"/>
                </a:lnTo>
                <a:moveTo>
                  <a:pt x="1441770" y="375240"/>
                </a:moveTo>
                <a:lnTo>
                  <a:pt x="1490449" y="536080"/>
                </a:lnTo>
                <a:moveTo>
                  <a:pt x="1045787" y="742232"/>
                </a:moveTo>
                <a:lnTo>
                  <a:pt x="956174" y="671063"/>
                </a:lnTo>
                <a:moveTo>
                  <a:pt x="956174" y="671063"/>
                </a:moveTo>
                <a:lnTo>
                  <a:pt x="1013045" y="540075"/>
                </a:lnTo>
                <a:moveTo>
                  <a:pt x="1730821" y="619304"/>
                </a:moveTo>
                <a:lnTo>
                  <a:pt x="1789433" y="667410"/>
                </a:lnTo>
                <a:moveTo>
                  <a:pt x="1960715" y="461889"/>
                </a:moveTo>
                <a:lnTo>
                  <a:pt x="2155817" y="489851"/>
                </a:lnTo>
                <a:moveTo>
                  <a:pt x="545825" y="915775"/>
                </a:moveTo>
                <a:lnTo>
                  <a:pt x="534853" y="838780"/>
                </a:lnTo>
                <a:moveTo>
                  <a:pt x="832955" y="390253"/>
                </a:moveTo>
                <a:lnTo>
                  <a:pt x="896670" y="445603"/>
                </a:lnTo>
                <a:moveTo>
                  <a:pt x="2008108" y="666234"/>
                </a:moveTo>
                <a:lnTo>
                  <a:pt x="2071323" y="555179"/>
                </a:lnTo>
                <a:moveTo>
                  <a:pt x="353939" y="337043"/>
                </a:moveTo>
                <a:lnTo>
                  <a:pt x="422707" y="399879"/>
                </a:lnTo>
                <a:moveTo>
                  <a:pt x="2157095" y="649908"/>
                </a:moveTo>
                <a:lnTo>
                  <a:pt x="2124780" y="658690"/>
                </a:lnTo>
                <a:moveTo>
                  <a:pt x="388609" y="810151"/>
                </a:moveTo>
                <a:lnTo>
                  <a:pt x="417087" y="741486"/>
                </a:lnTo>
                <a:moveTo>
                  <a:pt x="856123" y="587103"/>
                </a:moveTo>
                <a:lnTo>
                  <a:pt x="995383" y="540531"/>
                </a:lnTo>
                <a:moveTo>
                  <a:pt x="1730821" y="619304"/>
                </a:moveTo>
                <a:lnTo>
                  <a:pt x="1832268" y="528928"/>
                </a:lnTo>
                <a:moveTo>
                  <a:pt x="266856" y="438643"/>
                </a:moveTo>
                <a:lnTo>
                  <a:pt x="322755" y="491423"/>
                </a:lnTo>
                <a:moveTo>
                  <a:pt x="1750862" y="461375"/>
                </a:moveTo>
                <a:lnTo>
                  <a:pt x="1832268" y="528928"/>
                </a:lnTo>
                <a:moveTo>
                  <a:pt x="1679143" y="577055"/>
                </a:moveTo>
                <a:lnTo>
                  <a:pt x="1685579" y="405206"/>
                </a:lnTo>
                <a:moveTo>
                  <a:pt x="956174" y="671063"/>
                </a:moveTo>
                <a:lnTo>
                  <a:pt x="995383" y="540531"/>
                </a:lnTo>
                <a:moveTo>
                  <a:pt x="545825" y="915775"/>
                </a:moveTo>
                <a:lnTo>
                  <a:pt x="636891" y="924734"/>
                </a:lnTo>
                <a:moveTo>
                  <a:pt x="322755" y="491423"/>
                </a:moveTo>
                <a:lnTo>
                  <a:pt x="353939" y="337043"/>
                </a:lnTo>
                <a:moveTo>
                  <a:pt x="896670" y="445603"/>
                </a:moveTo>
                <a:lnTo>
                  <a:pt x="963595" y="325474"/>
                </a:lnTo>
                <a:moveTo>
                  <a:pt x="2071323" y="555179"/>
                </a:moveTo>
                <a:lnTo>
                  <a:pt x="2155817" y="489851"/>
                </a:lnTo>
                <a:moveTo>
                  <a:pt x="840983" y="746403"/>
                </a:moveTo>
                <a:lnTo>
                  <a:pt x="856123" y="587103"/>
                </a:lnTo>
                <a:moveTo>
                  <a:pt x="1177947" y="329636"/>
                </a:moveTo>
                <a:lnTo>
                  <a:pt x="1292462" y="428219"/>
                </a:lnTo>
                <a:moveTo>
                  <a:pt x="1960715" y="461889"/>
                </a:moveTo>
                <a:lnTo>
                  <a:pt x="2071323" y="555179"/>
                </a:lnTo>
                <a:moveTo>
                  <a:pt x="1529381" y="450070"/>
                </a:moveTo>
                <a:lnTo>
                  <a:pt x="1561571" y="477953"/>
                </a:lnTo>
                <a:moveTo>
                  <a:pt x="840983" y="746403"/>
                </a:moveTo>
                <a:lnTo>
                  <a:pt x="956174" y="671063"/>
                </a:lnTo>
                <a:moveTo>
                  <a:pt x="2341974" y="606118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325232" y="593937"/>
                </a:lnTo>
                <a:moveTo>
                  <a:pt x="896670" y="445603"/>
                </a:moveTo>
                <a:lnTo>
                  <a:pt x="909063" y="280077"/>
                </a:lnTo>
                <a:moveTo>
                  <a:pt x="583516" y="883937"/>
                </a:moveTo>
                <a:lnTo>
                  <a:pt x="753267" y="847238"/>
                </a:lnTo>
                <a:moveTo>
                  <a:pt x="2187757" y="476514"/>
                </a:moveTo>
                <a:lnTo>
                  <a:pt x="2304830" y="577095"/>
                </a:lnTo>
                <a:moveTo>
                  <a:pt x="1587954" y="674667"/>
                </a:moveTo>
                <a:lnTo>
                  <a:pt x="1730821" y="619304"/>
                </a:lnTo>
                <a:moveTo>
                  <a:pt x="411957" y="650494"/>
                </a:moveTo>
                <a:lnTo>
                  <a:pt x="393881" y="642271"/>
                </a:lnTo>
                <a:moveTo>
                  <a:pt x="636891" y="924734"/>
                </a:moveTo>
                <a:lnTo>
                  <a:pt x="583516" y="883937"/>
                </a:lnTo>
                <a:moveTo>
                  <a:pt x="1490449" y="536080"/>
                </a:moveTo>
                <a:lnTo>
                  <a:pt x="1529381" y="450070"/>
                </a:lnTo>
                <a:moveTo>
                  <a:pt x="2341974" y="606118"/>
                </a:moveTo>
                <a:lnTo>
                  <a:pt x="2325232" y="593937"/>
                </a:lnTo>
                <a:moveTo>
                  <a:pt x="1679143" y="577055"/>
                </a:moveTo>
                <a:lnTo>
                  <a:pt x="1832268" y="528928"/>
                </a:lnTo>
                <a:moveTo>
                  <a:pt x="753267" y="847238"/>
                </a:moveTo>
                <a:lnTo>
                  <a:pt x="671559" y="783406"/>
                </a:lnTo>
                <a:moveTo>
                  <a:pt x="635747" y="579930"/>
                </a:moveTo>
                <a:lnTo>
                  <a:pt x="762059" y="525788"/>
                </a:lnTo>
                <a:moveTo>
                  <a:pt x="1355858" y="403439"/>
                </a:moveTo>
                <a:lnTo>
                  <a:pt x="1490449" y="536080"/>
                </a:lnTo>
                <a:moveTo>
                  <a:pt x="1277869" y="496567"/>
                </a:moveTo>
                <a:lnTo>
                  <a:pt x="1292462" y="428219"/>
                </a:lnTo>
                <a:moveTo>
                  <a:pt x="1679143" y="577055"/>
                </a:moveTo>
                <a:lnTo>
                  <a:pt x="1730821" y="619304"/>
                </a:lnTo>
                <a:moveTo>
                  <a:pt x="1679143" y="577055"/>
                </a:moveTo>
                <a:lnTo>
                  <a:pt x="1750862" y="461375"/>
                </a:lnTo>
                <a:moveTo>
                  <a:pt x="671559" y="783406"/>
                </a:moveTo>
                <a:lnTo>
                  <a:pt x="840983" y="746403"/>
                </a:lnTo>
                <a:moveTo>
                  <a:pt x="1277869" y="496567"/>
                </a:moveTo>
                <a:lnTo>
                  <a:pt x="1336723" y="465513"/>
                </a:lnTo>
                <a:moveTo>
                  <a:pt x="1292462" y="428219"/>
                </a:moveTo>
                <a:lnTo>
                  <a:pt x="1355858" y="403439"/>
                </a:lnTo>
                <a:moveTo>
                  <a:pt x="1587954" y="674667"/>
                </a:moveTo>
                <a:lnTo>
                  <a:pt x="1679143" y="577055"/>
                </a:lnTo>
                <a:moveTo>
                  <a:pt x="1452445" y="562329"/>
                </a:moveTo>
                <a:lnTo>
                  <a:pt x="1355858" y="403439"/>
                </a:lnTo>
                <a:moveTo>
                  <a:pt x="1490449" y="536080"/>
                </a:moveTo>
                <a:lnTo>
                  <a:pt x="1561571" y="477953"/>
                </a:lnTo>
                <a:moveTo>
                  <a:pt x="1561571" y="477953"/>
                </a:moveTo>
                <a:lnTo>
                  <a:pt x="1679143" y="577055"/>
                </a:lnTo>
                <a:moveTo>
                  <a:pt x="1336723" y="465513"/>
                </a:moveTo>
                <a:lnTo>
                  <a:pt x="1355858" y="403439"/>
                </a:lnTo>
                <a:moveTo>
                  <a:pt x="739133" y="663879"/>
                </a:moveTo>
                <a:lnTo>
                  <a:pt x="784253" y="700589"/>
                </a:lnTo>
                <a:moveTo>
                  <a:pt x="505762" y="376896"/>
                </a:moveTo>
                <a:lnTo>
                  <a:pt x="632065" y="519434"/>
                </a:lnTo>
                <a:moveTo>
                  <a:pt x="784253" y="700589"/>
                </a:moveTo>
                <a:lnTo>
                  <a:pt x="856123" y="587103"/>
                </a:lnTo>
                <a:moveTo>
                  <a:pt x="1587954" y="674667"/>
                </a:moveTo>
                <a:lnTo>
                  <a:pt x="1469220" y="576476"/>
                </a:lnTo>
                <a:moveTo>
                  <a:pt x="2325232" y="593937"/>
                </a:moveTo>
                <a:lnTo>
                  <a:pt x="2332950" y="571692"/>
                </a:lnTo>
                <a:moveTo>
                  <a:pt x="388609" y="810151"/>
                </a:moveTo>
                <a:lnTo>
                  <a:pt x="545825" y="915775"/>
                </a:lnTo>
                <a:moveTo>
                  <a:pt x="856123" y="587103"/>
                </a:moveTo>
                <a:lnTo>
                  <a:pt x="896670" y="445603"/>
                </a:lnTo>
                <a:moveTo>
                  <a:pt x="417087" y="741486"/>
                </a:moveTo>
                <a:lnTo>
                  <a:pt x="392257" y="724478"/>
                </a:lnTo>
                <a:moveTo>
                  <a:pt x="1469220" y="576476"/>
                </a:moveTo>
                <a:lnTo>
                  <a:pt x="1561571" y="477953"/>
                </a:lnTo>
                <a:moveTo>
                  <a:pt x="2304830" y="577095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266377" y="721553"/>
                </a:lnTo>
                <a:moveTo>
                  <a:pt x="1448064" y="586693"/>
                </a:moveTo>
                <a:lnTo>
                  <a:pt x="1452445" y="562329"/>
                </a:lnTo>
                <a:moveTo>
                  <a:pt x="715720" y="712899"/>
                </a:moveTo>
                <a:lnTo>
                  <a:pt x="784253" y="700589"/>
                </a:lnTo>
                <a:moveTo>
                  <a:pt x="294313" y="629392"/>
                </a:moveTo>
                <a:lnTo>
                  <a:pt x="322755" y="491423"/>
                </a:lnTo>
                <a:moveTo>
                  <a:pt x="1448064" y="586693"/>
                </a:moveTo>
                <a:lnTo>
                  <a:pt x="1469220" y="576476"/>
                </a:lnTo>
                <a:moveTo>
                  <a:pt x="1452445" y="562329"/>
                </a:moveTo>
                <a:lnTo>
                  <a:pt x="1490449" y="536080"/>
                </a:lnTo>
                <a:moveTo>
                  <a:pt x="1469220" y="576476"/>
                </a:moveTo>
                <a:lnTo>
                  <a:pt x="1490449" y="536080"/>
                </a:lnTo>
                <a:moveTo>
                  <a:pt x="422707" y="399879"/>
                </a:moveTo>
                <a:lnTo>
                  <a:pt x="505762" y="376896"/>
                </a:lnTo>
                <a:moveTo>
                  <a:pt x="2304830" y="577095"/>
                </a:moveTo>
                <a:lnTo>
                  <a:pt x="2325232" y="593937"/>
                </a:lnTo>
                <a:moveTo>
                  <a:pt x="1469220" y="576476"/>
                </a:moveTo>
                <a:lnTo>
                  <a:pt x="1679143" y="577055"/>
                </a:lnTo>
                <a:moveTo>
                  <a:pt x="856123" y="587103"/>
                </a:moveTo>
                <a:lnTo>
                  <a:pt x="956174" y="671063"/>
                </a:lnTo>
                <a:moveTo>
                  <a:pt x="1292462" y="428219"/>
                </a:moveTo>
                <a:lnTo>
                  <a:pt x="1336723" y="465513"/>
                </a:lnTo>
                <a:moveTo>
                  <a:pt x="671559" y="783406"/>
                </a:moveTo>
                <a:lnTo>
                  <a:pt x="784253" y="700589"/>
                </a:lnTo>
                <a:moveTo>
                  <a:pt x="1452445" y="562329"/>
                </a:moveTo>
                <a:lnTo>
                  <a:pt x="1336723" y="465513"/>
                </a:lnTo>
                <a:moveTo>
                  <a:pt x="1452445" y="562329"/>
                </a:moveTo>
                <a:lnTo>
                  <a:pt x="1469220" y="576476"/>
                </a:lnTo>
                <a:moveTo>
                  <a:pt x="388609" y="810151"/>
                </a:moveTo>
                <a:lnTo>
                  <a:pt x="392257" y="724478"/>
                </a:lnTo>
                <a:moveTo>
                  <a:pt x="715720" y="712899"/>
                </a:moveTo>
                <a:lnTo>
                  <a:pt x="739133" y="663879"/>
                </a:lnTo>
                <a:moveTo>
                  <a:pt x="2187458" y="745428"/>
                </a:moveTo>
                <a:lnTo>
                  <a:pt x="2266377" y="721553"/>
                </a:lnTo>
                <a:moveTo>
                  <a:pt x="545825" y="915775"/>
                </a:moveTo>
                <a:lnTo>
                  <a:pt x="583516" y="883937"/>
                </a:lnTo>
                <a:moveTo>
                  <a:pt x="2008108" y="666234"/>
                </a:moveTo>
                <a:lnTo>
                  <a:pt x="2124780" y="658690"/>
                </a:lnTo>
                <a:moveTo>
                  <a:pt x="2187757" y="476514"/>
                </a:moveTo>
                <a:lnTo>
                  <a:pt x="2178512" y="594527"/>
                </a:lnTo>
                <a:moveTo>
                  <a:pt x="2008108" y="666234"/>
                </a:moveTo>
                <a:lnTo>
                  <a:pt x="2144218" y="621240"/>
                </a:lnTo>
                <a:moveTo>
                  <a:pt x="506177" y="471683"/>
                </a:moveTo>
                <a:lnTo>
                  <a:pt x="505762" y="376896"/>
                </a:lnTo>
                <a:moveTo>
                  <a:pt x="2266377" y="721553"/>
                </a:moveTo>
                <a:lnTo>
                  <a:pt x="2325232" y="593937"/>
                </a:lnTo>
                <a:moveTo>
                  <a:pt x="2155817" y="489851"/>
                </a:moveTo>
                <a:lnTo>
                  <a:pt x="2178512" y="594527"/>
                </a:lnTo>
                <a:moveTo>
                  <a:pt x="671559" y="783406"/>
                </a:moveTo>
                <a:lnTo>
                  <a:pt x="715720" y="712899"/>
                </a:lnTo>
                <a:moveTo>
                  <a:pt x="583516" y="883937"/>
                </a:moveTo>
                <a:lnTo>
                  <a:pt x="671559" y="783406"/>
                </a:lnTo>
                <a:moveTo>
                  <a:pt x="294313" y="629392"/>
                </a:moveTo>
                <a:lnTo>
                  <a:pt x="393881" y="642271"/>
                </a:lnTo>
                <a:moveTo>
                  <a:pt x="2187458" y="745428"/>
                </a:moveTo>
                <a:lnTo>
                  <a:pt x="2124780" y="658690"/>
                </a:lnTo>
                <a:moveTo>
                  <a:pt x="322755" y="491423"/>
                </a:moveTo>
                <a:lnTo>
                  <a:pt x="422707" y="399879"/>
                </a:lnTo>
                <a:moveTo>
                  <a:pt x="557115" y="514006"/>
                </a:moveTo>
                <a:lnTo>
                  <a:pt x="632065" y="519434"/>
                </a:lnTo>
                <a:moveTo>
                  <a:pt x="635747" y="579930"/>
                </a:moveTo>
                <a:lnTo>
                  <a:pt x="632065" y="519434"/>
                </a:lnTo>
                <a:moveTo>
                  <a:pt x="739133" y="663879"/>
                </a:moveTo>
                <a:lnTo>
                  <a:pt x="635747" y="579930"/>
                </a:lnTo>
                <a:moveTo>
                  <a:pt x="2071323" y="555179"/>
                </a:moveTo>
                <a:lnTo>
                  <a:pt x="2178512" y="594527"/>
                </a:lnTo>
                <a:moveTo>
                  <a:pt x="506177" y="471683"/>
                </a:moveTo>
                <a:lnTo>
                  <a:pt x="632065" y="519434"/>
                </a:lnTo>
                <a:moveTo>
                  <a:pt x="2071323" y="555179"/>
                </a:moveTo>
                <a:lnTo>
                  <a:pt x="2144218" y="621240"/>
                </a:lnTo>
                <a:moveTo>
                  <a:pt x="294313" y="629392"/>
                </a:moveTo>
                <a:lnTo>
                  <a:pt x="422489" y="578456"/>
                </a:lnTo>
                <a:moveTo>
                  <a:pt x="715720" y="712899"/>
                </a:moveTo>
                <a:lnTo>
                  <a:pt x="635747" y="579930"/>
                </a:lnTo>
                <a:moveTo>
                  <a:pt x="388609" y="810151"/>
                </a:moveTo>
                <a:lnTo>
                  <a:pt x="449734" y="868936"/>
                </a:lnTo>
                <a:moveTo>
                  <a:pt x="2178512" y="594527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506177" y="471683"/>
                </a:lnTo>
                <a:moveTo>
                  <a:pt x="545825" y="915775"/>
                </a:moveTo>
                <a:lnTo>
                  <a:pt x="449734" y="868936"/>
                </a:lnTo>
                <a:moveTo>
                  <a:pt x="2168174" y="642414"/>
                </a:moveTo>
                <a:lnTo>
                  <a:pt x="2325232" y="593937"/>
                </a:lnTo>
                <a:moveTo>
                  <a:pt x="557115" y="514006"/>
                </a:moveTo>
                <a:lnTo>
                  <a:pt x="635747" y="579930"/>
                </a:lnTo>
                <a:moveTo>
                  <a:pt x="2168174" y="642414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473724" y="546929"/>
                </a:lnTo>
                <a:moveTo>
                  <a:pt x="506177" y="471683"/>
                </a:moveTo>
                <a:lnTo>
                  <a:pt x="557115" y="514006"/>
                </a:lnTo>
                <a:moveTo>
                  <a:pt x="2124780" y="658690"/>
                </a:moveTo>
                <a:lnTo>
                  <a:pt x="2266377" y="721553"/>
                </a:lnTo>
                <a:moveTo>
                  <a:pt x="392257" y="724478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583516" y="883937"/>
                </a:lnTo>
                <a:moveTo>
                  <a:pt x="388609" y="810151"/>
                </a:moveTo>
                <a:lnTo>
                  <a:pt x="464080" y="789702"/>
                </a:lnTo>
                <a:moveTo>
                  <a:pt x="422489" y="578456"/>
                </a:moveTo>
                <a:lnTo>
                  <a:pt x="422707" y="399879"/>
                </a:lnTo>
                <a:moveTo>
                  <a:pt x="715720" y="712899"/>
                </a:moveTo>
                <a:lnTo>
                  <a:pt x="627487" y="656677"/>
                </a:lnTo>
                <a:moveTo>
                  <a:pt x="583516" y="883937"/>
                </a:moveTo>
                <a:lnTo>
                  <a:pt x="503276" y="821466"/>
                </a:lnTo>
                <a:moveTo>
                  <a:pt x="322755" y="491423"/>
                </a:moveTo>
                <a:lnTo>
                  <a:pt x="422489" y="578456"/>
                </a:lnTo>
                <a:moveTo>
                  <a:pt x="473724" y="546929"/>
                </a:moveTo>
                <a:lnTo>
                  <a:pt x="557115" y="514006"/>
                </a:lnTo>
                <a:moveTo>
                  <a:pt x="2266377" y="721553"/>
                </a:moveTo>
                <a:lnTo>
                  <a:pt x="2168174" y="642414"/>
                </a:lnTo>
                <a:moveTo>
                  <a:pt x="473724" y="546929"/>
                </a:moveTo>
                <a:lnTo>
                  <a:pt x="506177" y="471683"/>
                </a:lnTo>
                <a:moveTo>
                  <a:pt x="2124780" y="658690"/>
                </a:moveTo>
                <a:lnTo>
                  <a:pt x="2144218" y="621240"/>
                </a:lnTo>
                <a:moveTo>
                  <a:pt x="2144218" y="621240"/>
                </a:moveTo>
                <a:lnTo>
                  <a:pt x="2178512" y="594527"/>
                </a:lnTo>
                <a:moveTo>
                  <a:pt x="557115" y="514006"/>
                </a:moveTo>
                <a:lnTo>
                  <a:pt x="627487" y="656677"/>
                </a:lnTo>
                <a:moveTo>
                  <a:pt x="603490" y="732229"/>
                </a:moveTo>
                <a:lnTo>
                  <a:pt x="715720" y="712899"/>
                </a:lnTo>
                <a:moveTo>
                  <a:pt x="627487" y="656677"/>
                </a:moveTo>
                <a:lnTo>
                  <a:pt x="635747" y="579930"/>
                </a:lnTo>
                <a:moveTo>
                  <a:pt x="583516" y="883937"/>
                </a:moveTo>
                <a:lnTo>
                  <a:pt x="603490" y="732229"/>
                </a:lnTo>
                <a:moveTo>
                  <a:pt x="392257" y="724478"/>
                </a:moveTo>
                <a:lnTo>
                  <a:pt x="464080" y="789702"/>
                </a:lnTo>
                <a:moveTo>
                  <a:pt x="671559" y="783406"/>
                </a:moveTo>
                <a:lnTo>
                  <a:pt x="603490" y="732229"/>
                </a:lnTo>
                <a:moveTo>
                  <a:pt x="2124780" y="658690"/>
                </a:moveTo>
                <a:lnTo>
                  <a:pt x="2168174" y="642414"/>
                </a:lnTo>
                <a:moveTo>
                  <a:pt x="2168174" y="642414"/>
                </a:moveTo>
                <a:lnTo>
                  <a:pt x="2178512" y="594527"/>
                </a:lnTo>
                <a:moveTo>
                  <a:pt x="393881" y="642271"/>
                </a:moveTo>
                <a:lnTo>
                  <a:pt x="422489" y="578456"/>
                </a:lnTo>
                <a:moveTo>
                  <a:pt x="2144218" y="621240"/>
                </a:moveTo>
                <a:lnTo>
                  <a:pt x="2168174" y="642414"/>
                </a:lnTo>
                <a:moveTo>
                  <a:pt x="422489" y="578456"/>
                </a:moveTo>
                <a:lnTo>
                  <a:pt x="473724" y="546929"/>
                </a:lnTo>
                <a:moveTo>
                  <a:pt x="473724" y="546929"/>
                </a:moveTo>
                <a:lnTo>
                  <a:pt x="627487" y="656677"/>
                </a:lnTo>
                <a:moveTo>
                  <a:pt x="449734" y="868936"/>
                </a:moveTo>
                <a:lnTo>
                  <a:pt x="503276" y="821466"/>
                </a:lnTo>
                <a:moveTo>
                  <a:pt x="464080" y="789702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464080" y="789702"/>
                </a:lnTo>
                <a:moveTo>
                  <a:pt x="464080" y="789702"/>
                </a:moveTo>
                <a:lnTo>
                  <a:pt x="503276" y="821466"/>
                </a:lnTo>
                <a:moveTo>
                  <a:pt x="603490" y="732229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603490" y="732229"/>
                </a:lnTo>
                <a:moveTo>
                  <a:pt x="473724" y="546929"/>
                </a:moveTo>
                <a:lnTo>
                  <a:pt x="505193" y="641127"/>
                </a:lnTo>
                <a:moveTo>
                  <a:pt x="422489" y="578456"/>
                </a:moveTo>
                <a:lnTo>
                  <a:pt x="505193" y="641127"/>
                </a:lnTo>
                <a:moveTo>
                  <a:pt x="627487" y="656677"/>
                </a:moveTo>
                <a:lnTo>
                  <a:pt x="505193" y="641127"/>
                </a:lnTo>
                <a:moveTo>
                  <a:pt x="503069" y="651031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503069" y="651031"/>
                </a:lnTo>
                <a:moveTo>
                  <a:pt x="603490" y="732229"/>
                </a:moveTo>
                <a:lnTo>
                  <a:pt x="503069" y="651031"/>
                </a:lnTo>
                <a:moveTo>
                  <a:pt x="503069" y="651031"/>
                </a:moveTo>
                <a:lnTo>
                  <a:pt x="505193" y="64112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1" name="9llg_2_tuned_ReferenceLigand_0">
            <a:extLst>
              <a:ext uri="{FF2B5EF4-FFF2-40B4-BE49-F238E27FC236}">
                <a16:creationId xmlns:a16="http://schemas.microsoft.com/office/drawing/2014/main" id="{B7252309-BDC5-4083-86F6-C645C93B8B8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298" y="811725"/>
                </a:moveTo>
                <a:lnTo>
                  <a:pt x="1253314" y="8814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" name="9llg_2_tuned_ReferenceLigand_1">
            <a:extLst>
              <a:ext uri="{FF2B5EF4-FFF2-40B4-BE49-F238E27FC236}">
                <a16:creationId xmlns:a16="http://schemas.microsoft.com/office/drawing/2014/main" id="{D6AEB5FF-7381-4883-AB9C-F5A3A3C5E82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314" y="881430"/>
                </a:moveTo>
                <a:lnTo>
                  <a:pt x="1144643" y="719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" name="9llg_2_tuned_ReferenceLigand_2">
            <a:extLst>
              <a:ext uri="{FF2B5EF4-FFF2-40B4-BE49-F238E27FC236}">
                <a16:creationId xmlns:a16="http://schemas.microsoft.com/office/drawing/2014/main" id="{1F4B6F14-A62B-4C98-88C0-820D6E95B58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445298" y="811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" name="9llg_2_tuned_ReferenceLigand_3">
            <a:extLst>
              <a:ext uri="{FF2B5EF4-FFF2-40B4-BE49-F238E27FC236}">
                <a16:creationId xmlns:a16="http://schemas.microsoft.com/office/drawing/2014/main" id="{982864E1-9D5C-4F90-BC58-DE4753ADF7B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628" y="884873"/>
                </a:moveTo>
                <a:lnTo>
                  <a:pt x="844998" y="865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" name="9llg_2_tuned_ReferenceLigand_4">
            <a:extLst>
              <a:ext uri="{FF2B5EF4-FFF2-40B4-BE49-F238E27FC236}">
                <a16:creationId xmlns:a16="http://schemas.microsoft.com/office/drawing/2014/main" id="{8B131ED8-50B9-43AA-ADD3-5D55A05ADE7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4998" y="865450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" name="9llg_2_tuned_ReferenceLigand_5">
            <a:extLst>
              <a:ext uri="{FF2B5EF4-FFF2-40B4-BE49-F238E27FC236}">
                <a16:creationId xmlns:a16="http://schemas.microsoft.com/office/drawing/2014/main" id="{3238351E-CE0F-4573-8DFC-760C2DD5B2B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" name="9llg_2_tuned_ReferenceLigand_6">
            <a:extLst>
              <a:ext uri="{FF2B5EF4-FFF2-40B4-BE49-F238E27FC236}">
                <a16:creationId xmlns:a16="http://schemas.microsoft.com/office/drawing/2014/main" id="{960BD0E4-7A16-4D11-9B91-536C5527CE9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" name="9llg_2_tuned_ReferenceLigand_7">
            <a:extLst>
              <a:ext uri="{FF2B5EF4-FFF2-40B4-BE49-F238E27FC236}">
                <a16:creationId xmlns:a16="http://schemas.microsoft.com/office/drawing/2014/main" id="{05D855A8-8424-4614-98DD-9E26E407DFF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448567" y="6361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" name="9llg_2_tuned_ReferenceLigand_8">
            <a:extLst>
              <a:ext uri="{FF2B5EF4-FFF2-40B4-BE49-F238E27FC236}">
                <a16:creationId xmlns:a16="http://schemas.microsoft.com/office/drawing/2014/main" id="{7C668D91-346D-4039-8F63-D1F1CDE5C77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602918" y="62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llg_2_tuned_ReferenceLigand_9">
            <a:extLst>
              <a:ext uri="{FF2B5EF4-FFF2-40B4-BE49-F238E27FC236}">
                <a16:creationId xmlns:a16="http://schemas.microsoft.com/office/drawing/2014/main" id="{B93F78D4-CB54-477D-BFAB-4993E4D32B5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446" y="754005"/>
                </a:moveTo>
                <a:lnTo>
                  <a:pt x="879022" y="5754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llg_2_tuned_ReferenceLigand_10">
            <a:extLst>
              <a:ext uri="{FF2B5EF4-FFF2-40B4-BE49-F238E27FC236}">
                <a16:creationId xmlns:a16="http://schemas.microsoft.com/office/drawing/2014/main" id="{25F102FC-98B4-4E49-9A38-1D0B76D50A3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3065" y="764137"/>
                </a:moveTo>
                <a:lnTo>
                  <a:pt x="666628" y="8848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llg_2_tuned_ReferenceLigand_11">
            <a:extLst>
              <a:ext uri="{FF2B5EF4-FFF2-40B4-BE49-F238E27FC236}">
                <a16:creationId xmlns:a16="http://schemas.microsoft.com/office/drawing/2014/main" id="{6DC468B9-46E1-4EB3-B032-1E0D89CD170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776525" y="686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llg_2_tuned_ReferenceLigand_12">
            <a:extLst>
              <a:ext uri="{FF2B5EF4-FFF2-40B4-BE49-F238E27FC236}">
                <a16:creationId xmlns:a16="http://schemas.microsoft.com/office/drawing/2014/main" id="{25BACFF9-9608-4B34-B868-20F56333461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0193" y="434416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llg_2_tuned_ReferenceLigand_13">
            <a:extLst>
              <a:ext uri="{FF2B5EF4-FFF2-40B4-BE49-F238E27FC236}">
                <a16:creationId xmlns:a16="http://schemas.microsoft.com/office/drawing/2014/main" id="{CBDC52D0-5AAF-44DA-AD05-83DB73A4F5E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525" y="686662"/>
                </a:moveTo>
                <a:lnTo>
                  <a:pt x="1926862" y="68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llg_2_tuned_ReferenceLigand_14">
            <a:extLst>
              <a:ext uri="{FF2B5EF4-FFF2-40B4-BE49-F238E27FC236}">
                <a16:creationId xmlns:a16="http://schemas.microsoft.com/office/drawing/2014/main" id="{029B6981-3CB4-4534-AB1A-A3EF5984D45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862" y="689118"/>
                </a:moveTo>
                <a:lnTo>
                  <a:pt x="2109079" y="6777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llg_2_tuned_ReferenceLigand_15">
            <a:extLst>
              <a:ext uri="{FF2B5EF4-FFF2-40B4-BE49-F238E27FC236}">
                <a16:creationId xmlns:a16="http://schemas.microsoft.com/office/drawing/2014/main" id="{AB2FE930-0D88-4D6A-80AA-C58A4B04777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1004796" y="4513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llg_2_tuned_ReferenceLigand_16">
            <a:extLst>
              <a:ext uri="{FF2B5EF4-FFF2-40B4-BE49-F238E27FC236}">
                <a16:creationId xmlns:a16="http://schemas.microsoft.com/office/drawing/2014/main" id="{97CB60BA-CFA8-4357-B637-692CC312E86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705834" y="600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llg_2_tuned_ReferenceLigand_17">
            <a:extLst>
              <a:ext uri="{FF2B5EF4-FFF2-40B4-BE49-F238E27FC236}">
                <a16:creationId xmlns:a16="http://schemas.microsoft.com/office/drawing/2014/main" id="{FB640ED5-0850-4DCB-9E35-E1D9F1350DD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796" y="451392"/>
                </a:moveTo>
                <a:lnTo>
                  <a:pt x="1190193" y="434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llg_2_tuned_ReferenceLigand_18">
            <a:extLst>
              <a:ext uri="{FF2B5EF4-FFF2-40B4-BE49-F238E27FC236}">
                <a16:creationId xmlns:a16="http://schemas.microsoft.com/office/drawing/2014/main" id="{4A869867-7440-4A50-B0C7-32ACE76F915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79" y="677712"/>
                </a:moveTo>
                <a:lnTo>
                  <a:pt x="2257742" y="7009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llg_2_tuned_ReferenceLigand_19">
            <a:extLst>
              <a:ext uri="{FF2B5EF4-FFF2-40B4-BE49-F238E27FC236}">
                <a16:creationId xmlns:a16="http://schemas.microsoft.com/office/drawing/2014/main" id="{42043CF4-352C-4830-BCB5-F8A38A7DA7D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llg_2_tuned_ReferenceLigand_20">
            <a:extLst>
              <a:ext uri="{FF2B5EF4-FFF2-40B4-BE49-F238E27FC236}">
                <a16:creationId xmlns:a16="http://schemas.microsoft.com/office/drawing/2014/main" id="{F104E73D-52A5-4557-9C46-AA3EE8BEF31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624810" y="4441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llg_2_tuned_ReferenceLigand_21">
            <a:extLst>
              <a:ext uri="{FF2B5EF4-FFF2-40B4-BE49-F238E27FC236}">
                <a16:creationId xmlns:a16="http://schemas.microsoft.com/office/drawing/2014/main" id="{635E3668-18E2-497F-89CA-1A171E8C80A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268001" y="71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llg_2_tuned_ReferenceLigand_22">
            <a:extLst>
              <a:ext uri="{FF2B5EF4-FFF2-40B4-BE49-F238E27FC236}">
                <a16:creationId xmlns:a16="http://schemas.microsoft.com/office/drawing/2014/main" id="{0ACAED72-50C9-4B9A-834F-9E735677E66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054" y="792279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llg_2_tuned_ReferenceLigand_23">
            <a:extLst>
              <a:ext uri="{FF2B5EF4-FFF2-40B4-BE49-F238E27FC236}">
                <a16:creationId xmlns:a16="http://schemas.microsoft.com/office/drawing/2014/main" id="{5A740DDF-BB06-4C3B-953C-262D26ED4A4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585970" y="4379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llg_2_tuned_ReferenceLigand_24">
            <a:extLst>
              <a:ext uri="{FF2B5EF4-FFF2-40B4-BE49-F238E27FC236}">
                <a16:creationId xmlns:a16="http://schemas.microsoft.com/office/drawing/2014/main" id="{CCA1CB9B-7466-41E3-8BBE-04FC2AC775D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440008" y="657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llg_2_tuned_ReferenceLigand_25">
            <a:extLst>
              <a:ext uri="{FF2B5EF4-FFF2-40B4-BE49-F238E27FC236}">
                <a16:creationId xmlns:a16="http://schemas.microsoft.com/office/drawing/2014/main" id="{88B3CD19-48D0-4D39-B00F-BC6FE5BE513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7968" y="626023"/>
                </a:moveTo>
                <a:lnTo>
                  <a:pt x="420054" y="7922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llg_2_tuned_ReferenceLigand_26">
            <a:extLst>
              <a:ext uri="{FF2B5EF4-FFF2-40B4-BE49-F238E27FC236}">
                <a16:creationId xmlns:a16="http://schemas.microsoft.com/office/drawing/2014/main" id="{2759E0F5-A43E-4468-A806-2F3815A250D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970" y="437996"/>
                </a:moveTo>
                <a:lnTo>
                  <a:pt x="404736" y="4629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llg_2_tuned_ReferenceLigand_27">
            <a:extLst>
              <a:ext uri="{FF2B5EF4-FFF2-40B4-BE49-F238E27FC236}">
                <a16:creationId xmlns:a16="http://schemas.microsoft.com/office/drawing/2014/main" id="{734F1953-6628-4CE4-B1F0-AC2E751F42A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736" y="462963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llg_2_tuned_ReferenceLigand_28">
            <a:extLst>
              <a:ext uri="{FF2B5EF4-FFF2-40B4-BE49-F238E27FC236}">
                <a16:creationId xmlns:a16="http://schemas.microsoft.com/office/drawing/2014/main" id="{0956A3F7-03A7-435C-8B1A-329538CE1BB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91" y="645631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llg_2_tuned_ReferenceLigand_29">
            <a:extLst>
              <a:ext uri="{FF2B5EF4-FFF2-40B4-BE49-F238E27FC236}">
                <a16:creationId xmlns:a16="http://schemas.microsoft.com/office/drawing/2014/main" id="{7B445D95-5EBA-44D4-B41A-29BC7B185F0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254474" y="8891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llg_2_tuned_ReferenceLigand_30">
            <a:extLst>
              <a:ext uri="{FF2B5EF4-FFF2-40B4-BE49-F238E27FC236}">
                <a16:creationId xmlns:a16="http://schemas.microsoft.com/office/drawing/2014/main" id="{F1219A77-F1C8-4DE2-9AE0-EB5D3513F4D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748749" y="619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llg_2_tuned_PredictedLigand_0">
            <a:extLst>
              <a:ext uri="{FF2B5EF4-FFF2-40B4-BE49-F238E27FC236}">
                <a16:creationId xmlns:a16="http://schemas.microsoft.com/office/drawing/2014/main" id="{E73DC044-B610-49C4-91D8-6FB8DFC6F44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519" y="759993"/>
                </a:moveTo>
                <a:lnTo>
                  <a:pt x="1366611" y="8241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3" name="9llg_2_tuned_PredictedLigand_1">
            <a:extLst>
              <a:ext uri="{FF2B5EF4-FFF2-40B4-BE49-F238E27FC236}">
                <a16:creationId xmlns:a16="http://schemas.microsoft.com/office/drawing/2014/main" id="{8B183914-EB91-4D46-8E08-46260584DFB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6611" y="824112"/>
                </a:moveTo>
                <a:lnTo>
                  <a:pt x="1238153" y="67399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4" name="9llg_2_tuned_PredictedLigand_2">
            <a:extLst>
              <a:ext uri="{FF2B5EF4-FFF2-40B4-BE49-F238E27FC236}">
                <a16:creationId xmlns:a16="http://schemas.microsoft.com/office/drawing/2014/main" id="{B622916A-939F-4CE3-BB43-569951BF3A0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7232" y="871927"/>
                </a:moveTo>
                <a:lnTo>
                  <a:pt x="965538" y="8692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5" name="9llg_2_tuned_PredictedLigand_3">
            <a:extLst>
              <a:ext uri="{FF2B5EF4-FFF2-40B4-BE49-F238E27FC236}">
                <a16:creationId xmlns:a16="http://schemas.microsoft.com/office/drawing/2014/main" id="{1514D1EA-7745-47CA-A28A-BC6B7C0B931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090" y="571532"/>
                </a:moveTo>
                <a:lnTo>
                  <a:pt x="1550519" y="7599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6" name="9llg_2_tuned_PredictedLigand_4">
            <a:extLst>
              <a:ext uri="{FF2B5EF4-FFF2-40B4-BE49-F238E27FC236}">
                <a16:creationId xmlns:a16="http://schemas.microsoft.com/office/drawing/2014/main" id="{55302CAF-5E44-4A71-A285-90075A64045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5538" y="869258"/>
                </a:moveTo>
                <a:lnTo>
                  <a:pt x="1060431" y="7229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7" name="9llg_2_tuned_PredictedLigand_5">
            <a:extLst>
              <a:ext uri="{FF2B5EF4-FFF2-40B4-BE49-F238E27FC236}">
                <a16:creationId xmlns:a16="http://schemas.microsoft.com/office/drawing/2014/main" id="{D7D826ED-66AB-4DF1-9C45-E96AA5EEF4F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153" y="673990"/>
                </a:moveTo>
                <a:lnTo>
                  <a:pt x="1060431" y="7229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8" name="9llg_2_tuned_PredictedLigand_6">
            <a:extLst>
              <a:ext uri="{FF2B5EF4-FFF2-40B4-BE49-F238E27FC236}">
                <a16:creationId xmlns:a16="http://schemas.microsoft.com/office/drawing/2014/main" id="{2770A287-E2EA-4F2B-A9D6-DE447E1BB52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4533" y="739971"/>
                </a:moveTo>
                <a:lnTo>
                  <a:pt x="777232" y="8719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9" name="9llg_2_tuned_PredictedLigand_7">
            <a:extLst>
              <a:ext uri="{FF2B5EF4-FFF2-40B4-BE49-F238E27FC236}">
                <a16:creationId xmlns:a16="http://schemas.microsoft.com/office/drawing/2014/main" id="{246AD964-6A39-4758-91D2-D1FED58DE70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153" y="673990"/>
                </a:moveTo>
                <a:lnTo>
                  <a:pt x="1340056" y="5339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0" name="9llg_2_tuned_PredictedLigand_8">
            <a:extLst>
              <a:ext uri="{FF2B5EF4-FFF2-40B4-BE49-F238E27FC236}">
                <a16:creationId xmlns:a16="http://schemas.microsoft.com/office/drawing/2014/main" id="{A9111C0A-9B0B-48F7-A0CE-B9330200258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5893" y="724529"/>
                </a:moveTo>
                <a:lnTo>
                  <a:pt x="684533" y="7399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1" name="9llg_2_tuned_PredictedLigand_9">
            <a:extLst>
              <a:ext uri="{FF2B5EF4-FFF2-40B4-BE49-F238E27FC236}">
                <a16:creationId xmlns:a16="http://schemas.microsoft.com/office/drawing/2014/main" id="{A9E39D6B-804D-4239-B922-DD6A6A37229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0056" y="533918"/>
                </a:moveTo>
                <a:lnTo>
                  <a:pt x="1535090" y="5715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2" name="9llg_2_tuned_PredictedLigand_10">
            <a:extLst>
              <a:ext uri="{FF2B5EF4-FFF2-40B4-BE49-F238E27FC236}">
                <a16:creationId xmlns:a16="http://schemas.microsoft.com/office/drawing/2014/main" id="{77BECD03-7AAC-4BBD-B556-3A826C7EC89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4615" y="359112"/>
                </a:moveTo>
                <a:lnTo>
                  <a:pt x="1340056" y="5339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llg_2_tuned_PredictedLigand_11">
            <a:extLst>
              <a:ext uri="{FF2B5EF4-FFF2-40B4-BE49-F238E27FC236}">
                <a16:creationId xmlns:a16="http://schemas.microsoft.com/office/drawing/2014/main" id="{79322C12-DC73-47F7-81F9-2FA5F262D2D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0431" y="722929"/>
                </a:moveTo>
                <a:lnTo>
                  <a:pt x="944156" y="5586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llg_2_tuned_PredictedLigand_12">
            <a:extLst>
              <a:ext uri="{FF2B5EF4-FFF2-40B4-BE49-F238E27FC236}">
                <a16:creationId xmlns:a16="http://schemas.microsoft.com/office/drawing/2014/main" id="{734DB62A-C72B-404A-8B40-88CAA626A1C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3697" y="382813"/>
                </a:moveTo>
                <a:lnTo>
                  <a:pt x="1234615" y="3591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llg_2_tuned_PredictedLigand_13">
            <a:extLst>
              <a:ext uri="{FF2B5EF4-FFF2-40B4-BE49-F238E27FC236}">
                <a16:creationId xmlns:a16="http://schemas.microsoft.com/office/drawing/2014/main" id="{E864D5A1-4C4B-45A1-8F8C-2D6A64EE15B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8944" y="595523"/>
                </a:moveTo>
                <a:lnTo>
                  <a:pt x="495893" y="7245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llg_2_tuned_PredictedLigand_14">
            <a:extLst>
              <a:ext uri="{FF2B5EF4-FFF2-40B4-BE49-F238E27FC236}">
                <a16:creationId xmlns:a16="http://schemas.microsoft.com/office/drawing/2014/main" id="{B6A7793C-91B6-4B83-9E0D-220BA88E723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090" y="571532"/>
                </a:moveTo>
                <a:lnTo>
                  <a:pt x="1680176" y="518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llg_2_tuned_PredictedLigand_15">
            <a:extLst>
              <a:ext uri="{FF2B5EF4-FFF2-40B4-BE49-F238E27FC236}">
                <a16:creationId xmlns:a16="http://schemas.microsoft.com/office/drawing/2014/main" id="{70610388-CEF6-47BA-B7DA-13C32B8B6EA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4156" y="558672"/>
                </a:moveTo>
                <a:lnTo>
                  <a:pt x="1043697" y="3828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llg_2_tuned_PredictedLigand_16">
            <a:extLst>
              <a:ext uri="{FF2B5EF4-FFF2-40B4-BE49-F238E27FC236}">
                <a16:creationId xmlns:a16="http://schemas.microsoft.com/office/drawing/2014/main" id="{02078661-F91E-489D-818C-5210FABBF6A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0176" y="518100"/>
                </a:moveTo>
                <a:lnTo>
                  <a:pt x="1855390" y="59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llg_2_tuned_PredictedLigand_17">
            <a:extLst>
              <a:ext uri="{FF2B5EF4-FFF2-40B4-BE49-F238E27FC236}">
                <a16:creationId xmlns:a16="http://schemas.microsoft.com/office/drawing/2014/main" id="{140CBC0D-52CC-47E1-B006-16455F37D0E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982" y="594609"/>
                </a:moveTo>
                <a:lnTo>
                  <a:pt x="684533" y="7399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llg_2_tuned_PredictedLigand_18">
            <a:extLst>
              <a:ext uri="{FF2B5EF4-FFF2-40B4-BE49-F238E27FC236}">
                <a16:creationId xmlns:a16="http://schemas.microsoft.com/office/drawing/2014/main" id="{F5A336EA-90E1-4498-8B57-4455339F16B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4156" y="558672"/>
                </a:moveTo>
                <a:lnTo>
                  <a:pt x="770982" y="5946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llg_2_tuned_PredictedLigand_19">
            <a:extLst>
              <a:ext uri="{FF2B5EF4-FFF2-40B4-BE49-F238E27FC236}">
                <a16:creationId xmlns:a16="http://schemas.microsoft.com/office/drawing/2014/main" id="{9A6990C8-13E4-431D-A284-E745125D4B1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390" y="594904"/>
                </a:moveTo>
                <a:lnTo>
                  <a:pt x="1996057" y="6411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llg_2_tuned_PredictedLigand_20">
            <a:extLst>
              <a:ext uri="{FF2B5EF4-FFF2-40B4-BE49-F238E27FC236}">
                <a16:creationId xmlns:a16="http://schemas.microsoft.com/office/drawing/2014/main" id="{4171B04A-154E-4F06-B488-8DAFCA0591C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365" y="654937"/>
                </a:moveTo>
                <a:lnTo>
                  <a:pt x="378944" y="5955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llg_2_tuned_PredictedLigand_21">
            <a:extLst>
              <a:ext uri="{FF2B5EF4-FFF2-40B4-BE49-F238E27FC236}">
                <a16:creationId xmlns:a16="http://schemas.microsoft.com/office/drawing/2014/main" id="{6370D5EF-E1C2-4701-AAA7-617C2F50AE3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6057" y="641170"/>
                </a:moveTo>
                <a:lnTo>
                  <a:pt x="2173314" y="66444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llg_2_tuned_PredictedLigand_22">
            <a:extLst>
              <a:ext uri="{FF2B5EF4-FFF2-40B4-BE49-F238E27FC236}">
                <a16:creationId xmlns:a16="http://schemas.microsoft.com/office/drawing/2014/main" id="{84942878-09F0-4660-A902-C215C2F0F47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0176" y="518100"/>
                </a:moveTo>
                <a:lnTo>
                  <a:pt x="1673810" y="3229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llg_2_tuned_PredictedLigand_23">
            <a:extLst>
              <a:ext uri="{FF2B5EF4-FFF2-40B4-BE49-F238E27FC236}">
                <a16:creationId xmlns:a16="http://schemas.microsoft.com/office/drawing/2014/main" id="{24AEFEA6-2AC9-415B-A89A-A901E3A0041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982" y="594609"/>
                </a:moveTo>
                <a:lnTo>
                  <a:pt x="645834" y="4339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llg_2_tuned_PredictedLigand_24">
            <a:extLst>
              <a:ext uri="{FF2B5EF4-FFF2-40B4-BE49-F238E27FC236}">
                <a16:creationId xmlns:a16="http://schemas.microsoft.com/office/drawing/2014/main" id="{FB587543-55FD-4DFA-AF38-37DD41E4191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3314" y="664443"/>
                </a:moveTo>
                <a:lnTo>
                  <a:pt x="2328630" y="6618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llg_2_tuned_PredictedLigand_25">
            <a:extLst>
              <a:ext uri="{FF2B5EF4-FFF2-40B4-BE49-F238E27FC236}">
                <a16:creationId xmlns:a16="http://schemas.microsoft.com/office/drawing/2014/main" id="{2C9FCA50-BC8E-4163-9CD9-0F35319465E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0056" y="533918"/>
                </a:moveTo>
                <a:lnTo>
                  <a:pt x="1340250" y="5639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llg_2_tuned_PredictedLigand_26">
            <a:extLst>
              <a:ext uri="{FF2B5EF4-FFF2-40B4-BE49-F238E27FC236}">
                <a16:creationId xmlns:a16="http://schemas.microsoft.com/office/drawing/2014/main" id="{2923FAC8-B41B-4BBA-8F06-64FDDF986FB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6712" y="487336"/>
                </a:moveTo>
                <a:lnTo>
                  <a:pt x="378944" y="5955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llg_2_tuned_PredictedLigand_27">
            <a:extLst>
              <a:ext uri="{FF2B5EF4-FFF2-40B4-BE49-F238E27FC236}">
                <a16:creationId xmlns:a16="http://schemas.microsoft.com/office/drawing/2014/main" id="{21C2FF19-B60B-4598-AFBD-478CF868349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8630" y="661820"/>
                </a:moveTo>
                <a:lnTo>
                  <a:pt x="2500091" y="7419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llg_2_tuned_PredictedLigand_28">
            <a:extLst>
              <a:ext uri="{FF2B5EF4-FFF2-40B4-BE49-F238E27FC236}">
                <a16:creationId xmlns:a16="http://schemas.microsoft.com/office/drawing/2014/main" id="{2C41991B-9041-4DE3-A7C3-FE8A7DB4DEF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5834" y="433963"/>
                </a:moveTo>
                <a:lnTo>
                  <a:pt x="476712" y="4873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llg_2_tuned_PredictedLigand_29">
            <a:extLst>
              <a:ext uri="{FF2B5EF4-FFF2-40B4-BE49-F238E27FC236}">
                <a16:creationId xmlns:a16="http://schemas.microsoft.com/office/drawing/2014/main" id="{452FA1F2-71CF-4A72-864B-9F9B8611EEE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982" y="594609"/>
                </a:moveTo>
                <a:lnTo>
                  <a:pt x="810014" y="6529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llg_2_tuned_PredictedLigand_30">
            <a:extLst>
              <a:ext uri="{FF2B5EF4-FFF2-40B4-BE49-F238E27FC236}">
                <a16:creationId xmlns:a16="http://schemas.microsoft.com/office/drawing/2014/main" id="{05DEE0A3-BA31-460A-8153-3349704FFA6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8630" y="661820"/>
                </a:moveTo>
                <a:lnTo>
                  <a:pt x="2264790" y="7160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llg_2_tuned_PredictedAtoms_0">
            <a:extLst>
              <a:ext uri="{FF2B5EF4-FFF2-40B4-BE49-F238E27FC236}">
                <a16:creationId xmlns:a16="http://schemas.microsoft.com/office/drawing/2014/main" id="{7D8D2588-DB5A-4248-82CC-E746DB21A953}"/>
              </a:ext>
            </a:extLst>
          </p:cNvPr>
          <p:cNvSpPr>
            <a:spLocks noGrp="1"/>
          </p:cNvSpPr>
          <p:nvPr/>
        </p:nvSpPr>
        <p:spPr>
          <a:xfrm>
            <a:off x="3392573" y="1429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4" name="9llg_2_tuned_PredictedAtoms_1">
            <a:extLst>
              <a:ext uri="{FF2B5EF4-FFF2-40B4-BE49-F238E27FC236}">
                <a16:creationId xmlns:a16="http://schemas.microsoft.com/office/drawing/2014/main" id="{8D40F712-1D7C-4DB0-B49D-7BC1C13294AD}"/>
              </a:ext>
            </a:extLst>
          </p:cNvPr>
          <p:cNvSpPr>
            <a:spLocks noGrp="1"/>
          </p:cNvSpPr>
          <p:nvPr/>
        </p:nvSpPr>
        <p:spPr>
          <a:xfrm>
            <a:off x="3563152" y="13699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" name="9llg_2_tuned_PredictedAtoms_2">
            <a:extLst>
              <a:ext uri="{FF2B5EF4-FFF2-40B4-BE49-F238E27FC236}">
                <a16:creationId xmlns:a16="http://schemas.microsoft.com/office/drawing/2014/main" id="{737835D7-2FCA-4422-BB19-33D19167743F}"/>
              </a:ext>
            </a:extLst>
          </p:cNvPr>
          <p:cNvSpPr>
            <a:spLocks noGrp="1"/>
          </p:cNvSpPr>
          <p:nvPr/>
        </p:nvSpPr>
        <p:spPr>
          <a:xfrm>
            <a:off x="3680100" y="14989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" name="9llg_2_tuned_PredictedAtoms_3">
            <a:extLst>
              <a:ext uri="{FF2B5EF4-FFF2-40B4-BE49-F238E27FC236}">
                <a16:creationId xmlns:a16="http://schemas.microsoft.com/office/drawing/2014/main" id="{16C6E0DF-F24A-49F5-8294-6A14E2D1587A}"/>
              </a:ext>
            </a:extLst>
          </p:cNvPr>
          <p:cNvSpPr>
            <a:spLocks noGrp="1"/>
          </p:cNvSpPr>
          <p:nvPr/>
        </p:nvSpPr>
        <p:spPr>
          <a:xfrm>
            <a:off x="3868740" y="15143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" name="9llg_2_tuned_PredictedAtoms_4">
            <a:extLst>
              <a:ext uri="{FF2B5EF4-FFF2-40B4-BE49-F238E27FC236}">
                <a16:creationId xmlns:a16="http://schemas.microsoft.com/office/drawing/2014/main" id="{5C25A618-4249-4A5D-BBA1-E488FD371725}"/>
              </a:ext>
            </a:extLst>
          </p:cNvPr>
          <p:cNvSpPr>
            <a:spLocks noGrp="1"/>
          </p:cNvSpPr>
          <p:nvPr/>
        </p:nvSpPr>
        <p:spPr>
          <a:xfrm>
            <a:off x="3961439" y="16463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" name="9llg_2_tuned_PredictedAtoms_5">
            <a:extLst>
              <a:ext uri="{FF2B5EF4-FFF2-40B4-BE49-F238E27FC236}">
                <a16:creationId xmlns:a16="http://schemas.microsoft.com/office/drawing/2014/main" id="{14CAC709-2039-46BA-95A7-CD1A06727966}"/>
              </a:ext>
            </a:extLst>
          </p:cNvPr>
          <p:cNvSpPr>
            <a:spLocks noGrp="1"/>
          </p:cNvSpPr>
          <p:nvPr/>
        </p:nvSpPr>
        <p:spPr>
          <a:xfrm>
            <a:off x="4149745" y="16436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" name="9llg_2_tuned_PredictedAtoms_6">
            <a:extLst>
              <a:ext uri="{FF2B5EF4-FFF2-40B4-BE49-F238E27FC236}">
                <a16:creationId xmlns:a16="http://schemas.microsoft.com/office/drawing/2014/main" id="{6075A1EB-3235-47E9-96B2-6A2784A1829E}"/>
              </a:ext>
            </a:extLst>
          </p:cNvPr>
          <p:cNvSpPr>
            <a:spLocks noGrp="1"/>
          </p:cNvSpPr>
          <p:nvPr/>
        </p:nvSpPr>
        <p:spPr>
          <a:xfrm>
            <a:off x="4244639" y="14973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0" name="9llg_2_tuned_PredictedAtoms_7">
            <a:extLst>
              <a:ext uri="{FF2B5EF4-FFF2-40B4-BE49-F238E27FC236}">
                <a16:creationId xmlns:a16="http://schemas.microsoft.com/office/drawing/2014/main" id="{3B9C623C-A544-418D-A6E1-92C26990C38F}"/>
              </a:ext>
            </a:extLst>
          </p:cNvPr>
          <p:cNvSpPr>
            <a:spLocks noGrp="1"/>
          </p:cNvSpPr>
          <p:nvPr/>
        </p:nvSpPr>
        <p:spPr>
          <a:xfrm>
            <a:off x="4128363" y="13330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1" name="9llg_2_tuned_PredictedAtoms_8">
            <a:extLst>
              <a:ext uri="{FF2B5EF4-FFF2-40B4-BE49-F238E27FC236}">
                <a16:creationId xmlns:a16="http://schemas.microsoft.com/office/drawing/2014/main" id="{F811410E-FA9B-4AA0-8E27-35F7E00411DB}"/>
              </a:ext>
            </a:extLst>
          </p:cNvPr>
          <p:cNvSpPr>
            <a:spLocks noGrp="1"/>
          </p:cNvSpPr>
          <p:nvPr/>
        </p:nvSpPr>
        <p:spPr>
          <a:xfrm>
            <a:off x="4227904" y="11571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2" name="9llg_2_tuned_PredictedAtoms_9">
            <a:extLst>
              <a:ext uri="{FF2B5EF4-FFF2-40B4-BE49-F238E27FC236}">
                <a16:creationId xmlns:a16="http://schemas.microsoft.com/office/drawing/2014/main" id="{AFD40D8E-B93B-4730-AD89-DCB8446E61AF}"/>
              </a:ext>
            </a:extLst>
          </p:cNvPr>
          <p:cNvSpPr>
            <a:spLocks noGrp="1"/>
          </p:cNvSpPr>
          <p:nvPr/>
        </p:nvSpPr>
        <p:spPr>
          <a:xfrm>
            <a:off x="4418822" y="1133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3" name="9llg_2_tuned_PredictedAtoms_10">
            <a:extLst>
              <a:ext uri="{FF2B5EF4-FFF2-40B4-BE49-F238E27FC236}">
                <a16:creationId xmlns:a16="http://schemas.microsoft.com/office/drawing/2014/main" id="{8A0FDC86-8008-42E6-A645-8AA7FD39462B}"/>
              </a:ext>
            </a:extLst>
          </p:cNvPr>
          <p:cNvSpPr>
            <a:spLocks noGrp="1"/>
          </p:cNvSpPr>
          <p:nvPr/>
        </p:nvSpPr>
        <p:spPr>
          <a:xfrm>
            <a:off x="4524264" y="13083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4" name="9llg_2_tuned_PredictedAtoms_11">
            <a:extLst>
              <a:ext uri="{FF2B5EF4-FFF2-40B4-BE49-F238E27FC236}">
                <a16:creationId xmlns:a16="http://schemas.microsoft.com/office/drawing/2014/main" id="{3871E39A-258D-4DB3-AD7A-C89B864893AF}"/>
              </a:ext>
            </a:extLst>
          </p:cNvPr>
          <p:cNvSpPr>
            <a:spLocks noGrp="1"/>
          </p:cNvSpPr>
          <p:nvPr/>
        </p:nvSpPr>
        <p:spPr>
          <a:xfrm>
            <a:off x="4524458" y="13383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5" name="9llg_2_tuned_PredictedAtoms_12">
            <a:extLst>
              <a:ext uri="{FF2B5EF4-FFF2-40B4-BE49-F238E27FC236}">
                <a16:creationId xmlns:a16="http://schemas.microsoft.com/office/drawing/2014/main" id="{79022A53-4D65-4DD8-8E95-6481058788B3}"/>
              </a:ext>
            </a:extLst>
          </p:cNvPr>
          <p:cNvSpPr>
            <a:spLocks noGrp="1"/>
          </p:cNvSpPr>
          <p:nvPr/>
        </p:nvSpPr>
        <p:spPr>
          <a:xfrm>
            <a:off x="4719298" y="13459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6" name="9llg_2_tuned_PredictedAtoms_13">
            <a:extLst>
              <a:ext uri="{FF2B5EF4-FFF2-40B4-BE49-F238E27FC236}">
                <a16:creationId xmlns:a16="http://schemas.microsoft.com/office/drawing/2014/main" id="{A356939E-3D51-40AA-A4D4-1FEDCA559A80}"/>
              </a:ext>
            </a:extLst>
          </p:cNvPr>
          <p:cNvSpPr>
            <a:spLocks noGrp="1"/>
          </p:cNvSpPr>
          <p:nvPr/>
        </p:nvSpPr>
        <p:spPr>
          <a:xfrm>
            <a:off x="4864383" y="12924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llg_2_tuned_PredictedAtoms_14">
            <a:extLst>
              <a:ext uri="{FF2B5EF4-FFF2-40B4-BE49-F238E27FC236}">
                <a16:creationId xmlns:a16="http://schemas.microsoft.com/office/drawing/2014/main" id="{BFDA65BF-6B10-4155-81A7-11535DAA3EC6}"/>
              </a:ext>
            </a:extLst>
          </p:cNvPr>
          <p:cNvSpPr>
            <a:spLocks noGrp="1"/>
          </p:cNvSpPr>
          <p:nvPr/>
        </p:nvSpPr>
        <p:spPr>
          <a:xfrm>
            <a:off x="4858017" y="10972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8" name="9llg_2_tuned_PredictedAtoms_15">
            <a:extLst>
              <a:ext uri="{FF2B5EF4-FFF2-40B4-BE49-F238E27FC236}">
                <a16:creationId xmlns:a16="http://schemas.microsoft.com/office/drawing/2014/main" id="{8D43EB5C-D33A-45AD-B613-7842E603B30B}"/>
              </a:ext>
            </a:extLst>
          </p:cNvPr>
          <p:cNvSpPr>
            <a:spLocks noGrp="1"/>
          </p:cNvSpPr>
          <p:nvPr/>
        </p:nvSpPr>
        <p:spPr>
          <a:xfrm>
            <a:off x="5039598" y="136928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llg_2_tuned_PredictedAtoms_16">
            <a:extLst>
              <a:ext uri="{FF2B5EF4-FFF2-40B4-BE49-F238E27FC236}">
                <a16:creationId xmlns:a16="http://schemas.microsoft.com/office/drawing/2014/main" id="{0B776269-751F-4AC7-97B2-4B8E791727CD}"/>
              </a:ext>
            </a:extLst>
          </p:cNvPr>
          <p:cNvSpPr>
            <a:spLocks noGrp="1"/>
          </p:cNvSpPr>
          <p:nvPr/>
        </p:nvSpPr>
        <p:spPr>
          <a:xfrm>
            <a:off x="5180265" y="14155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" name="9llg_2_tuned_PredictedAtoms_17">
            <a:extLst>
              <a:ext uri="{FF2B5EF4-FFF2-40B4-BE49-F238E27FC236}">
                <a16:creationId xmlns:a16="http://schemas.microsoft.com/office/drawing/2014/main" id="{3038670C-A011-45D1-9649-2C7A252C706F}"/>
              </a:ext>
            </a:extLst>
          </p:cNvPr>
          <p:cNvSpPr>
            <a:spLocks noGrp="1"/>
          </p:cNvSpPr>
          <p:nvPr/>
        </p:nvSpPr>
        <p:spPr>
          <a:xfrm>
            <a:off x="5357521" y="14388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llg_2_tuned_PredictedAtoms_18">
            <a:extLst>
              <a:ext uri="{FF2B5EF4-FFF2-40B4-BE49-F238E27FC236}">
                <a16:creationId xmlns:a16="http://schemas.microsoft.com/office/drawing/2014/main" id="{9F9C399E-3415-488E-9C78-A35BFABA6B76}"/>
              </a:ext>
            </a:extLst>
          </p:cNvPr>
          <p:cNvSpPr>
            <a:spLocks noGrp="1"/>
          </p:cNvSpPr>
          <p:nvPr/>
        </p:nvSpPr>
        <p:spPr>
          <a:xfrm>
            <a:off x="5512838" y="14362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" name="9llg_2_tuned_PredictedAtoms_19">
            <a:extLst>
              <a:ext uri="{FF2B5EF4-FFF2-40B4-BE49-F238E27FC236}">
                <a16:creationId xmlns:a16="http://schemas.microsoft.com/office/drawing/2014/main" id="{9BA92C81-7B47-4EAF-99A9-305937526028}"/>
              </a:ext>
            </a:extLst>
          </p:cNvPr>
          <p:cNvSpPr>
            <a:spLocks noGrp="1"/>
          </p:cNvSpPr>
          <p:nvPr/>
        </p:nvSpPr>
        <p:spPr>
          <a:xfrm>
            <a:off x="5684299" y="15163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llg_2_tuned_PredictedAtoms_20">
            <a:extLst>
              <a:ext uri="{FF2B5EF4-FFF2-40B4-BE49-F238E27FC236}">
                <a16:creationId xmlns:a16="http://schemas.microsoft.com/office/drawing/2014/main" id="{7203C657-6A2F-4D7C-BEC5-44B6756A7800}"/>
              </a:ext>
            </a:extLst>
          </p:cNvPr>
          <p:cNvSpPr>
            <a:spLocks noGrp="1"/>
          </p:cNvSpPr>
          <p:nvPr/>
        </p:nvSpPr>
        <p:spPr>
          <a:xfrm>
            <a:off x="5448998" y="14904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llg_2_tuned_PredictedAtoms_21">
            <a:extLst>
              <a:ext uri="{FF2B5EF4-FFF2-40B4-BE49-F238E27FC236}">
                <a16:creationId xmlns:a16="http://schemas.microsoft.com/office/drawing/2014/main" id="{2D360A5A-EAD1-402C-A04E-D7B0AA53EC39}"/>
              </a:ext>
            </a:extLst>
          </p:cNvPr>
          <p:cNvSpPr>
            <a:spLocks noGrp="1"/>
          </p:cNvSpPr>
          <p:nvPr/>
        </p:nvSpPr>
        <p:spPr>
          <a:xfrm>
            <a:off x="4734727" y="15343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" name="9llg_2_tuned_PredictedAtoms_22">
            <a:extLst>
              <a:ext uri="{FF2B5EF4-FFF2-40B4-BE49-F238E27FC236}">
                <a16:creationId xmlns:a16="http://schemas.microsoft.com/office/drawing/2014/main" id="{D280807B-C192-4FBD-B179-90FF776641F8}"/>
              </a:ext>
            </a:extLst>
          </p:cNvPr>
          <p:cNvSpPr>
            <a:spLocks noGrp="1"/>
          </p:cNvSpPr>
          <p:nvPr/>
        </p:nvSpPr>
        <p:spPr>
          <a:xfrm>
            <a:off x="4550819" y="15984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" name="9llg_2_tuned_PredictedAtoms_23">
            <a:extLst>
              <a:ext uri="{FF2B5EF4-FFF2-40B4-BE49-F238E27FC236}">
                <a16:creationId xmlns:a16="http://schemas.microsoft.com/office/drawing/2014/main" id="{7954085E-718D-40E9-913D-4B6E4E60C4B6}"/>
              </a:ext>
            </a:extLst>
          </p:cNvPr>
          <p:cNvSpPr>
            <a:spLocks noGrp="1"/>
          </p:cNvSpPr>
          <p:nvPr/>
        </p:nvSpPr>
        <p:spPr>
          <a:xfrm>
            <a:off x="4422360" y="14483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llg_2_tuned_PredictedAtoms_24">
            <a:extLst>
              <a:ext uri="{FF2B5EF4-FFF2-40B4-BE49-F238E27FC236}">
                <a16:creationId xmlns:a16="http://schemas.microsoft.com/office/drawing/2014/main" id="{5004418E-B53E-4DC8-B8D8-8934658DF83D}"/>
              </a:ext>
            </a:extLst>
          </p:cNvPr>
          <p:cNvSpPr>
            <a:spLocks noGrp="1"/>
          </p:cNvSpPr>
          <p:nvPr/>
        </p:nvSpPr>
        <p:spPr>
          <a:xfrm>
            <a:off x="3955189" y="13689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" name="9llg_2_tuned_PredictedAtoms_25">
            <a:extLst>
              <a:ext uri="{FF2B5EF4-FFF2-40B4-BE49-F238E27FC236}">
                <a16:creationId xmlns:a16="http://schemas.microsoft.com/office/drawing/2014/main" id="{4C764BA8-E5E8-44C3-8572-DB884D5B2831}"/>
              </a:ext>
            </a:extLst>
          </p:cNvPr>
          <p:cNvSpPr>
            <a:spLocks noGrp="1"/>
          </p:cNvSpPr>
          <p:nvPr/>
        </p:nvSpPr>
        <p:spPr>
          <a:xfrm>
            <a:off x="3994221" y="14273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9" name="9llg_2_tuned_PredictedAtoms_26">
            <a:extLst>
              <a:ext uri="{FF2B5EF4-FFF2-40B4-BE49-F238E27FC236}">
                <a16:creationId xmlns:a16="http://schemas.microsoft.com/office/drawing/2014/main" id="{F1FB7BB1-53EB-46A6-922C-6D38B63408FD}"/>
              </a:ext>
            </a:extLst>
          </p:cNvPr>
          <p:cNvSpPr>
            <a:spLocks noGrp="1"/>
          </p:cNvSpPr>
          <p:nvPr/>
        </p:nvSpPr>
        <p:spPr>
          <a:xfrm>
            <a:off x="3830042" y="12083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llg_2_tuned_PredictedAtoms_27">
            <a:extLst>
              <a:ext uri="{FF2B5EF4-FFF2-40B4-BE49-F238E27FC236}">
                <a16:creationId xmlns:a16="http://schemas.microsoft.com/office/drawing/2014/main" id="{C05BB955-1182-49C4-BB86-D35590729422}"/>
              </a:ext>
            </a:extLst>
          </p:cNvPr>
          <p:cNvSpPr>
            <a:spLocks noGrp="1"/>
          </p:cNvSpPr>
          <p:nvPr/>
        </p:nvSpPr>
        <p:spPr>
          <a:xfrm>
            <a:off x="3660920" y="12617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1" name="stage3-cases-alternatives_9">
            <a:extLst>
              <a:ext uri="{FF2B5EF4-FFF2-40B4-BE49-F238E27FC236}">
                <a16:creationId xmlns:a16="http://schemas.microsoft.com/office/drawing/2014/main" id="{5F8B66B8-532E-4183-8ECD-F68964AEBEB1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0.92 Å   D 32%   Clash 0</a:t>
            </a:r>
          </a:p>
        </p:txBody>
      </p:sp>
      <p:sp>
        <p:nvSpPr>
          <p:cNvPr id="192" name="9llg_2_build_Receptor">
            <a:extLst>
              <a:ext uri="{FF2B5EF4-FFF2-40B4-BE49-F238E27FC236}">
                <a16:creationId xmlns:a16="http://schemas.microsoft.com/office/drawing/2014/main" id="{4D9B93D7-3B62-496E-A2BD-A3898B081FB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132" y="804357"/>
                </a:moveTo>
                <a:lnTo>
                  <a:pt x="2158268" y="745737"/>
                </a:lnTo>
                <a:moveTo>
                  <a:pt x="1943732" y="955040"/>
                </a:moveTo>
                <a:lnTo>
                  <a:pt x="1985132" y="804357"/>
                </a:lnTo>
                <a:moveTo>
                  <a:pt x="2288889" y="833356"/>
                </a:moveTo>
                <a:lnTo>
                  <a:pt x="2158268" y="745737"/>
                </a:lnTo>
                <a:moveTo>
                  <a:pt x="1784570" y="1042611"/>
                </a:moveTo>
                <a:lnTo>
                  <a:pt x="1943732" y="955040"/>
                </a:lnTo>
                <a:moveTo>
                  <a:pt x="2072290" y="1045936"/>
                </a:moveTo>
                <a:lnTo>
                  <a:pt x="1943732" y="955040"/>
                </a:lnTo>
                <a:moveTo>
                  <a:pt x="2248114" y="982958"/>
                </a:moveTo>
                <a:lnTo>
                  <a:pt x="2288889" y="833356"/>
                </a:lnTo>
                <a:moveTo>
                  <a:pt x="1809991" y="1184665"/>
                </a:moveTo>
                <a:lnTo>
                  <a:pt x="1784570" y="1042611"/>
                </a:lnTo>
                <a:moveTo>
                  <a:pt x="2072290" y="1045936"/>
                </a:moveTo>
                <a:lnTo>
                  <a:pt x="2248114" y="982958"/>
                </a:lnTo>
                <a:moveTo>
                  <a:pt x="1983446" y="1191845"/>
                </a:moveTo>
                <a:lnTo>
                  <a:pt x="2072290" y="1045936"/>
                </a:lnTo>
                <a:moveTo>
                  <a:pt x="1983446" y="1191845"/>
                </a:moveTo>
                <a:lnTo>
                  <a:pt x="1809991" y="1184665"/>
                </a:lnTo>
                <a:moveTo>
                  <a:pt x="2065449" y="1326417"/>
                </a:moveTo>
                <a:lnTo>
                  <a:pt x="1983446" y="1191845"/>
                </a:lnTo>
                <a:moveTo>
                  <a:pt x="478648" y="1230579"/>
                </a:moveTo>
                <a:lnTo>
                  <a:pt x="344167" y="12232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93" name="9llg_2_build_ExperimentalDensity">
            <a:extLst>
              <a:ext uri="{FF2B5EF4-FFF2-40B4-BE49-F238E27FC236}">
                <a16:creationId xmlns:a16="http://schemas.microsoft.com/office/drawing/2014/main" id="{E0287996-6E8E-4863-9105-13BADF7ED67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547" y="785377"/>
                </a:moveTo>
                <a:lnTo>
                  <a:pt x="1861255" y="703019"/>
                </a:lnTo>
                <a:moveTo>
                  <a:pt x="1861255" y="703019"/>
                </a:moveTo>
                <a:lnTo>
                  <a:pt x="1930408" y="818632"/>
                </a:lnTo>
                <a:moveTo>
                  <a:pt x="973571" y="1009063"/>
                </a:moveTo>
                <a:lnTo>
                  <a:pt x="922975" y="968753"/>
                </a:lnTo>
                <a:moveTo>
                  <a:pt x="973571" y="1009063"/>
                </a:moveTo>
                <a:lnTo>
                  <a:pt x="939061" y="960760"/>
                </a:lnTo>
                <a:moveTo>
                  <a:pt x="826794" y="1061733"/>
                </a:moveTo>
                <a:lnTo>
                  <a:pt x="922975" y="968753"/>
                </a:lnTo>
                <a:moveTo>
                  <a:pt x="826794" y="1061733"/>
                </a:moveTo>
                <a:lnTo>
                  <a:pt x="818696" y="1104491"/>
                </a:lnTo>
                <a:moveTo>
                  <a:pt x="1821721" y="850875"/>
                </a:moveTo>
                <a:lnTo>
                  <a:pt x="1861255" y="703019"/>
                </a:lnTo>
                <a:moveTo>
                  <a:pt x="826794" y="1061733"/>
                </a:moveTo>
                <a:lnTo>
                  <a:pt x="816751" y="1056171"/>
                </a:lnTo>
                <a:moveTo>
                  <a:pt x="922975" y="968753"/>
                </a:moveTo>
                <a:lnTo>
                  <a:pt x="939061" y="960760"/>
                </a:lnTo>
                <a:moveTo>
                  <a:pt x="922975" y="968753"/>
                </a:moveTo>
                <a:lnTo>
                  <a:pt x="912897" y="961653"/>
                </a:lnTo>
                <a:moveTo>
                  <a:pt x="1749547" y="785377"/>
                </a:moveTo>
                <a:lnTo>
                  <a:pt x="1821721" y="850875"/>
                </a:lnTo>
                <a:moveTo>
                  <a:pt x="816751" y="1056171"/>
                </a:moveTo>
                <a:lnTo>
                  <a:pt x="922975" y="968753"/>
                </a:lnTo>
                <a:moveTo>
                  <a:pt x="818696" y="1104491"/>
                </a:moveTo>
                <a:lnTo>
                  <a:pt x="816751" y="1056171"/>
                </a:lnTo>
                <a:moveTo>
                  <a:pt x="912897" y="961653"/>
                </a:moveTo>
                <a:lnTo>
                  <a:pt x="939061" y="960760"/>
                </a:lnTo>
                <a:moveTo>
                  <a:pt x="939061" y="960760"/>
                </a:moveTo>
                <a:lnTo>
                  <a:pt x="1125984" y="1030910"/>
                </a:lnTo>
                <a:moveTo>
                  <a:pt x="816751" y="1056171"/>
                </a:moveTo>
                <a:lnTo>
                  <a:pt x="912897" y="961653"/>
                </a:lnTo>
                <a:moveTo>
                  <a:pt x="1326571" y="1133450"/>
                </a:moveTo>
                <a:lnTo>
                  <a:pt x="1289594" y="1102750"/>
                </a:lnTo>
                <a:moveTo>
                  <a:pt x="1125984" y="1030910"/>
                </a:moveTo>
                <a:lnTo>
                  <a:pt x="1289594" y="1102750"/>
                </a:lnTo>
                <a:moveTo>
                  <a:pt x="818696" y="1104491"/>
                </a:moveTo>
                <a:lnTo>
                  <a:pt x="882329" y="1113268"/>
                </a:lnTo>
                <a:moveTo>
                  <a:pt x="1821721" y="850875"/>
                </a:moveTo>
                <a:lnTo>
                  <a:pt x="1930408" y="818632"/>
                </a:lnTo>
                <a:moveTo>
                  <a:pt x="1326571" y="1133450"/>
                </a:moveTo>
                <a:lnTo>
                  <a:pt x="1319001" y="1093785"/>
                </a:lnTo>
                <a:moveTo>
                  <a:pt x="1289594" y="1102750"/>
                </a:moveTo>
                <a:lnTo>
                  <a:pt x="1319001" y="1093785"/>
                </a:lnTo>
                <a:moveTo>
                  <a:pt x="816751" y="1056171"/>
                </a:moveTo>
                <a:lnTo>
                  <a:pt x="882329" y="1113268"/>
                </a:lnTo>
                <a:moveTo>
                  <a:pt x="939061" y="960760"/>
                </a:moveTo>
                <a:lnTo>
                  <a:pt x="1049352" y="960835"/>
                </a:lnTo>
                <a:moveTo>
                  <a:pt x="1234491" y="534361"/>
                </a:moveTo>
                <a:lnTo>
                  <a:pt x="1289026" y="579506"/>
                </a:lnTo>
                <a:moveTo>
                  <a:pt x="1391685" y="666293"/>
                </a:moveTo>
                <a:lnTo>
                  <a:pt x="1289026" y="579506"/>
                </a:lnTo>
                <a:moveTo>
                  <a:pt x="1125984" y="1030910"/>
                </a:moveTo>
                <a:lnTo>
                  <a:pt x="1049352" y="960835"/>
                </a:lnTo>
                <a:moveTo>
                  <a:pt x="1289026" y="579506"/>
                </a:moveTo>
                <a:lnTo>
                  <a:pt x="1304812" y="419664"/>
                </a:lnTo>
                <a:moveTo>
                  <a:pt x="1234491" y="534361"/>
                </a:moveTo>
                <a:lnTo>
                  <a:pt x="1171907" y="482813"/>
                </a:lnTo>
                <a:moveTo>
                  <a:pt x="1289026" y="579506"/>
                </a:moveTo>
                <a:lnTo>
                  <a:pt x="1394546" y="495192"/>
                </a:lnTo>
                <a:moveTo>
                  <a:pt x="1125984" y="1030910"/>
                </a:moveTo>
                <a:lnTo>
                  <a:pt x="1215086" y="1045600"/>
                </a:lnTo>
                <a:moveTo>
                  <a:pt x="1234491" y="534361"/>
                </a:moveTo>
                <a:lnTo>
                  <a:pt x="1304812" y="419664"/>
                </a:lnTo>
                <a:moveTo>
                  <a:pt x="1289594" y="1102750"/>
                </a:moveTo>
                <a:lnTo>
                  <a:pt x="1215086" y="1045600"/>
                </a:lnTo>
                <a:moveTo>
                  <a:pt x="1000716" y="1040894"/>
                </a:moveTo>
                <a:lnTo>
                  <a:pt x="1125984" y="1030910"/>
                </a:lnTo>
                <a:moveTo>
                  <a:pt x="1289026" y="579506"/>
                </a:moveTo>
                <a:lnTo>
                  <a:pt x="1457336" y="547947"/>
                </a:lnTo>
                <a:moveTo>
                  <a:pt x="1233762" y="710455"/>
                </a:moveTo>
                <a:lnTo>
                  <a:pt x="1289026" y="579506"/>
                </a:lnTo>
                <a:moveTo>
                  <a:pt x="946941" y="997357"/>
                </a:moveTo>
                <a:lnTo>
                  <a:pt x="939061" y="960760"/>
                </a:lnTo>
                <a:moveTo>
                  <a:pt x="1289594" y="1102750"/>
                </a:moveTo>
                <a:lnTo>
                  <a:pt x="1227003" y="1042057"/>
                </a:lnTo>
                <a:moveTo>
                  <a:pt x="1391685" y="666293"/>
                </a:moveTo>
                <a:lnTo>
                  <a:pt x="1443343" y="710717"/>
                </a:lnTo>
                <a:moveTo>
                  <a:pt x="1125984" y="1030910"/>
                </a:moveTo>
                <a:lnTo>
                  <a:pt x="1216611" y="1047530"/>
                </a:lnTo>
                <a:moveTo>
                  <a:pt x="1171907" y="482813"/>
                </a:moveTo>
                <a:lnTo>
                  <a:pt x="1256046" y="378658"/>
                </a:lnTo>
                <a:moveTo>
                  <a:pt x="1108668" y="605690"/>
                </a:moveTo>
                <a:lnTo>
                  <a:pt x="1234491" y="534361"/>
                </a:lnTo>
                <a:moveTo>
                  <a:pt x="1233762" y="710455"/>
                </a:moveTo>
                <a:lnTo>
                  <a:pt x="1234491" y="534361"/>
                </a:lnTo>
                <a:moveTo>
                  <a:pt x="1101568" y="599773"/>
                </a:moveTo>
                <a:lnTo>
                  <a:pt x="1234491" y="534361"/>
                </a:lnTo>
                <a:moveTo>
                  <a:pt x="1391685" y="666293"/>
                </a:moveTo>
                <a:lnTo>
                  <a:pt x="1457336" y="547947"/>
                </a:lnTo>
                <a:moveTo>
                  <a:pt x="1171907" y="482813"/>
                </a:moveTo>
                <a:lnTo>
                  <a:pt x="1304812" y="419664"/>
                </a:lnTo>
                <a:moveTo>
                  <a:pt x="882329" y="1113268"/>
                </a:moveTo>
                <a:lnTo>
                  <a:pt x="938812" y="1092834"/>
                </a:lnTo>
                <a:moveTo>
                  <a:pt x="1304812" y="419664"/>
                </a:moveTo>
                <a:lnTo>
                  <a:pt x="1256046" y="378658"/>
                </a:lnTo>
                <a:moveTo>
                  <a:pt x="1233762" y="710455"/>
                </a:moveTo>
                <a:lnTo>
                  <a:pt x="1391685" y="666293"/>
                </a:lnTo>
                <a:moveTo>
                  <a:pt x="912897" y="961653"/>
                </a:moveTo>
                <a:lnTo>
                  <a:pt x="946941" y="997357"/>
                </a:lnTo>
                <a:moveTo>
                  <a:pt x="816751" y="1056171"/>
                </a:moveTo>
                <a:lnTo>
                  <a:pt x="946941" y="997357"/>
                </a:lnTo>
                <a:moveTo>
                  <a:pt x="1263703" y="735934"/>
                </a:moveTo>
                <a:lnTo>
                  <a:pt x="1391685" y="666293"/>
                </a:lnTo>
                <a:moveTo>
                  <a:pt x="1304812" y="419664"/>
                </a:moveTo>
                <a:lnTo>
                  <a:pt x="1394546" y="495192"/>
                </a:lnTo>
                <a:moveTo>
                  <a:pt x="1101568" y="599773"/>
                </a:moveTo>
                <a:lnTo>
                  <a:pt x="1171907" y="482813"/>
                </a:lnTo>
                <a:moveTo>
                  <a:pt x="1319001" y="1093785"/>
                </a:moveTo>
                <a:lnTo>
                  <a:pt x="1227003" y="1042057"/>
                </a:lnTo>
                <a:moveTo>
                  <a:pt x="1443343" y="710717"/>
                </a:moveTo>
                <a:lnTo>
                  <a:pt x="1528650" y="607646"/>
                </a:lnTo>
                <a:moveTo>
                  <a:pt x="1443343" y="710717"/>
                </a:moveTo>
                <a:lnTo>
                  <a:pt x="1457336" y="547947"/>
                </a:lnTo>
                <a:moveTo>
                  <a:pt x="1457336" y="547947"/>
                </a:moveTo>
                <a:lnTo>
                  <a:pt x="1394546" y="495192"/>
                </a:lnTo>
                <a:moveTo>
                  <a:pt x="1021186" y="706978"/>
                </a:moveTo>
                <a:lnTo>
                  <a:pt x="1015244" y="701900"/>
                </a:lnTo>
                <a:moveTo>
                  <a:pt x="1457336" y="547947"/>
                </a:moveTo>
                <a:lnTo>
                  <a:pt x="1528650" y="607646"/>
                </a:lnTo>
                <a:moveTo>
                  <a:pt x="995202" y="732138"/>
                </a:moveTo>
                <a:lnTo>
                  <a:pt x="1015244" y="701900"/>
                </a:lnTo>
                <a:moveTo>
                  <a:pt x="995202" y="732138"/>
                </a:moveTo>
                <a:lnTo>
                  <a:pt x="1021186" y="706978"/>
                </a:lnTo>
                <a:moveTo>
                  <a:pt x="1015244" y="701900"/>
                </a:moveTo>
                <a:lnTo>
                  <a:pt x="1108668" y="605690"/>
                </a:lnTo>
                <a:moveTo>
                  <a:pt x="1015244" y="701900"/>
                </a:moveTo>
                <a:lnTo>
                  <a:pt x="1101568" y="599773"/>
                </a:lnTo>
                <a:moveTo>
                  <a:pt x="1021186" y="706978"/>
                </a:moveTo>
                <a:lnTo>
                  <a:pt x="1108668" y="605690"/>
                </a:lnTo>
                <a:moveTo>
                  <a:pt x="1089832" y="590972"/>
                </a:moveTo>
                <a:lnTo>
                  <a:pt x="1171907" y="482813"/>
                </a:lnTo>
                <a:moveTo>
                  <a:pt x="1108668" y="605690"/>
                </a:moveTo>
                <a:lnTo>
                  <a:pt x="1233762" y="710455"/>
                </a:lnTo>
                <a:moveTo>
                  <a:pt x="1256046" y="378658"/>
                </a:moveTo>
                <a:lnTo>
                  <a:pt x="1302822" y="364801"/>
                </a:lnTo>
                <a:moveTo>
                  <a:pt x="1108668" y="605690"/>
                </a:moveTo>
                <a:lnTo>
                  <a:pt x="1101568" y="599773"/>
                </a:lnTo>
                <a:moveTo>
                  <a:pt x="1304812" y="419664"/>
                </a:moveTo>
                <a:lnTo>
                  <a:pt x="1302822" y="364801"/>
                </a:lnTo>
                <a:moveTo>
                  <a:pt x="1263703" y="735934"/>
                </a:moveTo>
                <a:lnTo>
                  <a:pt x="1233762" y="710455"/>
                </a:lnTo>
                <a:moveTo>
                  <a:pt x="1443343" y="710717"/>
                </a:moveTo>
                <a:lnTo>
                  <a:pt x="1597496" y="666567"/>
                </a:lnTo>
                <a:moveTo>
                  <a:pt x="1597496" y="666567"/>
                </a:moveTo>
                <a:lnTo>
                  <a:pt x="1528650" y="607646"/>
                </a:lnTo>
                <a:moveTo>
                  <a:pt x="1391685" y="666293"/>
                </a:moveTo>
                <a:lnTo>
                  <a:pt x="1430227" y="799383"/>
                </a:lnTo>
                <a:moveTo>
                  <a:pt x="882329" y="1113268"/>
                </a:moveTo>
                <a:lnTo>
                  <a:pt x="946941" y="997357"/>
                </a:lnTo>
                <a:moveTo>
                  <a:pt x="1101568" y="599773"/>
                </a:moveTo>
                <a:lnTo>
                  <a:pt x="1089832" y="590972"/>
                </a:lnTo>
                <a:moveTo>
                  <a:pt x="1496588" y="757364"/>
                </a:moveTo>
                <a:lnTo>
                  <a:pt x="1443343" y="710717"/>
                </a:lnTo>
                <a:moveTo>
                  <a:pt x="1108668" y="605690"/>
                </a:moveTo>
                <a:lnTo>
                  <a:pt x="1214300" y="763867"/>
                </a:lnTo>
                <a:moveTo>
                  <a:pt x="1214300" y="763867"/>
                </a:moveTo>
                <a:lnTo>
                  <a:pt x="1233762" y="710455"/>
                </a:lnTo>
                <a:moveTo>
                  <a:pt x="938812" y="1092834"/>
                </a:moveTo>
                <a:lnTo>
                  <a:pt x="1000716" y="1040894"/>
                </a:lnTo>
                <a:moveTo>
                  <a:pt x="1214300" y="763867"/>
                </a:moveTo>
                <a:lnTo>
                  <a:pt x="1263703" y="735934"/>
                </a:lnTo>
                <a:moveTo>
                  <a:pt x="1394546" y="495192"/>
                </a:moveTo>
                <a:lnTo>
                  <a:pt x="1465061" y="464427"/>
                </a:lnTo>
                <a:moveTo>
                  <a:pt x="1528650" y="607646"/>
                </a:moveTo>
                <a:lnTo>
                  <a:pt x="1465061" y="464427"/>
                </a:lnTo>
                <a:moveTo>
                  <a:pt x="1457336" y="547947"/>
                </a:moveTo>
                <a:lnTo>
                  <a:pt x="1465061" y="464427"/>
                </a:lnTo>
                <a:moveTo>
                  <a:pt x="1000716" y="1040894"/>
                </a:moveTo>
                <a:lnTo>
                  <a:pt x="1049352" y="960835"/>
                </a:lnTo>
                <a:moveTo>
                  <a:pt x="1430227" y="799383"/>
                </a:moveTo>
                <a:lnTo>
                  <a:pt x="1443343" y="710717"/>
                </a:lnTo>
                <a:moveTo>
                  <a:pt x="1171907" y="482813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42801" y="531342"/>
                </a:lnTo>
                <a:moveTo>
                  <a:pt x="1256046" y="378658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57026" y="543438"/>
                </a:lnTo>
                <a:moveTo>
                  <a:pt x="1496588" y="757364"/>
                </a:moveTo>
                <a:lnTo>
                  <a:pt x="1597496" y="666567"/>
                </a:lnTo>
                <a:moveTo>
                  <a:pt x="968833" y="841065"/>
                </a:moveTo>
                <a:lnTo>
                  <a:pt x="1021186" y="706978"/>
                </a:lnTo>
                <a:moveTo>
                  <a:pt x="968833" y="841065"/>
                </a:moveTo>
                <a:lnTo>
                  <a:pt x="995202" y="732138"/>
                </a:lnTo>
                <a:moveTo>
                  <a:pt x="1021186" y="706978"/>
                </a:moveTo>
                <a:lnTo>
                  <a:pt x="1124452" y="796770"/>
                </a:lnTo>
                <a:moveTo>
                  <a:pt x="1030906" y="893320"/>
                </a:moveTo>
                <a:lnTo>
                  <a:pt x="1021186" y="706978"/>
                </a:lnTo>
                <a:moveTo>
                  <a:pt x="1215086" y="1045600"/>
                </a:moveTo>
                <a:lnTo>
                  <a:pt x="1227003" y="1042057"/>
                </a:lnTo>
                <a:moveTo>
                  <a:pt x="938812" y="1092834"/>
                </a:moveTo>
                <a:lnTo>
                  <a:pt x="946941" y="997357"/>
                </a:lnTo>
                <a:moveTo>
                  <a:pt x="1124452" y="796770"/>
                </a:moveTo>
                <a:lnTo>
                  <a:pt x="1108668" y="605690"/>
                </a:lnTo>
                <a:moveTo>
                  <a:pt x="1215086" y="1045600"/>
                </a:moveTo>
                <a:lnTo>
                  <a:pt x="1216611" y="1047530"/>
                </a:lnTo>
                <a:moveTo>
                  <a:pt x="1000716" y="1040894"/>
                </a:moveTo>
                <a:lnTo>
                  <a:pt x="1216611" y="1047530"/>
                </a:lnTo>
                <a:moveTo>
                  <a:pt x="1015244" y="701900"/>
                </a:moveTo>
                <a:lnTo>
                  <a:pt x="927029" y="632029"/>
                </a:lnTo>
                <a:moveTo>
                  <a:pt x="946941" y="997357"/>
                </a:moveTo>
                <a:lnTo>
                  <a:pt x="1049352" y="960835"/>
                </a:lnTo>
                <a:moveTo>
                  <a:pt x="1171907" y="482813"/>
                </a:moveTo>
                <a:lnTo>
                  <a:pt x="1119298" y="444351"/>
                </a:lnTo>
                <a:moveTo>
                  <a:pt x="1216611" y="1047530"/>
                </a:moveTo>
                <a:lnTo>
                  <a:pt x="1227003" y="1042057"/>
                </a:lnTo>
                <a:moveTo>
                  <a:pt x="927029" y="632029"/>
                </a:moveTo>
                <a:lnTo>
                  <a:pt x="1101568" y="599773"/>
                </a:lnTo>
                <a:moveTo>
                  <a:pt x="1223998" y="1053869"/>
                </a:moveTo>
                <a:lnTo>
                  <a:pt x="1227003" y="1042057"/>
                </a:lnTo>
                <a:moveTo>
                  <a:pt x="1335706" y="801298"/>
                </a:moveTo>
                <a:lnTo>
                  <a:pt x="1391685" y="666293"/>
                </a:lnTo>
                <a:moveTo>
                  <a:pt x="1597496" y="666567"/>
                </a:moveTo>
                <a:lnTo>
                  <a:pt x="1657026" y="543438"/>
                </a:lnTo>
                <a:moveTo>
                  <a:pt x="850091" y="742865"/>
                </a:moveTo>
                <a:lnTo>
                  <a:pt x="1015244" y="701900"/>
                </a:lnTo>
                <a:moveTo>
                  <a:pt x="854238" y="746173"/>
                </a:moveTo>
                <a:lnTo>
                  <a:pt x="995202" y="732138"/>
                </a:lnTo>
                <a:moveTo>
                  <a:pt x="1528650" y="607646"/>
                </a:moveTo>
                <a:lnTo>
                  <a:pt x="1527846" y="436657"/>
                </a:lnTo>
                <a:moveTo>
                  <a:pt x="1216611" y="1047530"/>
                </a:moveTo>
                <a:lnTo>
                  <a:pt x="1223998" y="1053869"/>
                </a:lnTo>
                <a:moveTo>
                  <a:pt x="1430227" y="799383"/>
                </a:moveTo>
                <a:lnTo>
                  <a:pt x="1496588" y="757364"/>
                </a:lnTo>
                <a:moveTo>
                  <a:pt x="850091" y="742865"/>
                </a:moveTo>
                <a:lnTo>
                  <a:pt x="995202" y="732138"/>
                </a:lnTo>
                <a:moveTo>
                  <a:pt x="946941" y="997357"/>
                </a:moveTo>
                <a:lnTo>
                  <a:pt x="1000716" y="1040894"/>
                </a:lnTo>
                <a:moveTo>
                  <a:pt x="1124452" y="796770"/>
                </a:moveTo>
                <a:lnTo>
                  <a:pt x="1214300" y="763867"/>
                </a:lnTo>
                <a:moveTo>
                  <a:pt x="1256046" y="378658"/>
                </a:moveTo>
                <a:lnTo>
                  <a:pt x="1225616" y="295411"/>
                </a:lnTo>
                <a:moveTo>
                  <a:pt x="1101568" y="599773"/>
                </a:moveTo>
                <a:lnTo>
                  <a:pt x="972008" y="598251"/>
                </a:lnTo>
                <a:moveTo>
                  <a:pt x="1657026" y="543438"/>
                </a:moveTo>
                <a:lnTo>
                  <a:pt x="1642801" y="531342"/>
                </a:lnTo>
                <a:moveTo>
                  <a:pt x="713933" y="627438"/>
                </a:moveTo>
                <a:lnTo>
                  <a:pt x="702017" y="617448"/>
                </a:lnTo>
                <a:moveTo>
                  <a:pt x="1089832" y="590972"/>
                </a:moveTo>
                <a:lnTo>
                  <a:pt x="1119298" y="444351"/>
                </a:lnTo>
                <a:moveTo>
                  <a:pt x="1304812" y="419664"/>
                </a:moveTo>
                <a:lnTo>
                  <a:pt x="1430231" y="357122"/>
                </a:lnTo>
                <a:moveTo>
                  <a:pt x="972008" y="598251"/>
                </a:moveTo>
                <a:lnTo>
                  <a:pt x="1089832" y="590972"/>
                </a:lnTo>
                <a:moveTo>
                  <a:pt x="1304812" y="419664"/>
                </a:moveTo>
                <a:lnTo>
                  <a:pt x="1421225" y="349706"/>
                </a:lnTo>
                <a:moveTo>
                  <a:pt x="1263703" y="735934"/>
                </a:moveTo>
                <a:lnTo>
                  <a:pt x="1335706" y="801298"/>
                </a:lnTo>
                <a:moveTo>
                  <a:pt x="1642801" y="531342"/>
                </a:moveTo>
                <a:lnTo>
                  <a:pt x="1660209" y="524756"/>
                </a:lnTo>
                <a:moveTo>
                  <a:pt x="689274" y="642510"/>
                </a:moveTo>
                <a:lnTo>
                  <a:pt x="702017" y="617448"/>
                </a:lnTo>
                <a:moveTo>
                  <a:pt x="689274" y="642510"/>
                </a:moveTo>
                <a:lnTo>
                  <a:pt x="713933" y="627438"/>
                </a:lnTo>
                <a:moveTo>
                  <a:pt x="702017" y="617448"/>
                </a:moveTo>
                <a:lnTo>
                  <a:pt x="718401" y="607728"/>
                </a:lnTo>
                <a:moveTo>
                  <a:pt x="713933" y="627438"/>
                </a:moveTo>
                <a:lnTo>
                  <a:pt x="718401" y="607728"/>
                </a:lnTo>
                <a:moveTo>
                  <a:pt x="1394546" y="495192"/>
                </a:moveTo>
                <a:lnTo>
                  <a:pt x="1430231" y="357122"/>
                </a:lnTo>
                <a:moveTo>
                  <a:pt x="1657026" y="543438"/>
                </a:moveTo>
                <a:lnTo>
                  <a:pt x="1660209" y="524756"/>
                </a:lnTo>
                <a:moveTo>
                  <a:pt x="1030906" y="893320"/>
                </a:moveTo>
                <a:lnTo>
                  <a:pt x="968833" y="841065"/>
                </a:lnTo>
                <a:moveTo>
                  <a:pt x="1465061" y="464427"/>
                </a:moveTo>
                <a:lnTo>
                  <a:pt x="1527846" y="436657"/>
                </a:lnTo>
                <a:moveTo>
                  <a:pt x="1030906" y="893320"/>
                </a:moveTo>
                <a:lnTo>
                  <a:pt x="1124452" y="796770"/>
                </a:lnTo>
                <a:moveTo>
                  <a:pt x="1302822" y="364801"/>
                </a:moveTo>
                <a:lnTo>
                  <a:pt x="1225616" y="295411"/>
                </a:lnTo>
                <a:moveTo>
                  <a:pt x="1642801" y="531342"/>
                </a:moveTo>
                <a:lnTo>
                  <a:pt x="1527846" y="436657"/>
                </a:lnTo>
                <a:moveTo>
                  <a:pt x="1597496" y="666567"/>
                </a:moveTo>
                <a:lnTo>
                  <a:pt x="1674748" y="736033"/>
                </a:lnTo>
                <a:moveTo>
                  <a:pt x="854238" y="746173"/>
                </a:moveTo>
                <a:lnTo>
                  <a:pt x="968833" y="841065"/>
                </a:lnTo>
                <a:moveTo>
                  <a:pt x="713933" y="627438"/>
                </a:moveTo>
                <a:lnTo>
                  <a:pt x="850091" y="742865"/>
                </a:lnTo>
                <a:moveTo>
                  <a:pt x="713933" y="627438"/>
                </a:moveTo>
                <a:lnTo>
                  <a:pt x="849589" y="744433"/>
                </a:lnTo>
                <a:moveTo>
                  <a:pt x="1263703" y="735934"/>
                </a:moveTo>
                <a:lnTo>
                  <a:pt x="1288200" y="807398"/>
                </a:lnTo>
                <a:moveTo>
                  <a:pt x="702017" y="617448"/>
                </a:moveTo>
                <a:lnTo>
                  <a:pt x="588361" y="523968"/>
                </a:lnTo>
                <a:moveTo>
                  <a:pt x="1089832" y="590972"/>
                </a:moveTo>
                <a:lnTo>
                  <a:pt x="1121037" y="447597"/>
                </a:lnTo>
                <a:moveTo>
                  <a:pt x="689274" y="642510"/>
                </a:moveTo>
                <a:lnTo>
                  <a:pt x="849589" y="744433"/>
                </a:lnTo>
                <a:moveTo>
                  <a:pt x="850091" y="742865"/>
                </a:moveTo>
                <a:lnTo>
                  <a:pt x="718401" y="607728"/>
                </a:lnTo>
                <a:moveTo>
                  <a:pt x="1302822" y="364801"/>
                </a:moveTo>
                <a:lnTo>
                  <a:pt x="1421225" y="349706"/>
                </a:lnTo>
                <a:moveTo>
                  <a:pt x="1119298" y="444351"/>
                </a:moveTo>
                <a:lnTo>
                  <a:pt x="1170712" y="311461"/>
                </a:lnTo>
                <a:moveTo>
                  <a:pt x="850091" y="742865"/>
                </a:moveTo>
                <a:lnTo>
                  <a:pt x="927029" y="632029"/>
                </a:lnTo>
                <a:moveTo>
                  <a:pt x="1335706" y="801298"/>
                </a:moveTo>
                <a:lnTo>
                  <a:pt x="1430227" y="799383"/>
                </a:lnTo>
                <a:moveTo>
                  <a:pt x="1214300" y="763867"/>
                </a:moveTo>
                <a:lnTo>
                  <a:pt x="1288200" y="807398"/>
                </a:lnTo>
                <a:moveTo>
                  <a:pt x="969265" y="894885"/>
                </a:moveTo>
                <a:lnTo>
                  <a:pt x="968833" y="841065"/>
                </a:lnTo>
                <a:moveTo>
                  <a:pt x="854238" y="746173"/>
                </a:moveTo>
                <a:lnTo>
                  <a:pt x="850091" y="742865"/>
                </a:lnTo>
                <a:moveTo>
                  <a:pt x="849589" y="744433"/>
                </a:moveTo>
                <a:lnTo>
                  <a:pt x="854238" y="746173"/>
                </a:lnTo>
                <a:moveTo>
                  <a:pt x="927029" y="632029"/>
                </a:moveTo>
                <a:lnTo>
                  <a:pt x="972008" y="598251"/>
                </a:lnTo>
                <a:moveTo>
                  <a:pt x="969265" y="894885"/>
                </a:moveTo>
                <a:lnTo>
                  <a:pt x="1030906" y="893320"/>
                </a:lnTo>
                <a:moveTo>
                  <a:pt x="849589" y="744433"/>
                </a:moveTo>
                <a:lnTo>
                  <a:pt x="850091" y="742865"/>
                </a:lnTo>
                <a:moveTo>
                  <a:pt x="1465061" y="464427"/>
                </a:moveTo>
                <a:lnTo>
                  <a:pt x="1430231" y="357122"/>
                </a:lnTo>
                <a:moveTo>
                  <a:pt x="1170712" y="311461"/>
                </a:moveTo>
                <a:lnTo>
                  <a:pt x="1120658" y="420744"/>
                </a:lnTo>
                <a:moveTo>
                  <a:pt x="1089832" y="590972"/>
                </a:moveTo>
                <a:lnTo>
                  <a:pt x="1051438" y="565244"/>
                </a:lnTo>
                <a:moveTo>
                  <a:pt x="1553272" y="810759"/>
                </a:moveTo>
                <a:lnTo>
                  <a:pt x="1597496" y="666567"/>
                </a:lnTo>
                <a:moveTo>
                  <a:pt x="1674748" y="736033"/>
                </a:moveTo>
                <a:lnTo>
                  <a:pt x="1657026" y="543438"/>
                </a:lnTo>
                <a:moveTo>
                  <a:pt x="1170712" y="311461"/>
                </a:moveTo>
                <a:lnTo>
                  <a:pt x="1225616" y="295411"/>
                </a:lnTo>
                <a:moveTo>
                  <a:pt x="1657026" y="543438"/>
                </a:moveTo>
                <a:lnTo>
                  <a:pt x="1759590" y="632682"/>
                </a:lnTo>
                <a:moveTo>
                  <a:pt x="1496588" y="757364"/>
                </a:moveTo>
                <a:lnTo>
                  <a:pt x="1553272" y="810759"/>
                </a:lnTo>
                <a:moveTo>
                  <a:pt x="1030906" y="893320"/>
                </a:moveTo>
                <a:lnTo>
                  <a:pt x="1002194" y="872022"/>
                </a:lnTo>
                <a:moveTo>
                  <a:pt x="854238" y="746173"/>
                </a:moveTo>
                <a:lnTo>
                  <a:pt x="969265" y="894885"/>
                </a:lnTo>
                <a:moveTo>
                  <a:pt x="656858" y="757775"/>
                </a:moveTo>
                <a:lnTo>
                  <a:pt x="689274" y="642510"/>
                </a:lnTo>
                <a:moveTo>
                  <a:pt x="849589" y="744433"/>
                </a:moveTo>
                <a:lnTo>
                  <a:pt x="969265" y="894885"/>
                </a:lnTo>
                <a:moveTo>
                  <a:pt x="1119298" y="444351"/>
                </a:moveTo>
                <a:lnTo>
                  <a:pt x="1120658" y="420744"/>
                </a:lnTo>
                <a:moveTo>
                  <a:pt x="1496588" y="757364"/>
                </a:moveTo>
                <a:lnTo>
                  <a:pt x="1515559" y="829262"/>
                </a:lnTo>
                <a:moveTo>
                  <a:pt x="1124452" y="796770"/>
                </a:moveTo>
                <a:lnTo>
                  <a:pt x="1288200" y="807398"/>
                </a:lnTo>
                <a:moveTo>
                  <a:pt x="538210" y="659663"/>
                </a:moveTo>
                <a:lnTo>
                  <a:pt x="702017" y="617448"/>
                </a:lnTo>
                <a:moveTo>
                  <a:pt x="707182" y="800911"/>
                </a:moveTo>
                <a:lnTo>
                  <a:pt x="689274" y="642510"/>
                </a:lnTo>
                <a:moveTo>
                  <a:pt x="1657026" y="543438"/>
                </a:moveTo>
                <a:lnTo>
                  <a:pt x="1826651" y="515437"/>
                </a:lnTo>
                <a:moveTo>
                  <a:pt x="541445" y="662305"/>
                </a:moveTo>
                <a:lnTo>
                  <a:pt x="689274" y="642510"/>
                </a:lnTo>
                <a:moveTo>
                  <a:pt x="1660209" y="524756"/>
                </a:moveTo>
                <a:lnTo>
                  <a:pt x="1776281" y="472973"/>
                </a:lnTo>
                <a:moveTo>
                  <a:pt x="538210" y="659663"/>
                </a:moveTo>
                <a:lnTo>
                  <a:pt x="689274" y="642510"/>
                </a:lnTo>
                <a:moveTo>
                  <a:pt x="1430227" y="799383"/>
                </a:moveTo>
                <a:lnTo>
                  <a:pt x="1515559" y="829262"/>
                </a:lnTo>
                <a:moveTo>
                  <a:pt x="1430231" y="357122"/>
                </a:moveTo>
                <a:lnTo>
                  <a:pt x="1527846" y="436657"/>
                </a:lnTo>
                <a:moveTo>
                  <a:pt x="702017" y="617448"/>
                </a:moveTo>
                <a:lnTo>
                  <a:pt x="713304" y="457303"/>
                </a:lnTo>
                <a:moveTo>
                  <a:pt x="1642801" y="531342"/>
                </a:moveTo>
                <a:lnTo>
                  <a:pt x="1653323" y="371396"/>
                </a:lnTo>
                <a:moveTo>
                  <a:pt x="702017" y="617448"/>
                </a:moveTo>
                <a:lnTo>
                  <a:pt x="709516" y="454164"/>
                </a:lnTo>
                <a:moveTo>
                  <a:pt x="1660209" y="524756"/>
                </a:moveTo>
                <a:lnTo>
                  <a:pt x="1826651" y="515437"/>
                </a:lnTo>
                <a:moveTo>
                  <a:pt x="1119298" y="444351"/>
                </a:moveTo>
                <a:lnTo>
                  <a:pt x="1121037" y="447597"/>
                </a:lnTo>
                <a:moveTo>
                  <a:pt x="486496" y="440621"/>
                </a:moveTo>
                <a:lnTo>
                  <a:pt x="588361" y="523968"/>
                </a:lnTo>
                <a:moveTo>
                  <a:pt x="1527846" y="436657"/>
                </a:moveTo>
                <a:lnTo>
                  <a:pt x="1426625" y="348741"/>
                </a:lnTo>
                <a:moveTo>
                  <a:pt x="718401" y="607728"/>
                </a:moveTo>
                <a:lnTo>
                  <a:pt x="840617" y="563831"/>
                </a:lnTo>
                <a:moveTo>
                  <a:pt x="969265" y="894885"/>
                </a:moveTo>
                <a:lnTo>
                  <a:pt x="1002194" y="872022"/>
                </a:lnTo>
                <a:moveTo>
                  <a:pt x="718401" y="607728"/>
                </a:moveTo>
                <a:lnTo>
                  <a:pt x="713304" y="457303"/>
                </a:lnTo>
                <a:moveTo>
                  <a:pt x="707182" y="800911"/>
                </a:moveTo>
                <a:lnTo>
                  <a:pt x="849589" y="744433"/>
                </a:lnTo>
                <a:moveTo>
                  <a:pt x="1660209" y="524756"/>
                </a:moveTo>
                <a:lnTo>
                  <a:pt x="1653323" y="371396"/>
                </a:lnTo>
                <a:moveTo>
                  <a:pt x="1121037" y="447597"/>
                </a:moveTo>
                <a:lnTo>
                  <a:pt x="1120658" y="420744"/>
                </a:lnTo>
                <a:moveTo>
                  <a:pt x="927029" y="632029"/>
                </a:moveTo>
                <a:lnTo>
                  <a:pt x="840617" y="563831"/>
                </a:lnTo>
                <a:moveTo>
                  <a:pt x="538210" y="659663"/>
                </a:moveTo>
                <a:lnTo>
                  <a:pt x="588361" y="523968"/>
                </a:lnTo>
                <a:moveTo>
                  <a:pt x="1170712" y="311461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116658" y="796008"/>
                </a:lnTo>
                <a:moveTo>
                  <a:pt x="1674748" y="736033"/>
                </a:moveTo>
                <a:lnTo>
                  <a:pt x="1759590" y="632682"/>
                </a:lnTo>
                <a:moveTo>
                  <a:pt x="850091" y="742865"/>
                </a:moveTo>
                <a:lnTo>
                  <a:pt x="840617" y="563831"/>
                </a:lnTo>
                <a:moveTo>
                  <a:pt x="1030906" y="893320"/>
                </a:moveTo>
                <a:lnTo>
                  <a:pt x="1116658" y="796008"/>
                </a:lnTo>
                <a:moveTo>
                  <a:pt x="1225616" y="295411"/>
                </a:moveTo>
                <a:lnTo>
                  <a:pt x="1421225" y="349706"/>
                </a:lnTo>
                <a:moveTo>
                  <a:pt x="972008" y="598251"/>
                </a:moveTo>
                <a:lnTo>
                  <a:pt x="1051438" y="565244"/>
                </a:lnTo>
                <a:moveTo>
                  <a:pt x="1288200" y="807398"/>
                </a:moveTo>
                <a:lnTo>
                  <a:pt x="1335706" y="801298"/>
                </a:lnTo>
                <a:moveTo>
                  <a:pt x="1527846" y="436657"/>
                </a:moveTo>
                <a:lnTo>
                  <a:pt x="1653323" y="371396"/>
                </a:lnTo>
                <a:moveTo>
                  <a:pt x="718401" y="607728"/>
                </a:moveTo>
                <a:lnTo>
                  <a:pt x="722622" y="466325"/>
                </a:lnTo>
                <a:moveTo>
                  <a:pt x="588361" y="523968"/>
                </a:moveTo>
                <a:lnTo>
                  <a:pt x="709516" y="454164"/>
                </a:lnTo>
                <a:moveTo>
                  <a:pt x="1430231" y="357122"/>
                </a:moveTo>
                <a:lnTo>
                  <a:pt x="1421225" y="349706"/>
                </a:lnTo>
                <a:moveTo>
                  <a:pt x="927029" y="632029"/>
                </a:moveTo>
                <a:lnTo>
                  <a:pt x="919391" y="499498"/>
                </a:lnTo>
                <a:moveTo>
                  <a:pt x="486496" y="440621"/>
                </a:moveTo>
                <a:lnTo>
                  <a:pt x="479438" y="434881"/>
                </a:lnTo>
                <a:moveTo>
                  <a:pt x="473425" y="445317"/>
                </a:moveTo>
                <a:lnTo>
                  <a:pt x="486496" y="440621"/>
                </a:lnTo>
                <a:moveTo>
                  <a:pt x="486496" y="440621"/>
                </a:moveTo>
                <a:lnTo>
                  <a:pt x="486574" y="429615"/>
                </a:lnTo>
                <a:moveTo>
                  <a:pt x="1430231" y="357122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347667" y="324592"/>
                </a:lnTo>
                <a:moveTo>
                  <a:pt x="421159" y="563032"/>
                </a:moveTo>
                <a:lnTo>
                  <a:pt x="588361" y="523968"/>
                </a:lnTo>
                <a:moveTo>
                  <a:pt x="1553272" y="810759"/>
                </a:moveTo>
                <a:lnTo>
                  <a:pt x="1674748" y="736033"/>
                </a:lnTo>
                <a:moveTo>
                  <a:pt x="707182" y="800911"/>
                </a:moveTo>
                <a:lnTo>
                  <a:pt x="656858" y="757775"/>
                </a:lnTo>
                <a:moveTo>
                  <a:pt x="473425" y="445317"/>
                </a:moveTo>
                <a:lnTo>
                  <a:pt x="479438" y="434881"/>
                </a:lnTo>
                <a:moveTo>
                  <a:pt x="1421225" y="349706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486574" y="429615"/>
                </a:lnTo>
                <a:moveTo>
                  <a:pt x="541445" y="662305"/>
                </a:moveTo>
                <a:lnTo>
                  <a:pt x="656858" y="757775"/>
                </a:lnTo>
                <a:moveTo>
                  <a:pt x="1759590" y="632682"/>
                </a:moveTo>
                <a:lnTo>
                  <a:pt x="1826651" y="515437"/>
                </a:lnTo>
                <a:moveTo>
                  <a:pt x="1051438" y="565244"/>
                </a:moveTo>
                <a:lnTo>
                  <a:pt x="1121037" y="447597"/>
                </a:lnTo>
                <a:moveTo>
                  <a:pt x="1120658" y="420744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219600" y="709303"/>
                </a:lnTo>
                <a:moveTo>
                  <a:pt x="849589" y="744433"/>
                </a:moveTo>
                <a:lnTo>
                  <a:pt x="884157" y="834932"/>
                </a:lnTo>
                <a:moveTo>
                  <a:pt x="972008" y="598251"/>
                </a:moveTo>
                <a:lnTo>
                  <a:pt x="919391" y="499498"/>
                </a:lnTo>
                <a:moveTo>
                  <a:pt x="1137675" y="289066"/>
                </a:moveTo>
                <a:lnTo>
                  <a:pt x="1225616" y="295411"/>
                </a:lnTo>
                <a:moveTo>
                  <a:pt x="486496" y="440621"/>
                </a:moveTo>
                <a:lnTo>
                  <a:pt x="709516" y="454164"/>
                </a:lnTo>
                <a:moveTo>
                  <a:pt x="1335706" y="801298"/>
                </a:moveTo>
                <a:lnTo>
                  <a:pt x="1333140" y="802674"/>
                </a:lnTo>
                <a:moveTo>
                  <a:pt x="657461" y="812275"/>
                </a:moveTo>
                <a:lnTo>
                  <a:pt x="656858" y="757775"/>
                </a:lnTo>
                <a:moveTo>
                  <a:pt x="541445" y="662305"/>
                </a:moveTo>
                <a:lnTo>
                  <a:pt x="538210" y="659663"/>
                </a:lnTo>
                <a:moveTo>
                  <a:pt x="1826651" y="515437"/>
                </a:moveTo>
                <a:lnTo>
                  <a:pt x="1776281" y="472973"/>
                </a:lnTo>
                <a:moveTo>
                  <a:pt x="538184" y="661347"/>
                </a:moveTo>
                <a:lnTo>
                  <a:pt x="541445" y="662305"/>
                </a:lnTo>
                <a:moveTo>
                  <a:pt x="1002194" y="872022"/>
                </a:moveTo>
                <a:lnTo>
                  <a:pt x="1116658" y="796008"/>
                </a:lnTo>
                <a:moveTo>
                  <a:pt x="538184" y="661347"/>
                </a:moveTo>
                <a:lnTo>
                  <a:pt x="538210" y="659663"/>
                </a:lnTo>
                <a:moveTo>
                  <a:pt x="1426625" y="348741"/>
                </a:moveTo>
                <a:lnTo>
                  <a:pt x="1653323" y="371396"/>
                </a:lnTo>
                <a:moveTo>
                  <a:pt x="969265" y="894885"/>
                </a:moveTo>
                <a:lnTo>
                  <a:pt x="884157" y="834932"/>
                </a:lnTo>
                <a:moveTo>
                  <a:pt x="1430227" y="799383"/>
                </a:moveTo>
                <a:lnTo>
                  <a:pt x="1415449" y="787223"/>
                </a:lnTo>
                <a:moveTo>
                  <a:pt x="286531" y="450093"/>
                </a:moveTo>
                <a:lnTo>
                  <a:pt x="479438" y="434881"/>
                </a:lnTo>
                <a:moveTo>
                  <a:pt x="421159" y="563032"/>
                </a:moveTo>
                <a:lnTo>
                  <a:pt x="486496" y="440621"/>
                </a:lnTo>
                <a:moveTo>
                  <a:pt x="286531" y="450093"/>
                </a:moveTo>
                <a:lnTo>
                  <a:pt x="347667" y="324592"/>
                </a:lnTo>
                <a:moveTo>
                  <a:pt x="286531" y="450093"/>
                </a:moveTo>
                <a:lnTo>
                  <a:pt x="473425" y="445317"/>
                </a:lnTo>
                <a:moveTo>
                  <a:pt x="1653323" y="371396"/>
                </a:moveTo>
                <a:lnTo>
                  <a:pt x="1776281" y="472973"/>
                </a:lnTo>
                <a:moveTo>
                  <a:pt x="355798" y="508141"/>
                </a:moveTo>
                <a:lnTo>
                  <a:pt x="473425" y="445317"/>
                </a:lnTo>
                <a:moveTo>
                  <a:pt x="1776281" y="472973"/>
                </a:moveTo>
                <a:lnTo>
                  <a:pt x="1653892" y="371391"/>
                </a:lnTo>
                <a:moveTo>
                  <a:pt x="718401" y="607728"/>
                </a:moveTo>
                <a:lnTo>
                  <a:pt x="798981" y="533351"/>
                </a:lnTo>
                <a:moveTo>
                  <a:pt x="421159" y="563032"/>
                </a:moveTo>
                <a:lnTo>
                  <a:pt x="473425" y="445317"/>
                </a:lnTo>
                <a:moveTo>
                  <a:pt x="657461" y="812275"/>
                </a:moveTo>
                <a:lnTo>
                  <a:pt x="707182" y="800911"/>
                </a:lnTo>
                <a:moveTo>
                  <a:pt x="1515559" y="829262"/>
                </a:moveTo>
                <a:lnTo>
                  <a:pt x="1553272" y="810759"/>
                </a:lnTo>
                <a:moveTo>
                  <a:pt x="884157" y="834932"/>
                </a:moveTo>
                <a:lnTo>
                  <a:pt x="1002194" y="872022"/>
                </a:lnTo>
                <a:moveTo>
                  <a:pt x="541445" y="662305"/>
                </a:moveTo>
                <a:lnTo>
                  <a:pt x="657461" y="812275"/>
                </a:lnTo>
                <a:moveTo>
                  <a:pt x="1288200" y="807398"/>
                </a:moveTo>
                <a:lnTo>
                  <a:pt x="1333140" y="802674"/>
                </a:lnTo>
                <a:moveTo>
                  <a:pt x="538184" y="661347"/>
                </a:moveTo>
                <a:lnTo>
                  <a:pt x="657461" y="812275"/>
                </a:lnTo>
                <a:moveTo>
                  <a:pt x="713304" y="457303"/>
                </a:moveTo>
                <a:lnTo>
                  <a:pt x="709516" y="454164"/>
                </a:lnTo>
                <a:moveTo>
                  <a:pt x="713304" y="457303"/>
                </a:moveTo>
                <a:lnTo>
                  <a:pt x="735659" y="425537"/>
                </a:lnTo>
                <a:moveTo>
                  <a:pt x="709516" y="454164"/>
                </a:moveTo>
                <a:lnTo>
                  <a:pt x="735659" y="425537"/>
                </a:lnTo>
                <a:moveTo>
                  <a:pt x="538210" y="659663"/>
                </a:moveTo>
                <a:lnTo>
                  <a:pt x="421159" y="563032"/>
                </a:lnTo>
                <a:moveTo>
                  <a:pt x="1653323" y="371396"/>
                </a:moveTo>
                <a:lnTo>
                  <a:pt x="1653892" y="371391"/>
                </a:lnTo>
                <a:moveTo>
                  <a:pt x="538184" y="661347"/>
                </a:moveTo>
                <a:lnTo>
                  <a:pt x="421159" y="563032"/>
                </a:lnTo>
                <a:moveTo>
                  <a:pt x="892046" y="257679"/>
                </a:moveTo>
                <a:lnTo>
                  <a:pt x="878299" y="246323"/>
                </a:lnTo>
                <a:moveTo>
                  <a:pt x="709516" y="454164"/>
                </a:moveTo>
                <a:lnTo>
                  <a:pt x="702888" y="449164"/>
                </a:lnTo>
                <a:moveTo>
                  <a:pt x="828012" y="315255"/>
                </a:moveTo>
                <a:lnTo>
                  <a:pt x="892046" y="257679"/>
                </a:lnTo>
                <a:moveTo>
                  <a:pt x="1002194" y="872022"/>
                </a:moveTo>
                <a:lnTo>
                  <a:pt x="921846" y="809451"/>
                </a:lnTo>
                <a:moveTo>
                  <a:pt x="702888" y="449164"/>
                </a:moveTo>
                <a:lnTo>
                  <a:pt x="735659" y="425537"/>
                </a:lnTo>
                <a:moveTo>
                  <a:pt x="1288200" y="807398"/>
                </a:moveTo>
                <a:lnTo>
                  <a:pt x="1256687" y="739554"/>
                </a:lnTo>
                <a:moveTo>
                  <a:pt x="828012" y="315255"/>
                </a:moveTo>
                <a:lnTo>
                  <a:pt x="878299" y="246323"/>
                </a:lnTo>
                <a:moveTo>
                  <a:pt x="1225616" y="295411"/>
                </a:moveTo>
                <a:lnTo>
                  <a:pt x="1341661" y="287862"/>
                </a:lnTo>
                <a:moveTo>
                  <a:pt x="718401" y="607728"/>
                </a:moveTo>
                <a:lnTo>
                  <a:pt x="762059" y="525788"/>
                </a:lnTo>
                <a:moveTo>
                  <a:pt x="892046" y="257679"/>
                </a:moveTo>
                <a:lnTo>
                  <a:pt x="902030" y="226869"/>
                </a:lnTo>
                <a:moveTo>
                  <a:pt x="707182" y="800911"/>
                </a:moveTo>
                <a:lnTo>
                  <a:pt x="884157" y="834932"/>
                </a:lnTo>
                <a:moveTo>
                  <a:pt x="840617" y="563831"/>
                </a:moveTo>
                <a:lnTo>
                  <a:pt x="783573" y="450517"/>
                </a:lnTo>
                <a:moveTo>
                  <a:pt x="713304" y="457303"/>
                </a:moveTo>
                <a:lnTo>
                  <a:pt x="783573" y="450517"/>
                </a:lnTo>
                <a:moveTo>
                  <a:pt x="878299" y="246323"/>
                </a:moveTo>
                <a:lnTo>
                  <a:pt x="902030" y="226869"/>
                </a:lnTo>
                <a:moveTo>
                  <a:pt x="713304" y="457303"/>
                </a:moveTo>
                <a:lnTo>
                  <a:pt x="722622" y="466325"/>
                </a:lnTo>
                <a:moveTo>
                  <a:pt x="840617" y="563831"/>
                </a:moveTo>
                <a:lnTo>
                  <a:pt x="919391" y="499498"/>
                </a:lnTo>
                <a:moveTo>
                  <a:pt x="735659" y="425537"/>
                </a:moveTo>
                <a:lnTo>
                  <a:pt x="783573" y="450517"/>
                </a:lnTo>
                <a:moveTo>
                  <a:pt x="355798" y="508141"/>
                </a:moveTo>
                <a:lnTo>
                  <a:pt x="286531" y="450093"/>
                </a:lnTo>
                <a:moveTo>
                  <a:pt x="806152" y="361606"/>
                </a:moveTo>
                <a:lnTo>
                  <a:pt x="892046" y="257679"/>
                </a:lnTo>
                <a:moveTo>
                  <a:pt x="735659" y="425537"/>
                </a:moveTo>
                <a:lnTo>
                  <a:pt x="806152" y="361606"/>
                </a:lnTo>
                <a:moveTo>
                  <a:pt x="1143913" y="472688"/>
                </a:moveTo>
                <a:lnTo>
                  <a:pt x="1120658" y="420744"/>
                </a:lnTo>
                <a:moveTo>
                  <a:pt x="355798" y="508141"/>
                </a:moveTo>
                <a:lnTo>
                  <a:pt x="421159" y="563032"/>
                </a:lnTo>
                <a:moveTo>
                  <a:pt x="1553272" y="810759"/>
                </a:moveTo>
                <a:lnTo>
                  <a:pt x="1559053" y="818091"/>
                </a:lnTo>
                <a:moveTo>
                  <a:pt x="878299" y="246323"/>
                </a:moveTo>
                <a:lnTo>
                  <a:pt x="872855" y="242683"/>
                </a:lnTo>
                <a:moveTo>
                  <a:pt x="1288200" y="807398"/>
                </a:moveTo>
                <a:lnTo>
                  <a:pt x="1219600" y="709303"/>
                </a:lnTo>
                <a:moveTo>
                  <a:pt x="702888" y="449164"/>
                </a:moveTo>
                <a:lnTo>
                  <a:pt x="722622" y="466325"/>
                </a:lnTo>
                <a:moveTo>
                  <a:pt x="1759590" y="632682"/>
                </a:moveTo>
                <a:lnTo>
                  <a:pt x="1825923" y="693615"/>
                </a:lnTo>
                <a:moveTo>
                  <a:pt x="828012" y="315255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28012" y="315255"/>
                </a:lnTo>
                <a:moveTo>
                  <a:pt x="1421225" y="349706"/>
                </a:moveTo>
                <a:lnTo>
                  <a:pt x="1341661" y="287862"/>
                </a:lnTo>
                <a:moveTo>
                  <a:pt x="1421225" y="349706"/>
                </a:moveTo>
                <a:lnTo>
                  <a:pt x="1342317" y="287832"/>
                </a:lnTo>
                <a:moveTo>
                  <a:pt x="872855" y="242683"/>
                </a:moveTo>
                <a:lnTo>
                  <a:pt x="902030" y="226869"/>
                </a:lnTo>
                <a:moveTo>
                  <a:pt x="479438" y="434881"/>
                </a:moveTo>
                <a:lnTo>
                  <a:pt x="461398" y="298095"/>
                </a:lnTo>
                <a:moveTo>
                  <a:pt x="1515559" y="829262"/>
                </a:moveTo>
                <a:lnTo>
                  <a:pt x="1559053" y="818091"/>
                </a:lnTo>
                <a:moveTo>
                  <a:pt x="1426625" y="348741"/>
                </a:moveTo>
                <a:lnTo>
                  <a:pt x="1342317" y="287832"/>
                </a:lnTo>
                <a:moveTo>
                  <a:pt x="1335706" y="801298"/>
                </a:moveTo>
                <a:lnTo>
                  <a:pt x="1415449" y="787223"/>
                </a:lnTo>
                <a:moveTo>
                  <a:pt x="347667" y="324592"/>
                </a:moveTo>
                <a:lnTo>
                  <a:pt x="461398" y="298095"/>
                </a:lnTo>
                <a:moveTo>
                  <a:pt x="722622" y="466325"/>
                </a:moveTo>
                <a:lnTo>
                  <a:pt x="783573" y="450517"/>
                </a:lnTo>
                <a:moveTo>
                  <a:pt x="486574" y="429615"/>
                </a:moveTo>
                <a:lnTo>
                  <a:pt x="461398" y="298095"/>
                </a:lnTo>
                <a:moveTo>
                  <a:pt x="783573" y="450517"/>
                </a:moveTo>
                <a:lnTo>
                  <a:pt x="806152" y="361606"/>
                </a:lnTo>
                <a:moveTo>
                  <a:pt x="925886" y="462868"/>
                </a:moveTo>
                <a:lnTo>
                  <a:pt x="892046" y="257679"/>
                </a:lnTo>
                <a:moveTo>
                  <a:pt x="919391" y="499498"/>
                </a:moveTo>
                <a:lnTo>
                  <a:pt x="783573" y="450517"/>
                </a:lnTo>
                <a:moveTo>
                  <a:pt x="1121037" y="447597"/>
                </a:moveTo>
                <a:lnTo>
                  <a:pt x="1143913" y="472688"/>
                </a:lnTo>
                <a:moveTo>
                  <a:pt x="2305315" y="568372"/>
                </a:moveTo>
                <a:lnTo>
                  <a:pt x="2389842" y="464775"/>
                </a:lnTo>
                <a:moveTo>
                  <a:pt x="1674748" y="736033"/>
                </a:moveTo>
                <a:lnTo>
                  <a:pt x="1711479" y="773836"/>
                </a:lnTo>
                <a:moveTo>
                  <a:pt x="2305315" y="568372"/>
                </a:moveTo>
                <a:lnTo>
                  <a:pt x="2233095" y="508437"/>
                </a:lnTo>
                <a:moveTo>
                  <a:pt x="1256687" y="739554"/>
                </a:moveTo>
                <a:lnTo>
                  <a:pt x="1333140" y="802674"/>
                </a:lnTo>
                <a:moveTo>
                  <a:pt x="1711479" y="773836"/>
                </a:moveTo>
                <a:lnTo>
                  <a:pt x="1759590" y="632682"/>
                </a:lnTo>
                <a:moveTo>
                  <a:pt x="486496" y="440621"/>
                </a:moveTo>
                <a:lnTo>
                  <a:pt x="616511" y="406232"/>
                </a:lnTo>
                <a:moveTo>
                  <a:pt x="1825923" y="693615"/>
                </a:moveTo>
                <a:lnTo>
                  <a:pt x="1826651" y="515437"/>
                </a:lnTo>
                <a:moveTo>
                  <a:pt x="2233095" y="508437"/>
                </a:moveTo>
                <a:lnTo>
                  <a:pt x="2389842" y="464775"/>
                </a:lnTo>
                <a:moveTo>
                  <a:pt x="783573" y="450517"/>
                </a:moveTo>
                <a:lnTo>
                  <a:pt x="925886" y="462868"/>
                </a:lnTo>
                <a:moveTo>
                  <a:pt x="538184" y="661347"/>
                </a:moveTo>
                <a:lnTo>
                  <a:pt x="411957" y="650494"/>
                </a:lnTo>
                <a:moveTo>
                  <a:pt x="1426625" y="348741"/>
                </a:moveTo>
                <a:lnTo>
                  <a:pt x="1541371" y="343496"/>
                </a:lnTo>
                <a:moveTo>
                  <a:pt x="486574" y="429615"/>
                </a:moveTo>
                <a:lnTo>
                  <a:pt x="616511" y="406232"/>
                </a:lnTo>
                <a:moveTo>
                  <a:pt x="707182" y="800911"/>
                </a:moveTo>
                <a:lnTo>
                  <a:pt x="778785" y="865962"/>
                </a:lnTo>
                <a:moveTo>
                  <a:pt x="267077" y="530139"/>
                </a:moveTo>
                <a:lnTo>
                  <a:pt x="286531" y="450093"/>
                </a:lnTo>
                <a:moveTo>
                  <a:pt x="925886" y="462868"/>
                </a:moveTo>
                <a:lnTo>
                  <a:pt x="806152" y="361606"/>
                </a:lnTo>
                <a:moveTo>
                  <a:pt x="267077" y="530139"/>
                </a:moveTo>
                <a:lnTo>
                  <a:pt x="355798" y="508141"/>
                </a:lnTo>
                <a:moveTo>
                  <a:pt x="1116658" y="796008"/>
                </a:moveTo>
                <a:lnTo>
                  <a:pt x="1219600" y="709303"/>
                </a:lnTo>
                <a:moveTo>
                  <a:pt x="919391" y="499498"/>
                </a:moveTo>
                <a:lnTo>
                  <a:pt x="925886" y="462868"/>
                </a:lnTo>
                <a:moveTo>
                  <a:pt x="892046" y="257679"/>
                </a:moveTo>
                <a:lnTo>
                  <a:pt x="995745" y="347809"/>
                </a:lnTo>
                <a:moveTo>
                  <a:pt x="1826651" y="515437"/>
                </a:moveTo>
                <a:lnTo>
                  <a:pt x="1906879" y="587228"/>
                </a:lnTo>
                <a:moveTo>
                  <a:pt x="972008" y="598251"/>
                </a:moveTo>
                <a:lnTo>
                  <a:pt x="995383" y="540531"/>
                </a:lnTo>
                <a:moveTo>
                  <a:pt x="1137675" y="289066"/>
                </a:moveTo>
                <a:lnTo>
                  <a:pt x="1341661" y="287862"/>
                </a:lnTo>
                <a:moveTo>
                  <a:pt x="1137675" y="289066"/>
                </a:moveTo>
                <a:lnTo>
                  <a:pt x="1341366" y="287684"/>
                </a:lnTo>
                <a:moveTo>
                  <a:pt x="2163913" y="626471"/>
                </a:moveTo>
                <a:lnTo>
                  <a:pt x="2305315" y="568372"/>
                </a:lnTo>
                <a:moveTo>
                  <a:pt x="2033875" y="516816"/>
                </a:moveTo>
                <a:lnTo>
                  <a:pt x="2021266" y="506090"/>
                </a:lnTo>
                <a:moveTo>
                  <a:pt x="840617" y="563831"/>
                </a:moveTo>
                <a:lnTo>
                  <a:pt x="798981" y="533351"/>
                </a:lnTo>
                <a:moveTo>
                  <a:pt x="2180562" y="640536"/>
                </a:moveTo>
                <a:lnTo>
                  <a:pt x="2305315" y="568372"/>
                </a:lnTo>
                <a:moveTo>
                  <a:pt x="995745" y="347809"/>
                </a:moveTo>
                <a:lnTo>
                  <a:pt x="902030" y="226869"/>
                </a:lnTo>
                <a:moveTo>
                  <a:pt x="266856" y="438643"/>
                </a:moveTo>
                <a:lnTo>
                  <a:pt x="347667" y="324592"/>
                </a:lnTo>
                <a:moveTo>
                  <a:pt x="538184" y="661347"/>
                </a:moveTo>
                <a:lnTo>
                  <a:pt x="522025" y="812419"/>
                </a:lnTo>
                <a:moveTo>
                  <a:pt x="1990574" y="555395"/>
                </a:moveTo>
                <a:lnTo>
                  <a:pt x="2021266" y="506090"/>
                </a:lnTo>
                <a:moveTo>
                  <a:pt x="1553272" y="810759"/>
                </a:moveTo>
                <a:lnTo>
                  <a:pt x="1711479" y="773836"/>
                </a:lnTo>
                <a:moveTo>
                  <a:pt x="1002194" y="872022"/>
                </a:moveTo>
                <a:lnTo>
                  <a:pt x="1045787" y="742232"/>
                </a:lnTo>
                <a:moveTo>
                  <a:pt x="884157" y="834932"/>
                </a:moveTo>
                <a:lnTo>
                  <a:pt x="921846" y="809451"/>
                </a:lnTo>
                <a:moveTo>
                  <a:pt x="1990574" y="555395"/>
                </a:moveTo>
                <a:lnTo>
                  <a:pt x="2033875" y="516816"/>
                </a:lnTo>
                <a:moveTo>
                  <a:pt x="347667" y="324592"/>
                </a:moveTo>
                <a:lnTo>
                  <a:pt x="353939" y="337043"/>
                </a:lnTo>
                <a:moveTo>
                  <a:pt x="2163913" y="626471"/>
                </a:moveTo>
                <a:lnTo>
                  <a:pt x="2233095" y="508437"/>
                </a:lnTo>
                <a:moveTo>
                  <a:pt x="355798" y="508141"/>
                </a:moveTo>
                <a:lnTo>
                  <a:pt x="411957" y="650494"/>
                </a:lnTo>
                <a:moveTo>
                  <a:pt x="709516" y="454164"/>
                </a:moveTo>
                <a:lnTo>
                  <a:pt x="616511" y="406232"/>
                </a:lnTo>
                <a:moveTo>
                  <a:pt x="1219600" y="709303"/>
                </a:moveTo>
                <a:lnTo>
                  <a:pt x="1256687" y="739554"/>
                </a:lnTo>
                <a:moveTo>
                  <a:pt x="421159" y="563032"/>
                </a:moveTo>
                <a:lnTo>
                  <a:pt x="411957" y="650494"/>
                </a:lnTo>
                <a:moveTo>
                  <a:pt x="1653323" y="371396"/>
                </a:moveTo>
                <a:lnTo>
                  <a:pt x="1541371" y="343496"/>
                </a:lnTo>
                <a:moveTo>
                  <a:pt x="1013045" y="540075"/>
                </a:moveTo>
                <a:lnTo>
                  <a:pt x="1121037" y="447597"/>
                </a:lnTo>
                <a:moveTo>
                  <a:pt x="1143913" y="472688"/>
                </a:moveTo>
                <a:lnTo>
                  <a:pt x="1137675" y="289066"/>
                </a:lnTo>
                <a:moveTo>
                  <a:pt x="1515559" y="829262"/>
                </a:moveTo>
                <a:lnTo>
                  <a:pt x="1415449" y="787223"/>
                </a:lnTo>
                <a:moveTo>
                  <a:pt x="2033875" y="516816"/>
                </a:moveTo>
                <a:lnTo>
                  <a:pt x="2163913" y="626471"/>
                </a:lnTo>
                <a:moveTo>
                  <a:pt x="707182" y="800911"/>
                </a:moveTo>
                <a:lnTo>
                  <a:pt x="676196" y="921679"/>
                </a:lnTo>
                <a:moveTo>
                  <a:pt x="616511" y="406232"/>
                </a:moveTo>
                <a:lnTo>
                  <a:pt x="702888" y="449164"/>
                </a:lnTo>
                <a:moveTo>
                  <a:pt x="1776281" y="472973"/>
                </a:moveTo>
                <a:lnTo>
                  <a:pt x="1772466" y="360901"/>
                </a:lnTo>
                <a:moveTo>
                  <a:pt x="657461" y="812275"/>
                </a:moveTo>
                <a:lnTo>
                  <a:pt x="522025" y="812419"/>
                </a:lnTo>
                <a:moveTo>
                  <a:pt x="798981" y="533351"/>
                </a:moveTo>
                <a:lnTo>
                  <a:pt x="783573" y="450517"/>
                </a:lnTo>
                <a:moveTo>
                  <a:pt x="1256687" y="739554"/>
                </a:moveTo>
                <a:lnTo>
                  <a:pt x="1245374" y="696954"/>
                </a:lnTo>
                <a:moveTo>
                  <a:pt x="2033875" y="516816"/>
                </a:moveTo>
                <a:lnTo>
                  <a:pt x="2157095" y="649908"/>
                </a:lnTo>
                <a:moveTo>
                  <a:pt x="1553272" y="810759"/>
                </a:moveTo>
                <a:lnTo>
                  <a:pt x="1672756" y="773327"/>
                </a:lnTo>
                <a:moveTo>
                  <a:pt x="1116658" y="796008"/>
                </a:moveTo>
                <a:lnTo>
                  <a:pt x="1110149" y="619725"/>
                </a:lnTo>
                <a:moveTo>
                  <a:pt x="925886" y="462868"/>
                </a:moveTo>
                <a:lnTo>
                  <a:pt x="995745" y="347809"/>
                </a:lnTo>
                <a:moveTo>
                  <a:pt x="1333140" y="802674"/>
                </a:moveTo>
                <a:lnTo>
                  <a:pt x="1415449" y="787223"/>
                </a:lnTo>
                <a:moveTo>
                  <a:pt x="1990574" y="555395"/>
                </a:moveTo>
                <a:lnTo>
                  <a:pt x="2157095" y="649908"/>
                </a:lnTo>
                <a:moveTo>
                  <a:pt x="2180562" y="640536"/>
                </a:moveTo>
                <a:lnTo>
                  <a:pt x="2163913" y="626471"/>
                </a:lnTo>
                <a:moveTo>
                  <a:pt x="1051438" y="565244"/>
                </a:moveTo>
                <a:lnTo>
                  <a:pt x="1013045" y="540075"/>
                </a:lnTo>
                <a:moveTo>
                  <a:pt x="778785" y="865962"/>
                </a:moveTo>
                <a:lnTo>
                  <a:pt x="884157" y="834932"/>
                </a:lnTo>
                <a:moveTo>
                  <a:pt x="1906879" y="587228"/>
                </a:moveTo>
                <a:lnTo>
                  <a:pt x="2021266" y="506090"/>
                </a:lnTo>
                <a:moveTo>
                  <a:pt x="1653892" y="371391"/>
                </a:moveTo>
                <a:lnTo>
                  <a:pt x="1772466" y="360901"/>
                </a:lnTo>
                <a:moveTo>
                  <a:pt x="702888" y="449164"/>
                </a:moveTo>
                <a:lnTo>
                  <a:pt x="762059" y="525788"/>
                </a:lnTo>
                <a:moveTo>
                  <a:pt x="286531" y="450093"/>
                </a:moveTo>
                <a:lnTo>
                  <a:pt x="266856" y="438643"/>
                </a:lnTo>
                <a:moveTo>
                  <a:pt x="1219600" y="709303"/>
                </a:moveTo>
                <a:lnTo>
                  <a:pt x="1245374" y="696954"/>
                </a:lnTo>
                <a:moveTo>
                  <a:pt x="657461" y="812275"/>
                </a:moveTo>
                <a:lnTo>
                  <a:pt x="676196" y="921679"/>
                </a:lnTo>
                <a:moveTo>
                  <a:pt x="2157095" y="649908"/>
                </a:moveTo>
                <a:lnTo>
                  <a:pt x="2163913" y="626471"/>
                </a:lnTo>
                <a:moveTo>
                  <a:pt x="2157095" y="649908"/>
                </a:moveTo>
                <a:lnTo>
                  <a:pt x="2180562" y="640536"/>
                </a:lnTo>
                <a:moveTo>
                  <a:pt x="1906879" y="587228"/>
                </a:moveTo>
                <a:lnTo>
                  <a:pt x="1990574" y="555395"/>
                </a:lnTo>
                <a:moveTo>
                  <a:pt x="1051438" y="565244"/>
                </a:moveTo>
                <a:lnTo>
                  <a:pt x="995383" y="540531"/>
                </a:lnTo>
                <a:moveTo>
                  <a:pt x="1415449" y="787223"/>
                </a:moveTo>
                <a:lnTo>
                  <a:pt x="1559053" y="818091"/>
                </a:lnTo>
                <a:moveTo>
                  <a:pt x="1341661" y="287862"/>
                </a:moveTo>
                <a:lnTo>
                  <a:pt x="1342317" y="287832"/>
                </a:lnTo>
                <a:moveTo>
                  <a:pt x="1341661" y="287862"/>
                </a:moveTo>
                <a:lnTo>
                  <a:pt x="1341366" y="287684"/>
                </a:lnTo>
                <a:moveTo>
                  <a:pt x="1341366" y="287684"/>
                </a:moveTo>
                <a:lnTo>
                  <a:pt x="1342317" y="287832"/>
                </a:lnTo>
                <a:moveTo>
                  <a:pt x="267077" y="530139"/>
                </a:moveTo>
                <a:lnTo>
                  <a:pt x="411957" y="650494"/>
                </a:lnTo>
                <a:moveTo>
                  <a:pt x="1342667" y="288796"/>
                </a:moveTo>
                <a:lnTo>
                  <a:pt x="1342317" y="287832"/>
                </a:lnTo>
                <a:moveTo>
                  <a:pt x="1341366" y="287684"/>
                </a:moveTo>
                <a:lnTo>
                  <a:pt x="1342667" y="288796"/>
                </a:lnTo>
                <a:moveTo>
                  <a:pt x="762059" y="525788"/>
                </a:moveTo>
                <a:lnTo>
                  <a:pt x="722622" y="466325"/>
                </a:lnTo>
                <a:moveTo>
                  <a:pt x="783573" y="450517"/>
                </a:moveTo>
                <a:lnTo>
                  <a:pt x="793336" y="488440"/>
                </a:lnTo>
                <a:moveTo>
                  <a:pt x="778785" y="865962"/>
                </a:moveTo>
                <a:lnTo>
                  <a:pt x="921846" y="809451"/>
                </a:lnTo>
                <a:moveTo>
                  <a:pt x="722622" y="466325"/>
                </a:moveTo>
                <a:lnTo>
                  <a:pt x="793336" y="488440"/>
                </a:lnTo>
                <a:moveTo>
                  <a:pt x="902030" y="226869"/>
                </a:moveTo>
                <a:lnTo>
                  <a:pt x="985062" y="259495"/>
                </a:lnTo>
                <a:moveTo>
                  <a:pt x="1116658" y="796008"/>
                </a:moveTo>
                <a:lnTo>
                  <a:pt x="1045787" y="742232"/>
                </a:lnTo>
                <a:moveTo>
                  <a:pt x="2389842" y="464775"/>
                </a:moveTo>
                <a:lnTo>
                  <a:pt x="2361476" y="445338"/>
                </a:lnTo>
                <a:moveTo>
                  <a:pt x="1219600" y="709303"/>
                </a:moveTo>
                <a:lnTo>
                  <a:pt x="1110149" y="619725"/>
                </a:lnTo>
                <a:moveTo>
                  <a:pt x="1653323" y="371396"/>
                </a:moveTo>
                <a:lnTo>
                  <a:pt x="1685579" y="405206"/>
                </a:lnTo>
                <a:moveTo>
                  <a:pt x="1653892" y="371391"/>
                </a:moveTo>
                <a:lnTo>
                  <a:pt x="1685579" y="405206"/>
                </a:lnTo>
                <a:moveTo>
                  <a:pt x="1333140" y="802674"/>
                </a:moveTo>
                <a:lnTo>
                  <a:pt x="1426425" y="711642"/>
                </a:lnTo>
                <a:moveTo>
                  <a:pt x="2491241" y="553109"/>
                </a:moveTo>
                <a:lnTo>
                  <a:pt x="2459333" y="524156"/>
                </a:lnTo>
                <a:moveTo>
                  <a:pt x="735659" y="425537"/>
                </a:moveTo>
                <a:lnTo>
                  <a:pt x="832955" y="390253"/>
                </a:lnTo>
                <a:moveTo>
                  <a:pt x="1825923" y="693615"/>
                </a:moveTo>
                <a:lnTo>
                  <a:pt x="1906879" y="587228"/>
                </a:lnTo>
                <a:moveTo>
                  <a:pt x="872855" y="242683"/>
                </a:moveTo>
                <a:lnTo>
                  <a:pt x="985062" y="259495"/>
                </a:lnTo>
                <a:moveTo>
                  <a:pt x="2457892" y="584080"/>
                </a:moveTo>
                <a:lnTo>
                  <a:pt x="2459333" y="524156"/>
                </a:lnTo>
                <a:moveTo>
                  <a:pt x="486574" y="429615"/>
                </a:moveTo>
                <a:lnTo>
                  <a:pt x="505762" y="376896"/>
                </a:lnTo>
                <a:moveTo>
                  <a:pt x="2459333" y="524156"/>
                </a:moveTo>
                <a:lnTo>
                  <a:pt x="2499495" y="534400"/>
                </a:lnTo>
                <a:moveTo>
                  <a:pt x="832955" y="390253"/>
                </a:moveTo>
                <a:lnTo>
                  <a:pt x="828012" y="315255"/>
                </a:lnTo>
                <a:moveTo>
                  <a:pt x="1219600" y="709303"/>
                </a:moveTo>
                <a:lnTo>
                  <a:pt x="1197758" y="518790"/>
                </a:lnTo>
                <a:moveTo>
                  <a:pt x="1342317" y="287832"/>
                </a:moveTo>
                <a:lnTo>
                  <a:pt x="1541371" y="343496"/>
                </a:lnTo>
                <a:moveTo>
                  <a:pt x="702888" y="449164"/>
                </a:moveTo>
                <a:lnTo>
                  <a:pt x="832955" y="390253"/>
                </a:lnTo>
                <a:moveTo>
                  <a:pt x="1342667" y="288796"/>
                </a:moveTo>
                <a:lnTo>
                  <a:pt x="1541371" y="343496"/>
                </a:lnTo>
                <a:moveTo>
                  <a:pt x="1137675" y="289066"/>
                </a:moveTo>
                <a:lnTo>
                  <a:pt x="1177947" y="329636"/>
                </a:lnTo>
                <a:moveTo>
                  <a:pt x="1559053" y="818091"/>
                </a:moveTo>
                <a:lnTo>
                  <a:pt x="1672756" y="773327"/>
                </a:lnTo>
                <a:moveTo>
                  <a:pt x="1559053" y="818091"/>
                </a:moveTo>
                <a:lnTo>
                  <a:pt x="1473238" y="750448"/>
                </a:lnTo>
                <a:moveTo>
                  <a:pt x="1256687" y="739554"/>
                </a:moveTo>
                <a:lnTo>
                  <a:pt x="1341948" y="640604"/>
                </a:lnTo>
                <a:moveTo>
                  <a:pt x="919391" y="499498"/>
                </a:moveTo>
                <a:lnTo>
                  <a:pt x="995383" y="540531"/>
                </a:lnTo>
                <a:moveTo>
                  <a:pt x="1711479" y="773836"/>
                </a:moveTo>
                <a:lnTo>
                  <a:pt x="1825923" y="693615"/>
                </a:lnTo>
                <a:moveTo>
                  <a:pt x="1529381" y="450070"/>
                </a:moveTo>
                <a:lnTo>
                  <a:pt x="1653323" y="371396"/>
                </a:lnTo>
                <a:moveTo>
                  <a:pt x="267077" y="530139"/>
                </a:moveTo>
                <a:lnTo>
                  <a:pt x="266856" y="438643"/>
                </a:lnTo>
                <a:moveTo>
                  <a:pt x="1256687" y="739554"/>
                </a:moveTo>
                <a:lnTo>
                  <a:pt x="1426425" y="711642"/>
                </a:lnTo>
                <a:moveTo>
                  <a:pt x="722622" y="466325"/>
                </a:moveTo>
                <a:lnTo>
                  <a:pt x="832955" y="390253"/>
                </a:lnTo>
                <a:moveTo>
                  <a:pt x="832955" y="390253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32955" y="390253"/>
                </a:lnTo>
                <a:moveTo>
                  <a:pt x="411957" y="650494"/>
                </a:moveTo>
                <a:lnTo>
                  <a:pt x="522025" y="812419"/>
                </a:lnTo>
                <a:moveTo>
                  <a:pt x="2459333" y="524156"/>
                </a:moveTo>
                <a:lnTo>
                  <a:pt x="2470355" y="536788"/>
                </a:lnTo>
                <a:moveTo>
                  <a:pt x="2259300" y="711163"/>
                </a:moveTo>
                <a:lnTo>
                  <a:pt x="2305315" y="568372"/>
                </a:lnTo>
                <a:moveTo>
                  <a:pt x="1219600" y="709303"/>
                </a:moveTo>
                <a:lnTo>
                  <a:pt x="1270186" y="580458"/>
                </a:lnTo>
                <a:moveTo>
                  <a:pt x="1110149" y="619725"/>
                </a:moveTo>
                <a:lnTo>
                  <a:pt x="1143913" y="472688"/>
                </a:lnTo>
                <a:moveTo>
                  <a:pt x="921846" y="809451"/>
                </a:moveTo>
                <a:lnTo>
                  <a:pt x="1045787" y="742232"/>
                </a:lnTo>
                <a:moveTo>
                  <a:pt x="925886" y="462868"/>
                </a:moveTo>
                <a:lnTo>
                  <a:pt x="995383" y="540531"/>
                </a:lnTo>
                <a:moveTo>
                  <a:pt x="2305315" y="568372"/>
                </a:moveTo>
                <a:lnTo>
                  <a:pt x="2341974" y="606118"/>
                </a:lnTo>
                <a:moveTo>
                  <a:pt x="1559053" y="818091"/>
                </a:moveTo>
                <a:lnTo>
                  <a:pt x="1666832" y="738950"/>
                </a:lnTo>
                <a:moveTo>
                  <a:pt x="2233095" y="508437"/>
                </a:moveTo>
                <a:lnTo>
                  <a:pt x="2187757" y="476514"/>
                </a:lnTo>
                <a:moveTo>
                  <a:pt x="353939" y="337043"/>
                </a:moveTo>
                <a:lnTo>
                  <a:pt x="461398" y="298095"/>
                </a:lnTo>
                <a:moveTo>
                  <a:pt x="1143913" y="472688"/>
                </a:moveTo>
                <a:lnTo>
                  <a:pt x="1197758" y="518790"/>
                </a:lnTo>
                <a:moveTo>
                  <a:pt x="872855" y="242683"/>
                </a:moveTo>
                <a:lnTo>
                  <a:pt x="909063" y="280077"/>
                </a:lnTo>
                <a:moveTo>
                  <a:pt x="753267" y="847238"/>
                </a:moveTo>
                <a:lnTo>
                  <a:pt x="921846" y="809451"/>
                </a:lnTo>
                <a:moveTo>
                  <a:pt x="2341974" y="606118"/>
                </a:moveTo>
                <a:lnTo>
                  <a:pt x="2389842" y="464775"/>
                </a:lnTo>
                <a:moveTo>
                  <a:pt x="1245374" y="696954"/>
                </a:moveTo>
                <a:lnTo>
                  <a:pt x="1270186" y="580458"/>
                </a:lnTo>
                <a:moveTo>
                  <a:pt x="1245374" y="696954"/>
                </a:moveTo>
                <a:lnTo>
                  <a:pt x="1341948" y="640604"/>
                </a:lnTo>
                <a:moveTo>
                  <a:pt x="995745" y="347809"/>
                </a:moveTo>
                <a:lnTo>
                  <a:pt x="985062" y="259495"/>
                </a:lnTo>
                <a:moveTo>
                  <a:pt x="798981" y="533351"/>
                </a:moveTo>
                <a:lnTo>
                  <a:pt x="762059" y="525788"/>
                </a:lnTo>
                <a:moveTo>
                  <a:pt x="2457892" y="584080"/>
                </a:moveTo>
                <a:lnTo>
                  <a:pt x="2491241" y="553109"/>
                </a:lnTo>
                <a:moveTo>
                  <a:pt x="798981" y="533351"/>
                </a:moveTo>
                <a:lnTo>
                  <a:pt x="793336" y="488440"/>
                </a:lnTo>
                <a:moveTo>
                  <a:pt x="1110149" y="619725"/>
                </a:moveTo>
                <a:lnTo>
                  <a:pt x="1197758" y="518790"/>
                </a:lnTo>
                <a:moveTo>
                  <a:pt x="921846" y="809451"/>
                </a:moveTo>
                <a:lnTo>
                  <a:pt x="840983" y="746403"/>
                </a:lnTo>
                <a:moveTo>
                  <a:pt x="2491241" y="553109"/>
                </a:moveTo>
                <a:lnTo>
                  <a:pt x="2499495" y="534400"/>
                </a:lnTo>
                <a:moveTo>
                  <a:pt x="676196" y="921679"/>
                </a:moveTo>
                <a:lnTo>
                  <a:pt x="778785" y="865962"/>
                </a:lnTo>
                <a:moveTo>
                  <a:pt x="1990574" y="555395"/>
                </a:moveTo>
                <a:lnTo>
                  <a:pt x="2008108" y="666234"/>
                </a:lnTo>
                <a:moveTo>
                  <a:pt x="925886" y="462868"/>
                </a:moveTo>
                <a:lnTo>
                  <a:pt x="963595" y="325474"/>
                </a:lnTo>
                <a:moveTo>
                  <a:pt x="616511" y="406232"/>
                </a:moveTo>
                <a:lnTo>
                  <a:pt x="762059" y="525788"/>
                </a:lnTo>
                <a:moveTo>
                  <a:pt x="1342667" y="288796"/>
                </a:moveTo>
                <a:lnTo>
                  <a:pt x="1441770" y="375240"/>
                </a:lnTo>
                <a:moveTo>
                  <a:pt x="2033875" y="516816"/>
                </a:moveTo>
                <a:lnTo>
                  <a:pt x="2155817" y="489851"/>
                </a:lnTo>
                <a:moveTo>
                  <a:pt x="498260" y="807307"/>
                </a:moveTo>
                <a:lnTo>
                  <a:pt x="522025" y="812419"/>
                </a:lnTo>
                <a:moveTo>
                  <a:pt x="2163913" y="626471"/>
                </a:moveTo>
                <a:lnTo>
                  <a:pt x="2187757" y="476514"/>
                </a:lnTo>
                <a:moveTo>
                  <a:pt x="2180562" y="640536"/>
                </a:moveTo>
                <a:lnTo>
                  <a:pt x="2259300" y="711163"/>
                </a:lnTo>
                <a:moveTo>
                  <a:pt x="1013045" y="540075"/>
                </a:moveTo>
                <a:lnTo>
                  <a:pt x="1143913" y="472688"/>
                </a:lnTo>
                <a:moveTo>
                  <a:pt x="522025" y="812419"/>
                </a:moveTo>
                <a:lnTo>
                  <a:pt x="676196" y="921679"/>
                </a:lnTo>
                <a:moveTo>
                  <a:pt x="1177947" y="329636"/>
                </a:moveTo>
                <a:lnTo>
                  <a:pt x="1341366" y="287684"/>
                </a:lnTo>
                <a:moveTo>
                  <a:pt x="1415449" y="787223"/>
                </a:moveTo>
                <a:lnTo>
                  <a:pt x="1473238" y="750448"/>
                </a:lnTo>
                <a:moveTo>
                  <a:pt x="1672756" y="773327"/>
                </a:moveTo>
                <a:lnTo>
                  <a:pt x="1711479" y="773836"/>
                </a:lnTo>
                <a:moveTo>
                  <a:pt x="2389842" y="464775"/>
                </a:moveTo>
                <a:lnTo>
                  <a:pt x="2332950" y="571692"/>
                </a:lnTo>
                <a:moveTo>
                  <a:pt x="1559053" y="818091"/>
                </a:moveTo>
                <a:lnTo>
                  <a:pt x="1587954" y="674667"/>
                </a:lnTo>
                <a:moveTo>
                  <a:pt x="778785" y="865962"/>
                </a:moveTo>
                <a:lnTo>
                  <a:pt x="753267" y="847238"/>
                </a:lnTo>
                <a:moveTo>
                  <a:pt x="2457892" y="584080"/>
                </a:moveTo>
                <a:lnTo>
                  <a:pt x="2470355" y="536788"/>
                </a:lnTo>
                <a:moveTo>
                  <a:pt x="1825923" y="693615"/>
                </a:moveTo>
                <a:lnTo>
                  <a:pt x="1869094" y="559100"/>
                </a:lnTo>
                <a:moveTo>
                  <a:pt x="2163913" y="626471"/>
                </a:moveTo>
                <a:lnTo>
                  <a:pt x="2155817" y="489851"/>
                </a:lnTo>
                <a:moveTo>
                  <a:pt x="1045787" y="742232"/>
                </a:moveTo>
                <a:lnTo>
                  <a:pt x="1110149" y="619725"/>
                </a:lnTo>
                <a:moveTo>
                  <a:pt x="267077" y="530139"/>
                </a:moveTo>
                <a:lnTo>
                  <a:pt x="294313" y="629392"/>
                </a:lnTo>
                <a:moveTo>
                  <a:pt x="1013045" y="540075"/>
                </a:moveTo>
                <a:lnTo>
                  <a:pt x="1110149" y="619725"/>
                </a:lnTo>
                <a:moveTo>
                  <a:pt x="1415449" y="787223"/>
                </a:moveTo>
                <a:lnTo>
                  <a:pt x="1426425" y="711642"/>
                </a:lnTo>
                <a:moveTo>
                  <a:pt x="2470355" y="536788"/>
                </a:moveTo>
                <a:lnTo>
                  <a:pt x="2499495" y="534400"/>
                </a:lnTo>
                <a:moveTo>
                  <a:pt x="2157095" y="649908"/>
                </a:moveTo>
                <a:lnTo>
                  <a:pt x="2008108" y="666234"/>
                </a:lnTo>
                <a:moveTo>
                  <a:pt x="534853" y="838780"/>
                </a:moveTo>
                <a:lnTo>
                  <a:pt x="522025" y="812419"/>
                </a:lnTo>
                <a:moveTo>
                  <a:pt x="1825923" y="693615"/>
                </a:moveTo>
                <a:lnTo>
                  <a:pt x="1789433" y="667410"/>
                </a:lnTo>
                <a:moveTo>
                  <a:pt x="995745" y="347809"/>
                </a:moveTo>
                <a:lnTo>
                  <a:pt x="963595" y="325474"/>
                </a:lnTo>
                <a:moveTo>
                  <a:pt x="1441770" y="375240"/>
                </a:moveTo>
                <a:lnTo>
                  <a:pt x="1541371" y="343496"/>
                </a:lnTo>
                <a:moveTo>
                  <a:pt x="266856" y="438643"/>
                </a:moveTo>
                <a:lnTo>
                  <a:pt x="353939" y="337043"/>
                </a:lnTo>
                <a:moveTo>
                  <a:pt x="1270186" y="580458"/>
                </a:moveTo>
                <a:lnTo>
                  <a:pt x="1197758" y="518790"/>
                </a:lnTo>
                <a:moveTo>
                  <a:pt x="2491241" y="553109"/>
                </a:moveTo>
                <a:lnTo>
                  <a:pt x="2503822" y="565440"/>
                </a:lnTo>
                <a:moveTo>
                  <a:pt x="1143913" y="472688"/>
                </a:moveTo>
                <a:lnTo>
                  <a:pt x="1177947" y="329636"/>
                </a:lnTo>
                <a:moveTo>
                  <a:pt x="925886" y="462868"/>
                </a:moveTo>
                <a:lnTo>
                  <a:pt x="896670" y="445603"/>
                </a:lnTo>
                <a:moveTo>
                  <a:pt x="1906879" y="587228"/>
                </a:moveTo>
                <a:lnTo>
                  <a:pt x="1869094" y="559100"/>
                </a:lnTo>
                <a:moveTo>
                  <a:pt x="2457892" y="584080"/>
                </a:moveTo>
                <a:lnTo>
                  <a:pt x="2503822" y="565440"/>
                </a:lnTo>
                <a:moveTo>
                  <a:pt x="417087" y="741486"/>
                </a:moveTo>
                <a:lnTo>
                  <a:pt x="411957" y="650494"/>
                </a:lnTo>
                <a:moveTo>
                  <a:pt x="1711479" y="773836"/>
                </a:moveTo>
                <a:lnTo>
                  <a:pt x="1697145" y="764003"/>
                </a:lnTo>
                <a:moveTo>
                  <a:pt x="2503822" y="565440"/>
                </a:moveTo>
                <a:lnTo>
                  <a:pt x="2499495" y="534400"/>
                </a:lnTo>
                <a:moveTo>
                  <a:pt x="1906879" y="587228"/>
                </a:moveTo>
                <a:lnTo>
                  <a:pt x="2008108" y="666234"/>
                </a:lnTo>
                <a:moveTo>
                  <a:pt x="2180562" y="640536"/>
                </a:moveTo>
                <a:lnTo>
                  <a:pt x="2187458" y="745428"/>
                </a:lnTo>
                <a:moveTo>
                  <a:pt x="1341366" y="287684"/>
                </a:moveTo>
                <a:lnTo>
                  <a:pt x="1355858" y="403439"/>
                </a:lnTo>
                <a:moveTo>
                  <a:pt x="1355858" y="403439"/>
                </a:moveTo>
                <a:lnTo>
                  <a:pt x="1342667" y="288796"/>
                </a:lnTo>
                <a:moveTo>
                  <a:pt x="411957" y="650494"/>
                </a:moveTo>
                <a:lnTo>
                  <a:pt x="294313" y="629392"/>
                </a:lnTo>
                <a:moveTo>
                  <a:pt x="498260" y="807307"/>
                </a:moveTo>
                <a:lnTo>
                  <a:pt x="534853" y="838780"/>
                </a:lnTo>
                <a:moveTo>
                  <a:pt x="2157095" y="649908"/>
                </a:moveTo>
                <a:lnTo>
                  <a:pt x="2187458" y="745428"/>
                </a:lnTo>
                <a:moveTo>
                  <a:pt x="534853" y="838780"/>
                </a:moveTo>
                <a:lnTo>
                  <a:pt x="676196" y="921679"/>
                </a:lnTo>
                <a:moveTo>
                  <a:pt x="1270186" y="580458"/>
                </a:moveTo>
                <a:lnTo>
                  <a:pt x="1341948" y="640604"/>
                </a:lnTo>
                <a:moveTo>
                  <a:pt x="1906879" y="587228"/>
                </a:moveTo>
                <a:lnTo>
                  <a:pt x="1960715" y="461889"/>
                </a:lnTo>
                <a:moveTo>
                  <a:pt x="461398" y="298095"/>
                </a:moveTo>
                <a:lnTo>
                  <a:pt x="505762" y="376896"/>
                </a:lnTo>
                <a:moveTo>
                  <a:pt x="417087" y="741486"/>
                </a:moveTo>
                <a:lnTo>
                  <a:pt x="522025" y="812419"/>
                </a:lnTo>
                <a:moveTo>
                  <a:pt x="1711479" y="773836"/>
                </a:moveTo>
                <a:lnTo>
                  <a:pt x="1789433" y="667410"/>
                </a:lnTo>
                <a:moveTo>
                  <a:pt x="676196" y="921679"/>
                </a:moveTo>
                <a:lnTo>
                  <a:pt x="753267" y="847238"/>
                </a:lnTo>
                <a:moveTo>
                  <a:pt x="2470355" y="536788"/>
                </a:moveTo>
                <a:lnTo>
                  <a:pt x="2503822" y="565440"/>
                </a:lnTo>
                <a:moveTo>
                  <a:pt x="1426425" y="711642"/>
                </a:moveTo>
                <a:lnTo>
                  <a:pt x="1473238" y="750448"/>
                </a:lnTo>
                <a:moveTo>
                  <a:pt x="1426425" y="711642"/>
                </a:moveTo>
                <a:lnTo>
                  <a:pt x="1341948" y="640604"/>
                </a:lnTo>
                <a:moveTo>
                  <a:pt x="1529381" y="450070"/>
                </a:moveTo>
                <a:lnTo>
                  <a:pt x="1541371" y="343496"/>
                </a:lnTo>
                <a:moveTo>
                  <a:pt x="636891" y="924734"/>
                </a:moveTo>
                <a:lnTo>
                  <a:pt x="676196" y="921679"/>
                </a:lnTo>
                <a:moveTo>
                  <a:pt x="921846" y="809451"/>
                </a:moveTo>
                <a:lnTo>
                  <a:pt x="956174" y="671063"/>
                </a:lnTo>
                <a:moveTo>
                  <a:pt x="1672756" y="773327"/>
                </a:moveTo>
                <a:lnTo>
                  <a:pt x="1697145" y="764003"/>
                </a:lnTo>
                <a:moveTo>
                  <a:pt x="793336" y="488440"/>
                </a:moveTo>
                <a:lnTo>
                  <a:pt x="832955" y="390253"/>
                </a:lnTo>
                <a:moveTo>
                  <a:pt x="784253" y="700589"/>
                </a:moveTo>
                <a:lnTo>
                  <a:pt x="798981" y="533351"/>
                </a:lnTo>
                <a:moveTo>
                  <a:pt x="1685579" y="405206"/>
                </a:moveTo>
                <a:lnTo>
                  <a:pt x="1772466" y="360901"/>
                </a:lnTo>
                <a:moveTo>
                  <a:pt x="1672756" y="773327"/>
                </a:moveTo>
                <a:lnTo>
                  <a:pt x="1666832" y="738950"/>
                </a:lnTo>
                <a:moveTo>
                  <a:pt x="1013045" y="540075"/>
                </a:moveTo>
                <a:lnTo>
                  <a:pt x="995383" y="540531"/>
                </a:lnTo>
                <a:moveTo>
                  <a:pt x="1292462" y="428219"/>
                </a:moveTo>
                <a:lnTo>
                  <a:pt x="1341366" y="287684"/>
                </a:lnTo>
                <a:moveTo>
                  <a:pt x="498260" y="807307"/>
                </a:moveTo>
                <a:lnTo>
                  <a:pt x="417087" y="741486"/>
                </a:lnTo>
                <a:moveTo>
                  <a:pt x="636891" y="924734"/>
                </a:moveTo>
                <a:lnTo>
                  <a:pt x="534853" y="838780"/>
                </a:lnTo>
                <a:moveTo>
                  <a:pt x="616511" y="406232"/>
                </a:moveTo>
                <a:lnTo>
                  <a:pt x="505762" y="376896"/>
                </a:lnTo>
                <a:moveTo>
                  <a:pt x="1197758" y="518790"/>
                </a:moveTo>
                <a:lnTo>
                  <a:pt x="1277869" y="496567"/>
                </a:lnTo>
                <a:moveTo>
                  <a:pt x="636891" y="924734"/>
                </a:moveTo>
                <a:lnTo>
                  <a:pt x="753267" y="847238"/>
                </a:lnTo>
                <a:moveTo>
                  <a:pt x="753267" y="847238"/>
                </a:moveTo>
                <a:lnTo>
                  <a:pt x="840983" y="746403"/>
                </a:lnTo>
                <a:moveTo>
                  <a:pt x="739133" y="663879"/>
                </a:moveTo>
                <a:lnTo>
                  <a:pt x="798981" y="533351"/>
                </a:lnTo>
                <a:moveTo>
                  <a:pt x="1143913" y="472688"/>
                </a:moveTo>
                <a:lnTo>
                  <a:pt x="1292462" y="428219"/>
                </a:lnTo>
                <a:moveTo>
                  <a:pt x="1666832" y="738950"/>
                </a:moveTo>
                <a:lnTo>
                  <a:pt x="1697145" y="764003"/>
                </a:lnTo>
                <a:moveTo>
                  <a:pt x="798981" y="533351"/>
                </a:moveTo>
                <a:lnTo>
                  <a:pt x="856123" y="587103"/>
                </a:lnTo>
                <a:moveTo>
                  <a:pt x="267077" y="530139"/>
                </a:moveTo>
                <a:lnTo>
                  <a:pt x="322755" y="491423"/>
                </a:lnTo>
                <a:moveTo>
                  <a:pt x="963595" y="325474"/>
                </a:moveTo>
                <a:lnTo>
                  <a:pt x="985062" y="259495"/>
                </a:lnTo>
                <a:moveTo>
                  <a:pt x="616511" y="406232"/>
                </a:moveTo>
                <a:lnTo>
                  <a:pt x="632065" y="519434"/>
                </a:lnTo>
                <a:moveTo>
                  <a:pt x="909063" y="280077"/>
                </a:moveTo>
                <a:lnTo>
                  <a:pt x="985062" y="259495"/>
                </a:lnTo>
                <a:moveTo>
                  <a:pt x="1270186" y="580458"/>
                </a:moveTo>
                <a:lnTo>
                  <a:pt x="1277869" y="496567"/>
                </a:lnTo>
                <a:moveTo>
                  <a:pt x="1750862" y="461375"/>
                </a:moveTo>
                <a:lnTo>
                  <a:pt x="1772466" y="360901"/>
                </a:lnTo>
                <a:moveTo>
                  <a:pt x="1697145" y="764003"/>
                </a:moveTo>
                <a:lnTo>
                  <a:pt x="1789433" y="667410"/>
                </a:lnTo>
                <a:moveTo>
                  <a:pt x="353939" y="337043"/>
                </a:moveTo>
                <a:lnTo>
                  <a:pt x="505762" y="376896"/>
                </a:lnTo>
                <a:moveTo>
                  <a:pt x="388609" y="810151"/>
                </a:moveTo>
                <a:lnTo>
                  <a:pt x="498260" y="807307"/>
                </a:lnTo>
                <a:moveTo>
                  <a:pt x="956174" y="671063"/>
                </a:moveTo>
                <a:lnTo>
                  <a:pt x="1110149" y="619725"/>
                </a:lnTo>
                <a:moveTo>
                  <a:pt x="1441770" y="375240"/>
                </a:moveTo>
                <a:lnTo>
                  <a:pt x="1529381" y="450070"/>
                </a:lnTo>
                <a:moveTo>
                  <a:pt x="793336" y="488440"/>
                </a:moveTo>
                <a:lnTo>
                  <a:pt x="896670" y="445603"/>
                </a:lnTo>
                <a:moveTo>
                  <a:pt x="2332950" y="571692"/>
                </a:moveTo>
                <a:lnTo>
                  <a:pt x="2361476" y="445338"/>
                </a:lnTo>
                <a:moveTo>
                  <a:pt x="1473238" y="750448"/>
                </a:moveTo>
                <a:lnTo>
                  <a:pt x="1587954" y="674667"/>
                </a:lnTo>
                <a:moveTo>
                  <a:pt x="1197758" y="518790"/>
                </a:moveTo>
                <a:lnTo>
                  <a:pt x="1292462" y="428219"/>
                </a:lnTo>
                <a:moveTo>
                  <a:pt x="1789433" y="667410"/>
                </a:moveTo>
                <a:lnTo>
                  <a:pt x="1869094" y="559100"/>
                </a:lnTo>
                <a:moveTo>
                  <a:pt x="392257" y="724478"/>
                </a:moveTo>
                <a:lnTo>
                  <a:pt x="411957" y="650494"/>
                </a:lnTo>
                <a:moveTo>
                  <a:pt x="1355858" y="403439"/>
                </a:moveTo>
                <a:lnTo>
                  <a:pt x="1441770" y="375240"/>
                </a:lnTo>
                <a:moveTo>
                  <a:pt x="832955" y="390253"/>
                </a:moveTo>
                <a:lnTo>
                  <a:pt x="909063" y="280077"/>
                </a:lnTo>
                <a:moveTo>
                  <a:pt x="762059" y="525788"/>
                </a:moveTo>
                <a:lnTo>
                  <a:pt x="632065" y="519434"/>
                </a:lnTo>
                <a:moveTo>
                  <a:pt x="1529381" y="450070"/>
                </a:moveTo>
                <a:lnTo>
                  <a:pt x="1685579" y="405206"/>
                </a:lnTo>
                <a:moveTo>
                  <a:pt x="739133" y="663879"/>
                </a:moveTo>
                <a:lnTo>
                  <a:pt x="762059" y="525788"/>
                </a:lnTo>
                <a:moveTo>
                  <a:pt x="2259300" y="711163"/>
                </a:moveTo>
                <a:lnTo>
                  <a:pt x="2341974" y="606118"/>
                </a:lnTo>
                <a:moveTo>
                  <a:pt x="1473238" y="750448"/>
                </a:moveTo>
                <a:lnTo>
                  <a:pt x="1448064" y="586693"/>
                </a:lnTo>
                <a:moveTo>
                  <a:pt x="1697145" y="764003"/>
                </a:moveTo>
                <a:lnTo>
                  <a:pt x="1730821" y="619304"/>
                </a:lnTo>
                <a:moveTo>
                  <a:pt x="856123" y="587103"/>
                </a:moveTo>
                <a:lnTo>
                  <a:pt x="793336" y="488440"/>
                </a:lnTo>
                <a:moveTo>
                  <a:pt x="1832268" y="528928"/>
                </a:moveTo>
                <a:lnTo>
                  <a:pt x="1869094" y="559100"/>
                </a:lnTo>
                <a:moveTo>
                  <a:pt x="1341948" y="640604"/>
                </a:moveTo>
                <a:lnTo>
                  <a:pt x="1448064" y="586693"/>
                </a:lnTo>
                <a:moveTo>
                  <a:pt x="498260" y="807307"/>
                </a:moveTo>
                <a:lnTo>
                  <a:pt x="545825" y="915775"/>
                </a:lnTo>
                <a:moveTo>
                  <a:pt x="2155817" y="489851"/>
                </a:moveTo>
                <a:lnTo>
                  <a:pt x="2187757" y="476514"/>
                </a:lnTo>
                <a:moveTo>
                  <a:pt x="1869094" y="559100"/>
                </a:moveTo>
                <a:lnTo>
                  <a:pt x="1960715" y="461889"/>
                </a:lnTo>
                <a:moveTo>
                  <a:pt x="1789433" y="667410"/>
                </a:moveTo>
                <a:lnTo>
                  <a:pt x="1832268" y="528928"/>
                </a:lnTo>
                <a:moveTo>
                  <a:pt x="1666832" y="738950"/>
                </a:moveTo>
                <a:lnTo>
                  <a:pt x="1730821" y="619304"/>
                </a:lnTo>
                <a:moveTo>
                  <a:pt x="1426425" y="711642"/>
                </a:moveTo>
                <a:lnTo>
                  <a:pt x="1448064" y="586693"/>
                </a:lnTo>
                <a:moveTo>
                  <a:pt x="2008108" y="666234"/>
                </a:moveTo>
                <a:lnTo>
                  <a:pt x="1960715" y="461889"/>
                </a:lnTo>
                <a:moveTo>
                  <a:pt x="909063" y="280077"/>
                </a:moveTo>
                <a:lnTo>
                  <a:pt x="963595" y="325474"/>
                </a:lnTo>
                <a:moveTo>
                  <a:pt x="1685579" y="405206"/>
                </a:moveTo>
                <a:lnTo>
                  <a:pt x="1750862" y="461375"/>
                </a:lnTo>
                <a:moveTo>
                  <a:pt x="784253" y="700589"/>
                </a:moveTo>
                <a:lnTo>
                  <a:pt x="840983" y="746403"/>
                </a:lnTo>
                <a:moveTo>
                  <a:pt x="995383" y="540531"/>
                </a:moveTo>
                <a:lnTo>
                  <a:pt x="896670" y="445603"/>
                </a:lnTo>
                <a:moveTo>
                  <a:pt x="1666832" y="738950"/>
                </a:moveTo>
                <a:lnTo>
                  <a:pt x="1587954" y="674667"/>
                </a:lnTo>
                <a:moveTo>
                  <a:pt x="1270186" y="580458"/>
                </a:moveTo>
                <a:lnTo>
                  <a:pt x="1452445" y="562329"/>
                </a:lnTo>
                <a:moveTo>
                  <a:pt x="1473238" y="750448"/>
                </a:moveTo>
                <a:lnTo>
                  <a:pt x="1469220" y="576476"/>
                </a:lnTo>
                <a:moveTo>
                  <a:pt x="1341948" y="640604"/>
                </a:moveTo>
                <a:lnTo>
                  <a:pt x="1452445" y="562329"/>
                </a:lnTo>
                <a:moveTo>
                  <a:pt x="1270186" y="580458"/>
                </a:moveTo>
                <a:lnTo>
                  <a:pt x="1336723" y="465513"/>
                </a:lnTo>
                <a:moveTo>
                  <a:pt x="2187458" y="745428"/>
                </a:moveTo>
                <a:lnTo>
                  <a:pt x="2259300" y="711163"/>
                </a:lnTo>
                <a:moveTo>
                  <a:pt x="1561571" y="477953"/>
                </a:moveTo>
                <a:lnTo>
                  <a:pt x="1685579" y="405206"/>
                </a:lnTo>
                <a:moveTo>
                  <a:pt x="1441770" y="375240"/>
                </a:moveTo>
                <a:lnTo>
                  <a:pt x="1490449" y="536080"/>
                </a:lnTo>
                <a:moveTo>
                  <a:pt x="1045787" y="742232"/>
                </a:moveTo>
                <a:lnTo>
                  <a:pt x="956174" y="671063"/>
                </a:lnTo>
                <a:moveTo>
                  <a:pt x="956174" y="671063"/>
                </a:moveTo>
                <a:lnTo>
                  <a:pt x="1013045" y="540075"/>
                </a:lnTo>
                <a:moveTo>
                  <a:pt x="1730821" y="619304"/>
                </a:moveTo>
                <a:lnTo>
                  <a:pt x="1789433" y="667410"/>
                </a:lnTo>
                <a:moveTo>
                  <a:pt x="1960715" y="461889"/>
                </a:moveTo>
                <a:lnTo>
                  <a:pt x="2155817" y="489851"/>
                </a:lnTo>
                <a:moveTo>
                  <a:pt x="545825" y="915775"/>
                </a:moveTo>
                <a:lnTo>
                  <a:pt x="534853" y="838780"/>
                </a:lnTo>
                <a:moveTo>
                  <a:pt x="832955" y="390253"/>
                </a:moveTo>
                <a:lnTo>
                  <a:pt x="896670" y="445603"/>
                </a:lnTo>
                <a:moveTo>
                  <a:pt x="2008108" y="666234"/>
                </a:moveTo>
                <a:lnTo>
                  <a:pt x="2071323" y="555179"/>
                </a:lnTo>
                <a:moveTo>
                  <a:pt x="353939" y="337043"/>
                </a:moveTo>
                <a:lnTo>
                  <a:pt x="422707" y="399879"/>
                </a:lnTo>
                <a:moveTo>
                  <a:pt x="2157095" y="649908"/>
                </a:moveTo>
                <a:lnTo>
                  <a:pt x="2124780" y="658690"/>
                </a:lnTo>
                <a:moveTo>
                  <a:pt x="388609" y="810151"/>
                </a:moveTo>
                <a:lnTo>
                  <a:pt x="417087" y="741486"/>
                </a:lnTo>
                <a:moveTo>
                  <a:pt x="856123" y="587103"/>
                </a:moveTo>
                <a:lnTo>
                  <a:pt x="995383" y="540531"/>
                </a:lnTo>
                <a:moveTo>
                  <a:pt x="1730821" y="619304"/>
                </a:moveTo>
                <a:lnTo>
                  <a:pt x="1832268" y="528928"/>
                </a:lnTo>
                <a:moveTo>
                  <a:pt x="266856" y="438643"/>
                </a:moveTo>
                <a:lnTo>
                  <a:pt x="322755" y="491423"/>
                </a:lnTo>
                <a:moveTo>
                  <a:pt x="1750862" y="461375"/>
                </a:moveTo>
                <a:lnTo>
                  <a:pt x="1832268" y="528928"/>
                </a:lnTo>
                <a:moveTo>
                  <a:pt x="1679143" y="577055"/>
                </a:moveTo>
                <a:lnTo>
                  <a:pt x="1685579" y="405206"/>
                </a:lnTo>
                <a:moveTo>
                  <a:pt x="956174" y="671063"/>
                </a:moveTo>
                <a:lnTo>
                  <a:pt x="995383" y="540531"/>
                </a:lnTo>
                <a:moveTo>
                  <a:pt x="545825" y="915775"/>
                </a:moveTo>
                <a:lnTo>
                  <a:pt x="636891" y="924734"/>
                </a:lnTo>
                <a:moveTo>
                  <a:pt x="322755" y="491423"/>
                </a:moveTo>
                <a:lnTo>
                  <a:pt x="353939" y="337043"/>
                </a:lnTo>
                <a:moveTo>
                  <a:pt x="896670" y="445603"/>
                </a:moveTo>
                <a:lnTo>
                  <a:pt x="963595" y="325474"/>
                </a:lnTo>
                <a:moveTo>
                  <a:pt x="2071323" y="555179"/>
                </a:moveTo>
                <a:lnTo>
                  <a:pt x="2155817" y="489851"/>
                </a:lnTo>
                <a:moveTo>
                  <a:pt x="840983" y="746403"/>
                </a:moveTo>
                <a:lnTo>
                  <a:pt x="856123" y="587103"/>
                </a:lnTo>
                <a:moveTo>
                  <a:pt x="1177947" y="329636"/>
                </a:moveTo>
                <a:lnTo>
                  <a:pt x="1292462" y="428219"/>
                </a:lnTo>
                <a:moveTo>
                  <a:pt x="1960715" y="461889"/>
                </a:moveTo>
                <a:lnTo>
                  <a:pt x="2071323" y="555179"/>
                </a:lnTo>
                <a:moveTo>
                  <a:pt x="1529381" y="450070"/>
                </a:moveTo>
                <a:lnTo>
                  <a:pt x="1561571" y="477953"/>
                </a:lnTo>
                <a:moveTo>
                  <a:pt x="840983" y="746403"/>
                </a:moveTo>
                <a:lnTo>
                  <a:pt x="956174" y="671063"/>
                </a:lnTo>
                <a:moveTo>
                  <a:pt x="2341974" y="606118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325232" y="593937"/>
                </a:lnTo>
                <a:moveTo>
                  <a:pt x="896670" y="445603"/>
                </a:moveTo>
                <a:lnTo>
                  <a:pt x="909063" y="280077"/>
                </a:lnTo>
                <a:moveTo>
                  <a:pt x="583516" y="883937"/>
                </a:moveTo>
                <a:lnTo>
                  <a:pt x="753267" y="847238"/>
                </a:lnTo>
                <a:moveTo>
                  <a:pt x="2187757" y="476514"/>
                </a:moveTo>
                <a:lnTo>
                  <a:pt x="2304830" y="577095"/>
                </a:lnTo>
                <a:moveTo>
                  <a:pt x="1587954" y="674667"/>
                </a:moveTo>
                <a:lnTo>
                  <a:pt x="1730821" y="619304"/>
                </a:lnTo>
                <a:moveTo>
                  <a:pt x="411957" y="650494"/>
                </a:moveTo>
                <a:lnTo>
                  <a:pt x="393881" y="642271"/>
                </a:lnTo>
                <a:moveTo>
                  <a:pt x="636891" y="924734"/>
                </a:moveTo>
                <a:lnTo>
                  <a:pt x="583516" y="883937"/>
                </a:lnTo>
                <a:moveTo>
                  <a:pt x="1490449" y="536080"/>
                </a:moveTo>
                <a:lnTo>
                  <a:pt x="1529381" y="450070"/>
                </a:lnTo>
                <a:moveTo>
                  <a:pt x="2341974" y="606118"/>
                </a:moveTo>
                <a:lnTo>
                  <a:pt x="2325232" y="593937"/>
                </a:lnTo>
                <a:moveTo>
                  <a:pt x="1679143" y="577055"/>
                </a:moveTo>
                <a:lnTo>
                  <a:pt x="1832268" y="528928"/>
                </a:lnTo>
                <a:moveTo>
                  <a:pt x="753267" y="847238"/>
                </a:moveTo>
                <a:lnTo>
                  <a:pt x="671559" y="783406"/>
                </a:lnTo>
                <a:moveTo>
                  <a:pt x="635747" y="579930"/>
                </a:moveTo>
                <a:lnTo>
                  <a:pt x="762059" y="525788"/>
                </a:lnTo>
                <a:moveTo>
                  <a:pt x="1355858" y="403439"/>
                </a:moveTo>
                <a:lnTo>
                  <a:pt x="1490449" y="536080"/>
                </a:lnTo>
                <a:moveTo>
                  <a:pt x="1277869" y="496567"/>
                </a:moveTo>
                <a:lnTo>
                  <a:pt x="1292462" y="428219"/>
                </a:lnTo>
                <a:moveTo>
                  <a:pt x="1679143" y="577055"/>
                </a:moveTo>
                <a:lnTo>
                  <a:pt x="1730821" y="619304"/>
                </a:lnTo>
                <a:moveTo>
                  <a:pt x="1679143" y="577055"/>
                </a:moveTo>
                <a:lnTo>
                  <a:pt x="1750862" y="461375"/>
                </a:lnTo>
                <a:moveTo>
                  <a:pt x="671559" y="783406"/>
                </a:moveTo>
                <a:lnTo>
                  <a:pt x="840983" y="746403"/>
                </a:lnTo>
                <a:moveTo>
                  <a:pt x="1277869" y="496567"/>
                </a:moveTo>
                <a:lnTo>
                  <a:pt x="1336723" y="465513"/>
                </a:lnTo>
                <a:moveTo>
                  <a:pt x="1292462" y="428219"/>
                </a:moveTo>
                <a:lnTo>
                  <a:pt x="1355858" y="403439"/>
                </a:lnTo>
                <a:moveTo>
                  <a:pt x="1587954" y="674667"/>
                </a:moveTo>
                <a:lnTo>
                  <a:pt x="1679143" y="577055"/>
                </a:lnTo>
                <a:moveTo>
                  <a:pt x="1452445" y="562329"/>
                </a:moveTo>
                <a:lnTo>
                  <a:pt x="1355858" y="403439"/>
                </a:lnTo>
                <a:moveTo>
                  <a:pt x="1490449" y="536080"/>
                </a:moveTo>
                <a:lnTo>
                  <a:pt x="1561571" y="477953"/>
                </a:lnTo>
                <a:moveTo>
                  <a:pt x="1561571" y="477953"/>
                </a:moveTo>
                <a:lnTo>
                  <a:pt x="1679143" y="577055"/>
                </a:lnTo>
                <a:moveTo>
                  <a:pt x="1336723" y="465513"/>
                </a:moveTo>
                <a:lnTo>
                  <a:pt x="1355858" y="403439"/>
                </a:lnTo>
                <a:moveTo>
                  <a:pt x="739133" y="663879"/>
                </a:moveTo>
                <a:lnTo>
                  <a:pt x="784253" y="700589"/>
                </a:lnTo>
                <a:moveTo>
                  <a:pt x="505762" y="376896"/>
                </a:moveTo>
                <a:lnTo>
                  <a:pt x="632065" y="519434"/>
                </a:lnTo>
                <a:moveTo>
                  <a:pt x="784253" y="700589"/>
                </a:moveTo>
                <a:lnTo>
                  <a:pt x="856123" y="587103"/>
                </a:lnTo>
                <a:moveTo>
                  <a:pt x="1587954" y="674667"/>
                </a:moveTo>
                <a:lnTo>
                  <a:pt x="1469220" y="576476"/>
                </a:lnTo>
                <a:moveTo>
                  <a:pt x="2325232" y="593937"/>
                </a:moveTo>
                <a:lnTo>
                  <a:pt x="2332950" y="571692"/>
                </a:lnTo>
                <a:moveTo>
                  <a:pt x="388609" y="810151"/>
                </a:moveTo>
                <a:lnTo>
                  <a:pt x="545825" y="915775"/>
                </a:lnTo>
                <a:moveTo>
                  <a:pt x="856123" y="587103"/>
                </a:moveTo>
                <a:lnTo>
                  <a:pt x="896670" y="445603"/>
                </a:lnTo>
                <a:moveTo>
                  <a:pt x="417087" y="741486"/>
                </a:moveTo>
                <a:lnTo>
                  <a:pt x="392257" y="724478"/>
                </a:lnTo>
                <a:moveTo>
                  <a:pt x="1469220" y="576476"/>
                </a:moveTo>
                <a:lnTo>
                  <a:pt x="1561571" y="477953"/>
                </a:lnTo>
                <a:moveTo>
                  <a:pt x="2304830" y="577095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266377" y="721553"/>
                </a:lnTo>
                <a:moveTo>
                  <a:pt x="1448064" y="586693"/>
                </a:moveTo>
                <a:lnTo>
                  <a:pt x="1452445" y="562329"/>
                </a:lnTo>
                <a:moveTo>
                  <a:pt x="715720" y="712899"/>
                </a:moveTo>
                <a:lnTo>
                  <a:pt x="784253" y="700589"/>
                </a:lnTo>
                <a:moveTo>
                  <a:pt x="294313" y="629392"/>
                </a:moveTo>
                <a:lnTo>
                  <a:pt x="322755" y="491423"/>
                </a:lnTo>
                <a:moveTo>
                  <a:pt x="1448064" y="586693"/>
                </a:moveTo>
                <a:lnTo>
                  <a:pt x="1469220" y="576476"/>
                </a:lnTo>
                <a:moveTo>
                  <a:pt x="1452445" y="562329"/>
                </a:moveTo>
                <a:lnTo>
                  <a:pt x="1490449" y="536080"/>
                </a:lnTo>
                <a:moveTo>
                  <a:pt x="1469220" y="576476"/>
                </a:moveTo>
                <a:lnTo>
                  <a:pt x="1490449" y="536080"/>
                </a:lnTo>
                <a:moveTo>
                  <a:pt x="422707" y="399879"/>
                </a:moveTo>
                <a:lnTo>
                  <a:pt x="505762" y="376896"/>
                </a:lnTo>
                <a:moveTo>
                  <a:pt x="2304830" y="577095"/>
                </a:moveTo>
                <a:lnTo>
                  <a:pt x="2325232" y="593937"/>
                </a:lnTo>
                <a:moveTo>
                  <a:pt x="1469220" y="576476"/>
                </a:moveTo>
                <a:lnTo>
                  <a:pt x="1679143" y="577055"/>
                </a:lnTo>
                <a:moveTo>
                  <a:pt x="856123" y="587103"/>
                </a:moveTo>
                <a:lnTo>
                  <a:pt x="956174" y="671063"/>
                </a:lnTo>
                <a:moveTo>
                  <a:pt x="1292462" y="428219"/>
                </a:moveTo>
                <a:lnTo>
                  <a:pt x="1336723" y="465513"/>
                </a:lnTo>
                <a:moveTo>
                  <a:pt x="671559" y="783406"/>
                </a:moveTo>
                <a:lnTo>
                  <a:pt x="784253" y="700589"/>
                </a:lnTo>
                <a:moveTo>
                  <a:pt x="1452445" y="562329"/>
                </a:moveTo>
                <a:lnTo>
                  <a:pt x="1336723" y="465513"/>
                </a:lnTo>
                <a:moveTo>
                  <a:pt x="1452445" y="562329"/>
                </a:moveTo>
                <a:lnTo>
                  <a:pt x="1469220" y="576476"/>
                </a:lnTo>
                <a:moveTo>
                  <a:pt x="388609" y="810151"/>
                </a:moveTo>
                <a:lnTo>
                  <a:pt x="392257" y="724478"/>
                </a:lnTo>
                <a:moveTo>
                  <a:pt x="715720" y="712899"/>
                </a:moveTo>
                <a:lnTo>
                  <a:pt x="739133" y="663879"/>
                </a:lnTo>
                <a:moveTo>
                  <a:pt x="2187458" y="745428"/>
                </a:moveTo>
                <a:lnTo>
                  <a:pt x="2266377" y="721553"/>
                </a:lnTo>
                <a:moveTo>
                  <a:pt x="545825" y="915775"/>
                </a:moveTo>
                <a:lnTo>
                  <a:pt x="583516" y="883937"/>
                </a:lnTo>
                <a:moveTo>
                  <a:pt x="2008108" y="666234"/>
                </a:moveTo>
                <a:lnTo>
                  <a:pt x="2124780" y="658690"/>
                </a:lnTo>
                <a:moveTo>
                  <a:pt x="2187757" y="476514"/>
                </a:moveTo>
                <a:lnTo>
                  <a:pt x="2178512" y="594527"/>
                </a:lnTo>
                <a:moveTo>
                  <a:pt x="2008108" y="666234"/>
                </a:moveTo>
                <a:lnTo>
                  <a:pt x="2144218" y="621240"/>
                </a:lnTo>
                <a:moveTo>
                  <a:pt x="506177" y="471683"/>
                </a:moveTo>
                <a:lnTo>
                  <a:pt x="505762" y="376896"/>
                </a:lnTo>
                <a:moveTo>
                  <a:pt x="2266377" y="721553"/>
                </a:moveTo>
                <a:lnTo>
                  <a:pt x="2325232" y="593937"/>
                </a:lnTo>
                <a:moveTo>
                  <a:pt x="2155817" y="489851"/>
                </a:moveTo>
                <a:lnTo>
                  <a:pt x="2178512" y="594527"/>
                </a:lnTo>
                <a:moveTo>
                  <a:pt x="671559" y="783406"/>
                </a:moveTo>
                <a:lnTo>
                  <a:pt x="715720" y="712899"/>
                </a:lnTo>
                <a:moveTo>
                  <a:pt x="583516" y="883937"/>
                </a:moveTo>
                <a:lnTo>
                  <a:pt x="671559" y="783406"/>
                </a:lnTo>
                <a:moveTo>
                  <a:pt x="294313" y="629392"/>
                </a:moveTo>
                <a:lnTo>
                  <a:pt x="393881" y="642271"/>
                </a:lnTo>
                <a:moveTo>
                  <a:pt x="2187458" y="745428"/>
                </a:moveTo>
                <a:lnTo>
                  <a:pt x="2124780" y="658690"/>
                </a:lnTo>
                <a:moveTo>
                  <a:pt x="322755" y="491423"/>
                </a:moveTo>
                <a:lnTo>
                  <a:pt x="422707" y="399879"/>
                </a:lnTo>
                <a:moveTo>
                  <a:pt x="557115" y="514006"/>
                </a:moveTo>
                <a:lnTo>
                  <a:pt x="632065" y="519434"/>
                </a:lnTo>
                <a:moveTo>
                  <a:pt x="635747" y="579930"/>
                </a:moveTo>
                <a:lnTo>
                  <a:pt x="632065" y="519434"/>
                </a:lnTo>
                <a:moveTo>
                  <a:pt x="739133" y="663879"/>
                </a:moveTo>
                <a:lnTo>
                  <a:pt x="635747" y="579930"/>
                </a:lnTo>
                <a:moveTo>
                  <a:pt x="2071323" y="555179"/>
                </a:moveTo>
                <a:lnTo>
                  <a:pt x="2178512" y="594527"/>
                </a:lnTo>
                <a:moveTo>
                  <a:pt x="506177" y="471683"/>
                </a:moveTo>
                <a:lnTo>
                  <a:pt x="632065" y="519434"/>
                </a:lnTo>
                <a:moveTo>
                  <a:pt x="2071323" y="555179"/>
                </a:moveTo>
                <a:lnTo>
                  <a:pt x="2144218" y="621240"/>
                </a:lnTo>
                <a:moveTo>
                  <a:pt x="294313" y="629392"/>
                </a:moveTo>
                <a:lnTo>
                  <a:pt x="422489" y="578456"/>
                </a:lnTo>
                <a:moveTo>
                  <a:pt x="715720" y="712899"/>
                </a:moveTo>
                <a:lnTo>
                  <a:pt x="635747" y="579930"/>
                </a:lnTo>
                <a:moveTo>
                  <a:pt x="388609" y="810151"/>
                </a:moveTo>
                <a:lnTo>
                  <a:pt x="449734" y="868936"/>
                </a:lnTo>
                <a:moveTo>
                  <a:pt x="2178512" y="594527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506177" y="471683"/>
                </a:lnTo>
                <a:moveTo>
                  <a:pt x="545825" y="915775"/>
                </a:moveTo>
                <a:lnTo>
                  <a:pt x="449734" y="868936"/>
                </a:lnTo>
                <a:moveTo>
                  <a:pt x="2168174" y="642414"/>
                </a:moveTo>
                <a:lnTo>
                  <a:pt x="2325232" y="593937"/>
                </a:lnTo>
                <a:moveTo>
                  <a:pt x="557115" y="514006"/>
                </a:moveTo>
                <a:lnTo>
                  <a:pt x="635747" y="579930"/>
                </a:lnTo>
                <a:moveTo>
                  <a:pt x="2168174" y="642414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473724" y="546929"/>
                </a:lnTo>
                <a:moveTo>
                  <a:pt x="506177" y="471683"/>
                </a:moveTo>
                <a:lnTo>
                  <a:pt x="557115" y="514006"/>
                </a:lnTo>
                <a:moveTo>
                  <a:pt x="2124780" y="658690"/>
                </a:moveTo>
                <a:lnTo>
                  <a:pt x="2266377" y="721553"/>
                </a:lnTo>
                <a:moveTo>
                  <a:pt x="392257" y="724478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583516" y="883937"/>
                </a:lnTo>
                <a:moveTo>
                  <a:pt x="388609" y="810151"/>
                </a:moveTo>
                <a:lnTo>
                  <a:pt x="464080" y="789702"/>
                </a:lnTo>
                <a:moveTo>
                  <a:pt x="422489" y="578456"/>
                </a:moveTo>
                <a:lnTo>
                  <a:pt x="422707" y="399879"/>
                </a:lnTo>
                <a:moveTo>
                  <a:pt x="715720" y="712899"/>
                </a:moveTo>
                <a:lnTo>
                  <a:pt x="627487" y="656677"/>
                </a:lnTo>
                <a:moveTo>
                  <a:pt x="583516" y="883937"/>
                </a:moveTo>
                <a:lnTo>
                  <a:pt x="503276" y="821466"/>
                </a:lnTo>
                <a:moveTo>
                  <a:pt x="322755" y="491423"/>
                </a:moveTo>
                <a:lnTo>
                  <a:pt x="422489" y="578456"/>
                </a:lnTo>
                <a:moveTo>
                  <a:pt x="473724" y="546929"/>
                </a:moveTo>
                <a:lnTo>
                  <a:pt x="557115" y="514006"/>
                </a:lnTo>
                <a:moveTo>
                  <a:pt x="2266377" y="721553"/>
                </a:moveTo>
                <a:lnTo>
                  <a:pt x="2168174" y="642414"/>
                </a:lnTo>
                <a:moveTo>
                  <a:pt x="473724" y="546929"/>
                </a:moveTo>
                <a:lnTo>
                  <a:pt x="506177" y="471683"/>
                </a:lnTo>
                <a:moveTo>
                  <a:pt x="2124780" y="658690"/>
                </a:moveTo>
                <a:lnTo>
                  <a:pt x="2144218" y="621240"/>
                </a:lnTo>
                <a:moveTo>
                  <a:pt x="2144218" y="621240"/>
                </a:moveTo>
                <a:lnTo>
                  <a:pt x="2178512" y="594527"/>
                </a:lnTo>
                <a:moveTo>
                  <a:pt x="557115" y="514006"/>
                </a:moveTo>
                <a:lnTo>
                  <a:pt x="627487" y="656677"/>
                </a:lnTo>
                <a:moveTo>
                  <a:pt x="603490" y="732229"/>
                </a:moveTo>
                <a:lnTo>
                  <a:pt x="715720" y="712899"/>
                </a:lnTo>
                <a:moveTo>
                  <a:pt x="627487" y="656677"/>
                </a:moveTo>
                <a:lnTo>
                  <a:pt x="635747" y="579930"/>
                </a:lnTo>
                <a:moveTo>
                  <a:pt x="583516" y="883937"/>
                </a:moveTo>
                <a:lnTo>
                  <a:pt x="603490" y="732229"/>
                </a:lnTo>
                <a:moveTo>
                  <a:pt x="392257" y="724478"/>
                </a:moveTo>
                <a:lnTo>
                  <a:pt x="464080" y="789702"/>
                </a:lnTo>
                <a:moveTo>
                  <a:pt x="671559" y="783406"/>
                </a:moveTo>
                <a:lnTo>
                  <a:pt x="603490" y="732229"/>
                </a:lnTo>
                <a:moveTo>
                  <a:pt x="2124780" y="658690"/>
                </a:moveTo>
                <a:lnTo>
                  <a:pt x="2168174" y="642414"/>
                </a:lnTo>
                <a:moveTo>
                  <a:pt x="2168174" y="642414"/>
                </a:moveTo>
                <a:lnTo>
                  <a:pt x="2178512" y="594527"/>
                </a:lnTo>
                <a:moveTo>
                  <a:pt x="393881" y="642271"/>
                </a:moveTo>
                <a:lnTo>
                  <a:pt x="422489" y="578456"/>
                </a:lnTo>
                <a:moveTo>
                  <a:pt x="2144218" y="621240"/>
                </a:moveTo>
                <a:lnTo>
                  <a:pt x="2168174" y="642414"/>
                </a:lnTo>
                <a:moveTo>
                  <a:pt x="422489" y="578456"/>
                </a:moveTo>
                <a:lnTo>
                  <a:pt x="473724" y="546929"/>
                </a:lnTo>
                <a:moveTo>
                  <a:pt x="473724" y="546929"/>
                </a:moveTo>
                <a:lnTo>
                  <a:pt x="627487" y="656677"/>
                </a:lnTo>
                <a:moveTo>
                  <a:pt x="449734" y="868936"/>
                </a:moveTo>
                <a:lnTo>
                  <a:pt x="503276" y="821466"/>
                </a:lnTo>
                <a:moveTo>
                  <a:pt x="464080" y="789702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464080" y="789702"/>
                </a:lnTo>
                <a:moveTo>
                  <a:pt x="464080" y="789702"/>
                </a:moveTo>
                <a:lnTo>
                  <a:pt x="503276" y="821466"/>
                </a:lnTo>
                <a:moveTo>
                  <a:pt x="603490" y="732229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603490" y="732229"/>
                </a:lnTo>
                <a:moveTo>
                  <a:pt x="473724" y="546929"/>
                </a:moveTo>
                <a:lnTo>
                  <a:pt x="505193" y="641127"/>
                </a:lnTo>
                <a:moveTo>
                  <a:pt x="422489" y="578456"/>
                </a:moveTo>
                <a:lnTo>
                  <a:pt x="505193" y="641127"/>
                </a:lnTo>
                <a:moveTo>
                  <a:pt x="627487" y="656677"/>
                </a:moveTo>
                <a:lnTo>
                  <a:pt x="505193" y="641127"/>
                </a:lnTo>
                <a:moveTo>
                  <a:pt x="503069" y="651031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503069" y="651031"/>
                </a:lnTo>
                <a:moveTo>
                  <a:pt x="603490" y="732229"/>
                </a:moveTo>
                <a:lnTo>
                  <a:pt x="503069" y="651031"/>
                </a:lnTo>
                <a:moveTo>
                  <a:pt x="503069" y="651031"/>
                </a:moveTo>
                <a:lnTo>
                  <a:pt x="505193" y="64112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94" name="9llg_2_build_ReferenceLigand_0">
            <a:extLst>
              <a:ext uri="{FF2B5EF4-FFF2-40B4-BE49-F238E27FC236}">
                <a16:creationId xmlns:a16="http://schemas.microsoft.com/office/drawing/2014/main" id="{9092EB4F-EB9D-4761-A0AC-E7DF072FC3B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298" y="811725"/>
                </a:moveTo>
                <a:lnTo>
                  <a:pt x="1253314" y="8814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" name="9llg_2_build_ReferenceLigand_1">
            <a:extLst>
              <a:ext uri="{FF2B5EF4-FFF2-40B4-BE49-F238E27FC236}">
                <a16:creationId xmlns:a16="http://schemas.microsoft.com/office/drawing/2014/main" id="{E2235282-F588-4301-B7FE-115906EA8E3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314" y="881430"/>
                </a:moveTo>
                <a:lnTo>
                  <a:pt x="1144643" y="719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6" name="9llg_2_build_ReferenceLigand_2">
            <a:extLst>
              <a:ext uri="{FF2B5EF4-FFF2-40B4-BE49-F238E27FC236}">
                <a16:creationId xmlns:a16="http://schemas.microsoft.com/office/drawing/2014/main" id="{A4E1CFDA-8DB5-48EE-8BA7-8D177B4BA8D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445298" y="811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7" name="9llg_2_build_ReferenceLigand_3">
            <a:extLst>
              <a:ext uri="{FF2B5EF4-FFF2-40B4-BE49-F238E27FC236}">
                <a16:creationId xmlns:a16="http://schemas.microsoft.com/office/drawing/2014/main" id="{31546DBE-8ED2-47ED-B8BE-83A641122AB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628" y="884873"/>
                </a:moveTo>
                <a:lnTo>
                  <a:pt x="844998" y="865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8" name="9llg_2_build_ReferenceLigand_4">
            <a:extLst>
              <a:ext uri="{FF2B5EF4-FFF2-40B4-BE49-F238E27FC236}">
                <a16:creationId xmlns:a16="http://schemas.microsoft.com/office/drawing/2014/main" id="{CA4C6B4F-4F82-48C1-BEB1-60DD4869A6D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4998" y="865450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9" name="9llg_2_build_ReferenceLigand_5">
            <a:extLst>
              <a:ext uri="{FF2B5EF4-FFF2-40B4-BE49-F238E27FC236}">
                <a16:creationId xmlns:a16="http://schemas.microsoft.com/office/drawing/2014/main" id="{CE8B7447-618E-493A-A05A-D201CE7CF6F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0" name="9llg_2_build_ReferenceLigand_6">
            <a:extLst>
              <a:ext uri="{FF2B5EF4-FFF2-40B4-BE49-F238E27FC236}">
                <a16:creationId xmlns:a16="http://schemas.microsoft.com/office/drawing/2014/main" id="{1AD350E6-25C6-48BD-95BC-1ABDA8794D9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1" name="9llg_2_build_ReferenceLigand_7">
            <a:extLst>
              <a:ext uri="{FF2B5EF4-FFF2-40B4-BE49-F238E27FC236}">
                <a16:creationId xmlns:a16="http://schemas.microsoft.com/office/drawing/2014/main" id="{5A79017C-3A51-43A6-A0D1-C9715F84133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448567" y="6361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2" name="9llg_2_build_ReferenceLigand_8">
            <a:extLst>
              <a:ext uri="{FF2B5EF4-FFF2-40B4-BE49-F238E27FC236}">
                <a16:creationId xmlns:a16="http://schemas.microsoft.com/office/drawing/2014/main" id="{3FDB698E-CF7D-42DE-9ABA-ACD62C3191F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602918" y="62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3" name="9llg_2_build_ReferenceLigand_9">
            <a:extLst>
              <a:ext uri="{FF2B5EF4-FFF2-40B4-BE49-F238E27FC236}">
                <a16:creationId xmlns:a16="http://schemas.microsoft.com/office/drawing/2014/main" id="{E63C3423-5414-47FD-A831-50A25EC8D1B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446" y="754005"/>
                </a:moveTo>
                <a:lnTo>
                  <a:pt x="879022" y="5754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" name="9llg_2_build_ReferenceLigand_10">
            <a:extLst>
              <a:ext uri="{FF2B5EF4-FFF2-40B4-BE49-F238E27FC236}">
                <a16:creationId xmlns:a16="http://schemas.microsoft.com/office/drawing/2014/main" id="{1587A00D-9AC0-41CB-B63D-353D31587F5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3065" y="764137"/>
                </a:moveTo>
                <a:lnTo>
                  <a:pt x="666628" y="8848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" name="9llg_2_build_ReferenceLigand_11">
            <a:extLst>
              <a:ext uri="{FF2B5EF4-FFF2-40B4-BE49-F238E27FC236}">
                <a16:creationId xmlns:a16="http://schemas.microsoft.com/office/drawing/2014/main" id="{B7089AA2-5CC0-4A69-92E1-6AD2EDC6A4D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776525" y="686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" name="9llg_2_build_ReferenceLigand_12">
            <a:extLst>
              <a:ext uri="{FF2B5EF4-FFF2-40B4-BE49-F238E27FC236}">
                <a16:creationId xmlns:a16="http://schemas.microsoft.com/office/drawing/2014/main" id="{984A23B3-4458-4DF4-99D0-07B5232B70A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0193" y="434416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" name="9llg_2_build_ReferenceLigand_13">
            <a:extLst>
              <a:ext uri="{FF2B5EF4-FFF2-40B4-BE49-F238E27FC236}">
                <a16:creationId xmlns:a16="http://schemas.microsoft.com/office/drawing/2014/main" id="{A6CEEE85-07DA-4377-A41A-C25C1BA16AF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525" y="686662"/>
                </a:moveTo>
                <a:lnTo>
                  <a:pt x="1926862" y="68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" name="9llg_2_build_ReferenceLigand_14">
            <a:extLst>
              <a:ext uri="{FF2B5EF4-FFF2-40B4-BE49-F238E27FC236}">
                <a16:creationId xmlns:a16="http://schemas.microsoft.com/office/drawing/2014/main" id="{1957F898-7EA0-4940-824C-986DF774CA7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862" y="689118"/>
                </a:moveTo>
                <a:lnTo>
                  <a:pt x="2109079" y="6777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" name="9llg_2_build_ReferenceLigand_15">
            <a:extLst>
              <a:ext uri="{FF2B5EF4-FFF2-40B4-BE49-F238E27FC236}">
                <a16:creationId xmlns:a16="http://schemas.microsoft.com/office/drawing/2014/main" id="{1827B058-446B-45A6-A394-28E6D7C71DB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1004796" y="4513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llg_2_build_ReferenceLigand_16">
            <a:extLst>
              <a:ext uri="{FF2B5EF4-FFF2-40B4-BE49-F238E27FC236}">
                <a16:creationId xmlns:a16="http://schemas.microsoft.com/office/drawing/2014/main" id="{DFAC4CBE-4028-4268-8A17-D1EEF7838A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705834" y="600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llg_2_build_ReferenceLigand_17">
            <a:extLst>
              <a:ext uri="{FF2B5EF4-FFF2-40B4-BE49-F238E27FC236}">
                <a16:creationId xmlns:a16="http://schemas.microsoft.com/office/drawing/2014/main" id="{9AE2A27B-473D-4FEC-A78B-B6A9E146FC2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796" y="451392"/>
                </a:moveTo>
                <a:lnTo>
                  <a:pt x="1190193" y="434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llg_2_build_ReferenceLigand_18">
            <a:extLst>
              <a:ext uri="{FF2B5EF4-FFF2-40B4-BE49-F238E27FC236}">
                <a16:creationId xmlns:a16="http://schemas.microsoft.com/office/drawing/2014/main" id="{967D0AC5-0E7E-4F00-BF8E-46AD6186F8B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79" y="677712"/>
                </a:moveTo>
                <a:lnTo>
                  <a:pt x="2257742" y="7009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llg_2_build_ReferenceLigand_19">
            <a:extLst>
              <a:ext uri="{FF2B5EF4-FFF2-40B4-BE49-F238E27FC236}">
                <a16:creationId xmlns:a16="http://schemas.microsoft.com/office/drawing/2014/main" id="{22B0F317-73B6-4DA0-886C-C46EF4233C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llg_2_build_ReferenceLigand_20">
            <a:extLst>
              <a:ext uri="{FF2B5EF4-FFF2-40B4-BE49-F238E27FC236}">
                <a16:creationId xmlns:a16="http://schemas.microsoft.com/office/drawing/2014/main" id="{1BDDC7CC-34BB-46F2-B8A8-F570F5F4093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624810" y="4441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llg_2_build_ReferenceLigand_21">
            <a:extLst>
              <a:ext uri="{FF2B5EF4-FFF2-40B4-BE49-F238E27FC236}">
                <a16:creationId xmlns:a16="http://schemas.microsoft.com/office/drawing/2014/main" id="{6CC73D7A-C572-400D-8102-9328B0C3717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268001" y="71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llg_2_build_ReferenceLigand_22">
            <a:extLst>
              <a:ext uri="{FF2B5EF4-FFF2-40B4-BE49-F238E27FC236}">
                <a16:creationId xmlns:a16="http://schemas.microsoft.com/office/drawing/2014/main" id="{CFCE56DF-C3B7-4038-BF01-5A94B37D4FD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054" y="792279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llg_2_build_ReferenceLigand_23">
            <a:extLst>
              <a:ext uri="{FF2B5EF4-FFF2-40B4-BE49-F238E27FC236}">
                <a16:creationId xmlns:a16="http://schemas.microsoft.com/office/drawing/2014/main" id="{1BF07DA5-AC76-435C-B68E-26314CC9C53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585970" y="4379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llg_2_build_ReferenceLigand_24">
            <a:extLst>
              <a:ext uri="{FF2B5EF4-FFF2-40B4-BE49-F238E27FC236}">
                <a16:creationId xmlns:a16="http://schemas.microsoft.com/office/drawing/2014/main" id="{6C28CC7A-C65A-4D03-A6C0-6AB20FFF7F9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440008" y="657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llg_2_build_ReferenceLigand_25">
            <a:extLst>
              <a:ext uri="{FF2B5EF4-FFF2-40B4-BE49-F238E27FC236}">
                <a16:creationId xmlns:a16="http://schemas.microsoft.com/office/drawing/2014/main" id="{B69F8A8A-E7BA-4CD1-AFDD-600EA57D6F0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7968" y="626023"/>
                </a:moveTo>
                <a:lnTo>
                  <a:pt x="420054" y="7922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llg_2_build_ReferenceLigand_26">
            <a:extLst>
              <a:ext uri="{FF2B5EF4-FFF2-40B4-BE49-F238E27FC236}">
                <a16:creationId xmlns:a16="http://schemas.microsoft.com/office/drawing/2014/main" id="{338C5F54-1D9F-454E-AF8B-90446AEC602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970" y="437996"/>
                </a:moveTo>
                <a:lnTo>
                  <a:pt x="404736" y="4629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llg_2_build_ReferenceLigand_27">
            <a:extLst>
              <a:ext uri="{FF2B5EF4-FFF2-40B4-BE49-F238E27FC236}">
                <a16:creationId xmlns:a16="http://schemas.microsoft.com/office/drawing/2014/main" id="{D7969055-2946-4B4F-B1D5-C2A379A288E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736" y="462963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llg_2_build_ReferenceLigand_28">
            <a:extLst>
              <a:ext uri="{FF2B5EF4-FFF2-40B4-BE49-F238E27FC236}">
                <a16:creationId xmlns:a16="http://schemas.microsoft.com/office/drawing/2014/main" id="{102A8477-4D1A-44DD-A254-C01B99C93AF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91" y="645631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llg_2_build_ReferenceLigand_29">
            <a:extLst>
              <a:ext uri="{FF2B5EF4-FFF2-40B4-BE49-F238E27FC236}">
                <a16:creationId xmlns:a16="http://schemas.microsoft.com/office/drawing/2014/main" id="{1D5A2567-B4FB-4CDB-A884-385446C58D1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254474" y="8891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llg_2_build_ReferenceLigand_30">
            <a:extLst>
              <a:ext uri="{FF2B5EF4-FFF2-40B4-BE49-F238E27FC236}">
                <a16:creationId xmlns:a16="http://schemas.microsoft.com/office/drawing/2014/main" id="{B7814E89-030B-4444-B037-9EED6D8A959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748749" y="619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llg_2_build_PredictedLigand_0">
            <a:extLst>
              <a:ext uri="{FF2B5EF4-FFF2-40B4-BE49-F238E27FC236}">
                <a16:creationId xmlns:a16="http://schemas.microsoft.com/office/drawing/2014/main" id="{C4EC6F4B-0DC8-44DC-8859-07C53060661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191" y="647270"/>
                </a:moveTo>
                <a:lnTo>
                  <a:pt x="1266151" y="6553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" name="9llg_2_build_PredictedLigand_1">
            <a:extLst>
              <a:ext uri="{FF2B5EF4-FFF2-40B4-BE49-F238E27FC236}">
                <a16:creationId xmlns:a16="http://schemas.microsoft.com/office/drawing/2014/main" id="{ADD6E7CE-99BF-48EA-B192-41D4E0A8407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2730" y="729658"/>
                </a:moveTo>
                <a:lnTo>
                  <a:pt x="666498" y="7618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" name="9llg_2_build_PredictedLigand_2">
            <a:extLst>
              <a:ext uri="{FF2B5EF4-FFF2-40B4-BE49-F238E27FC236}">
                <a16:creationId xmlns:a16="http://schemas.microsoft.com/office/drawing/2014/main" id="{4326B0F5-24C8-4A4F-85B7-27720CF67E7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561" y="677007"/>
                </a:moveTo>
                <a:lnTo>
                  <a:pt x="1656222" y="8534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" name="9llg_2_build_PredictedLigand_3">
            <a:extLst>
              <a:ext uri="{FF2B5EF4-FFF2-40B4-BE49-F238E27FC236}">
                <a16:creationId xmlns:a16="http://schemas.microsoft.com/office/drawing/2014/main" id="{463D8009-4D1F-4161-B852-A9FC3AD3DC1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561" y="677007"/>
                </a:moveTo>
                <a:lnTo>
                  <a:pt x="1755535" y="5545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" name="9llg_2_build_PredictedLigand_4">
            <a:extLst>
              <a:ext uri="{FF2B5EF4-FFF2-40B4-BE49-F238E27FC236}">
                <a16:creationId xmlns:a16="http://schemas.microsoft.com/office/drawing/2014/main" id="{64C36DA2-A23D-4C85-83EB-DCE7BFD57CC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931" y="602479"/>
                </a:moveTo>
                <a:lnTo>
                  <a:pt x="1612561" y="677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0" name="9llg_2_build_PredictedLigand_5">
            <a:extLst>
              <a:ext uri="{FF2B5EF4-FFF2-40B4-BE49-F238E27FC236}">
                <a16:creationId xmlns:a16="http://schemas.microsoft.com/office/drawing/2014/main" id="{5CC7649C-5571-4C10-8799-0AEE2C8D09F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0675" y="498512"/>
                </a:moveTo>
                <a:lnTo>
                  <a:pt x="1265191" y="6472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1" name="9llg_2_build_PredictedLigand_6">
            <a:extLst>
              <a:ext uri="{FF2B5EF4-FFF2-40B4-BE49-F238E27FC236}">
                <a16:creationId xmlns:a16="http://schemas.microsoft.com/office/drawing/2014/main" id="{9B588852-7A19-488E-B706-056A1BCA794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191" y="647270"/>
                </a:moveTo>
                <a:lnTo>
                  <a:pt x="1445931" y="6024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2" name="9llg_2_build_PredictedLigand_7">
            <a:extLst>
              <a:ext uri="{FF2B5EF4-FFF2-40B4-BE49-F238E27FC236}">
                <a16:creationId xmlns:a16="http://schemas.microsoft.com/office/drawing/2014/main" id="{33E6FFC3-8E8F-476E-A28B-7817E7A4CF4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5639" y="827037"/>
                </a:moveTo>
                <a:lnTo>
                  <a:pt x="1265191" y="6472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3" name="9llg_2_build_PredictedLigand_8">
            <a:extLst>
              <a:ext uri="{FF2B5EF4-FFF2-40B4-BE49-F238E27FC236}">
                <a16:creationId xmlns:a16="http://schemas.microsoft.com/office/drawing/2014/main" id="{6ACD9B40-7876-4F70-B8DB-9FC4FA6F114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0675" y="498512"/>
                </a:moveTo>
                <a:lnTo>
                  <a:pt x="960084" y="5236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4" name="9llg_2_build_PredictedLigand_9">
            <a:extLst>
              <a:ext uri="{FF2B5EF4-FFF2-40B4-BE49-F238E27FC236}">
                <a16:creationId xmlns:a16="http://schemas.microsoft.com/office/drawing/2014/main" id="{7A6527B8-2ADF-4C36-8A5D-27F6C2D8A06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4987" y="371547"/>
                </a:moveTo>
                <a:lnTo>
                  <a:pt x="960084" y="5236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5" name="9llg_2_build_PredictedLigand_10">
            <a:extLst>
              <a:ext uri="{FF2B5EF4-FFF2-40B4-BE49-F238E27FC236}">
                <a16:creationId xmlns:a16="http://schemas.microsoft.com/office/drawing/2014/main" id="{2B70DD37-6510-4132-A97F-4CC7465409C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84" y="523616"/>
                </a:moveTo>
                <a:lnTo>
                  <a:pt x="897725" y="7033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6" name="9llg_2_build_PredictedLigand_11">
            <a:extLst>
              <a:ext uri="{FF2B5EF4-FFF2-40B4-BE49-F238E27FC236}">
                <a16:creationId xmlns:a16="http://schemas.microsoft.com/office/drawing/2014/main" id="{2736D08B-F5AC-41D6-B316-9308122A292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339" y="409716"/>
                </a:moveTo>
                <a:lnTo>
                  <a:pt x="1242413" y="3432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7" name="9llg_2_build_PredictedLigand_12">
            <a:extLst>
              <a:ext uri="{FF2B5EF4-FFF2-40B4-BE49-F238E27FC236}">
                <a16:creationId xmlns:a16="http://schemas.microsoft.com/office/drawing/2014/main" id="{279E30F2-7A4B-40E3-BEFA-62F6EF31AA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2413" y="343275"/>
                </a:moveTo>
                <a:lnTo>
                  <a:pt x="1140675" y="4985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8" name="9llg_2_build_PredictedLigand_13">
            <a:extLst>
              <a:ext uri="{FF2B5EF4-FFF2-40B4-BE49-F238E27FC236}">
                <a16:creationId xmlns:a16="http://schemas.microsoft.com/office/drawing/2014/main" id="{FB8266BF-97C2-4968-90C9-9CEBF32E152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246" y="856664"/>
                </a:moveTo>
                <a:lnTo>
                  <a:pt x="1205639" y="827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9" name="9llg_2_build_PredictedLigand_14">
            <a:extLst>
              <a:ext uri="{FF2B5EF4-FFF2-40B4-BE49-F238E27FC236}">
                <a16:creationId xmlns:a16="http://schemas.microsoft.com/office/drawing/2014/main" id="{803BCB55-AA26-4431-A6EA-B5DDDC941BD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931" y="602479"/>
                </a:moveTo>
                <a:lnTo>
                  <a:pt x="1437339" y="4097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0" name="9llg_2_build_PredictedLigand_15">
            <a:extLst>
              <a:ext uri="{FF2B5EF4-FFF2-40B4-BE49-F238E27FC236}">
                <a16:creationId xmlns:a16="http://schemas.microsoft.com/office/drawing/2014/main" id="{B13C8954-8870-454B-897B-E6DF265CFAE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2730" y="729658"/>
                </a:moveTo>
                <a:lnTo>
                  <a:pt x="594414" y="5662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1" name="9llg_2_build_PredictedLigand_16">
            <a:extLst>
              <a:ext uri="{FF2B5EF4-FFF2-40B4-BE49-F238E27FC236}">
                <a16:creationId xmlns:a16="http://schemas.microsoft.com/office/drawing/2014/main" id="{EB484B9D-9A61-4BF1-B242-FBAADD4FDAA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5535" y="554577"/>
                </a:moveTo>
                <a:lnTo>
                  <a:pt x="1935702" y="6285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2" name="9llg_2_build_PredictedLigand_17">
            <a:extLst>
              <a:ext uri="{FF2B5EF4-FFF2-40B4-BE49-F238E27FC236}">
                <a16:creationId xmlns:a16="http://schemas.microsoft.com/office/drawing/2014/main" id="{AF7C0742-50CB-4693-839A-ECF21352552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725" y="703355"/>
                </a:moveTo>
                <a:lnTo>
                  <a:pt x="702730" y="7296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llg_2_build_PredictedLigand_18">
            <a:extLst>
              <a:ext uri="{FF2B5EF4-FFF2-40B4-BE49-F238E27FC236}">
                <a16:creationId xmlns:a16="http://schemas.microsoft.com/office/drawing/2014/main" id="{2CAEDAA1-E5AB-4820-BF81-85BCF987227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725" y="703355"/>
                </a:moveTo>
                <a:lnTo>
                  <a:pt x="1013246" y="85666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llg_2_build_PredictedLigand_19">
            <a:extLst>
              <a:ext uri="{FF2B5EF4-FFF2-40B4-BE49-F238E27FC236}">
                <a16:creationId xmlns:a16="http://schemas.microsoft.com/office/drawing/2014/main" id="{CE21BB51-4A4D-4B3C-BC98-A04589B83F7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5058" y="401164"/>
                </a:moveTo>
                <a:lnTo>
                  <a:pt x="864987" y="3715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llg_2_build_PredictedLigand_20">
            <a:extLst>
              <a:ext uri="{FF2B5EF4-FFF2-40B4-BE49-F238E27FC236}">
                <a16:creationId xmlns:a16="http://schemas.microsoft.com/office/drawing/2014/main" id="{075321EB-B95A-4D80-8894-68419AF5C12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2730" y="729658"/>
                </a:moveTo>
                <a:lnTo>
                  <a:pt x="619370" y="8902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llg_2_build_PredictedLigand_21">
            <a:extLst>
              <a:ext uri="{FF2B5EF4-FFF2-40B4-BE49-F238E27FC236}">
                <a16:creationId xmlns:a16="http://schemas.microsoft.com/office/drawing/2014/main" id="{180DCC7C-34FD-4815-944E-5D25E1E01EB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4414" y="566250"/>
                </a:moveTo>
                <a:lnTo>
                  <a:pt x="675058" y="40116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llg_2_build_PredictedLigand_22">
            <a:extLst>
              <a:ext uri="{FF2B5EF4-FFF2-40B4-BE49-F238E27FC236}">
                <a16:creationId xmlns:a16="http://schemas.microsoft.com/office/drawing/2014/main" id="{69A9D0E3-27E6-461E-AFBD-1AA0903B029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927" y="519921"/>
                </a:moveTo>
                <a:lnTo>
                  <a:pt x="2340077" y="41364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llg_2_build_PredictedLigand_23">
            <a:extLst>
              <a:ext uri="{FF2B5EF4-FFF2-40B4-BE49-F238E27FC236}">
                <a16:creationId xmlns:a16="http://schemas.microsoft.com/office/drawing/2014/main" id="{E09AD633-648D-4FE6-A62D-2508DBF7CD7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5702" y="628512"/>
                </a:moveTo>
                <a:lnTo>
                  <a:pt x="2051209" y="4796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llg_2_build_PredictedLigand_24">
            <a:extLst>
              <a:ext uri="{FF2B5EF4-FFF2-40B4-BE49-F238E27FC236}">
                <a16:creationId xmlns:a16="http://schemas.microsoft.com/office/drawing/2014/main" id="{67769D79-051F-4278-B221-76B263C9E74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668" y="572823"/>
                </a:moveTo>
                <a:lnTo>
                  <a:pt x="594414" y="5662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llg_2_build_PredictedLigand_25">
            <a:extLst>
              <a:ext uri="{FF2B5EF4-FFF2-40B4-BE49-F238E27FC236}">
                <a16:creationId xmlns:a16="http://schemas.microsoft.com/office/drawing/2014/main" id="{4B3F9BCE-CBF3-4003-996D-14B18ED40AA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9370" y="890202"/>
                </a:moveTo>
                <a:lnTo>
                  <a:pt x="431182" y="8992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llg_2_build_PredictedLigand_26">
            <a:extLst>
              <a:ext uri="{FF2B5EF4-FFF2-40B4-BE49-F238E27FC236}">
                <a16:creationId xmlns:a16="http://schemas.microsoft.com/office/drawing/2014/main" id="{B4EAFF68-0101-4F29-9379-C3322F3F2F5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182" y="899280"/>
                </a:moveTo>
                <a:lnTo>
                  <a:pt x="324049" y="7511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llg_2_build_PredictedLigand_27">
            <a:extLst>
              <a:ext uri="{FF2B5EF4-FFF2-40B4-BE49-F238E27FC236}">
                <a16:creationId xmlns:a16="http://schemas.microsoft.com/office/drawing/2014/main" id="{A5D1F71F-90BB-421D-BD0C-9700A087B74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24049" y="751189"/>
                </a:moveTo>
                <a:lnTo>
                  <a:pt x="416668" y="5728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llg_2_build_PredictedLigand_28">
            <a:extLst>
              <a:ext uri="{FF2B5EF4-FFF2-40B4-BE49-F238E27FC236}">
                <a16:creationId xmlns:a16="http://schemas.microsoft.com/office/drawing/2014/main" id="{AC98B60F-9203-4067-9FB8-92CE83A8BBA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209" y="479602"/>
                </a:moveTo>
                <a:lnTo>
                  <a:pt x="2229927" y="5199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llg_2_build_PredictedLigand_29">
            <a:extLst>
              <a:ext uri="{FF2B5EF4-FFF2-40B4-BE49-F238E27FC236}">
                <a16:creationId xmlns:a16="http://schemas.microsoft.com/office/drawing/2014/main" id="{EABCD2FA-D11F-4A14-BC74-6723751F684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09" y="763310"/>
                </a:moveTo>
                <a:lnTo>
                  <a:pt x="324049" y="7511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llg_2_build_PredictedLigand_30">
            <a:extLst>
              <a:ext uri="{FF2B5EF4-FFF2-40B4-BE49-F238E27FC236}">
                <a16:creationId xmlns:a16="http://schemas.microsoft.com/office/drawing/2014/main" id="{5E492C54-82E9-4EC1-BDC8-71B032F8F41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927" y="519921"/>
                </a:moveTo>
                <a:lnTo>
                  <a:pt x="2262645" y="7181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6" name="9llg_2_build_PredictedAtoms_0">
            <a:extLst>
              <a:ext uri="{FF2B5EF4-FFF2-40B4-BE49-F238E27FC236}">
                <a16:creationId xmlns:a16="http://schemas.microsoft.com/office/drawing/2014/main" id="{86F36206-16B7-497E-8BB0-3594ED040BA8}"/>
              </a:ext>
            </a:extLst>
          </p:cNvPr>
          <p:cNvSpPr>
            <a:spLocks noGrp="1"/>
          </p:cNvSpPr>
          <p:nvPr/>
        </p:nvSpPr>
        <p:spPr>
          <a:xfrm>
            <a:off x="6306017" y="1537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7" name="9llg_2_build_PredictedAtoms_1">
            <a:extLst>
              <a:ext uri="{FF2B5EF4-FFF2-40B4-BE49-F238E27FC236}">
                <a16:creationId xmlns:a16="http://schemas.microsoft.com/office/drawing/2014/main" id="{5420329C-2650-471A-B256-565CD434E5A4}"/>
              </a:ext>
            </a:extLst>
          </p:cNvPr>
          <p:cNvSpPr>
            <a:spLocks noGrp="1"/>
          </p:cNvSpPr>
          <p:nvPr/>
        </p:nvSpPr>
        <p:spPr>
          <a:xfrm>
            <a:off x="6480057" y="15255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8" name="9llg_2_build_PredictedAtoms_2">
            <a:extLst>
              <a:ext uri="{FF2B5EF4-FFF2-40B4-BE49-F238E27FC236}">
                <a16:creationId xmlns:a16="http://schemas.microsoft.com/office/drawing/2014/main" id="{274CFEC1-E055-42FE-B139-72F6C9C7AA21}"/>
              </a:ext>
            </a:extLst>
          </p:cNvPr>
          <p:cNvSpPr>
            <a:spLocks noGrp="1"/>
          </p:cNvSpPr>
          <p:nvPr/>
        </p:nvSpPr>
        <p:spPr>
          <a:xfrm>
            <a:off x="6572675" y="13472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9" name="9llg_2_build_PredictedAtoms_3">
            <a:extLst>
              <a:ext uri="{FF2B5EF4-FFF2-40B4-BE49-F238E27FC236}">
                <a16:creationId xmlns:a16="http://schemas.microsoft.com/office/drawing/2014/main" id="{DDE69D7B-1143-4125-9031-801D3712832F}"/>
              </a:ext>
            </a:extLst>
          </p:cNvPr>
          <p:cNvSpPr>
            <a:spLocks noGrp="1"/>
          </p:cNvSpPr>
          <p:nvPr/>
        </p:nvSpPr>
        <p:spPr>
          <a:xfrm>
            <a:off x="6750421" y="134063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0" name="9llg_2_build_PredictedAtoms_4">
            <a:extLst>
              <a:ext uri="{FF2B5EF4-FFF2-40B4-BE49-F238E27FC236}">
                <a16:creationId xmlns:a16="http://schemas.microsoft.com/office/drawing/2014/main" id="{C58DA257-A20A-499E-9FA6-3B15B579B44C}"/>
              </a:ext>
            </a:extLst>
          </p:cNvPr>
          <p:cNvSpPr>
            <a:spLocks noGrp="1"/>
          </p:cNvSpPr>
          <p:nvPr/>
        </p:nvSpPr>
        <p:spPr>
          <a:xfrm>
            <a:off x="6831065" y="11755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1" name="9llg_2_build_PredictedAtoms_5">
            <a:extLst>
              <a:ext uri="{FF2B5EF4-FFF2-40B4-BE49-F238E27FC236}">
                <a16:creationId xmlns:a16="http://schemas.microsoft.com/office/drawing/2014/main" id="{B3E4BC2A-A58A-498E-AC85-E6C0E01E5A42}"/>
              </a:ext>
            </a:extLst>
          </p:cNvPr>
          <p:cNvSpPr>
            <a:spLocks noGrp="1"/>
          </p:cNvSpPr>
          <p:nvPr/>
        </p:nvSpPr>
        <p:spPr>
          <a:xfrm>
            <a:off x="7020995" y="11459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2" name="9llg_2_build_PredictedAtoms_6">
            <a:extLst>
              <a:ext uri="{FF2B5EF4-FFF2-40B4-BE49-F238E27FC236}">
                <a16:creationId xmlns:a16="http://schemas.microsoft.com/office/drawing/2014/main" id="{E2435B7D-973D-4BF9-ACA8-AFDD6871BD2D}"/>
              </a:ext>
            </a:extLst>
          </p:cNvPr>
          <p:cNvSpPr>
            <a:spLocks noGrp="1"/>
          </p:cNvSpPr>
          <p:nvPr/>
        </p:nvSpPr>
        <p:spPr>
          <a:xfrm>
            <a:off x="7116092" y="12979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3" name="9llg_2_build_PredictedAtoms_7">
            <a:extLst>
              <a:ext uri="{FF2B5EF4-FFF2-40B4-BE49-F238E27FC236}">
                <a16:creationId xmlns:a16="http://schemas.microsoft.com/office/drawing/2014/main" id="{C28EA933-5340-4A68-817B-7F8617A72DAB}"/>
              </a:ext>
            </a:extLst>
          </p:cNvPr>
          <p:cNvSpPr>
            <a:spLocks noGrp="1"/>
          </p:cNvSpPr>
          <p:nvPr/>
        </p:nvSpPr>
        <p:spPr>
          <a:xfrm>
            <a:off x="7053733" y="14777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4" name="9llg_2_build_PredictedAtoms_8">
            <a:extLst>
              <a:ext uri="{FF2B5EF4-FFF2-40B4-BE49-F238E27FC236}">
                <a16:creationId xmlns:a16="http://schemas.microsoft.com/office/drawing/2014/main" id="{029F3CFC-8301-4FC4-BC44-278B086EC7C6}"/>
              </a:ext>
            </a:extLst>
          </p:cNvPr>
          <p:cNvSpPr>
            <a:spLocks noGrp="1"/>
          </p:cNvSpPr>
          <p:nvPr/>
        </p:nvSpPr>
        <p:spPr>
          <a:xfrm>
            <a:off x="7169253" y="16310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5" name="9llg_2_build_PredictedAtoms_9">
            <a:extLst>
              <a:ext uri="{FF2B5EF4-FFF2-40B4-BE49-F238E27FC236}">
                <a16:creationId xmlns:a16="http://schemas.microsoft.com/office/drawing/2014/main" id="{9E1CD8BC-1B29-4D57-99CD-EC07DA1E1C88}"/>
              </a:ext>
            </a:extLst>
          </p:cNvPr>
          <p:cNvSpPr>
            <a:spLocks noGrp="1"/>
          </p:cNvSpPr>
          <p:nvPr/>
        </p:nvSpPr>
        <p:spPr>
          <a:xfrm>
            <a:off x="7361647" y="16014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6" name="9llg_2_build_PredictedAtoms_10">
            <a:extLst>
              <a:ext uri="{FF2B5EF4-FFF2-40B4-BE49-F238E27FC236}">
                <a16:creationId xmlns:a16="http://schemas.microsoft.com/office/drawing/2014/main" id="{29C44E25-3A27-4BED-AAE5-9033AE4E0246}"/>
              </a:ext>
            </a:extLst>
          </p:cNvPr>
          <p:cNvSpPr>
            <a:spLocks noGrp="1"/>
          </p:cNvSpPr>
          <p:nvPr/>
        </p:nvSpPr>
        <p:spPr>
          <a:xfrm>
            <a:off x="7421198" y="14216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7" name="9llg_2_build_PredictedAtoms_11">
            <a:extLst>
              <a:ext uri="{FF2B5EF4-FFF2-40B4-BE49-F238E27FC236}">
                <a16:creationId xmlns:a16="http://schemas.microsoft.com/office/drawing/2014/main" id="{07F538FB-C591-4BB0-B906-BDBE271730A6}"/>
              </a:ext>
            </a:extLst>
          </p:cNvPr>
          <p:cNvSpPr>
            <a:spLocks noGrp="1"/>
          </p:cNvSpPr>
          <p:nvPr/>
        </p:nvSpPr>
        <p:spPr>
          <a:xfrm>
            <a:off x="7422159" y="14297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8" name="9llg_2_build_PredictedAtoms_12">
            <a:extLst>
              <a:ext uri="{FF2B5EF4-FFF2-40B4-BE49-F238E27FC236}">
                <a16:creationId xmlns:a16="http://schemas.microsoft.com/office/drawing/2014/main" id="{9BCDAB21-00B0-4C27-AB75-87A18D24FE78}"/>
              </a:ext>
            </a:extLst>
          </p:cNvPr>
          <p:cNvSpPr>
            <a:spLocks noGrp="1"/>
          </p:cNvSpPr>
          <p:nvPr/>
        </p:nvSpPr>
        <p:spPr>
          <a:xfrm>
            <a:off x="7601939" y="13768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9" name="9llg_2_build_PredictedAtoms_13">
            <a:extLst>
              <a:ext uri="{FF2B5EF4-FFF2-40B4-BE49-F238E27FC236}">
                <a16:creationId xmlns:a16="http://schemas.microsoft.com/office/drawing/2014/main" id="{3D276F12-DB0B-4C37-9367-29DFF636ED69}"/>
              </a:ext>
            </a:extLst>
          </p:cNvPr>
          <p:cNvSpPr>
            <a:spLocks noGrp="1"/>
          </p:cNvSpPr>
          <p:nvPr/>
        </p:nvSpPr>
        <p:spPr>
          <a:xfrm>
            <a:off x="7768569" y="14513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0" name="9llg_2_build_PredictedAtoms_14">
            <a:extLst>
              <a:ext uri="{FF2B5EF4-FFF2-40B4-BE49-F238E27FC236}">
                <a16:creationId xmlns:a16="http://schemas.microsoft.com/office/drawing/2014/main" id="{D93E59B5-7248-4E06-816A-60C099E12DAC}"/>
              </a:ext>
            </a:extLst>
          </p:cNvPr>
          <p:cNvSpPr>
            <a:spLocks noGrp="1"/>
          </p:cNvSpPr>
          <p:nvPr/>
        </p:nvSpPr>
        <p:spPr>
          <a:xfrm>
            <a:off x="7812230" y="16278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1" name="9llg_2_build_PredictedAtoms_15">
            <a:extLst>
              <a:ext uri="{FF2B5EF4-FFF2-40B4-BE49-F238E27FC236}">
                <a16:creationId xmlns:a16="http://schemas.microsoft.com/office/drawing/2014/main" id="{E505D55A-CCB1-4737-A872-2783F5DA8F9F}"/>
              </a:ext>
            </a:extLst>
          </p:cNvPr>
          <p:cNvSpPr>
            <a:spLocks noGrp="1"/>
          </p:cNvSpPr>
          <p:nvPr/>
        </p:nvSpPr>
        <p:spPr>
          <a:xfrm>
            <a:off x="7911543" y="13289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2" name="9llg_2_build_PredictedAtoms_16">
            <a:extLst>
              <a:ext uri="{FF2B5EF4-FFF2-40B4-BE49-F238E27FC236}">
                <a16:creationId xmlns:a16="http://schemas.microsoft.com/office/drawing/2014/main" id="{EDD65C1F-5CAC-46CF-ABED-6530365488DC}"/>
              </a:ext>
            </a:extLst>
          </p:cNvPr>
          <p:cNvSpPr>
            <a:spLocks noGrp="1"/>
          </p:cNvSpPr>
          <p:nvPr/>
        </p:nvSpPr>
        <p:spPr>
          <a:xfrm>
            <a:off x="8091710" y="14028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3" name="9llg_2_build_PredictedAtoms_17">
            <a:extLst>
              <a:ext uri="{FF2B5EF4-FFF2-40B4-BE49-F238E27FC236}">
                <a16:creationId xmlns:a16="http://schemas.microsoft.com/office/drawing/2014/main" id="{4EA7B8FD-479F-4BFF-A8B4-4DF0C138279B}"/>
              </a:ext>
            </a:extLst>
          </p:cNvPr>
          <p:cNvSpPr>
            <a:spLocks noGrp="1"/>
          </p:cNvSpPr>
          <p:nvPr/>
        </p:nvSpPr>
        <p:spPr>
          <a:xfrm>
            <a:off x="8207217" y="12539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4" name="9llg_2_build_PredictedAtoms_18">
            <a:extLst>
              <a:ext uri="{FF2B5EF4-FFF2-40B4-BE49-F238E27FC236}">
                <a16:creationId xmlns:a16="http://schemas.microsoft.com/office/drawing/2014/main" id="{D0F2E83D-8114-473A-908E-DC19FCB1D634}"/>
              </a:ext>
            </a:extLst>
          </p:cNvPr>
          <p:cNvSpPr>
            <a:spLocks noGrp="1"/>
          </p:cNvSpPr>
          <p:nvPr/>
        </p:nvSpPr>
        <p:spPr>
          <a:xfrm>
            <a:off x="8385934" y="12943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5" name="9llg_2_build_PredictedAtoms_19">
            <a:extLst>
              <a:ext uri="{FF2B5EF4-FFF2-40B4-BE49-F238E27FC236}">
                <a16:creationId xmlns:a16="http://schemas.microsoft.com/office/drawing/2014/main" id="{CDFBE362-738F-4151-AC33-8F7DE1C47497}"/>
              </a:ext>
            </a:extLst>
          </p:cNvPr>
          <p:cNvSpPr>
            <a:spLocks noGrp="1"/>
          </p:cNvSpPr>
          <p:nvPr/>
        </p:nvSpPr>
        <p:spPr>
          <a:xfrm>
            <a:off x="8496085" y="11880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6" name="9llg_2_build_PredictedAtoms_20">
            <a:extLst>
              <a:ext uri="{FF2B5EF4-FFF2-40B4-BE49-F238E27FC236}">
                <a16:creationId xmlns:a16="http://schemas.microsoft.com/office/drawing/2014/main" id="{A146F6F8-0FC7-4DE3-ADE3-2347259C705A}"/>
              </a:ext>
            </a:extLst>
          </p:cNvPr>
          <p:cNvSpPr>
            <a:spLocks noGrp="1"/>
          </p:cNvSpPr>
          <p:nvPr/>
        </p:nvSpPr>
        <p:spPr>
          <a:xfrm>
            <a:off x="8418652" y="14924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7" name="9llg_2_build_PredictedAtoms_21">
            <a:extLst>
              <a:ext uri="{FF2B5EF4-FFF2-40B4-BE49-F238E27FC236}">
                <a16:creationId xmlns:a16="http://schemas.microsoft.com/office/drawing/2014/main" id="{DAFF39CC-ADC0-4EFC-B845-DF342A3AF180}"/>
              </a:ext>
            </a:extLst>
          </p:cNvPr>
          <p:cNvSpPr>
            <a:spLocks noGrp="1"/>
          </p:cNvSpPr>
          <p:nvPr/>
        </p:nvSpPr>
        <p:spPr>
          <a:xfrm>
            <a:off x="7593347" y="11840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8" name="9llg_2_build_PredictedAtoms_22">
            <a:extLst>
              <a:ext uri="{FF2B5EF4-FFF2-40B4-BE49-F238E27FC236}">
                <a16:creationId xmlns:a16="http://schemas.microsoft.com/office/drawing/2014/main" id="{52224931-B3F5-4D13-AC8F-CC47CE2CD45C}"/>
              </a:ext>
            </a:extLst>
          </p:cNvPr>
          <p:cNvSpPr>
            <a:spLocks noGrp="1"/>
          </p:cNvSpPr>
          <p:nvPr/>
        </p:nvSpPr>
        <p:spPr>
          <a:xfrm>
            <a:off x="7398420" y="11176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llg_2_build_PredictedAtoms_23">
            <a:extLst>
              <a:ext uri="{FF2B5EF4-FFF2-40B4-BE49-F238E27FC236}">
                <a16:creationId xmlns:a16="http://schemas.microsoft.com/office/drawing/2014/main" id="{CFD8BEA1-258C-4998-BF3C-3E03977A696D}"/>
              </a:ext>
            </a:extLst>
          </p:cNvPr>
          <p:cNvSpPr>
            <a:spLocks noGrp="1"/>
          </p:cNvSpPr>
          <p:nvPr/>
        </p:nvSpPr>
        <p:spPr>
          <a:xfrm>
            <a:off x="7296683" y="12728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0" name="9llg_2_build_PredictedAtoms_24">
            <a:extLst>
              <a:ext uri="{FF2B5EF4-FFF2-40B4-BE49-F238E27FC236}">
                <a16:creationId xmlns:a16="http://schemas.microsoft.com/office/drawing/2014/main" id="{E8CCC258-CA75-4315-BEA0-AD1C2D0AF993}"/>
              </a:ext>
            </a:extLst>
          </p:cNvPr>
          <p:cNvSpPr>
            <a:spLocks noGrp="1"/>
          </p:cNvSpPr>
          <p:nvPr/>
        </p:nvSpPr>
        <p:spPr>
          <a:xfrm>
            <a:off x="6858738" y="15040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llg_2_build_PredictedAtoms_25">
            <a:extLst>
              <a:ext uri="{FF2B5EF4-FFF2-40B4-BE49-F238E27FC236}">
                <a16:creationId xmlns:a16="http://schemas.microsoft.com/office/drawing/2014/main" id="{0689AB95-D167-4CD8-B6A9-0616FD4ACD6A}"/>
              </a:ext>
            </a:extLst>
          </p:cNvPr>
          <p:cNvSpPr>
            <a:spLocks noGrp="1"/>
          </p:cNvSpPr>
          <p:nvPr/>
        </p:nvSpPr>
        <p:spPr>
          <a:xfrm>
            <a:off x="6822506" y="15362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2" name="9llg_2_build_PredictedAtoms_26">
            <a:extLst>
              <a:ext uri="{FF2B5EF4-FFF2-40B4-BE49-F238E27FC236}">
                <a16:creationId xmlns:a16="http://schemas.microsoft.com/office/drawing/2014/main" id="{D3F16D1F-7C94-4B93-BA21-08B75B764014}"/>
              </a:ext>
            </a:extLst>
          </p:cNvPr>
          <p:cNvSpPr>
            <a:spLocks noGrp="1"/>
          </p:cNvSpPr>
          <p:nvPr/>
        </p:nvSpPr>
        <p:spPr>
          <a:xfrm>
            <a:off x="6775377" y="1664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3" name="9llg_2_build_PredictedAtoms_27">
            <a:extLst>
              <a:ext uri="{FF2B5EF4-FFF2-40B4-BE49-F238E27FC236}">
                <a16:creationId xmlns:a16="http://schemas.microsoft.com/office/drawing/2014/main" id="{7B2495AD-6BCE-4281-ADEC-F004E6F4D583}"/>
              </a:ext>
            </a:extLst>
          </p:cNvPr>
          <p:cNvSpPr>
            <a:spLocks noGrp="1"/>
          </p:cNvSpPr>
          <p:nvPr/>
        </p:nvSpPr>
        <p:spPr>
          <a:xfrm>
            <a:off x="6587189" y="16736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4" name="stage3-cases-alternatives_11">
            <a:extLst>
              <a:ext uri="{FF2B5EF4-FFF2-40B4-BE49-F238E27FC236}">
                <a16:creationId xmlns:a16="http://schemas.microsoft.com/office/drawing/2014/main" id="{A93149F8-4235-4F4F-815E-3A8967F833DD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2.44 Å   D 50%   Clash 0</a:t>
            </a:r>
          </a:p>
        </p:txBody>
      </p:sp>
      <p:sp>
        <p:nvSpPr>
          <p:cNvPr id="285" name="stage3-cases-alternatives_12">
            <a:extLst>
              <a:ext uri="{FF2B5EF4-FFF2-40B4-BE49-F238E27FC236}">
                <a16:creationId xmlns:a16="http://schemas.microsoft.com/office/drawing/2014/main" id="{57BDF95A-AC65-45D9-83FE-02261503EC64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b  9LFA · A1EJF (A:401)</a:t>
            </a:r>
          </a:p>
        </p:txBody>
      </p:sp>
      <p:sp>
        <p:nvSpPr>
          <p:cNvPr id="286" name="stage3-cases-alternatives_13">
            <a:extLst>
              <a:ext uri="{FF2B5EF4-FFF2-40B4-BE49-F238E27FC236}">
                <a16:creationId xmlns:a16="http://schemas.microsoft.com/office/drawing/2014/main" id="{45122E08-854D-4812-9382-4FAD4056C1F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92150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287" name="stage3-cases-alternatives_14">
            <a:extLst>
              <a:ext uri="{FF2B5EF4-FFF2-40B4-BE49-F238E27FC236}">
                <a16:creationId xmlns:a16="http://schemas.microsoft.com/office/drawing/2014/main" id="{FBF3596C-8A3D-486B-B900-9CF0F90CA087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88" name="9lfa_0_official_Receptor">
            <a:extLst>
              <a:ext uri="{FF2B5EF4-FFF2-40B4-BE49-F238E27FC236}">
                <a16:creationId xmlns:a16="http://schemas.microsoft.com/office/drawing/2014/main" id="{567395BA-1533-4873-9653-E2BFE2778B7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55074" y="805872"/>
                </a:moveTo>
                <a:lnTo>
                  <a:pt x="2650242" y="901348"/>
                </a:lnTo>
                <a:moveTo>
                  <a:pt x="1948399" y="509012"/>
                </a:moveTo>
                <a:lnTo>
                  <a:pt x="2065157" y="547881"/>
                </a:lnTo>
                <a:moveTo>
                  <a:pt x="2123186" y="705789"/>
                </a:moveTo>
                <a:lnTo>
                  <a:pt x="2259507" y="733410"/>
                </a:lnTo>
                <a:moveTo>
                  <a:pt x="2065157" y="547881"/>
                </a:moveTo>
                <a:lnTo>
                  <a:pt x="2123186" y="705789"/>
                </a:lnTo>
                <a:moveTo>
                  <a:pt x="2650242" y="901348"/>
                </a:moveTo>
                <a:lnTo>
                  <a:pt x="2570381" y="938542"/>
                </a:lnTo>
                <a:moveTo>
                  <a:pt x="1579960" y="710722"/>
                </a:moveTo>
                <a:lnTo>
                  <a:pt x="1707015" y="762930"/>
                </a:lnTo>
                <a:moveTo>
                  <a:pt x="1498707" y="626205"/>
                </a:moveTo>
                <a:lnTo>
                  <a:pt x="1579960" y="710722"/>
                </a:lnTo>
                <a:moveTo>
                  <a:pt x="2065157" y="547881"/>
                </a:moveTo>
                <a:lnTo>
                  <a:pt x="2003931" y="534570"/>
                </a:lnTo>
                <a:moveTo>
                  <a:pt x="1439319" y="483433"/>
                </a:moveTo>
                <a:lnTo>
                  <a:pt x="1498707" y="626205"/>
                </a:lnTo>
                <a:moveTo>
                  <a:pt x="2570381" y="938542"/>
                </a:moveTo>
                <a:lnTo>
                  <a:pt x="2578578" y="814358"/>
                </a:lnTo>
                <a:moveTo>
                  <a:pt x="1498707" y="626205"/>
                </a:moveTo>
                <a:lnTo>
                  <a:pt x="1371904" y="721584"/>
                </a:lnTo>
                <a:moveTo>
                  <a:pt x="2578578" y="814358"/>
                </a:moveTo>
                <a:lnTo>
                  <a:pt x="2534702" y="670251"/>
                </a:lnTo>
                <a:moveTo>
                  <a:pt x="2534702" y="670251"/>
                </a:moveTo>
                <a:lnTo>
                  <a:pt x="2542413" y="556399"/>
                </a:lnTo>
                <a:moveTo>
                  <a:pt x="2003931" y="534570"/>
                </a:moveTo>
                <a:lnTo>
                  <a:pt x="2102621" y="440331"/>
                </a:lnTo>
                <a:moveTo>
                  <a:pt x="2102621" y="440331"/>
                </a:moveTo>
                <a:lnTo>
                  <a:pt x="2231802" y="409529"/>
                </a:lnTo>
                <a:moveTo>
                  <a:pt x="1371904" y="721584"/>
                </a:moveTo>
                <a:lnTo>
                  <a:pt x="1298793" y="652666"/>
                </a:lnTo>
                <a:moveTo>
                  <a:pt x="2578578" y="814358"/>
                </a:moveTo>
                <a:lnTo>
                  <a:pt x="2631972" y="841493"/>
                </a:lnTo>
                <a:moveTo>
                  <a:pt x="2102621" y="440331"/>
                </a:moveTo>
                <a:lnTo>
                  <a:pt x="2042238" y="393473"/>
                </a:lnTo>
                <a:moveTo>
                  <a:pt x="2542413" y="556399"/>
                </a:moveTo>
                <a:lnTo>
                  <a:pt x="2595299" y="584918"/>
                </a:lnTo>
                <a:moveTo>
                  <a:pt x="426016" y="1225776"/>
                </a:moveTo>
                <a:lnTo>
                  <a:pt x="538784" y="1233365"/>
                </a:lnTo>
                <a:moveTo>
                  <a:pt x="2631972" y="841493"/>
                </a:moveTo>
                <a:lnTo>
                  <a:pt x="2639810" y="727565"/>
                </a:lnTo>
                <a:moveTo>
                  <a:pt x="1298793" y="652666"/>
                </a:moveTo>
                <a:lnTo>
                  <a:pt x="1388534" y="678570"/>
                </a:lnTo>
                <a:moveTo>
                  <a:pt x="2639810" y="727565"/>
                </a:moveTo>
                <a:lnTo>
                  <a:pt x="2595299" y="584918"/>
                </a:lnTo>
                <a:moveTo>
                  <a:pt x="789552" y="655484"/>
                </a:moveTo>
                <a:lnTo>
                  <a:pt x="929801" y="712453"/>
                </a:lnTo>
                <a:moveTo>
                  <a:pt x="668186" y="750123"/>
                </a:moveTo>
                <a:lnTo>
                  <a:pt x="789552" y="655484"/>
                </a:lnTo>
                <a:moveTo>
                  <a:pt x="517292" y="724174"/>
                </a:moveTo>
                <a:lnTo>
                  <a:pt x="668186" y="750123"/>
                </a:lnTo>
                <a:moveTo>
                  <a:pt x="440875" y="852730"/>
                </a:moveTo>
                <a:lnTo>
                  <a:pt x="517292" y="724174"/>
                </a:lnTo>
                <a:moveTo>
                  <a:pt x="951221" y="860546"/>
                </a:moveTo>
                <a:lnTo>
                  <a:pt x="929801" y="712453"/>
                </a:lnTo>
                <a:moveTo>
                  <a:pt x="686162" y="899662"/>
                </a:moveTo>
                <a:lnTo>
                  <a:pt x="668186" y="750123"/>
                </a:lnTo>
                <a:moveTo>
                  <a:pt x="1388534" y="678570"/>
                </a:moveTo>
                <a:lnTo>
                  <a:pt x="1486525" y="775256"/>
                </a:lnTo>
                <a:moveTo>
                  <a:pt x="539298" y="963047"/>
                </a:moveTo>
                <a:lnTo>
                  <a:pt x="440875" y="852730"/>
                </a:lnTo>
                <a:moveTo>
                  <a:pt x="538784" y="1233365"/>
                </a:moveTo>
                <a:lnTo>
                  <a:pt x="502291" y="1119233"/>
                </a:lnTo>
                <a:moveTo>
                  <a:pt x="539298" y="963047"/>
                </a:moveTo>
                <a:lnTo>
                  <a:pt x="686162" y="899662"/>
                </a:lnTo>
                <a:moveTo>
                  <a:pt x="831078" y="954794"/>
                </a:moveTo>
                <a:lnTo>
                  <a:pt x="951221" y="860546"/>
                </a:lnTo>
                <a:moveTo>
                  <a:pt x="686162" y="899662"/>
                </a:moveTo>
                <a:lnTo>
                  <a:pt x="831078" y="954794"/>
                </a:lnTo>
                <a:moveTo>
                  <a:pt x="1388534" y="678570"/>
                </a:moveTo>
                <a:lnTo>
                  <a:pt x="1356884" y="590965"/>
                </a:lnTo>
                <a:moveTo>
                  <a:pt x="502291" y="1119233"/>
                </a:moveTo>
                <a:lnTo>
                  <a:pt x="539298" y="963047"/>
                </a:lnTo>
                <a:moveTo>
                  <a:pt x="1128981" y="897494"/>
                </a:moveTo>
                <a:lnTo>
                  <a:pt x="1271185" y="871647"/>
                </a:lnTo>
                <a:moveTo>
                  <a:pt x="1376816" y="803503"/>
                </a:moveTo>
                <a:lnTo>
                  <a:pt x="1271185" y="871647"/>
                </a:lnTo>
                <a:moveTo>
                  <a:pt x="1092482" y="855072"/>
                </a:moveTo>
                <a:lnTo>
                  <a:pt x="1128981" y="897494"/>
                </a:lnTo>
                <a:moveTo>
                  <a:pt x="1339752" y="761212"/>
                </a:moveTo>
                <a:lnTo>
                  <a:pt x="1376816" y="803503"/>
                </a:lnTo>
                <a:moveTo>
                  <a:pt x="1197113" y="785801"/>
                </a:moveTo>
                <a:lnTo>
                  <a:pt x="1092482" y="855072"/>
                </a:lnTo>
                <a:moveTo>
                  <a:pt x="1197113" y="785801"/>
                </a:moveTo>
                <a:lnTo>
                  <a:pt x="1339752" y="761212"/>
                </a:lnTo>
                <a:moveTo>
                  <a:pt x="1157640" y="740468"/>
                </a:moveTo>
                <a:lnTo>
                  <a:pt x="1197113" y="785801"/>
                </a:lnTo>
                <a:moveTo>
                  <a:pt x="1575717" y="1151744"/>
                </a:moveTo>
                <a:lnTo>
                  <a:pt x="1452153" y="1125854"/>
                </a:lnTo>
                <a:moveTo>
                  <a:pt x="1719929" y="1111709"/>
                </a:moveTo>
                <a:lnTo>
                  <a:pt x="1575717" y="1151744"/>
                </a:lnTo>
                <a:moveTo>
                  <a:pt x="1224267" y="843833"/>
                </a:moveTo>
                <a:lnTo>
                  <a:pt x="1157640" y="740468"/>
                </a:lnTo>
                <a:moveTo>
                  <a:pt x="1784135" y="963500"/>
                </a:moveTo>
                <a:lnTo>
                  <a:pt x="1697559" y="828992"/>
                </a:lnTo>
                <a:moveTo>
                  <a:pt x="1719929" y="1111709"/>
                </a:moveTo>
                <a:lnTo>
                  <a:pt x="1784135" y="963500"/>
                </a:lnTo>
                <a:moveTo>
                  <a:pt x="1697559" y="828992"/>
                </a:moveTo>
                <a:lnTo>
                  <a:pt x="1749148" y="695558"/>
                </a:lnTo>
                <a:moveTo>
                  <a:pt x="1831665" y="1230203"/>
                </a:moveTo>
                <a:lnTo>
                  <a:pt x="1719929" y="1111709"/>
                </a:lnTo>
                <a:moveTo>
                  <a:pt x="2649407" y="447015"/>
                </a:moveTo>
                <a:lnTo>
                  <a:pt x="2589456" y="502511"/>
                </a:lnTo>
                <a:moveTo>
                  <a:pt x="1157519" y="993756"/>
                </a:moveTo>
                <a:lnTo>
                  <a:pt x="1224267" y="843833"/>
                </a:lnTo>
                <a:moveTo>
                  <a:pt x="1697559" y="828992"/>
                </a:moveTo>
                <a:lnTo>
                  <a:pt x="1585393" y="844434"/>
                </a:lnTo>
                <a:moveTo>
                  <a:pt x="1224267" y="843833"/>
                </a:moveTo>
                <a:lnTo>
                  <a:pt x="1209269" y="774553"/>
                </a:lnTo>
                <a:moveTo>
                  <a:pt x="1209269" y="774553"/>
                </a:moveTo>
                <a:lnTo>
                  <a:pt x="1195430" y="637838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89" name="9lfa_0_official_ExperimentalDensity">
            <a:extLst>
              <a:ext uri="{FF2B5EF4-FFF2-40B4-BE49-F238E27FC236}">
                <a16:creationId xmlns:a16="http://schemas.microsoft.com/office/drawing/2014/main" id="{B8711A65-D3E6-4A5B-9CCD-9C57931548A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765" y="401956"/>
                </a:moveTo>
                <a:lnTo>
                  <a:pt x="1652128" y="292515"/>
                </a:lnTo>
                <a:moveTo>
                  <a:pt x="1756560" y="294118"/>
                </a:moveTo>
                <a:lnTo>
                  <a:pt x="1652128" y="292515"/>
                </a:lnTo>
                <a:moveTo>
                  <a:pt x="1652128" y="292515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652128" y="292515"/>
                </a:lnTo>
                <a:moveTo>
                  <a:pt x="1747034" y="404348"/>
                </a:moveTo>
                <a:lnTo>
                  <a:pt x="1640765" y="401956"/>
                </a:lnTo>
                <a:moveTo>
                  <a:pt x="1756560" y="294118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756560" y="294118"/>
                </a:lnTo>
                <a:moveTo>
                  <a:pt x="1647481" y="169279"/>
                </a:moveTo>
                <a:lnTo>
                  <a:pt x="1756560" y="294118"/>
                </a:lnTo>
                <a:moveTo>
                  <a:pt x="1631670" y="152947"/>
                </a:moveTo>
                <a:lnTo>
                  <a:pt x="1635004" y="170848"/>
                </a:lnTo>
                <a:moveTo>
                  <a:pt x="1647481" y="169279"/>
                </a:moveTo>
                <a:lnTo>
                  <a:pt x="1635004" y="170848"/>
                </a:lnTo>
                <a:moveTo>
                  <a:pt x="1609625" y="479657"/>
                </a:moveTo>
                <a:lnTo>
                  <a:pt x="1640765" y="401956"/>
                </a:lnTo>
                <a:moveTo>
                  <a:pt x="1647481" y="169279"/>
                </a:moveTo>
                <a:lnTo>
                  <a:pt x="1631670" y="152947"/>
                </a:lnTo>
                <a:moveTo>
                  <a:pt x="1854560" y="407279"/>
                </a:moveTo>
                <a:lnTo>
                  <a:pt x="1756560" y="294118"/>
                </a:lnTo>
                <a:moveTo>
                  <a:pt x="1732993" y="215815"/>
                </a:moveTo>
                <a:lnTo>
                  <a:pt x="1756560" y="294118"/>
                </a:lnTo>
                <a:moveTo>
                  <a:pt x="1854560" y="407279"/>
                </a:moveTo>
                <a:lnTo>
                  <a:pt x="1747034" y="404348"/>
                </a:lnTo>
                <a:moveTo>
                  <a:pt x="1847984" y="290139"/>
                </a:moveTo>
                <a:lnTo>
                  <a:pt x="1756560" y="294118"/>
                </a:lnTo>
                <a:moveTo>
                  <a:pt x="1713844" y="499594"/>
                </a:moveTo>
                <a:lnTo>
                  <a:pt x="1640765" y="401956"/>
                </a:lnTo>
                <a:moveTo>
                  <a:pt x="1732993" y="215815"/>
                </a:moveTo>
                <a:lnTo>
                  <a:pt x="1647481" y="169279"/>
                </a:lnTo>
                <a:moveTo>
                  <a:pt x="2093959" y="423590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2093959" y="423590"/>
                </a:lnTo>
                <a:moveTo>
                  <a:pt x="1967058" y="413489"/>
                </a:moveTo>
                <a:lnTo>
                  <a:pt x="1854560" y="407279"/>
                </a:lnTo>
                <a:moveTo>
                  <a:pt x="1854560" y="40727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854560" y="407279"/>
                </a:lnTo>
                <a:moveTo>
                  <a:pt x="2203303" y="541619"/>
                </a:moveTo>
                <a:lnTo>
                  <a:pt x="2093959" y="423590"/>
                </a:lnTo>
                <a:moveTo>
                  <a:pt x="1713844" y="499594"/>
                </a:moveTo>
                <a:lnTo>
                  <a:pt x="1747034" y="404348"/>
                </a:lnTo>
                <a:moveTo>
                  <a:pt x="1967058" y="413489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1970509" y="413825"/>
                </a:lnTo>
                <a:moveTo>
                  <a:pt x="1969770" y="414755"/>
                </a:moveTo>
                <a:lnTo>
                  <a:pt x="1970509" y="413825"/>
                </a:lnTo>
                <a:moveTo>
                  <a:pt x="1967058" y="41348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967058" y="413489"/>
                </a:lnTo>
                <a:moveTo>
                  <a:pt x="1854560" y="407279"/>
                </a:moveTo>
                <a:lnTo>
                  <a:pt x="1847984" y="290139"/>
                </a:lnTo>
                <a:moveTo>
                  <a:pt x="1730114" y="504605"/>
                </a:moveTo>
                <a:lnTo>
                  <a:pt x="1747034" y="404348"/>
                </a:lnTo>
                <a:moveTo>
                  <a:pt x="2285210" y="546426"/>
                </a:moveTo>
                <a:lnTo>
                  <a:pt x="2326752" y="551384"/>
                </a:lnTo>
                <a:moveTo>
                  <a:pt x="1732993" y="215815"/>
                </a:moveTo>
                <a:lnTo>
                  <a:pt x="1847984" y="290139"/>
                </a:lnTo>
                <a:moveTo>
                  <a:pt x="1594872" y="119249"/>
                </a:moveTo>
                <a:lnTo>
                  <a:pt x="1631670" y="152947"/>
                </a:lnTo>
                <a:moveTo>
                  <a:pt x="2079504" y="352954"/>
                </a:moveTo>
                <a:lnTo>
                  <a:pt x="2093959" y="423590"/>
                </a:lnTo>
                <a:moveTo>
                  <a:pt x="1824825" y="508835"/>
                </a:moveTo>
                <a:lnTo>
                  <a:pt x="1747034" y="404348"/>
                </a:lnTo>
                <a:moveTo>
                  <a:pt x="2317517" y="533582"/>
                </a:moveTo>
                <a:lnTo>
                  <a:pt x="2326752" y="551384"/>
                </a:lnTo>
                <a:moveTo>
                  <a:pt x="2285210" y="546426"/>
                </a:moveTo>
                <a:lnTo>
                  <a:pt x="2203303" y="541619"/>
                </a:lnTo>
                <a:moveTo>
                  <a:pt x="2073748" y="529234"/>
                </a:moveTo>
                <a:lnTo>
                  <a:pt x="2093959" y="423590"/>
                </a:lnTo>
                <a:moveTo>
                  <a:pt x="2195359" y="423892"/>
                </a:moveTo>
                <a:lnTo>
                  <a:pt x="2093959" y="423590"/>
                </a:lnTo>
                <a:moveTo>
                  <a:pt x="2079504" y="352954"/>
                </a:moveTo>
                <a:lnTo>
                  <a:pt x="1970089" y="410015"/>
                </a:lnTo>
                <a:moveTo>
                  <a:pt x="2312814" y="603273"/>
                </a:moveTo>
                <a:lnTo>
                  <a:pt x="2326752" y="551384"/>
                </a:lnTo>
                <a:moveTo>
                  <a:pt x="2203303" y="541619"/>
                </a:moveTo>
                <a:lnTo>
                  <a:pt x="2317517" y="533582"/>
                </a:lnTo>
                <a:moveTo>
                  <a:pt x="1627351" y="153326"/>
                </a:moveTo>
                <a:lnTo>
                  <a:pt x="1631670" y="152947"/>
                </a:lnTo>
                <a:moveTo>
                  <a:pt x="2073748" y="529234"/>
                </a:moveTo>
                <a:lnTo>
                  <a:pt x="1970509" y="413825"/>
                </a:lnTo>
                <a:moveTo>
                  <a:pt x="2285210" y="546426"/>
                </a:moveTo>
                <a:lnTo>
                  <a:pt x="2317517" y="533582"/>
                </a:lnTo>
                <a:moveTo>
                  <a:pt x="2359751" y="547862"/>
                </a:moveTo>
                <a:lnTo>
                  <a:pt x="2326752" y="551384"/>
                </a:lnTo>
                <a:moveTo>
                  <a:pt x="1713844" y="499594"/>
                </a:moveTo>
                <a:lnTo>
                  <a:pt x="1609625" y="479657"/>
                </a:lnTo>
                <a:moveTo>
                  <a:pt x="1627351" y="153326"/>
                </a:moveTo>
                <a:lnTo>
                  <a:pt x="1647481" y="169279"/>
                </a:lnTo>
                <a:moveTo>
                  <a:pt x="2312814" y="603273"/>
                </a:moveTo>
                <a:lnTo>
                  <a:pt x="2203303" y="541619"/>
                </a:lnTo>
                <a:moveTo>
                  <a:pt x="2044198" y="526219"/>
                </a:moveTo>
                <a:lnTo>
                  <a:pt x="1970509" y="413825"/>
                </a:lnTo>
                <a:moveTo>
                  <a:pt x="2044198" y="526219"/>
                </a:moveTo>
                <a:lnTo>
                  <a:pt x="1969770" y="414755"/>
                </a:lnTo>
                <a:moveTo>
                  <a:pt x="2203303" y="541619"/>
                </a:moveTo>
                <a:lnTo>
                  <a:pt x="2073748" y="529234"/>
                </a:lnTo>
                <a:moveTo>
                  <a:pt x="2203303" y="541619"/>
                </a:moveTo>
                <a:lnTo>
                  <a:pt x="2195359" y="423892"/>
                </a:lnTo>
                <a:moveTo>
                  <a:pt x="2312814" y="603273"/>
                </a:moveTo>
                <a:lnTo>
                  <a:pt x="2285210" y="546426"/>
                </a:lnTo>
                <a:moveTo>
                  <a:pt x="1824825" y="50883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732993" y="215815"/>
                </a:lnTo>
                <a:moveTo>
                  <a:pt x="1942811" y="51625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847984" y="290139"/>
                </a:lnTo>
                <a:moveTo>
                  <a:pt x="2304597" y="656193"/>
                </a:moveTo>
                <a:lnTo>
                  <a:pt x="2203303" y="541619"/>
                </a:lnTo>
                <a:moveTo>
                  <a:pt x="2359751" y="547862"/>
                </a:moveTo>
                <a:lnTo>
                  <a:pt x="2317517" y="533582"/>
                </a:lnTo>
                <a:moveTo>
                  <a:pt x="2079504" y="352954"/>
                </a:moveTo>
                <a:lnTo>
                  <a:pt x="2195359" y="423892"/>
                </a:lnTo>
                <a:moveTo>
                  <a:pt x="1942811" y="516255"/>
                </a:moveTo>
                <a:lnTo>
                  <a:pt x="1969770" y="414755"/>
                </a:lnTo>
                <a:moveTo>
                  <a:pt x="1926040" y="285889"/>
                </a:moveTo>
                <a:lnTo>
                  <a:pt x="1854560" y="407279"/>
                </a:lnTo>
                <a:moveTo>
                  <a:pt x="737146" y="438787"/>
                </a:moveTo>
                <a:lnTo>
                  <a:pt x="759904" y="440747"/>
                </a:lnTo>
                <a:moveTo>
                  <a:pt x="2359751" y="547862"/>
                </a:moveTo>
                <a:lnTo>
                  <a:pt x="2312814" y="603273"/>
                </a:lnTo>
                <a:moveTo>
                  <a:pt x="756885" y="428886"/>
                </a:moveTo>
                <a:lnTo>
                  <a:pt x="759904" y="440747"/>
                </a:lnTo>
                <a:moveTo>
                  <a:pt x="1627351" y="153326"/>
                </a:moveTo>
                <a:lnTo>
                  <a:pt x="1732993" y="215815"/>
                </a:lnTo>
                <a:moveTo>
                  <a:pt x="2044198" y="526219"/>
                </a:moveTo>
                <a:lnTo>
                  <a:pt x="2073748" y="529234"/>
                </a:lnTo>
                <a:moveTo>
                  <a:pt x="737146" y="438787"/>
                </a:moveTo>
                <a:lnTo>
                  <a:pt x="756885" y="428886"/>
                </a:lnTo>
                <a:moveTo>
                  <a:pt x="1926040" y="285889"/>
                </a:moveTo>
                <a:lnTo>
                  <a:pt x="1970089" y="410015"/>
                </a:lnTo>
                <a:moveTo>
                  <a:pt x="2176681" y="644512"/>
                </a:moveTo>
                <a:lnTo>
                  <a:pt x="2203303" y="541619"/>
                </a:lnTo>
                <a:moveTo>
                  <a:pt x="2304597" y="656193"/>
                </a:moveTo>
                <a:lnTo>
                  <a:pt x="2312814" y="603273"/>
                </a:lnTo>
                <a:moveTo>
                  <a:pt x="1730114" y="504605"/>
                </a:moveTo>
                <a:lnTo>
                  <a:pt x="1713844" y="499594"/>
                </a:lnTo>
                <a:moveTo>
                  <a:pt x="1939194" y="288841"/>
                </a:moveTo>
                <a:lnTo>
                  <a:pt x="1970089" y="410015"/>
                </a:lnTo>
                <a:moveTo>
                  <a:pt x="1710044" y="502791"/>
                </a:moveTo>
                <a:lnTo>
                  <a:pt x="1713844" y="499594"/>
                </a:lnTo>
                <a:moveTo>
                  <a:pt x="2066157" y="550757"/>
                </a:moveTo>
                <a:lnTo>
                  <a:pt x="2073748" y="529234"/>
                </a:lnTo>
                <a:moveTo>
                  <a:pt x="2304597" y="656193"/>
                </a:moveTo>
                <a:lnTo>
                  <a:pt x="2359751" y="547862"/>
                </a:lnTo>
                <a:moveTo>
                  <a:pt x="632841" y="429431"/>
                </a:moveTo>
                <a:lnTo>
                  <a:pt x="737146" y="438787"/>
                </a:lnTo>
                <a:moveTo>
                  <a:pt x="385259" y="663933"/>
                </a:moveTo>
                <a:lnTo>
                  <a:pt x="278579" y="680473"/>
                </a:lnTo>
                <a:moveTo>
                  <a:pt x="1926040" y="285889"/>
                </a:moveTo>
                <a:lnTo>
                  <a:pt x="1847984" y="290139"/>
                </a:lnTo>
                <a:moveTo>
                  <a:pt x="1710044" y="502791"/>
                </a:moveTo>
                <a:lnTo>
                  <a:pt x="1730114" y="504605"/>
                </a:lnTo>
                <a:moveTo>
                  <a:pt x="868538" y="444153"/>
                </a:moveTo>
                <a:lnTo>
                  <a:pt x="759904" y="440747"/>
                </a:lnTo>
                <a:moveTo>
                  <a:pt x="2066157" y="550757"/>
                </a:moveTo>
                <a:lnTo>
                  <a:pt x="2044198" y="526219"/>
                </a:lnTo>
                <a:moveTo>
                  <a:pt x="2183033" y="383119"/>
                </a:moveTo>
                <a:lnTo>
                  <a:pt x="2079504" y="352954"/>
                </a:lnTo>
                <a:moveTo>
                  <a:pt x="1571357" y="467739"/>
                </a:moveTo>
                <a:lnTo>
                  <a:pt x="1609625" y="479657"/>
                </a:lnTo>
                <a:moveTo>
                  <a:pt x="2232444" y="418600"/>
                </a:moveTo>
                <a:lnTo>
                  <a:pt x="2203303" y="541619"/>
                </a:lnTo>
                <a:moveTo>
                  <a:pt x="2183033" y="383119"/>
                </a:moveTo>
                <a:lnTo>
                  <a:pt x="2195359" y="423892"/>
                </a:lnTo>
                <a:moveTo>
                  <a:pt x="756885" y="428886"/>
                </a:moveTo>
                <a:lnTo>
                  <a:pt x="868538" y="444153"/>
                </a:lnTo>
                <a:moveTo>
                  <a:pt x="1695540" y="191816"/>
                </a:moveTo>
                <a:lnTo>
                  <a:pt x="1732993" y="215815"/>
                </a:lnTo>
                <a:moveTo>
                  <a:pt x="506592" y="430251"/>
                </a:moveTo>
                <a:lnTo>
                  <a:pt x="400480" y="438367"/>
                </a:lnTo>
                <a:moveTo>
                  <a:pt x="1730114" y="504605"/>
                </a:moveTo>
                <a:lnTo>
                  <a:pt x="1824825" y="508835"/>
                </a:lnTo>
                <a:moveTo>
                  <a:pt x="1942811" y="516255"/>
                </a:moveTo>
                <a:lnTo>
                  <a:pt x="2044198" y="526219"/>
                </a:lnTo>
                <a:moveTo>
                  <a:pt x="2176681" y="644512"/>
                </a:moveTo>
                <a:lnTo>
                  <a:pt x="2073748" y="529234"/>
                </a:lnTo>
                <a:moveTo>
                  <a:pt x="867088" y="360131"/>
                </a:moveTo>
                <a:lnTo>
                  <a:pt x="756885" y="428886"/>
                </a:lnTo>
                <a:moveTo>
                  <a:pt x="867060" y="329201"/>
                </a:moveTo>
                <a:lnTo>
                  <a:pt x="756885" y="428886"/>
                </a:lnTo>
                <a:moveTo>
                  <a:pt x="2232444" y="418600"/>
                </a:moveTo>
                <a:lnTo>
                  <a:pt x="2317517" y="533582"/>
                </a:lnTo>
                <a:moveTo>
                  <a:pt x="2066157" y="550757"/>
                </a:moveTo>
                <a:lnTo>
                  <a:pt x="1942811" y="516255"/>
                </a:lnTo>
                <a:moveTo>
                  <a:pt x="382417" y="408388"/>
                </a:moveTo>
                <a:lnTo>
                  <a:pt x="400480" y="438367"/>
                </a:lnTo>
                <a:moveTo>
                  <a:pt x="156209" y="618958"/>
                </a:moveTo>
                <a:lnTo>
                  <a:pt x="278579" y="680473"/>
                </a:lnTo>
                <a:moveTo>
                  <a:pt x="2044532" y="292200"/>
                </a:moveTo>
                <a:lnTo>
                  <a:pt x="1970089" y="410015"/>
                </a:lnTo>
                <a:moveTo>
                  <a:pt x="2304597" y="656193"/>
                </a:moveTo>
                <a:lnTo>
                  <a:pt x="2176681" y="644512"/>
                </a:lnTo>
                <a:moveTo>
                  <a:pt x="2130550" y="639127"/>
                </a:moveTo>
                <a:lnTo>
                  <a:pt x="2073748" y="529234"/>
                </a:lnTo>
                <a:moveTo>
                  <a:pt x="506592" y="430251"/>
                </a:moveTo>
                <a:lnTo>
                  <a:pt x="632841" y="429431"/>
                </a:lnTo>
                <a:moveTo>
                  <a:pt x="499770" y="415537"/>
                </a:moveTo>
                <a:lnTo>
                  <a:pt x="400480" y="438367"/>
                </a:lnTo>
                <a:moveTo>
                  <a:pt x="2406740" y="542496"/>
                </a:moveTo>
                <a:lnTo>
                  <a:pt x="2317517" y="533582"/>
                </a:lnTo>
                <a:moveTo>
                  <a:pt x="1942811" y="516255"/>
                </a:moveTo>
                <a:lnTo>
                  <a:pt x="1824825" y="508835"/>
                </a:lnTo>
                <a:moveTo>
                  <a:pt x="2232444" y="418600"/>
                </a:moveTo>
                <a:lnTo>
                  <a:pt x="2195359" y="423892"/>
                </a:lnTo>
                <a:moveTo>
                  <a:pt x="1816346" y="544988"/>
                </a:moveTo>
                <a:lnTo>
                  <a:pt x="1730114" y="504605"/>
                </a:lnTo>
                <a:moveTo>
                  <a:pt x="1926040" y="285889"/>
                </a:moveTo>
                <a:lnTo>
                  <a:pt x="1835093" y="267150"/>
                </a:lnTo>
                <a:moveTo>
                  <a:pt x="522680" y="419091"/>
                </a:moveTo>
                <a:lnTo>
                  <a:pt x="632841" y="429431"/>
                </a:lnTo>
                <a:moveTo>
                  <a:pt x="1627351" y="153326"/>
                </a:moveTo>
                <a:lnTo>
                  <a:pt x="1594872" y="119249"/>
                </a:lnTo>
                <a:moveTo>
                  <a:pt x="1816346" y="544988"/>
                </a:moveTo>
                <a:lnTo>
                  <a:pt x="1710044" y="502791"/>
                </a:lnTo>
                <a:moveTo>
                  <a:pt x="867088" y="360131"/>
                </a:moveTo>
                <a:lnTo>
                  <a:pt x="868538" y="444153"/>
                </a:lnTo>
                <a:moveTo>
                  <a:pt x="255557" y="442612"/>
                </a:moveTo>
                <a:lnTo>
                  <a:pt x="400480" y="438367"/>
                </a:lnTo>
                <a:moveTo>
                  <a:pt x="2284378" y="445653"/>
                </a:moveTo>
                <a:lnTo>
                  <a:pt x="2317517" y="533582"/>
                </a:lnTo>
                <a:moveTo>
                  <a:pt x="2410079" y="658247"/>
                </a:moveTo>
                <a:lnTo>
                  <a:pt x="2304597" y="656193"/>
                </a:lnTo>
                <a:moveTo>
                  <a:pt x="801571" y="551272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713844" y="499594"/>
                </a:lnTo>
                <a:moveTo>
                  <a:pt x="2406740" y="542496"/>
                </a:moveTo>
                <a:lnTo>
                  <a:pt x="2359751" y="547862"/>
                </a:lnTo>
                <a:moveTo>
                  <a:pt x="867060" y="329201"/>
                </a:moveTo>
                <a:lnTo>
                  <a:pt x="867088" y="360131"/>
                </a:lnTo>
                <a:moveTo>
                  <a:pt x="1816346" y="544988"/>
                </a:moveTo>
                <a:lnTo>
                  <a:pt x="1824825" y="508835"/>
                </a:lnTo>
                <a:moveTo>
                  <a:pt x="2130550" y="639127"/>
                </a:moveTo>
                <a:lnTo>
                  <a:pt x="2066157" y="550757"/>
                </a:lnTo>
                <a:moveTo>
                  <a:pt x="801571" y="551272"/>
                </a:moveTo>
                <a:lnTo>
                  <a:pt x="742242" y="645898"/>
                </a:lnTo>
                <a:moveTo>
                  <a:pt x="506592" y="430251"/>
                </a:moveTo>
                <a:lnTo>
                  <a:pt x="522680" y="419091"/>
                </a:lnTo>
                <a:moveTo>
                  <a:pt x="897712" y="330634"/>
                </a:moveTo>
                <a:lnTo>
                  <a:pt x="867088" y="360131"/>
                </a:lnTo>
                <a:moveTo>
                  <a:pt x="859027" y="479604"/>
                </a:moveTo>
                <a:lnTo>
                  <a:pt x="868538" y="444153"/>
                </a:lnTo>
                <a:moveTo>
                  <a:pt x="897712" y="330634"/>
                </a:moveTo>
                <a:lnTo>
                  <a:pt x="867060" y="329201"/>
                </a:lnTo>
                <a:moveTo>
                  <a:pt x="1797444" y="246058"/>
                </a:moveTo>
                <a:lnTo>
                  <a:pt x="1732993" y="215815"/>
                </a:lnTo>
                <a:moveTo>
                  <a:pt x="2044532" y="292200"/>
                </a:moveTo>
                <a:lnTo>
                  <a:pt x="2079504" y="352954"/>
                </a:lnTo>
                <a:moveTo>
                  <a:pt x="2304597" y="656193"/>
                </a:moveTo>
                <a:lnTo>
                  <a:pt x="2406740" y="542496"/>
                </a:lnTo>
                <a:moveTo>
                  <a:pt x="737146" y="438787"/>
                </a:moveTo>
                <a:lnTo>
                  <a:pt x="730596" y="313851"/>
                </a:lnTo>
                <a:moveTo>
                  <a:pt x="615284" y="383894"/>
                </a:moveTo>
                <a:lnTo>
                  <a:pt x="632841" y="429431"/>
                </a:lnTo>
                <a:moveTo>
                  <a:pt x="735529" y="658921"/>
                </a:moveTo>
                <a:lnTo>
                  <a:pt x="742242" y="645898"/>
                </a:lnTo>
                <a:moveTo>
                  <a:pt x="1611755" y="486761"/>
                </a:moveTo>
                <a:lnTo>
                  <a:pt x="1713844" y="499594"/>
                </a:lnTo>
                <a:moveTo>
                  <a:pt x="905190" y="442023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468464" y="428159"/>
                </a:lnTo>
                <a:moveTo>
                  <a:pt x="730596" y="313851"/>
                </a:moveTo>
                <a:lnTo>
                  <a:pt x="756885" y="428886"/>
                </a:lnTo>
                <a:moveTo>
                  <a:pt x="499770" y="415537"/>
                </a:moveTo>
                <a:lnTo>
                  <a:pt x="506592" y="430251"/>
                </a:lnTo>
                <a:moveTo>
                  <a:pt x="2232444" y="418600"/>
                </a:moveTo>
                <a:lnTo>
                  <a:pt x="2183033" y="383119"/>
                </a:lnTo>
                <a:moveTo>
                  <a:pt x="801571" y="551272"/>
                </a:moveTo>
                <a:lnTo>
                  <a:pt x="859027" y="479604"/>
                </a:lnTo>
                <a:moveTo>
                  <a:pt x="238643" y="693276"/>
                </a:moveTo>
                <a:lnTo>
                  <a:pt x="278579" y="680473"/>
                </a:lnTo>
                <a:moveTo>
                  <a:pt x="2130550" y="639127"/>
                </a:moveTo>
                <a:lnTo>
                  <a:pt x="2176681" y="644512"/>
                </a:lnTo>
                <a:moveTo>
                  <a:pt x="490891" y="662931"/>
                </a:moveTo>
                <a:lnTo>
                  <a:pt x="385259" y="663933"/>
                </a:lnTo>
                <a:moveTo>
                  <a:pt x="499770" y="415537"/>
                </a:moveTo>
                <a:lnTo>
                  <a:pt x="522680" y="419091"/>
                </a:lnTo>
                <a:moveTo>
                  <a:pt x="1611755" y="486761"/>
                </a:moveTo>
                <a:lnTo>
                  <a:pt x="1710044" y="502791"/>
                </a:lnTo>
                <a:moveTo>
                  <a:pt x="1939194" y="288841"/>
                </a:moveTo>
                <a:lnTo>
                  <a:pt x="1926040" y="285889"/>
                </a:lnTo>
                <a:moveTo>
                  <a:pt x="632841" y="429431"/>
                </a:moveTo>
                <a:lnTo>
                  <a:pt x="730596" y="313851"/>
                </a:lnTo>
                <a:moveTo>
                  <a:pt x="499770" y="415537"/>
                </a:moveTo>
                <a:lnTo>
                  <a:pt x="382417" y="408388"/>
                </a:lnTo>
                <a:moveTo>
                  <a:pt x="1695540" y="191816"/>
                </a:moveTo>
                <a:lnTo>
                  <a:pt x="1627351" y="153326"/>
                </a:lnTo>
                <a:moveTo>
                  <a:pt x="1919679" y="578052"/>
                </a:moveTo>
                <a:lnTo>
                  <a:pt x="2066157" y="550757"/>
                </a:lnTo>
                <a:moveTo>
                  <a:pt x="522680" y="419091"/>
                </a:moveTo>
                <a:lnTo>
                  <a:pt x="615284" y="383894"/>
                </a:lnTo>
                <a:moveTo>
                  <a:pt x="712595" y="311504"/>
                </a:moveTo>
                <a:lnTo>
                  <a:pt x="632841" y="429431"/>
                </a:lnTo>
                <a:moveTo>
                  <a:pt x="2162902" y="681469"/>
                </a:moveTo>
                <a:lnTo>
                  <a:pt x="2176681" y="644512"/>
                </a:lnTo>
                <a:moveTo>
                  <a:pt x="1449374" y="132017"/>
                </a:moveTo>
                <a:lnTo>
                  <a:pt x="1594872" y="119249"/>
                </a:lnTo>
                <a:moveTo>
                  <a:pt x="156209" y="618958"/>
                </a:moveTo>
                <a:lnTo>
                  <a:pt x="189210" y="508349"/>
                </a:lnTo>
                <a:moveTo>
                  <a:pt x="905190" y="442023"/>
                </a:moveTo>
                <a:lnTo>
                  <a:pt x="859027" y="479604"/>
                </a:lnTo>
                <a:moveTo>
                  <a:pt x="2385502" y="511461"/>
                </a:moveTo>
                <a:lnTo>
                  <a:pt x="2317517" y="533582"/>
                </a:lnTo>
                <a:moveTo>
                  <a:pt x="1459251" y="134524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824825" y="508835"/>
                </a:lnTo>
                <a:moveTo>
                  <a:pt x="255557" y="442612"/>
                </a:moveTo>
                <a:lnTo>
                  <a:pt x="382417" y="408388"/>
                </a:lnTo>
                <a:moveTo>
                  <a:pt x="1566272" y="141351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942811" y="516255"/>
                </a:lnTo>
                <a:moveTo>
                  <a:pt x="867060" y="329201"/>
                </a:moveTo>
                <a:lnTo>
                  <a:pt x="730596" y="313851"/>
                </a:lnTo>
                <a:moveTo>
                  <a:pt x="189210" y="508349"/>
                </a:moveTo>
                <a:lnTo>
                  <a:pt x="255557" y="442612"/>
                </a:lnTo>
                <a:moveTo>
                  <a:pt x="2410079" y="658247"/>
                </a:moveTo>
                <a:lnTo>
                  <a:pt x="2406740" y="542496"/>
                </a:lnTo>
                <a:moveTo>
                  <a:pt x="2032891" y="626017"/>
                </a:moveTo>
                <a:lnTo>
                  <a:pt x="2066157" y="550757"/>
                </a:lnTo>
                <a:moveTo>
                  <a:pt x="1797444" y="246058"/>
                </a:moveTo>
                <a:lnTo>
                  <a:pt x="1835093" y="267150"/>
                </a:lnTo>
                <a:moveTo>
                  <a:pt x="2147847" y="325535"/>
                </a:moveTo>
                <a:lnTo>
                  <a:pt x="2079504" y="352954"/>
                </a:lnTo>
                <a:moveTo>
                  <a:pt x="1672633" y="531308"/>
                </a:moveTo>
                <a:lnTo>
                  <a:pt x="1710044" y="502791"/>
                </a:lnTo>
                <a:moveTo>
                  <a:pt x="2162902" y="681469"/>
                </a:moveTo>
                <a:lnTo>
                  <a:pt x="2130550" y="639127"/>
                </a:lnTo>
                <a:moveTo>
                  <a:pt x="843948" y="547918"/>
                </a:moveTo>
                <a:lnTo>
                  <a:pt x="801571" y="551272"/>
                </a:lnTo>
                <a:moveTo>
                  <a:pt x="2266682" y="707906"/>
                </a:moveTo>
                <a:lnTo>
                  <a:pt x="2304597" y="656193"/>
                </a:lnTo>
                <a:moveTo>
                  <a:pt x="343954" y="697032"/>
                </a:moveTo>
                <a:lnTo>
                  <a:pt x="278579" y="680473"/>
                </a:lnTo>
                <a:moveTo>
                  <a:pt x="726501" y="300126"/>
                </a:moveTo>
                <a:lnTo>
                  <a:pt x="867060" y="329201"/>
                </a:lnTo>
                <a:moveTo>
                  <a:pt x="1566272" y="141351"/>
                </a:moveTo>
                <a:lnTo>
                  <a:pt x="1627351" y="153326"/>
                </a:lnTo>
                <a:moveTo>
                  <a:pt x="327091" y="399759"/>
                </a:moveTo>
                <a:lnTo>
                  <a:pt x="382417" y="408388"/>
                </a:lnTo>
                <a:moveTo>
                  <a:pt x="1919679" y="578052"/>
                </a:moveTo>
                <a:lnTo>
                  <a:pt x="1816346" y="544988"/>
                </a:lnTo>
                <a:moveTo>
                  <a:pt x="2284378" y="445653"/>
                </a:moveTo>
                <a:lnTo>
                  <a:pt x="2232444" y="418600"/>
                </a:lnTo>
                <a:moveTo>
                  <a:pt x="843948" y="547918"/>
                </a:moveTo>
                <a:lnTo>
                  <a:pt x="859027" y="479604"/>
                </a:lnTo>
                <a:moveTo>
                  <a:pt x="2044532" y="292200"/>
                </a:moveTo>
                <a:lnTo>
                  <a:pt x="1939194" y="288841"/>
                </a:lnTo>
                <a:moveTo>
                  <a:pt x="365037" y="384583"/>
                </a:moveTo>
                <a:lnTo>
                  <a:pt x="382417" y="408388"/>
                </a:lnTo>
                <a:moveTo>
                  <a:pt x="1431451" y="397636"/>
                </a:moveTo>
                <a:lnTo>
                  <a:pt x="1468464" y="428159"/>
                </a:lnTo>
                <a:moveTo>
                  <a:pt x="1444855" y="134246"/>
                </a:moveTo>
                <a:lnTo>
                  <a:pt x="1339848" y="190729"/>
                </a:lnTo>
                <a:moveTo>
                  <a:pt x="843948" y="547918"/>
                </a:moveTo>
                <a:lnTo>
                  <a:pt x="905190" y="442023"/>
                </a:lnTo>
                <a:moveTo>
                  <a:pt x="1611755" y="486761"/>
                </a:moveTo>
                <a:lnTo>
                  <a:pt x="1571357" y="467739"/>
                </a:lnTo>
                <a:moveTo>
                  <a:pt x="2266682" y="707906"/>
                </a:moveTo>
                <a:lnTo>
                  <a:pt x="2176681" y="644512"/>
                </a:lnTo>
                <a:moveTo>
                  <a:pt x="365037" y="384583"/>
                </a:moveTo>
                <a:lnTo>
                  <a:pt x="499770" y="415537"/>
                </a:lnTo>
                <a:moveTo>
                  <a:pt x="327091" y="399759"/>
                </a:moveTo>
                <a:lnTo>
                  <a:pt x="255557" y="442612"/>
                </a:lnTo>
                <a:moveTo>
                  <a:pt x="1870853" y="269261"/>
                </a:moveTo>
                <a:lnTo>
                  <a:pt x="1835093" y="267150"/>
                </a:lnTo>
                <a:moveTo>
                  <a:pt x="238643" y="693276"/>
                </a:moveTo>
                <a:lnTo>
                  <a:pt x="156209" y="618958"/>
                </a:lnTo>
                <a:moveTo>
                  <a:pt x="2032891" y="626017"/>
                </a:moveTo>
                <a:lnTo>
                  <a:pt x="2130550" y="639127"/>
                </a:lnTo>
                <a:moveTo>
                  <a:pt x="1672633" y="531308"/>
                </a:moveTo>
                <a:lnTo>
                  <a:pt x="1816346" y="544988"/>
                </a:lnTo>
                <a:moveTo>
                  <a:pt x="837445" y="220403"/>
                </a:moveTo>
                <a:lnTo>
                  <a:pt x="867060" y="329201"/>
                </a:lnTo>
                <a:moveTo>
                  <a:pt x="615284" y="383894"/>
                </a:moveTo>
                <a:lnTo>
                  <a:pt x="712595" y="311504"/>
                </a:lnTo>
                <a:moveTo>
                  <a:pt x="961850" y="440984"/>
                </a:moveTo>
                <a:lnTo>
                  <a:pt x="905190" y="442023"/>
                </a:lnTo>
                <a:moveTo>
                  <a:pt x="1346456" y="354841"/>
                </a:moveTo>
                <a:lnTo>
                  <a:pt x="1331347" y="316716"/>
                </a:lnTo>
                <a:moveTo>
                  <a:pt x="2373815" y="684660"/>
                </a:moveTo>
                <a:lnTo>
                  <a:pt x="2304597" y="656193"/>
                </a:lnTo>
                <a:moveTo>
                  <a:pt x="1695540" y="191816"/>
                </a:moveTo>
                <a:lnTo>
                  <a:pt x="1566272" y="141351"/>
                </a:lnTo>
                <a:moveTo>
                  <a:pt x="343954" y="697032"/>
                </a:moveTo>
                <a:lnTo>
                  <a:pt x="385259" y="663933"/>
                </a:lnTo>
                <a:moveTo>
                  <a:pt x="2147847" y="325535"/>
                </a:moveTo>
                <a:lnTo>
                  <a:pt x="2183033" y="383119"/>
                </a:lnTo>
                <a:moveTo>
                  <a:pt x="875924" y="203404"/>
                </a:moveTo>
                <a:lnTo>
                  <a:pt x="867060" y="329201"/>
                </a:lnTo>
                <a:moveTo>
                  <a:pt x="471500" y="371261"/>
                </a:moveTo>
                <a:lnTo>
                  <a:pt x="522680" y="419091"/>
                </a:lnTo>
                <a:moveTo>
                  <a:pt x="712595" y="311504"/>
                </a:moveTo>
                <a:lnTo>
                  <a:pt x="730596" y="313851"/>
                </a:lnTo>
                <a:moveTo>
                  <a:pt x="1321913" y="351547"/>
                </a:moveTo>
                <a:lnTo>
                  <a:pt x="1331347" y="316716"/>
                </a:lnTo>
                <a:moveTo>
                  <a:pt x="2162902" y="681469"/>
                </a:moveTo>
                <a:lnTo>
                  <a:pt x="2032891" y="626017"/>
                </a:lnTo>
                <a:moveTo>
                  <a:pt x="726501" y="300126"/>
                </a:moveTo>
                <a:lnTo>
                  <a:pt x="730596" y="313851"/>
                </a:lnTo>
                <a:moveTo>
                  <a:pt x="1444855" y="134246"/>
                </a:moveTo>
                <a:lnTo>
                  <a:pt x="1449374" y="132017"/>
                </a:lnTo>
                <a:moveTo>
                  <a:pt x="1797444" y="246058"/>
                </a:moveTo>
                <a:lnTo>
                  <a:pt x="1695540" y="191816"/>
                </a:lnTo>
                <a:moveTo>
                  <a:pt x="1448085" y="133844"/>
                </a:moveTo>
                <a:lnTo>
                  <a:pt x="1444855" y="134246"/>
                </a:lnTo>
                <a:moveTo>
                  <a:pt x="1448085" y="133844"/>
                </a:moveTo>
                <a:lnTo>
                  <a:pt x="1449374" y="132017"/>
                </a:lnTo>
                <a:moveTo>
                  <a:pt x="327091" y="399759"/>
                </a:moveTo>
                <a:lnTo>
                  <a:pt x="365037" y="384583"/>
                </a:lnTo>
                <a:moveTo>
                  <a:pt x="1459251" y="134524"/>
                </a:moveTo>
                <a:lnTo>
                  <a:pt x="1449374" y="132017"/>
                </a:lnTo>
                <a:moveTo>
                  <a:pt x="843948" y="547918"/>
                </a:moveTo>
                <a:lnTo>
                  <a:pt x="961850" y="440984"/>
                </a:lnTo>
                <a:moveTo>
                  <a:pt x="712595" y="311504"/>
                </a:moveTo>
                <a:lnTo>
                  <a:pt x="726501" y="300126"/>
                </a:lnTo>
                <a:moveTo>
                  <a:pt x="1321913" y="351547"/>
                </a:moveTo>
                <a:lnTo>
                  <a:pt x="1346456" y="354841"/>
                </a:lnTo>
                <a:moveTo>
                  <a:pt x="1448085" y="133844"/>
                </a:moveTo>
                <a:lnTo>
                  <a:pt x="1459251" y="134524"/>
                </a:lnTo>
                <a:moveTo>
                  <a:pt x="2266682" y="707906"/>
                </a:moveTo>
                <a:lnTo>
                  <a:pt x="2162902" y="681469"/>
                </a:lnTo>
                <a:moveTo>
                  <a:pt x="471500" y="371261"/>
                </a:moveTo>
                <a:lnTo>
                  <a:pt x="499770" y="415537"/>
                </a:lnTo>
                <a:moveTo>
                  <a:pt x="1870853" y="269261"/>
                </a:moveTo>
                <a:lnTo>
                  <a:pt x="1926040" y="285889"/>
                </a:lnTo>
                <a:moveTo>
                  <a:pt x="748391" y="645928"/>
                </a:moveTo>
                <a:lnTo>
                  <a:pt x="742242" y="645898"/>
                </a:lnTo>
                <a:moveTo>
                  <a:pt x="1534330" y="437445"/>
                </a:moveTo>
                <a:lnTo>
                  <a:pt x="1468464" y="428159"/>
                </a:lnTo>
                <a:moveTo>
                  <a:pt x="1459251" y="134524"/>
                </a:moveTo>
                <a:lnTo>
                  <a:pt x="1566272" y="141351"/>
                </a:lnTo>
                <a:moveTo>
                  <a:pt x="1919679" y="578052"/>
                </a:moveTo>
                <a:lnTo>
                  <a:pt x="2032891" y="626017"/>
                </a:lnTo>
                <a:moveTo>
                  <a:pt x="1870853" y="269261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406740" y="542496"/>
                </a:lnTo>
                <a:moveTo>
                  <a:pt x="700916" y="679304"/>
                </a:moveTo>
                <a:lnTo>
                  <a:pt x="735529" y="658921"/>
                </a:lnTo>
                <a:moveTo>
                  <a:pt x="1672633" y="531308"/>
                </a:moveTo>
                <a:lnTo>
                  <a:pt x="1611755" y="486761"/>
                </a:lnTo>
                <a:moveTo>
                  <a:pt x="748391" y="645928"/>
                </a:moveTo>
                <a:lnTo>
                  <a:pt x="801571" y="551272"/>
                </a:lnTo>
                <a:moveTo>
                  <a:pt x="1553998" y="145958"/>
                </a:moveTo>
                <a:lnTo>
                  <a:pt x="1695540" y="191816"/>
                </a:lnTo>
                <a:moveTo>
                  <a:pt x="1081783" y="307278"/>
                </a:moveTo>
                <a:lnTo>
                  <a:pt x="1084653" y="336154"/>
                </a:lnTo>
                <a:moveTo>
                  <a:pt x="105309" y="604530"/>
                </a:moveTo>
                <a:lnTo>
                  <a:pt x="156209" y="618958"/>
                </a:lnTo>
                <a:moveTo>
                  <a:pt x="471500" y="371261"/>
                </a:moveTo>
                <a:lnTo>
                  <a:pt x="615284" y="383894"/>
                </a:lnTo>
                <a:moveTo>
                  <a:pt x="2373815" y="684660"/>
                </a:moveTo>
                <a:lnTo>
                  <a:pt x="2410079" y="658247"/>
                </a:lnTo>
                <a:moveTo>
                  <a:pt x="1774713" y="582938"/>
                </a:moveTo>
                <a:lnTo>
                  <a:pt x="1816346" y="544988"/>
                </a:lnTo>
                <a:moveTo>
                  <a:pt x="1078886" y="350215"/>
                </a:moveTo>
                <a:lnTo>
                  <a:pt x="1084653" y="336154"/>
                </a:lnTo>
                <a:moveTo>
                  <a:pt x="448892" y="706313"/>
                </a:moveTo>
                <a:lnTo>
                  <a:pt x="385259" y="663933"/>
                </a:lnTo>
                <a:moveTo>
                  <a:pt x="1978252" y="620629"/>
                </a:moveTo>
                <a:lnTo>
                  <a:pt x="1919679" y="578052"/>
                </a:lnTo>
                <a:moveTo>
                  <a:pt x="1900779" y="279109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284378" y="445653"/>
                </a:lnTo>
                <a:moveTo>
                  <a:pt x="748391" y="645928"/>
                </a:moveTo>
                <a:lnTo>
                  <a:pt x="735529" y="658921"/>
                </a:lnTo>
                <a:moveTo>
                  <a:pt x="961850" y="440984"/>
                </a:moveTo>
                <a:lnTo>
                  <a:pt x="1078886" y="350215"/>
                </a:lnTo>
                <a:moveTo>
                  <a:pt x="2020230" y="652357"/>
                </a:moveTo>
                <a:lnTo>
                  <a:pt x="2162902" y="681469"/>
                </a:lnTo>
                <a:moveTo>
                  <a:pt x="2422997" y="533514"/>
                </a:moveTo>
                <a:lnTo>
                  <a:pt x="2406740" y="542496"/>
                </a:lnTo>
                <a:moveTo>
                  <a:pt x="1431451" y="397636"/>
                </a:moveTo>
                <a:lnTo>
                  <a:pt x="1346456" y="354841"/>
                </a:lnTo>
                <a:moveTo>
                  <a:pt x="100396" y="598582"/>
                </a:moveTo>
                <a:lnTo>
                  <a:pt x="156209" y="618958"/>
                </a:lnTo>
                <a:moveTo>
                  <a:pt x="810989" y="612480"/>
                </a:moveTo>
                <a:lnTo>
                  <a:pt x="801571" y="551272"/>
                </a:lnTo>
                <a:moveTo>
                  <a:pt x="169614" y="492406"/>
                </a:moveTo>
                <a:lnTo>
                  <a:pt x="189210" y="508349"/>
                </a:lnTo>
                <a:moveTo>
                  <a:pt x="837445" y="220403"/>
                </a:moveTo>
                <a:lnTo>
                  <a:pt x="726501" y="300126"/>
                </a:lnTo>
                <a:moveTo>
                  <a:pt x="1193797" y="339779"/>
                </a:moveTo>
                <a:lnTo>
                  <a:pt x="1084653" y="336154"/>
                </a:lnTo>
                <a:moveTo>
                  <a:pt x="1978252" y="620629"/>
                </a:moveTo>
                <a:lnTo>
                  <a:pt x="2032891" y="626017"/>
                </a:lnTo>
                <a:moveTo>
                  <a:pt x="169614" y="492406"/>
                </a:moveTo>
                <a:lnTo>
                  <a:pt x="156209" y="618958"/>
                </a:lnTo>
                <a:moveTo>
                  <a:pt x="2147847" y="325535"/>
                </a:moveTo>
                <a:lnTo>
                  <a:pt x="2044532" y="292200"/>
                </a:lnTo>
                <a:moveTo>
                  <a:pt x="1321913" y="351547"/>
                </a:moveTo>
                <a:lnTo>
                  <a:pt x="1193797" y="339779"/>
                </a:lnTo>
                <a:moveTo>
                  <a:pt x="1553998" y="145958"/>
                </a:moveTo>
                <a:lnTo>
                  <a:pt x="1448085" y="133844"/>
                </a:lnTo>
                <a:moveTo>
                  <a:pt x="1553998" y="145958"/>
                </a:moveTo>
                <a:lnTo>
                  <a:pt x="1459251" y="134524"/>
                </a:lnTo>
                <a:moveTo>
                  <a:pt x="1431451" y="397636"/>
                </a:moveTo>
                <a:lnTo>
                  <a:pt x="1321913" y="351547"/>
                </a:lnTo>
                <a:moveTo>
                  <a:pt x="1300662" y="192418"/>
                </a:moveTo>
                <a:lnTo>
                  <a:pt x="1339848" y="190729"/>
                </a:lnTo>
                <a:moveTo>
                  <a:pt x="1553998" y="145958"/>
                </a:moveTo>
                <a:lnTo>
                  <a:pt x="1566272" y="141351"/>
                </a:lnTo>
                <a:moveTo>
                  <a:pt x="215708" y="454131"/>
                </a:moveTo>
                <a:lnTo>
                  <a:pt x="189210" y="508349"/>
                </a:lnTo>
                <a:moveTo>
                  <a:pt x="1081783" y="307278"/>
                </a:moveTo>
                <a:lnTo>
                  <a:pt x="1193797" y="339779"/>
                </a:lnTo>
                <a:moveTo>
                  <a:pt x="2484192" y="646838"/>
                </a:moveTo>
                <a:lnTo>
                  <a:pt x="2410079" y="658247"/>
                </a:lnTo>
                <a:moveTo>
                  <a:pt x="471500" y="371261"/>
                </a:moveTo>
                <a:lnTo>
                  <a:pt x="365037" y="384583"/>
                </a:lnTo>
                <a:moveTo>
                  <a:pt x="1534330" y="437445"/>
                </a:moveTo>
                <a:lnTo>
                  <a:pt x="1571357" y="467739"/>
                </a:lnTo>
                <a:moveTo>
                  <a:pt x="2481734" y="649772"/>
                </a:moveTo>
                <a:lnTo>
                  <a:pt x="2410079" y="658247"/>
                </a:lnTo>
                <a:moveTo>
                  <a:pt x="1189872" y="269865"/>
                </a:moveTo>
                <a:lnTo>
                  <a:pt x="1321913" y="351547"/>
                </a:lnTo>
                <a:moveTo>
                  <a:pt x="343954" y="697032"/>
                </a:moveTo>
                <a:lnTo>
                  <a:pt x="238643" y="693276"/>
                </a:lnTo>
                <a:moveTo>
                  <a:pt x="2020230" y="652357"/>
                </a:moveTo>
                <a:lnTo>
                  <a:pt x="2032891" y="626017"/>
                </a:lnTo>
                <a:moveTo>
                  <a:pt x="238643" y="693276"/>
                </a:moveTo>
                <a:lnTo>
                  <a:pt x="105309" y="604530"/>
                </a:lnTo>
                <a:moveTo>
                  <a:pt x="215708" y="454131"/>
                </a:moveTo>
                <a:lnTo>
                  <a:pt x="255557" y="442612"/>
                </a:lnTo>
                <a:moveTo>
                  <a:pt x="1656632" y="189383"/>
                </a:moveTo>
                <a:lnTo>
                  <a:pt x="1695540" y="191816"/>
                </a:lnTo>
                <a:moveTo>
                  <a:pt x="1189872" y="269865"/>
                </a:moveTo>
                <a:lnTo>
                  <a:pt x="1081783" y="307278"/>
                </a:lnTo>
                <a:moveTo>
                  <a:pt x="448892" y="706313"/>
                </a:moveTo>
                <a:lnTo>
                  <a:pt x="490891" y="662931"/>
                </a:lnTo>
                <a:moveTo>
                  <a:pt x="1183785" y="360075"/>
                </a:moveTo>
                <a:lnTo>
                  <a:pt x="1084653" y="336154"/>
                </a:lnTo>
                <a:moveTo>
                  <a:pt x="2484192" y="646838"/>
                </a:moveTo>
                <a:lnTo>
                  <a:pt x="2406740" y="542496"/>
                </a:lnTo>
                <a:moveTo>
                  <a:pt x="1774713" y="582938"/>
                </a:moveTo>
                <a:lnTo>
                  <a:pt x="1919679" y="578052"/>
                </a:lnTo>
                <a:moveTo>
                  <a:pt x="2005430" y="292637"/>
                </a:moveTo>
                <a:lnTo>
                  <a:pt x="1939194" y="288841"/>
                </a:lnTo>
                <a:moveTo>
                  <a:pt x="1187189" y="222625"/>
                </a:moveTo>
                <a:lnTo>
                  <a:pt x="1081783" y="307278"/>
                </a:lnTo>
                <a:moveTo>
                  <a:pt x="2020230" y="652357"/>
                </a:moveTo>
                <a:lnTo>
                  <a:pt x="1978252" y="620629"/>
                </a:lnTo>
                <a:moveTo>
                  <a:pt x="217600" y="723823"/>
                </a:moveTo>
                <a:lnTo>
                  <a:pt x="238643" y="693276"/>
                </a:lnTo>
                <a:moveTo>
                  <a:pt x="2121616" y="714281"/>
                </a:moveTo>
                <a:lnTo>
                  <a:pt x="2162902" y="681469"/>
                </a:lnTo>
                <a:moveTo>
                  <a:pt x="837445" y="220403"/>
                </a:moveTo>
                <a:lnTo>
                  <a:pt x="875924" y="203404"/>
                </a:lnTo>
                <a:moveTo>
                  <a:pt x="99313" y="614635"/>
                </a:moveTo>
                <a:lnTo>
                  <a:pt x="238643" y="693276"/>
                </a:lnTo>
                <a:moveTo>
                  <a:pt x="1870853" y="269261"/>
                </a:moveTo>
                <a:lnTo>
                  <a:pt x="1797444" y="246058"/>
                </a:lnTo>
                <a:moveTo>
                  <a:pt x="1408846" y="153601"/>
                </a:moveTo>
                <a:lnTo>
                  <a:pt x="1339848" y="190729"/>
                </a:lnTo>
                <a:moveTo>
                  <a:pt x="337133" y="388954"/>
                </a:moveTo>
                <a:lnTo>
                  <a:pt x="327091" y="399759"/>
                </a:lnTo>
                <a:moveTo>
                  <a:pt x="1183785" y="360075"/>
                </a:moveTo>
                <a:lnTo>
                  <a:pt x="1078886" y="350215"/>
                </a:lnTo>
                <a:moveTo>
                  <a:pt x="1189872" y="26986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961850" y="440984"/>
                </a:lnTo>
                <a:moveTo>
                  <a:pt x="810989" y="612480"/>
                </a:moveTo>
                <a:lnTo>
                  <a:pt x="843948" y="547918"/>
                </a:lnTo>
                <a:moveTo>
                  <a:pt x="2373815" y="684660"/>
                </a:moveTo>
                <a:lnTo>
                  <a:pt x="2266682" y="707906"/>
                </a:lnTo>
                <a:moveTo>
                  <a:pt x="1611205" y="471185"/>
                </a:moveTo>
                <a:lnTo>
                  <a:pt x="1571357" y="467739"/>
                </a:lnTo>
                <a:moveTo>
                  <a:pt x="1774713" y="582938"/>
                </a:moveTo>
                <a:lnTo>
                  <a:pt x="1672633" y="531308"/>
                </a:lnTo>
                <a:moveTo>
                  <a:pt x="337133" y="388954"/>
                </a:moveTo>
                <a:lnTo>
                  <a:pt x="365037" y="384583"/>
                </a:lnTo>
                <a:moveTo>
                  <a:pt x="2422997" y="533514"/>
                </a:moveTo>
                <a:lnTo>
                  <a:pt x="2385502" y="511461"/>
                </a:lnTo>
                <a:moveTo>
                  <a:pt x="325518" y="391201"/>
                </a:moveTo>
                <a:lnTo>
                  <a:pt x="255557" y="442612"/>
                </a:lnTo>
                <a:moveTo>
                  <a:pt x="1183785" y="36007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1078886" y="350215"/>
                </a:lnTo>
                <a:moveTo>
                  <a:pt x="650749" y="294747"/>
                </a:moveTo>
                <a:lnTo>
                  <a:pt x="712595" y="311504"/>
                </a:lnTo>
                <a:moveTo>
                  <a:pt x="1881836" y="604405"/>
                </a:moveTo>
                <a:lnTo>
                  <a:pt x="1919679" y="578052"/>
                </a:lnTo>
                <a:moveTo>
                  <a:pt x="1861510" y="602815"/>
                </a:moveTo>
                <a:lnTo>
                  <a:pt x="1919679" y="578052"/>
                </a:lnTo>
                <a:moveTo>
                  <a:pt x="1611205" y="471185"/>
                </a:moveTo>
                <a:lnTo>
                  <a:pt x="1611755" y="486761"/>
                </a:lnTo>
                <a:moveTo>
                  <a:pt x="1187189" y="222625"/>
                </a:moveTo>
                <a:lnTo>
                  <a:pt x="1189872" y="269865"/>
                </a:lnTo>
                <a:moveTo>
                  <a:pt x="552678" y="732679"/>
                </a:moveTo>
                <a:lnTo>
                  <a:pt x="490891" y="662931"/>
                </a:lnTo>
                <a:moveTo>
                  <a:pt x="2005430" y="292637"/>
                </a:moveTo>
                <a:lnTo>
                  <a:pt x="2044532" y="292200"/>
                </a:lnTo>
                <a:moveTo>
                  <a:pt x="923143" y="538690"/>
                </a:moveTo>
                <a:lnTo>
                  <a:pt x="843948" y="547918"/>
                </a:lnTo>
                <a:moveTo>
                  <a:pt x="1408846" y="153601"/>
                </a:moveTo>
                <a:lnTo>
                  <a:pt x="1444855" y="134246"/>
                </a:lnTo>
                <a:moveTo>
                  <a:pt x="1758250" y="247871"/>
                </a:moveTo>
                <a:lnTo>
                  <a:pt x="1695540" y="191816"/>
                </a:lnTo>
                <a:moveTo>
                  <a:pt x="689780" y="265282"/>
                </a:moveTo>
                <a:lnTo>
                  <a:pt x="712595" y="311504"/>
                </a:lnTo>
                <a:moveTo>
                  <a:pt x="325518" y="391201"/>
                </a:moveTo>
                <a:lnTo>
                  <a:pt x="327091" y="399759"/>
                </a:lnTo>
                <a:moveTo>
                  <a:pt x="921214" y="543401"/>
                </a:moveTo>
                <a:lnTo>
                  <a:pt x="843948" y="547918"/>
                </a:lnTo>
                <a:moveTo>
                  <a:pt x="689780" y="265282"/>
                </a:moveTo>
                <a:lnTo>
                  <a:pt x="726501" y="300126"/>
                </a:lnTo>
                <a:moveTo>
                  <a:pt x="1408846" y="153601"/>
                </a:moveTo>
                <a:lnTo>
                  <a:pt x="1448085" y="133844"/>
                </a:lnTo>
                <a:moveTo>
                  <a:pt x="1286685" y="399571"/>
                </a:moveTo>
                <a:lnTo>
                  <a:pt x="1321913" y="351547"/>
                </a:lnTo>
                <a:moveTo>
                  <a:pt x="1534330" y="437445"/>
                </a:moveTo>
                <a:lnTo>
                  <a:pt x="1431451" y="397636"/>
                </a:lnTo>
                <a:moveTo>
                  <a:pt x="217600" y="723823"/>
                </a:moveTo>
                <a:lnTo>
                  <a:pt x="343954" y="697032"/>
                </a:lnTo>
                <a:moveTo>
                  <a:pt x="2226640" y="722292"/>
                </a:moveTo>
                <a:lnTo>
                  <a:pt x="2162902" y="681469"/>
                </a:lnTo>
                <a:moveTo>
                  <a:pt x="96830" y="602249"/>
                </a:moveTo>
                <a:lnTo>
                  <a:pt x="105309" y="604530"/>
                </a:lnTo>
                <a:moveTo>
                  <a:pt x="923143" y="538690"/>
                </a:moveTo>
                <a:lnTo>
                  <a:pt x="961850" y="440984"/>
                </a:lnTo>
                <a:moveTo>
                  <a:pt x="100396" y="598582"/>
                </a:moveTo>
                <a:lnTo>
                  <a:pt x="105309" y="604530"/>
                </a:lnTo>
                <a:moveTo>
                  <a:pt x="99313" y="614635"/>
                </a:moveTo>
                <a:lnTo>
                  <a:pt x="105309" y="604530"/>
                </a:lnTo>
                <a:moveTo>
                  <a:pt x="1900779" y="279109"/>
                </a:moveTo>
                <a:lnTo>
                  <a:pt x="1870853" y="269261"/>
                </a:lnTo>
                <a:moveTo>
                  <a:pt x="748391" y="645928"/>
                </a:moveTo>
                <a:lnTo>
                  <a:pt x="700916" y="679304"/>
                </a:lnTo>
                <a:moveTo>
                  <a:pt x="1656632" y="189383"/>
                </a:moveTo>
                <a:lnTo>
                  <a:pt x="1553998" y="145958"/>
                </a:lnTo>
                <a:moveTo>
                  <a:pt x="1881836" y="604405"/>
                </a:moveTo>
                <a:lnTo>
                  <a:pt x="1978252" y="620629"/>
                </a:lnTo>
                <a:moveTo>
                  <a:pt x="2348758" y="476958"/>
                </a:moveTo>
                <a:lnTo>
                  <a:pt x="2284378" y="445653"/>
                </a:lnTo>
                <a:moveTo>
                  <a:pt x="96830" y="602249"/>
                </a:moveTo>
                <a:lnTo>
                  <a:pt x="100396" y="598582"/>
                </a:lnTo>
                <a:moveTo>
                  <a:pt x="99313" y="614635"/>
                </a:moveTo>
                <a:lnTo>
                  <a:pt x="96830" y="602249"/>
                </a:lnTo>
                <a:moveTo>
                  <a:pt x="99313" y="614635"/>
                </a:moveTo>
                <a:lnTo>
                  <a:pt x="217600" y="723823"/>
                </a:lnTo>
                <a:moveTo>
                  <a:pt x="1057535" y="438833"/>
                </a:moveTo>
                <a:lnTo>
                  <a:pt x="1183785" y="360075"/>
                </a:lnTo>
                <a:moveTo>
                  <a:pt x="1611205" y="471185"/>
                </a:moveTo>
                <a:lnTo>
                  <a:pt x="1672633" y="531308"/>
                </a:lnTo>
                <a:moveTo>
                  <a:pt x="448892" y="706313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93797" y="339779"/>
                </a:lnTo>
                <a:moveTo>
                  <a:pt x="1286685" y="399571"/>
                </a:moveTo>
                <a:lnTo>
                  <a:pt x="1431451" y="397636"/>
                </a:lnTo>
                <a:moveTo>
                  <a:pt x="169614" y="492406"/>
                </a:moveTo>
                <a:lnTo>
                  <a:pt x="100396" y="598582"/>
                </a:lnTo>
                <a:moveTo>
                  <a:pt x="689780" y="265282"/>
                </a:moveTo>
                <a:lnTo>
                  <a:pt x="837445" y="220403"/>
                </a:lnTo>
                <a:moveTo>
                  <a:pt x="2121616" y="714281"/>
                </a:moveTo>
                <a:lnTo>
                  <a:pt x="2020230" y="652357"/>
                </a:lnTo>
                <a:moveTo>
                  <a:pt x="2422997" y="533514"/>
                </a:moveTo>
                <a:lnTo>
                  <a:pt x="2484192" y="646838"/>
                </a:lnTo>
                <a:moveTo>
                  <a:pt x="809791" y="190305"/>
                </a:moveTo>
                <a:lnTo>
                  <a:pt x="837445" y="220403"/>
                </a:lnTo>
                <a:moveTo>
                  <a:pt x="1636467" y="488231"/>
                </a:moveTo>
                <a:lnTo>
                  <a:pt x="1672633" y="531308"/>
                </a:lnTo>
                <a:moveTo>
                  <a:pt x="2482264" y="641917"/>
                </a:moveTo>
                <a:lnTo>
                  <a:pt x="2422997" y="533514"/>
                </a:lnTo>
                <a:moveTo>
                  <a:pt x="2020230" y="652357"/>
                </a:moveTo>
                <a:lnTo>
                  <a:pt x="1881836" y="604405"/>
                </a:lnTo>
                <a:moveTo>
                  <a:pt x="2108507" y="329503"/>
                </a:moveTo>
                <a:lnTo>
                  <a:pt x="2044532" y="292200"/>
                </a:lnTo>
                <a:moveTo>
                  <a:pt x="1408846" y="153601"/>
                </a:moveTo>
                <a:lnTo>
                  <a:pt x="1553998" y="145958"/>
                </a:lnTo>
                <a:moveTo>
                  <a:pt x="93004" y="599248"/>
                </a:moveTo>
                <a:lnTo>
                  <a:pt x="96830" y="602249"/>
                </a:lnTo>
                <a:moveTo>
                  <a:pt x="93004" y="599248"/>
                </a:moveTo>
                <a:lnTo>
                  <a:pt x="100396" y="598582"/>
                </a:lnTo>
                <a:moveTo>
                  <a:pt x="748391" y="645928"/>
                </a:moveTo>
                <a:lnTo>
                  <a:pt x="810989" y="612480"/>
                </a:lnTo>
                <a:moveTo>
                  <a:pt x="99313" y="614635"/>
                </a:moveTo>
                <a:lnTo>
                  <a:pt x="93004" y="599248"/>
                </a:lnTo>
                <a:moveTo>
                  <a:pt x="2481734" y="649772"/>
                </a:moveTo>
                <a:lnTo>
                  <a:pt x="2373815" y="684660"/>
                </a:lnTo>
                <a:moveTo>
                  <a:pt x="1758250" y="247871"/>
                </a:moveTo>
                <a:lnTo>
                  <a:pt x="1797444" y="246058"/>
                </a:lnTo>
                <a:moveTo>
                  <a:pt x="809791" y="190305"/>
                </a:moveTo>
                <a:lnTo>
                  <a:pt x="875924" y="203404"/>
                </a:lnTo>
                <a:moveTo>
                  <a:pt x="1878647" y="607110"/>
                </a:moveTo>
                <a:lnTo>
                  <a:pt x="2020230" y="652357"/>
                </a:lnTo>
                <a:moveTo>
                  <a:pt x="1765963" y="251675"/>
                </a:moveTo>
                <a:lnTo>
                  <a:pt x="1797444" y="246058"/>
                </a:lnTo>
                <a:moveTo>
                  <a:pt x="2226640" y="722292"/>
                </a:moveTo>
                <a:lnTo>
                  <a:pt x="2266682" y="707906"/>
                </a:lnTo>
                <a:moveTo>
                  <a:pt x="126183" y="714060"/>
                </a:moveTo>
                <a:lnTo>
                  <a:pt x="217600" y="723823"/>
                </a:lnTo>
                <a:moveTo>
                  <a:pt x="169614" y="492406"/>
                </a:moveTo>
                <a:lnTo>
                  <a:pt x="215708" y="454131"/>
                </a:lnTo>
                <a:moveTo>
                  <a:pt x="431733" y="381565"/>
                </a:moveTo>
                <a:lnTo>
                  <a:pt x="365037" y="384583"/>
                </a:lnTo>
                <a:moveTo>
                  <a:pt x="126183" y="714060"/>
                </a:moveTo>
                <a:lnTo>
                  <a:pt x="99313" y="614635"/>
                </a:lnTo>
                <a:moveTo>
                  <a:pt x="320140" y="724615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83785" y="360075"/>
                </a:lnTo>
                <a:moveTo>
                  <a:pt x="1861510" y="602815"/>
                </a:moveTo>
                <a:lnTo>
                  <a:pt x="1774713" y="582938"/>
                </a:lnTo>
                <a:moveTo>
                  <a:pt x="2005430" y="292637"/>
                </a:moveTo>
                <a:lnTo>
                  <a:pt x="1900779" y="279109"/>
                </a:lnTo>
                <a:moveTo>
                  <a:pt x="2348758" y="476958"/>
                </a:moveTo>
                <a:lnTo>
                  <a:pt x="2385502" y="511461"/>
                </a:lnTo>
                <a:moveTo>
                  <a:pt x="320140" y="724615"/>
                </a:moveTo>
                <a:lnTo>
                  <a:pt x="217600" y="723823"/>
                </a:lnTo>
                <a:moveTo>
                  <a:pt x="801262" y="177586"/>
                </a:moveTo>
                <a:lnTo>
                  <a:pt x="875924" y="203404"/>
                </a:lnTo>
                <a:moveTo>
                  <a:pt x="2482264" y="641917"/>
                </a:moveTo>
                <a:lnTo>
                  <a:pt x="2484192" y="646838"/>
                </a:lnTo>
                <a:moveTo>
                  <a:pt x="1159987" y="439587"/>
                </a:moveTo>
                <a:lnTo>
                  <a:pt x="1183785" y="360075"/>
                </a:lnTo>
                <a:moveTo>
                  <a:pt x="1390224" y="429583"/>
                </a:moveTo>
                <a:lnTo>
                  <a:pt x="1431451" y="397636"/>
                </a:lnTo>
                <a:moveTo>
                  <a:pt x="2481734" y="649772"/>
                </a:moveTo>
                <a:lnTo>
                  <a:pt x="2484192" y="646838"/>
                </a:lnTo>
                <a:moveTo>
                  <a:pt x="923143" y="538690"/>
                </a:moveTo>
                <a:lnTo>
                  <a:pt x="1057535" y="438833"/>
                </a:lnTo>
                <a:moveTo>
                  <a:pt x="1408846" y="153601"/>
                </a:moveTo>
                <a:lnTo>
                  <a:pt x="1300662" y="192418"/>
                </a:lnTo>
                <a:moveTo>
                  <a:pt x="1515304" y="140360"/>
                </a:moveTo>
                <a:lnTo>
                  <a:pt x="1553998" y="145958"/>
                </a:lnTo>
                <a:moveTo>
                  <a:pt x="1765963" y="251675"/>
                </a:moveTo>
                <a:lnTo>
                  <a:pt x="1870853" y="269261"/>
                </a:lnTo>
                <a:moveTo>
                  <a:pt x="195721" y="750336"/>
                </a:moveTo>
                <a:lnTo>
                  <a:pt x="217600" y="723823"/>
                </a:lnTo>
                <a:moveTo>
                  <a:pt x="2506355" y="646365"/>
                </a:moveTo>
                <a:lnTo>
                  <a:pt x="2484192" y="646838"/>
                </a:lnTo>
                <a:moveTo>
                  <a:pt x="1611205" y="471185"/>
                </a:moveTo>
                <a:lnTo>
                  <a:pt x="1534330" y="437445"/>
                </a:lnTo>
                <a:moveTo>
                  <a:pt x="1738417" y="541795"/>
                </a:moveTo>
                <a:lnTo>
                  <a:pt x="1672633" y="531308"/>
                </a:lnTo>
                <a:moveTo>
                  <a:pt x="2108507" y="329503"/>
                </a:moveTo>
                <a:lnTo>
                  <a:pt x="2147847" y="325535"/>
                </a:lnTo>
                <a:moveTo>
                  <a:pt x="2333734" y="699613"/>
                </a:moveTo>
                <a:lnTo>
                  <a:pt x="2266682" y="707906"/>
                </a:lnTo>
                <a:moveTo>
                  <a:pt x="1159987" y="439587"/>
                </a:moveTo>
                <a:lnTo>
                  <a:pt x="1057535" y="438833"/>
                </a:lnTo>
                <a:moveTo>
                  <a:pt x="2506355" y="646365"/>
                </a:moveTo>
                <a:lnTo>
                  <a:pt x="2482264" y="641917"/>
                </a:lnTo>
                <a:moveTo>
                  <a:pt x="2506355" y="646365"/>
                </a:moveTo>
                <a:lnTo>
                  <a:pt x="2481734" y="649772"/>
                </a:lnTo>
                <a:moveTo>
                  <a:pt x="431733" y="381565"/>
                </a:moveTo>
                <a:lnTo>
                  <a:pt x="471500" y="371261"/>
                </a:lnTo>
                <a:moveTo>
                  <a:pt x="921214" y="543401"/>
                </a:moveTo>
                <a:lnTo>
                  <a:pt x="810989" y="612480"/>
                </a:lnTo>
                <a:moveTo>
                  <a:pt x="325518" y="391201"/>
                </a:moveTo>
                <a:lnTo>
                  <a:pt x="337133" y="388954"/>
                </a:lnTo>
                <a:moveTo>
                  <a:pt x="325518" y="391201"/>
                </a:moveTo>
                <a:lnTo>
                  <a:pt x="215708" y="454131"/>
                </a:lnTo>
                <a:moveTo>
                  <a:pt x="1765963" y="251675"/>
                </a:moveTo>
                <a:lnTo>
                  <a:pt x="1900779" y="279109"/>
                </a:lnTo>
                <a:moveTo>
                  <a:pt x="320140" y="724615"/>
                </a:moveTo>
                <a:lnTo>
                  <a:pt x="448892" y="706313"/>
                </a:lnTo>
                <a:moveTo>
                  <a:pt x="1981084" y="653458"/>
                </a:moveTo>
                <a:lnTo>
                  <a:pt x="2020230" y="652357"/>
                </a:lnTo>
                <a:moveTo>
                  <a:pt x="1861510" y="602815"/>
                </a:moveTo>
                <a:lnTo>
                  <a:pt x="1881836" y="604405"/>
                </a:lnTo>
                <a:moveTo>
                  <a:pt x="650749" y="294747"/>
                </a:moveTo>
                <a:lnTo>
                  <a:pt x="689780" y="265282"/>
                </a:lnTo>
                <a:moveTo>
                  <a:pt x="1868670" y="598754"/>
                </a:moveTo>
                <a:lnTo>
                  <a:pt x="1774713" y="582938"/>
                </a:lnTo>
                <a:moveTo>
                  <a:pt x="2422229" y="517934"/>
                </a:moveTo>
                <a:lnTo>
                  <a:pt x="2385502" y="511461"/>
                </a:lnTo>
                <a:moveTo>
                  <a:pt x="1878647" y="607110"/>
                </a:moveTo>
                <a:lnTo>
                  <a:pt x="1881836" y="604405"/>
                </a:lnTo>
                <a:moveTo>
                  <a:pt x="788556" y="638463"/>
                </a:moveTo>
                <a:lnTo>
                  <a:pt x="748391" y="645928"/>
                </a:lnTo>
                <a:moveTo>
                  <a:pt x="1878647" y="607110"/>
                </a:moveTo>
                <a:lnTo>
                  <a:pt x="1861510" y="602815"/>
                </a:lnTo>
                <a:moveTo>
                  <a:pt x="1758250" y="247871"/>
                </a:moveTo>
                <a:lnTo>
                  <a:pt x="1656632" y="189383"/>
                </a:lnTo>
                <a:moveTo>
                  <a:pt x="195721" y="750336"/>
                </a:moveTo>
                <a:lnTo>
                  <a:pt x="126183" y="714060"/>
                </a:lnTo>
                <a:moveTo>
                  <a:pt x="689780" y="265282"/>
                </a:moveTo>
                <a:lnTo>
                  <a:pt x="809791" y="190305"/>
                </a:lnTo>
                <a:moveTo>
                  <a:pt x="552678" y="732679"/>
                </a:moveTo>
                <a:lnTo>
                  <a:pt x="448892" y="706313"/>
                </a:lnTo>
                <a:moveTo>
                  <a:pt x="386243" y="385333"/>
                </a:moveTo>
                <a:lnTo>
                  <a:pt x="337133" y="388954"/>
                </a:lnTo>
                <a:moveTo>
                  <a:pt x="1494992" y="441391"/>
                </a:moveTo>
                <a:lnTo>
                  <a:pt x="1431451" y="397636"/>
                </a:lnTo>
                <a:moveTo>
                  <a:pt x="1028977" y="510821"/>
                </a:moveTo>
                <a:lnTo>
                  <a:pt x="1057535" y="438833"/>
                </a:lnTo>
                <a:moveTo>
                  <a:pt x="921214" y="543401"/>
                </a:moveTo>
                <a:lnTo>
                  <a:pt x="923143" y="538690"/>
                </a:lnTo>
                <a:moveTo>
                  <a:pt x="2169927" y="386265"/>
                </a:moveTo>
                <a:lnTo>
                  <a:pt x="2147847" y="325535"/>
                </a:lnTo>
                <a:moveTo>
                  <a:pt x="657999" y="736279"/>
                </a:moveTo>
                <a:lnTo>
                  <a:pt x="700916" y="679304"/>
                </a:lnTo>
                <a:moveTo>
                  <a:pt x="1159987" y="439587"/>
                </a:moveTo>
                <a:lnTo>
                  <a:pt x="1286685" y="399571"/>
                </a:lnTo>
                <a:moveTo>
                  <a:pt x="934956" y="538276"/>
                </a:moveTo>
                <a:lnTo>
                  <a:pt x="923143" y="538690"/>
                </a:lnTo>
                <a:moveTo>
                  <a:pt x="2422229" y="517934"/>
                </a:moveTo>
                <a:lnTo>
                  <a:pt x="2422997" y="533514"/>
                </a:lnTo>
                <a:moveTo>
                  <a:pt x="2226640" y="722292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53998" y="145958"/>
                </a:lnTo>
                <a:moveTo>
                  <a:pt x="301082" y="753352"/>
                </a:moveTo>
                <a:lnTo>
                  <a:pt x="217600" y="723823"/>
                </a:lnTo>
                <a:moveTo>
                  <a:pt x="2333734" y="699613"/>
                </a:moveTo>
                <a:lnTo>
                  <a:pt x="2373815" y="684660"/>
                </a:lnTo>
                <a:moveTo>
                  <a:pt x="788556" y="638463"/>
                </a:moveTo>
                <a:lnTo>
                  <a:pt x="810989" y="612480"/>
                </a:lnTo>
                <a:moveTo>
                  <a:pt x="189473" y="483117"/>
                </a:moveTo>
                <a:lnTo>
                  <a:pt x="169614" y="492406"/>
                </a:lnTo>
                <a:moveTo>
                  <a:pt x="934956" y="538276"/>
                </a:moveTo>
                <a:lnTo>
                  <a:pt x="921214" y="543401"/>
                </a:lnTo>
                <a:moveTo>
                  <a:pt x="431733" y="381565"/>
                </a:moveTo>
                <a:lnTo>
                  <a:pt x="337133" y="388954"/>
                </a:lnTo>
                <a:moveTo>
                  <a:pt x="1636467" y="488231"/>
                </a:moveTo>
                <a:lnTo>
                  <a:pt x="1611205" y="471185"/>
                </a:lnTo>
                <a:moveTo>
                  <a:pt x="1738417" y="541795"/>
                </a:moveTo>
                <a:lnTo>
                  <a:pt x="1774713" y="582938"/>
                </a:lnTo>
                <a:moveTo>
                  <a:pt x="791361" y="186210"/>
                </a:moveTo>
                <a:lnTo>
                  <a:pt x="689780" y="265282"/>
                </a:lnTo>
                <a:moveTo>
                  <a:pt x="189473" y="483117"/>
                </a:moveTo>
                <a:lnTo>
                  <a:pt x="215708" y="454131"/>
                </a:lnTo>
                <a:moveTo>
                  <a:pt x="1868670" y="598754"/>
                </a:moveTo>
                <a:lnTo>
                  <a:pt x="1861510" y="602815"/>
                </a:lnTo>
                <a:moveTo>
                  <a:pt x="75443" y="586272"/>
                </a:moveTo>
                <a:lnTo>
                  <a:pt x="100396" y="598582"/>
                </a:lnTo>
                <a:moveTo>
                  <a:pt x="791361" y="186210"/>
                </a:moveTo>
                <a:lnTo>
                  <a:pt x="809791" y="190305"/>
                </a:lnTo>
                <a:moveTo>
                  <a:pt x="1860139" y="302337"/>
                </a:moveTo>
                <a:lnTo>
                  <a:pt x="1900779" y="279109"/>
                </a:lnTo>
                <a:moveTo>
                  <a:pt x="75443" y="586272"/>
                </a:moveTo>
                <a:lnTo>
                  <a:pt x="99313" y="614635"/>
                </a:lnTo>
                <a:moveTo>
                  <a:pt x="801262" y="177586"/>
                </a:moveTo>
                <a:lnTo>
                  <a:pt x="809791" y="190305"/>
                </a:lnTo>
                <a:moveTo>
                  <a:pt x="674435" y="289748"/>
                </a:moveTo>
                <a:lnTo>
                  <a:pt x="650749" y="294747"/>
                </a:lnTo>
                <a:moveTo>
                  <a:pt x="2083355" y="702260"/>
                </a:moveTo>
                <a:lnTo>
                  <a:pt x="2020230" y="652357"/>
                </a:lnTo>
                <a:moveTo>
                  <a:pt x="1878647" y="607110"/>
                </a:moveTo>
                <a:lnTo>
                  <a:pt x="1868670" y="598754"/>
                </a:lnTo>
                <a:moveTo>
                  <a:pt x="1390224" y="429583"/>
                </a:moveTo>
                <a:lnTo>
                  <a:pt x="1286685" y="399571"/>
                </a:lnTo>
                <a:moveTo>
                  <a:pt x="75443" y="586272"/>
                </a:moveTo>
                <a:lnTo>
                  <a:pt x="169614" y="492406"/>
                </a:lnTo>
                <a:moveTo>
                  <a:pt x="325518" y="391201"/>
                </a:moveTo>
                <a:lnTo>
                  <a:pt x="386243" y="385333"/>
                </a:lnTo>
                <a:moveTo>
                  <a:pt x="1268890" y="443109"/>
                </a:moveTo>
                <a:lnTo>
                  <a:pt x="1286685" y="399571"/>
                </a:lnTo>
                <a:moveTo>
                  <a:pt x="674435" y="289748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00916" y="679304"/>
                </a:lnTo>
                <a:moveTo>
                  <a:pt x="1515304" y="140360"/>
                </a:moveTo>
                <a:lnTo>
                  <a:pt x="1408846" y="153601"/>
                </a:lnTo>
                <a:moveTo>
                  <a:pt x="2108507" y="329503"/>
                </a:moveTo>
                <a:lnTo>
                  <a:pt x="2005430" y="292637"/>
                </a:lnTo>
                <a:moveTo>
                  <a:pt x="1028977" y="510821"/>
                </a:moveTo>
                <a:lnTo>
                  <a:pt x="923143" y="538690"/>
                </a:lnTo>
                <a:moveTo>
                  <a:pt x="418988" y="723821"/>
                </a:moveTo>
                <a:lnTo>
                  <a:pt x="448892" y="706313"/>
                </a:lnTo>
                <a:moveTo>
                  <a:pt x="75443" y="586272"/>
                </a:moveTo>
                <a:lnTo>
                  <a:pt x="93004" y="599248"/>
                </a:lnTo>
                <a:moveTo>
                  <a:pt x="1133088" y="532360"/>
                </a:moveTo>
                <a:lnTo>
                  <a:pt x="1057535" y="438833"/>
                </a:lnTo>
                <a:moveTo>
                  <a:pt x="1981084" y="653458"/>
                </a:moveTo>
                <a:lnTo>
                  <a:pt x="1878647" y="607110"/>
                </a:lnTo>
                <a:moveTo>
                  <a:pt x="1765963" y="251675"/>
                </a:moveTo>
                <a:lnTo>
                  <a:pt x="1758250" y="247871"/>
                </a:lnTo>
                <a:moveTo>
                  <a:pt x="1494992" y="441391"/>
                </a:moveTo>
                <a:lnTo>
                  <a:pt x="1534330" y="437445"/>
                </a:lnTo>
                <a:moveTo>
                  <a:pt x="1614024" y="461582"/>
                </a:moveTo>
                <a:lnTo>
                  <a:pt x="1534330" y="437445"/>
                </a:lnTo>
                <a:moveTo>
                  <a:pt x="2422229" y="517934"/>
                </a:moveTo>
                <a:lnTo>
                  <a:pt x="2482264" y="641917"/>
                </a:lnTo>
                <a:moveTo>
                  <a:pt x="2440189" y="686417"/>
                </a:moveTo>
                <a:lnTo>
                  <a:pt x="2373815" y="684660"/>
                </a:lnTo>
                <a:moveTo>
                  <a:pt x="791361" y="186210"/>
                </a:moveTo>
                <a:lnTo>
                  <a:pt x="801262" y="177586"/>
                </a:lnTo>
                <a:moveTo>
                  <a:pt x="934956" y="538276"/>
                </a:moveTo>
                <a:lnTo>
                  <a:pt x="1028977" y="510821"/>
                </a:lnTo>
                <a:moveTo>
                  <a:pt x="767379" y="679741"/>
                </a:moveTo>
                <a:lnTo>
                  <a:pt x="748391" y="645928"/>
                </a:lnTo>
                <a:moveTo>
                  <a:pt x="75443" y="586272"/>
                </a:moveTo>
                <a:lnTo>
                  <a:pt x="126183" y="714060"/>
                </a:lnTo>
                <a:moveTo>
                  <a:pt x="1268890" y="443109"/>
                </a:moveTo>
                <a:lnTo>
                  <a:pt x="1159987" y="439587"/>
                </a:lnTo>
                <a:moveTo>
                  <a:pt x="1619405" y="162053"/>
                </a:moveTo>
                <a:lnTo>
                  <a:pt x="1656632" y="189383"/>
                </a:lnTo>
                <a:moveTo>
                  <a:pt x="172917" y="509253"/>
                </a:moveTo>
                <a:lnTo>
                  <a:pt x="169614" y="492406"/>
                </a:lnTo>
                <a:moveTo>
                  <a:pt x="429278" y="385284"/>
                </a:moveTo>
                <a:lnTo>
                  <a:pt x="325518" y="391201"/>
                </a:lnTo>
                <a:moveTo>
                  <a:pt x="301082" y="753352"/>
                </a:moveTo>
                <a:lnTo>
                  <a:pt x="320140" y="724615"/>
                </a:lnTo>
                <a:moveTo>
                  <a:pt x="1841704" y="575550"/>
                </a:moveTo>
                <a:lnTo>
                  <a:pt x="1774713" y="582938"/>
                </a:lnTo>
                <a:moveTo>
                  <a:pt x="795672" y="184245"/>
                </a:moveTo>
                <a:lnTo>
                  <a:pt x="791361" y="186210"/>
                </a:lnTo>
                <a:moveTo>
                  <a:pt x="418988" y="723821"/>
                </a:moveTo>
                <a:lnTo>
                  <a:pt x="320140" y="724615"/>
                </a:lnTo>
                <a:moveTo>
                  <a:pt x="2448686" y="560491"/>
                </a:moveTo>
                <a:lnTo>
                  <a:pt x="2482264" y="641917"/>
                </a:lnTo>
                <a:moveTo>
                  <a:pt x="795672" y="184245"/>
                </a:moveTo>
                <a:lnTo>
                  <a:pt x="801262" y="177586"/>
                </a:lnTo>
                <a:moveTo>
                  <a:pt x="1963290" y="338117"/>
                </a:moveTo>
                <a:lnTo>
                  <a:pt x="1900779" y="279109"/>
                </a:lnTo>
                <a:moveTo>
                  <a:pt x="301082" y="753352"/>
                </a:moveTo>
                <a:lnTo>
                  <a:pt x="195721" y="750336"/>
                </a:lnTo>
                <a:moveTo>
                  <a:pt x="386243" y="385333"/>
                </a:moveTo>
                <a:lnTo>
                  <a:pt x="431733" y="381565"/>
                </a:lnTo>
                <a:moveTo>
                  <a:pt x="88307" y="697765"/>
                </a:moveTo>
                <a:lnTo>
                  <a:pt x="126183" y="714060"/>
                </a:lnTo>
                <a:moveTo>
                  <a:pt x="2083355" y="702260"/>
                </a:moveTo>
                <a:lnTo>
                  <a:pt x="2121616" y="714281"/>
                </a:lnTo>
                <a:moveTo>
                  <a:pt x="1738417" y="541795"/>
                </a:moveTo>
                <a:lnTo>
                  <a:pt x="1636467" y="488231"/>
                </a:lnTo>
                <a:moveTo>
                  <a:pt x="429278" y="385284"/>
                </a:moveTo>
                <a:lnTo>
                  <a:pt x="386243" y="385333"/>
                </a:lnTo>
                <a:moveTo>
                  <a:pt x="1745750" y="246263"/>
                </a:moveTo>
                <a:lnTo>
                  <a:pt x="1758250" y="247871"/>
                </a:lnTo>
                <a:moveTo>
                  <a:pt x="1268890" y="443109"/>
                </a:moveTo>
                <a:lnTo>
                  <a:pt x="1390224" y="429583"/>
                </a:lnTo>
                <a:moveTo>
                  <a:pt x="1614024" y="461582"/>
                </a:moveTo>
                <a:lnTo>
                  <a:pt x="1611205" y="471185"/>
                </a:lnTo>
                <a:moveTo>
                  <a:pt x="1745750" y="246263"/>
                </a:moveTo>
                <a:lnTo>
                  <a:pt x="1765963" y="251675"/>
                </a:lnTo>
                <a:moveTo>
                  <a:pt x="910712" y="119990"/>
                </a:moveTo>
                <a:lnTo>
                  <a:pt x="801262" y="177586"/>
                </a:lnTo>
                <a:moveTo>
                  <a:pt x="418988" y="723821"/>
                </a:moveTo>
                <a:lnTo>
                  <a:pt x="552678" y="732679"/>
                </a:lnTo>
                <a:moveTo>
                  <a:pt x="657999" y="736279"/>
                </a:moveTo>
                <a:lnTo>
                  <a:pt x="552678" y="732679"/>
                </a:lnTo>
                <a:moveTo>
                  <a:pt x="2440189" y="686417"/>
                </a:moveTo>
                <a:lnTo>
                  <a:pt x="2481734" y="649772"/>
                </a:lnTo>
                <a:moveTo>
                  <a:pt x="2333734" y="699613"/>
                </a:moveTo>
                <a:lnTo>
                  <a:pt x="2226640" y="722292"/>
                </a:lnTo>
                <a:moveTo>
                  <a:pt x="1600397" y="443755"/>
                </a:moveTo>
                <a:lnTo>
                  <a:pt x="1534330" y="437445"/>
                </a:lnTo>
                <a:moveTo>
                  <a:pt x="2440189" y="686417"/>
                </a:moveTo>
                <a:lnTo>
                  <a:pt x="2506355" y="646365"/>
                </a:lnTo>
                <a:moveTo>
                  <a:pt x="1133088" y="532360"/>
                </a:moveTo>
                <a:lnTo>
                  <a:pt x="1159987" y="439587"/>
                </a:lnTo>
                <a:moveTo>
                  <a:pt x="1860139" y="302337"/>
                </a:moveTo>
                <a:lnTo>
                  <a:pt x="1765963" y="251675"/>
                </a:lnTo>
                <a:moveTo>
                  <a:pt x="1636467" y="488231"/>
                </a:moveTo>
                <a:lnTo>
                  <a:pt x="1614024" y="461582"/>
                </a:lnTo>
                <a:moveTo>
                  <a:pt x="429278" y="385284"/>
                </a:moveTo>
                <a:lnTo>
                  <a:pt x="431733" y="381565"/>
                </a:lnTo>
                <a:moveTo>
                  <a:pt x="878999" y="589991"/>
                </a:moveTo>
                <a:lnTo>
                  <a:pt x="810989" y="612480"/>
                </a:lnTo>
                <a:moveTo>
                  <a:pt x="407645" y="738560"/>
                </a:moveTo>
                <a:lnTo>
                  <a:pt x="320140" y="724615"/>
                </a:lnTo>
                <a:moveTo>
                  <a:pt x="2422229" y="517934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215708" y="454131"/>
                </a:lnTo>
                <a:moveTo>
                  <a:pt x="1619405" y="162053"/>
                </a:moveTo>
                <a:lnTo>
                  <a:pt x="1758250" y="247871"/>
                </a:lnTo>
                <a:moveTo>
                  <a:pt x="531377" y="72883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159987" y="439587"/>
                </a:lnTo>
                <a:moveTo>
                  <a:pt x="646107" y="333467"/>
                </a:moveTo>
                <a:lnTo>
                  <a:pt x="650749" y="294747"/>
                </a:lnTo>
                <a:moveTo>
                  <a:pt x="88307" y="697765"/>
                </a:moveTo>
                <a:lnTo>
                  <a:pt x="195721" y="750336"/>
                </a:lnTo>
                <a:moveTo>
                  <a:pt x="1246777" y="547936"/>
                </a:moveTo>
                <a:lnTo>
                  <a:pt x="1159987" y="439587"/>
                </a:lnTo>
                <a:moveTo>
                  <a:pt x="1377521" y="446514"/>
                </a:moveTo>
                <a:lnTo>
                  <a:pt x="1390224" y="429583"/>
                </a:lnTo>
                <a:moveTo>
                  <a:pt x="1963290" y="338117"/>
                </a:moveTo>
                <a:lnTo>
                  <a:pt x="2005430" y="292637"/>
                </a:lnTo>
                <a:moveTo>
                  <a:pt x="2549888" y="625154"/>
                </a:moveTo>
                <a:lnTo>
                  <a:pt x="2482264" y="641917"/>
                </a:lnTo>
                <a:moveTo>
                  <a:pt x="1377521" y="446514"/>
                </a:moveTo>
                <a:lnTo>
                  <a:pt x="1268890" y="443109"/>
                </a:lnTo>
                <a:moveTo>
                  <a:pt x="2169927" y="386265"/>
                </a:moveTo>
                <a:lnTo>
                  <a:pt x="2108507" y="329503"/>
                </a:lnTo>
                <a:moveTo>
                  <a:pt x="1862289" y="587265"/>
                </a:moveTo>
                <a:lnTo>
                  <a:pt x="1878647" y="607110"/>
                </a:lnTo>
                <a:moveTo>
                  <a:pt x="1494992" y="441391"/>
                </a:moveTo>
                <a:lnTo>
                  <a:pt x="1390224" y="429583"/>
                </a:lnTo>
                <a:moveTo>
                  <a:pt x="2187757" y="719488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15304" y="140360"/>
                </a:lnTo>
                <a:moveTo>
                  <a:pt x="1133088" y="532360"/>
                </a:moveTo>
                <a:lnTo>
                  <a:pt x="1028977" y="510821"/>
                </a:lnTo>
                <a:moveTo>
                  <a:pt x="878999" y="589991"/>
                </a:moveTo>
                <a:lnTo>
                  <a:pt x="921214" y="543401"/>
                </a:lnTo>
                <a:moveTo>
                  <a:pt x="1860139" y="302337"/>
                </a:moveTo>
                <a:lnTo>
                  <a:pt x="1745750" y="246263"/>
                </a:lnTo>
                <a:moveTo>
                  <a:pt x="707214" y="280270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88556" y="638463"/>
                </a:lnTo>
                <a:moveTo>
                  <a:pt x="281458" y="465131"/>
                </a:moveTo>
                <a:lnTo>
                  <a:pt x="325518" y="391201"/>
                </a:lnTo>
                <a:moveTo>
                  <a:pt x="1841704" y="575550"/>
                </a:moveTo>
                <a:lnTo>
                  <a:pt x="1868670" y="598754"/>
                </a:lnTo>
                <a:moveTo>
                  <a:pt x="157562" y="736818"/>
                </a:moveTo>
                <a:lnTo>
                  <a:pt x="195721" y="750336"/>
                </a:lnTo>
                <a:moveTo>
                  <a:pt x="2083355" y="702260"/>
                </a:moveTo>
                <a:lnTo>
                  <a:pt x="1981084" y="653458"/>
                </a:lnTo>
                <a:moveTo>
                  <a:pt x="172917" y="509253"/>
                </a:moveTo>
                <a:lnTo>
                  <a:pt x="189473" y="483117"/>
                </a:lnTo>
                <a:moveTo>
                  <a:pt x="815115" y="631648"/>
                </a:moveTo>
                <a:lnTo>
                  <a:pt x="788556" y="638463"/>
                </a:lnTo>
                <a:moveTo>
                  <a:pt x="1246777" y="547936"/>
                </a:moveTo>
                <a:lnTo>
                  <a:pt x="1268890" y="443109"/>
                </a:lnTo>
                <a:moveTo>
                  <a:pt x="531377" y="728839"/>
                </a:moveTo>
                <a:lnTo>
                  <a:pt x="418988" y="723821"/>
                </a:lnTo>
                <a:moveTo>
                  <a:pt x="1862289" y="587265"/>
                </a:moveTo>
                <a:lnTo>
                  <a:pt x="1868670" y="598754"/>
                </a:lnTo>
                <a:moveTo>
                  <a:pt x="1706481" y="234965"/>
                </a:moveTo>
                <a:lnTo>
                  <a:pt x="1758250" y="247871"/>
                </a:lnTo>
                <a:moveTo>
                  <a:pt x="2448686" y="560491"/>
                </a:moveTo>
                <a:lnTo>
                  <a:pt x="2422229" y="517934"/>
                </a:lnTo>
                <a:moveTo>
                  <a:pt x="407645" y="738560"/>
                </a:moveTo>
                <a:lnTo>
                  <a:pt x="301082" y="753352"/>
                </a:lnTo>
                <a:moveTo>
                  <a:pt x="532068" y="386182"/>
                </a:moveTo>
                <a:lnTo>
                  <a:pt x="429278" y="385284"/>
                </a:lnTo>
                <a:moveTo>
                  <a:pt x="326598" y="479864"/>
                </a:moveTo>
                <a:lnTo>
                  <a:pt x="325518" y="391201"/>
                </a:lnTo>
                <a:moveTo>
                  <a:pt x="1377521" y="446514"/>
                </a:moveTo>
                <a:lnTo>
                  <a:pt x="1494992" y="441391"/>
                </a:lnTo>
                <a:moveTo>
                  <a:pt x="1944384" y="618303"/>
                </a:moveTo>
                <a:lnTo>
                  <a:pt x="1878647" y="607110"/>
                </a:lnTo>
                <a:moveTo>
                  <a:pt x="1017315" y="104610"/>
                </a:moveTo>
                <a:lnTo>
                  <a:pt x="910712" y="119990"/>
                </a:lnTo>
                <a:moveTo>
                  <a:pt x="407645" y="738560"/>
                </a:moveTo>
                <a:lnTo>
                  <a:pt x="418988" y="723821"/>
                </a:lnTo>
                <a:moveTo>
                  <a:pt x="707214" y="280270"/>
                </a:moveTo>
                <a:lnTo>
                  <a:pt x="791361" y="186210"/>
                </a:lnTo>
                <a:moveTo>
                  <a:pt x="767379" y="679741"/>
                </a:moveTo>
                <a:lnTo>
                  <a:pt x="657999" y="736279"/>
                </a:lnTo>
                <a:moveTo>
                  <a:pt x="1963290" y="338117"/>
                </a:moveTo>
                <a:lnTo>
                  <a:pt x="2108507" y="329503"/>
                </a:lnTo>
                <a:moveTo>
                  <a:pt x="646107" y="333467"/>
                </a:moveTo>
                <a:lnTo>
                  <a:pt x="674435" y="289748"/>
                </a:lnTo>
                <a:moveTo>
                  <a:pt x="988855" y="526380"/>
                </a:moveTo>
                <a:lnTo>
                  <a:pt x="921214" y="543401"/>
                </a:lnTo>
                <a:moveTo>
                  <a:pt x="990383" y="524332"/>
                </a:moveTo>
                <a:lnTo>
                  <a:pt x="934956" y="538276"/>
                </a:lnTo>
                <a:moveTo>
                  <a:pt x="878999" y="589991"/>
                </a:moveTo>
                <a:lnTo>
                  <a:pt x="788556" y="638463"/>
                </a:lnTo>
                <a:moveTo>
                  <a:pt x="1711386" y="460151"/>
                </a:moveTo>
                <a:lnTo>
                  <a:pt x="1636467" y="488231"/>
                </a:lnTo>
                <a:moveTo>
                  <a:pt x="88307" y="697765"/>
                </a:moveTo>
                <a:lnTo>
                  <a:pt x="75443" y="586272"/>
                </a:lnTo>
                <a:moveTo>
                  <a:pt x="2187757" y="719488"/>
                </a:moveTo>
                <a:lnTo>
                  <a:pt x="2226640" y="722292"/>
                </a:lnTo>
                <a:moveTo>
                  <a:pt x="2440189" y="686417"/>
                </a:moveTo>
                <a:lnTo>
                  <a:pt x="2333734" y="699613"/>
                </a:lnTo>
                <a:moveTo>
                  <a:pt x="75443" y="586272"/>
                </a:moveTo>
                <a:lnTo>
                  <a:pt x="172917" y="509253"/>
                </a:lnTo>
                <a:moveTo>
                  <a:pt x="988855" y="526380"/>
                </a:moveTo>
                <a:lnTo>
                  <a:pt x="934956" y="538276"/>
                </a:lnTo>
                <a:moveTo>
                  <a:pt x="243705" y="478268"/>
                </a:moveTo>
                <a:lnTo>
                  <a:pt x="189473" y="483117"/>
                </a:lnTo>
                <a:moveTo>
                  <a:pt x="2079249" y="374061"/>
                </a:moveTo>
                <a:lnTo>
                  <a:pt x="2108507" y="329503"/>
                </a:lnTo>
                <a:moveTo>
                  <a:pt x="758757" y="228464"/>
                </a:moveTo>
                <a:lnTo>
                  <a:pt x="791361" y="186210"/>
                </a:lnTo>
                <a:moveTo>
                  <a:pt x="2208622" y="410271"/>
                </a:moveTo>
                <a:lnTo>
                  <a:pt x="2169927" y="386265"/>
                </a:lnTo>
                <a:moveTo>
                  <a:pt x="1080019" y="652315"/>
                </a:moveTo>
                <a:lnTo>
                  <a:pt x="1131489" y="556067"/>
                </a:lnTo>
                <a:moveTo>
                  <a:pt x="1841704" y="575550"/>
                </a:moveTo>
                <a:lnTo>
                  <a:pt x="1738417" y="541795"/>
                </a:lnTo>
                <a:moveTo>
                  <a:pt x="707214" y="280270"/>
                </a:moveTo>
                <a:lnTo>
                  <a:pt x="674435" y="289748"/>
                </a:lnTo>
                <a:moveTo>
                  <a:pt x="2310186" y="469555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189473" y="483117"/>
                </a:lnTo>
                <a:moveTo>
                  <a:pt x="1155530" y="542524"/>
                </a:moveTo>
                <a:lnTo>
                  <a:pt x="1133088" y="532360"/>
                </a:lnTo>
                <a:moveTo>
                  <a:pt x="263703" y="728269"/>
                </a:moveTo>
                <a:lnTo>
                  <a:pt x="195721" y="750336"/>
                </a:lnTo>
                <a:moveTo>
                  <a:pt x="2008394" y="367589"/>
                </a:moveTo>
                <a:lnTo>
                  <a:pt x="2108507" y="329503"/>
                </a:lnTo>
                <a:moveTo>
                  <a:pt x="1155530" y="542524"/>
                </a:moveTo>
                <a:lnTo>
                  <a:pt x="1131489" y="556067"/>
                </a:lnTo>
                <a:moveTo>
                  <a:pt x="1706481" y="234965"/>
                </a:moveTo>
                <a:lnTo>
                  <a:pt x="1745750" y="246263"/>
                </a:lnTo>
                <a:moveTo>
                  <a:pt x="1963290" y="338117"/>
                </a:moveTo>
                <a:lnTo>
                  <a:pt x="1860139" y="302337"/>
                </a:lnTo>
                <a:moveTo>
                  <a:pt x="758757" y="228464"/>
                </a:moveTo>
                <a:lnTo>
                  <a:pt x="795672" y="184245"/>
                </a:lnTo>
                <a:moveTo>
                  <a:pt x="990383" y="524332"/>
                </a:moveTo>
                <a:lnTo>
                  <a:pt x="1028977" y="510821"/>
                </a:lnTo>
                <a:moveTo>
                  <a:pt x="620565" y="71200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246777" y="547936"/>
                </a:lnTo>
                <a:moveTo>
                  <a:pt x="1718103" y="263810"/>
                </a:moveTo>
                <a:lnTo>
                  <a:pt x="1745750" y="246263"/>
                </a:lnTo>
                <a:moveTo>
                  <a:pt x="513638" y="732199"/>
                </a:moveTo>
                <a:lnTo>
                  <a:pt x="418988" y="723821"/>
                </a:lnTo>
                <a:moveTo>
                  <a:pt x="871311" y="124877"/>
                </a:moveTo>
                <a:lnTo>
                  <a:pt x="801262" y="177586"/>
                </a:lnTo>
                <a:moveTo>
                  <a:pt x="2079249" y="374061"/>
                </a:moveTo>
                <a:lnTo>
                  <a:pt x="2169927" y="386265"/>
                </a:lnTo>
                <a:moveTo>
                  <a:pt x="326598" y="479864"/>
                </a:moveTo>
                <a:lnTo>
                  <a:pt x="429278" y="385284"/>
                </a:lnTo>
                <a:moveTo>
                  <a:pt x="818455" y="171167"/>
                </a:moveTo>
                <a:lnTo>
                  <a:pt x="795672" y="184245"/>
                </a:lnTo>
                <a:moveTo>
                  <a:pt x="2294098" y="707983"/>
                </a:moveTo>
                <a:lnTo>
                  <a:pt x="2226640" y="722292"/>
                </a:lnTo>
                <a:moveTo>
                  <a:pt x="815115" y="631648"/>
                </a:moveTo>
                <a:lnTo>
                  <a:pt x="767379" y="679741"/>
                </a:lnTo>
                <a:moveTo>
                  <a:pt x="1944384" y="618303"/>
                </a:moveTo>
                <a:lnTo>
                  <a:pt x="1981084" y="653458"/>
                </a:lnTo>
                <a:moveTo>
                  <a:pt x="1600397" y="443755"/>
                </a:moveTo>
                <a:lnTo>
                  <a:pt x="1494992" y="441391"/>
                </a:lnTo>
                <a:moveTo>
                  <a:pt x="1600397" y="443755"/>
                </a:moveTo>
                <a:lnTo>
                  <a:pt x="1614024" y="461582"/>
                </a:lnTo>
                <a:moveTo>
                  <a:pt x="1718103" y="263810"/>
                </a:moveTo>
                <a:lnTo>
                  <a:pt x="1860139" y="302337"/>
                </a:lnTo>
                <a:moveTo>
                  <a:pt x="1476562" y="445803"/>
                </a:moveTo>
                <a:lnTo>
                  <a:pt x="1377521" y="446514"/>
                </a:lnTo>
                <a:moveTo>
                  <a:pt x="1738417" y="541795"/>
                </a:moveTo>
                <a:lnTo>
                  <a:pt x="1711386" y="460151"/>
                </a:lnTo>
                <a:moveTo>
                  <a:pt x="1706481" y="234965"/>
                </a:moveTo>
                <a:lnTo>
                  <a:pt x="1619405" y="162053"/>
                </a:lnTo>
                <a:moveTo>
                  <a:pt x="243705" y="478268"/>
                </a:moveTo>
                <a:lnTo>
                  <a:pt x="172917" y="509253"/>
                </a:lnTo>
                <a:moveTo>
                  <a:pt x="2391241" y="501772"/>
                </a:moveTo>
                <a:lnTo>
                  <a:pt x="2348758" y="476958"/>
                </a:lnTo>
                <a:moveTo>
                  <a:pt x="389811" y="482664"/>
                </a:moveTo>
                <a:lnTo>
                  <a:pt x="429278" y="385284"/>
                </a:lnTo>
                <a:moveTo>
                  <a:pt x="407645" y="738560"/>
                </a:moveTo>
                <a:lnTo>
                  <a:pt x="399970" y="715659"/>
                </a:lnTo>
                <a:moveTo>
                  <a:pt x="871311" y="124877"/>
                </a:moveTo>
                <a:lnTo>
                  <a:pt x="795672" y="184245"/>
                </a:lnTo>
                <a:moveTo>
                  <a:pt x="1476562" y="445803"/>
                </a:moveTo>
                <a:lnTo>
                  <a:pt x="1494992" y="441391"/>
                </a:lnTo>
                <a:moveTo>
                  <a:pt x="2549888" y="625154"/>
                </a:moveTo>
                <a:lnTo>
                  <a:pt x="2448686" y="560491"/>
                </a:lnTo>
                <a:moveTo>
                  <a:pt x="513638" y="732199"/>
                </a:moveTo>
                <a:lnTo>
                  <a:pt x="531377" y="728839"/>
                </a:lnTo>
                <a:moveTo>
                  <a:pt x="157562" y="736818"/>
                </a:moveTo>
                <a:lnTo>
                  <a:pt x="88307" y="697765"/>
                </a:lnTo>
                <a:moveTo>
                  <a:pt x="2208622" y="410271"/>
                </a:moveTo>
                <a:lnTo>
                  <a:pt x="2079249" y="374061"/>
                </a:lnTo>
                <a:moveTo>
                  <a:pt x="532068" y="386182"/>
                </a:moveTo>
                <a:lnTo>
                  <a:pt x="646107" y="333467"/>
                </a:lnTo>
                <a:moveTo>
                  <a:pt x="263703" y="728269"/>
                </a:moveTo>
                <a:lnTo>
                  <a:pt x="301082" y="753352"/>
                </a:lnTo>
                <a:moveTo>
                  <a:pt x="1829842" y="353455"/>
                </a:moveTo>
                <a:lnTo>
                  <a:pt x="1860139" y="302337"/>
                </a:lnTo>
                <a:moveTo>
                  <a:pt x="1862289" y="587265"/>
                </a:moveTo>
                <a:lnTo>
                  <a:pt x="1841704" y="575550"/>
                </a:lnTo>
                <a:moveTo>
                  <a:pt x="1711386" y="460151"/>
                </a:moveTo>
                <a:lnTo>
                  <a:pt x="1614024" y="461582"/>
                </a:lnTo>
                <a:moveTo>
                  <a:pt x="513638" y="732199"/>
                </a:moveTo>
                <a:lnTo>
                  <a:pt x="407645" y="738560"/>
                </a:lnTo>
                <a:moveTo>
                  <a:pt x="815115" y="631648"/>
                </a:moveTo>
                <a:lnTo>
                  <a:pt x="878999" y="589991"/>
                </a:lnTo>
                <a:moveTo>
                  <a:pt x="871311" y="124877"/>
                </a:moveTo>
                <a:lnTo>
                  <a:pt x="910712" y="119990"/>
                </a:lnTo>
                <a:moveTo>
                  <a:pt x="550829" y="722238"/>
                </a:moveTo>
                <a:lnTo>
                  <a:pt x="531377" y="728839"/>
                </a:lnTo>
                <a:moveTo>
                  <a:pt x="2187757" y="719488"/>
                </a:moveTo>
                <a:lnTo>
                  <a:pt x="2083355" y="702260"/>
                </a:lnTo>
                <a:moveTo>
                  <a:pt x="512282" y="720644"/>
                </a:moveTo>
                <a:lnTo>
                  <a:pt x="407645" y="738560"/>
                </a:lnTo>
                <a:moveTo>
                  <a:pt x="1095535" y="509849"/>
                </a:moveTo>
                <a:lnTo>
                  <a:pt x="1028977" y="510821"/>
                </a:lnTo>
                <a:moveTo>
                  <a:pt x="1122739" y="106683"/>
                </a:moveTo>
                <a:lnTo>
                  <a:pt x="1017315" y="104610"/>
                </a:lnTo>
                <a:moveTo>
                  <a:pt x="620565" y="712009"/>
                </a:moveTo>
                <a:lnTo>
                  <a:pt x="657999" y="736279"/>
                </a:lnTo>
                <a:moveTo>
                  <a:pt x="501174" y="487241"/>
                </a:moveTo>
                <a:lnTo>
                  <a:pt x="429278" y="385284"/>
                </a:lnTo>
                <a:moveTo>
                  <a:pt x="2310186" y="469555"/>
                </a:moveTo>
                <a:lnTo>
                  <a:pt x="2208622" y="410271"/>
                </a:lnTo>
                <a:moveTo>
                  <a:pt x="2294098" y="707983"/>
                </a:moveTo>
                <a:lnTo>
                  <a:pt x="2333734" y="699613"/>
                </a:lnTo>
                <a:moveTo>
                  <a:pt x="2521183" y="742330"/>
                </a:moveTo>
                <a:lnTo>
                  <a:pt x="2440189" y="686417"/>
                </a:lnTo>
                <a:moveTo>
                  <a:pt x="243705" y="478268"/>
                </a:moveTo>
                <a:lnTo>
                  <a:pt x="281458" y="465131"/>
                </a:lnTo>
                <a:moveTo>
                  <a:pt x="2391241" y="501772"/>
                </a:moveTo>
                <a:lnTo>
                  <a:pt x="2422229" y="517934"/>
                </a:lnTo>
                <a:moveTo>
                  <a:pt x="2046578" y="668246"/>
                </a:moveTo>
                <a:lnTo>
                  <a:pt x="1981084" y="653458"/>
                </a:lnTo>
                <a:moveTo>
                  <a:pt x="1816630" y="462102"/>
                </a:moveTo>
                <a:lnTo>
                  <a:pt x="1738417" y="541795"/>
                </a:lnTo>
                <a:moveTo>
                  <a:pt x="140670" y="576490"/>
                </a:moveTo>
                <a:lnTo>
                  <a:pt x="75443" y="586272"/>
                </a:lnTo>
                <a:moveTo>
                  <a:pt x="707214" y="280270"/>
                </a:moveTo>
                <a:lnTo>
                  <a:pt x="646107" y="333467"/>
                </a:lnTo>
                <a:moveTo>
                  <a:pt x="2008394" y="367589"/>
                </a:moveTo>
                <a:lnTo>
                  <a:pt x="1963290" y="338117"/>
                </a:lnTo>
                <a:moveTo>
                  <a:pt x="137808" y="689579"/>
                </a:moveTo>
                <a:lnTo>
                  <a:pt x="75443" y="586272"/>
                </a:lnTo>
                <a:moveTo>
                  <a:pt x="620565" y="712009"/>
                </a:moveTo>
                <a:lnTo>
                  <a:pt x="531377" y="728839"/>
                </a:lnTo>
                <a:moveTo>
                  <a:pt x="512282" y="720644"/>
                </a:moveTo>
                <a:lnTo>
                  <a:pt x="399970" y="715659"/>
                </a:lnTo>
                <a:moveTo>
                  <a:pt x="2064865" y="397227"/>
                </a:moveTo>
                <a:lnTo>
                  <a:pt x="2208622" y="410271"/>
                </a:lnTo>
                <a:moveTo>
                  <a:pt x="263703" y="728269"/>
                </a:moveTo>
                <a:lnTo>
                  <a:pt x="407645" y="738560"/>
                </a:lnTo>
                <a:moveTo>
                  <a:pt x="275455" y="476801"/>
                </a:moveTo>
                <a:lnTo>
                  <a:pt x="243705" y="478268"/>
                </a:lnTo>
                <a:moveTo>
                  <a:pt x="2008394" y="367589"/>
                </a:moveTo>
                <a:lnTo>
                  <a:pt x="2079249" y="374061"/>
                </a:lnTo>
                <a:moveTo>
                  <a:pt x="2391241" y="501772"/>
                </a:moveTo>
                <a:lnTo>
                  <a:pt x="2448686" y="560491"/>
                </a:lnTo>
                <a:moveTo>
                  <a:pt x="731566" y="631442"/>
                </a:moveTo>
                <a:lnTo>
                  <a:pt x="657999" y="736279"/>
                </a:lnTo>
                <a:moveTo>
                  <a:pt x="1718103" y="263810"/>
                </a:moveTo>
                <a:lnTo>
                  <a:pt x="1706481" y="234965"/>
                </a:lnTo>
                <a:moveTo>
                  <a:pt x="1951025" y="362247"/>
                </a:moveTo>
                <a:lnTo>
                  <a:pt x="1963290" y="338117"/>
                </a:lnTo>
                <a:moveTo>
                  <a:pt x="978637" y="98769"/>
                </a:moveTo>
                <a:lnTo>
                  <a:pt x="910712" y="119990"/>
                </a:lnTo>
                <a:moveTo>
                  <a:pt x="1600397" y="443755"/>
                </a:moveTo>
                <a:lnTo>
                  <a:pt x="1711386" y="460151"/>
                </a:lnTo>
                <a:moveTo>
                  <a:pt x="2554932" y="631735"/>
                </a:moveTo>
                <a:lnTo>
                  <a:pt x="2549888" y="625154"/>
                </a:lnTo>
                <a:moveTo>
                  <a:pt x="1829842" y="353455"/>
                </a:moveTo>
                <a:lnTo>
                  <a:pt x="1963290" y="338117"/>
                </a:lnTo>
                <a:moveTo>
                  <a:pt x="1944384" y="618303"/>
                </a:moveTo>
                <a:lnTo>
                  <a:pt x="1862289" y="587265"/>
                </a:lnTo>
                <a:moveTo>
                  <a:pt x="512282" y="720644"/>
                </a:moveTo>
                <a:lnTo>
                  <a:pt x="513638" y="732199"/>
                </a:lnTo>
                <a:moveTo>
                  <a:pt x="275455" y="476801"/>
                </a:moveTo>
                <a:lnTo>
                  <a:pt x="281458" y="465131"/>
                </a:lnTo>
                <a:moveTo>
                  <a:pt x="2412268" y="521158"/>
                </a:moveTo>
                <a:lnTo>
                  <a:pt x="2448686" y="560491"/>
                </a:lnTo>
                <a:moveTo>
                  <a:pt x="625859" y="383219"/>
                </a:moveTo>
                <a:lnTo>
                  <a:pt x="532068" y="386182"/>
                </a:lnTo>
                <a:moveTo>
                  <a:pt x="326598" y="479864"/>
                </a:moveTo>
                <a:lnTo>
                  <a:pt x="281458" y="465131"/>
                </a:lnTo>
                <a:moveTo>
                  <a:pt x="1095535" y="509849"/>
                </a:moveTo>
                <a:lnTo>
                  <a:pt x="1133088" y="532360"/>
                </a:lnTo>
                <a:moveTo>
                  <a:pt x="140670" y="576490"/>
                </a:moveTo>
                <a:lnTo>
                  <a:pt x="172917" y="509253"/>
                </a:lnTo>
                <a:moveTo>
                  <a:pt x="137808" y="689579"/>
                </a:moveTo>
                <a:lnTo>
                  <a:pt x="88307" y="697765"/>
                </a:lnTo>
                <a:moveTo>
                  <a:pt x="988855" y="526380"/>
                </a:moveTo>
                <a:lnTo>
                  <a:pt x="878999" y="589991"/>
                </a:lnTo>
                <a:moveTo>
                  <a:pt x="2399576" y="709258"/>
                </a:moveTo>
                <a:lnTo>
                  <a:pt x="2333734" y="699613"/>
                </a:lnTo>
                <a:moveTo>
                  <a:pt x="707214" y="280270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600397" y="443755"/>
                </a:lnTo>
                <a:moveTo>
                  <a:pt x="550829" y="722238"/>
                </a:moveTo>
                <a:lnTo>
                  <a:pt x="513638" y="732199"/>
                </a:lnTo>
                <a:moveTo>
                  <a:pt x="263703" y="728269"/>
                </a:moveTo>
                <a:lnTo>
                  <a:pt x="399970" y="715659"/>
                </a:lnTo>
                <a:moveTo>
                  <a:pt x="501174" y="487241"/>
                </a:moveTo>
                <a:lnTo>
                  <a:pt x="532068" y="386182"/>
                </a:lnTo>
                <a:moveTo>
                  <a:pt x="1060881" y="636381"/>
                </a:moveTo>
                <a:lnTo>
                  <a:pt x="1080019" y="652315"/>
                </a:lnTo>
                <a:moveTo>
                  <a:pt x="512282" y="720644"/>
                </a:moveTo>
                <a:lnTo>
                  <a:pt x="550829" y="722238"/>
                </a:lnTo>
                <a:moveTo>
                  <a:pt x="1951025" y="362247"/>
                </a:moveTo>
                <a:lnTo>
                  <a:pt x="2008394" y="367589"/>
                </a:lnTo>
                <a:moveTo>
                  <a:pt x="1060881" y="636381"/>
                </a:moveTo>
                <a:lnTo>
                  <a:pt x="1131489" y="556067"/>
                </a:lnTo>
                <a:moveTo>
                  <a:pt x="2064865" y="397227"/>
                </a:moveTo>
                <a:lnTo>
                  <a:pt x="2079249" y="374061"/>
                </a:lnTo>
                <a:moveTo>
                  <a:pt x="1210661" y="532436"/>
                </a:moveTo>
                <a:lnTo>
                  <a:pt x="1133088" y="532360"/>
                </a:lnTo>
                <a:moveTo>
                  <a:pt x="1090997" y="577103"/>
                </a:moveTo>
                <a:lnTo>
                  <a:pt x="1131489" y="556067"/>
                </a:lnTo>
                <a:moveTo>
                  <a:pt x="295047" y="701746"/>
                </a:moveTo>
                <a:lnTo>
                  <a:pt x="399970" y="715659"/>
                </a:lnTo>
                <a:moveTo>
                  <a:pt x="263703" y="728269"/>
                </a:moveTo>
                <a:lnTo>
                  <a:pt x="157562" y="736818"/>
                </a:lnTo>
                <a:moveTo>
                  <a:pt x="1718103" y="263810"/>
                </a:moveTo>
                <a:lnTo>
                  <a:pt x="1829842" y="353455"/>
                </a:lnTo>
                <a:moveTo>
                  <a:pt x="275455" y="476801"/>
                </a:moveTo>
                <a:lnTo>
                  <a:pt x="326598" y="479864"/>
                </a:lnTo>
                <a:moveTo>
                  <a:pt x="625859" y="383219"/>
                </a:moveTo>
                <a:lnTo>
                  <a:pt x="646107" y="333467"/>
                </a:lnTo>
                <a:moveTo>
                  <a:pt x="1841704" y="575550"/>
                </a:moveTo>
                <a:lnTo>
                  <a:pt x="1816630" y="462102"/>
                </a:lnTo>
                <a:moveTo>
                  <a:pt x="2539441" y="779968"/>
                </a:moveTo>
                <a:lnTo>
                  <a:pt x="2521183" y="742330"/>
                </a:lnTo>
                <a:moveTo>
                  <a:pt x="2046578" y="668246"/>
                </a:moveTo>
                <a:lnTo>
                  <a:pt x="2083355" y="702260"/>
                </a:lnTo>
                <a:moveTo>
                  <a:pt x="731566" y="631442"/>
                </a:moveTo>
                <a:lnTo>
                  <a:pt x="767379" y="679741"/>
                </a:lnTo>
                <a:moveTo>
                  <a:pt x="2575976" y="743385"/>
                </a:moveTo>
                <a:lnTo>
                  <a:pt x="2554932" y="631735"/>
                </a:lnTo>
                <a:moveTo>
                  <a:pt x="1210661" y="532436"/>
                </a:moveTo>
                <a:lnTo>
                  <a:pt x="1155530" y="542524"/>
                </a:lnTo>
                <a:moveTo>
                  <a:pt x="140670" y="576490"/>
                </a:moveTo>
                <a:lnTo>
                  <a:pt x="243705" y="478268"/>
                </a:lnTo>
                <a:moveTo>
                  <a:pt x="1711386" y="460151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2008394" y="367589"/>
                </a:lnTo>
                <a:moveTo>
                  <a:pt x="399970" y="715659"/>
                </a:moveTo>
                <a:lnTo>
                  <a:pt x="379168" y="592414"/>
                </a:lnTo>
                <a:moveTo>
                  <a:pt x="1760995" y="347260"/>
                </a:moveTo>
                <a:lnTo>
                  <a:pt x="1718103" y="263810"/>
                </a:lnTo>
                <a:moveTo>
                  <a:pt x="818455" y="171167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711386" y="460151"/>
                </a:lnTo>
                <a:moveTo>
                  <a:pt x="1951025" y="362247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1017315" y="104610"/>
                </a:lnTo>
                <a:moveTo>
                  <a:pt x="988855" y="526380"/>
                </a:moveTo>
                <a:lnTo>
                  <a:pt x="990383" y="524332"/>
                </a:lnTo>
                <a:moveTo>
                  <a:pt x="2166901" y="449523"/>
                </a:moveTo>
                <a:lnTo>
                  <a:pt x="2208622" y="410271"/>
                </a:lnTo>
                <a:moveTo>
                  <a:pt x="731566" y="631442"/>
                </a:moveTo>
                <a:lnTo>
                  <a:pt x="815115" y="631648"/>
                </a:lnTo>
                <a:moveTo>
                  <a:pt x="1564703" y="393683"/>
                </a:moveTo>
                <a:lnTo>
                  <a:pt x="1494992" y="441391"/>
                </a:lnTo>
                <a:moveTo>
                  <a:pt x="326598" y="479864"/>
                </a:moveTo>
                <a:lnTo>
                  <a:pt x="389811" y="482664"/>
                </a:lnTo>
                <a:moveTo>
                  <a:pt x="743037" y="614694"/>
                </a:moveTo>
                <a:lnTo>
                  <a:pt x="815115" y="631648"/>
                </a:lnTo>
                <a:moveTo>
                  <a:pt x="625859" y="383219"/>
                </a:moveTo>
                <a:lnTo>
                  <a:pt x="707214" y="280270"/>
                </a:lnTo>
                <a:moveTo>
                  <a:pt x="997367" y="523913"/>
                </a:moveTo>
                <a:lnTo>
                  <a:pt x="990383" y="524332"/>
                </a:lnTo>
                <a:moveTo>
                  <a:pt x="157562" y="736818"/>
                </a:moveTo>
                <a:lnTo>
                  <a:pt x="137808" y="689579"/>
                </a:lnTo>
                <a:moveTo>
                  <a:pt x="988855" y="526380"/>
                </a:moveTo>
                <a:lnTo>
                  <a:pt x="988389" y="523476"/>
                </a:lnTo>
                <a:moveTo>
                  <a:pt x="988855" y="526380"/>
                </a:moveTo>
                <a:lnTo>
                  <a:pt x="997367" y="523913"/>
                </a:lnTo>
                <a:moveTo>
                  <a:pt x="2294098" y="707983"/>
                </a:moveTo>
                <a:lnTo>
                  <a:pt x="2187757" y="719488"/>
                </a:lnTo>
                <a:moveTo>
                  <a:pt x="1707424" y="422068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1951025" y="362247"/>
                </a:lnTo>
                <a:moveTo>
                  <a:pt x="988389" y="523476"/>
                </a:moveTo>
                <a:lnTo>
                  <a:pt x="997367" y="523913"/>
                </a:lnTo>
                <a:moveTo>
                  <a:pt x="1227906" y="112582"/>
                </a:moveTo>
                <a:lnTo>
                  <a:pt x="1122739" y="106683"/>
                </a:lnTo>
                <a:moveTo>
                  <a:pt x="2539441" y="779968"/>
                </a:moveTo>
                <a:lnTo>
                  <a:pt x="2575976" y="743385"/>
                </a:lnTo>
                <a:moveTo>
                  <a:pt x="1201145" y="509182"/>
                </a:moveTo>
                <a:lnTo>
                  <a:pt x="1133088" y="532360"/>
                </a:lnTo>
                <a:moveTo>
                  <a:pt x="2399576" y="709258"/>
                </a:moveTo>
                <a:lnTo>
                  <a:pt x="2440189" y="686417"/>
                </a:lnTo>
                <a:moveTo>
                  <a:pt x="550829" y="722238"/>
                </a:moveTo>
                <a:lnTo>
                  <a:pt x="620565" y="712009"/>
                </a:lnTo>
                <a:moveTo>
                  <a:pt x="743143" y="276020"/>
                </a:moveTo>
                <a:lnTo>
                  <a:pt x="707214" y="280270"/>
                </a:lnTo>
                <a:moveTo>
                  <a:pt x="1760995" y="347260"/>
                </a:moveTo>
                <a:lnTo>
                  <a:pt x="1829842" y="353455"/>
                </a:lnTo>
                <a:moveTo>
                  <a:pt x="2391241" y="501772"/>
                </a:moveTo>
                <a:lnTo>
                  <a:pt x="2310186" y="469555"/>
                </a:lnTo>
                <a:moveTo>
                  <a:pt x="2514023" y="577623"/>
                </a:moveTo>
                <a:lnTo>
                  <a:pt x="2448686" y="560491"/>
                </a:lnTo>
                <a:moveTo>
                  <a:pt x="512282" y="720644"/>
                </a:moveTo>
                <a:lnTo>
                  <a:pt x="379168" y="592414"/>
                </a:lnTo>
                <a:moveTo>
                  <a:pt x="252822" y="695724"/>
                </a:moveTo>
                <a:lnTo>
                  <a:pt x="157562" y="736818"/>
                </a:lnTo>
                <a:moveTo>
                  <a:pt x="1198925" y="542086"/>
                </a:moveTo>
                <a:lnTo>
                  <a:pt x="1131489" y="556067"/>
                </a:lnTo>
                <a:moveTo>
                  <a:pt x="1760995" y="347260"/>
                </a:moveTo>
                <a:lnTo>
                  <a:pt x="1707424" y="422068"/>
                </a:lnTo>
                <a:moveTo>
                  <a:pt x="140670" y="576490"/>
                </a:moveTo>
                <a:lnTo>
                  <a:pt x="275455" y="476801"/>
                </a:lnTo>
                <a:moveTo>
                  <a:pt x="605245" y="488689"/>
                </a:moveTo>
                <a:lnTo>
                  <a:pt x="532068" y="386182"/>
                </a:lnTo>
                <a:moveTo>
                  <a:pt x="512282" y="720644"/>
                </a:moveTo>
                <a:lnTo>
                  <a:pt x="496768" y="599668"/>
                </a:lnTo>
                <a:moveTo>
                  <a:pt x="1454598" y="460974"/>
                </a:moveTo>
                <a:lnTo>
                  <a:pt x="1476562" y="445803"/>
                </a:lnTo>
                <a:moveTo>
                  <a:pt x="818455" y="171167"/>
                </a:moveTo>
                <a:lnTo>
                  <a:pt x="871311" y="124877"/>
                </a:lnTo>
                <a:moveTo>
                  <a:pt x="374345" y="592029"/>
                </a:moveTo>
                <a:lnTo>
                  <a:pt x="275455" y="476801"/>
                </a:lnTo>
                <a:moveTo>
                  <a:pt x="2514205" y="730821"/>
                </a:moveTo>
                <a:lnTo>
                  <a:pt x="2440189" y="686417"/>
                </a:lnTo>
                <a:moveTo>
                  <a:pt x="844751" y="518505"/>
                </a:moveTo>
                <a:lnTo>
                  <a:pt x="815115" y="631648"/>
                </a:lnTo>
                <a:moveTo>
                  <a:pt x="1816630" y="462102"/>
                </a:moveTo>
                <a:lnTo>
                  <a:pt x="1711386" y="460151"/>
                </a:lnTo>
                <a:moveTo>
                  <a:pt x="1198925" y="542086"/>
                </a:moveTo>
                <a:lnTo>
                  <a:pt x="1155530" y="542524"/>
                </a:lnTo>
                <a:moveTo>
                  <a:pt x="743143" y="276020"/>
                </a:moveTo>
                <a:lnTo>
                  <a:pt x="758757" y="228464"/>
                </a:lnTo>
                <a:moveTo>
                  <a:pt x="374345" y="592029"/>
                </a:moveTo>
                <a:lnTo>
                  <a:pt x="326598" y="479864"/>
                </a:lnTo>
                <a:moveTo>
                  <a:pt x="1920592" y="577822"/>
                </a:moveTo>
                <a:lnTo>
                  <a:pt x="1841704" y="575550"/>
                </a:lnTo>
                <a:moveTo>
                  <a:pt x="295047" y="701746"/>
                </a:moveTo>
                <a:lnTo>
                  <a:pt x="263703" y="728269"/>
                </a:lnTo>
                <a:moveTo>
                  <a:pt x="1694174" y="338446"/>
                </a:moveTo>
                <a:lnTo>
                  <a:pt x="1718103" y="263810"/>
                </a:lnTo>
                <a:moveTo>
                  <a:pt x="1490509" y="437730"/>
                </a:moveTo>
                <a:lnTo>
                  <a:pt x="1476562" y="445803"/>
                </a:lnTo>
                <a:moveTo>
                  <a:pt x="2150037" y="699461"/>
                </a:moveTo>
                <a:lnTo>
                  <a:pt x="2083355" y="702260"/>
                </a:lnTo>
                <a:moveTo>
                  <a:pt x="1816630" y="462102"/>
                </a:moveTo>
                <a:lnTo>
                  <a:pt x="1829842" y="353455"/>
                </a:lnTo>
                <a:moveTo>
                  <a:pt x="1920592" y="577822"/>
                </a:moveTo>
                <a:lnTo>
                  <a:pt x="1862289" y="587265"/>
                </a:lnTo>
                <a:moveTo>
                  <a:pt x="501174" y="487241"/>
                </a:moveTo>
                <a:lnTo>
                  <a:pt x="389811" y="482664"/>
                </a:lnTo>
                <a:moveTo>
                  <a:pt x="1095535" y="509849"/>
                </a:moveTo>
                <a:lnTo>
                  <a:pt x="990383" y="524332"/>
                </a:lnTo>
                <a:moveTo>
                  <a:pt x="379168" y="592414"/>
                </a:moveTo>
                <a:lnTo>
                  <a:pt x="389811" y="482664"/>
                </a:lnTo>
                <a:moveTo>
                  <a:pt x="374345" y="592029"/>
                </a:moveTo>
                <a:lnTo>
                  <a:pt x="389811" y="482664"/>
                </a:lnTo>
                <a:moveTo>
                  <a:pt x="743143" y="276020"/>
                </a:moveTo>
                <a:lnTo>
                  <a:pt x="818455" y="171167"/>
                </a:lnTo>
                <a:moveTo>
                  <a:pt x="1083209" y="113473"/>
                </a:moveTo>
                <a:lnTo>
                  <a:pt x="1017315" y="104610"/>
                </a:lnTo>
                <a:moveTo>
                  <a:pt x="1564703" y="393683"/>
                </a:moveTo>
                <a:lnTo>
                  <a:pt x="1600397" y="443755"/>
                </a:lnTo>
                <a:moveTo>
                  <a:pt x="844751" y="518505"/>
                </a:moveTo>
                <a:lnTo>
                  <a:pt x="878999" y="589991"/>
                </a:lnTo>
                <a:moveTo>
                  <a:pt x="496768" y="599668"/>
                </a:moveTo>
                <a:lnTo>
                  <a:pt x="389811" y="482664"/>
                </a:lnTo>
                <a:moveTo>
                  <a:pt x="997367" y="523913"/>
                </a:moveTo>
                <a:lnTo>
                  <a:pt x="1095535" y="509849"/>
                </a:lnTo>
                <a:moveTo>
                  <a:pt x="2166901" y="449523"/>
                </a:moveTo>
                <a:lnTo>
                  <a:pt x="2310186" y="469555"/>
                </a:lnTo>
                <a:moveTo>
                  <a:pt x="2046578" y="668246"/>
                </a:moveTo>
                <a:lnTo>
                  <a:pt x="1944384" y="618303"/>
                </a:lnTo>
                <a:moveTo>
                  <a:pt x="295047" y="701746"/>
                </a:moveTo>
                <a:lnTo>
                  <a:pt x="379168" y="592414"/>
                </a:lnTo>
                <a:moveTo>
                  <a:pt x="295047" y="701746"/>
                </a:moveTo>
                <a:lnTo>
                  <a:pt x="374345" y="592029"/>
                </a:lnTo>
                <a:moveTo>
                  <a:pt x="2505232" y="707902"/>
                </a:moveTo>
                <a:lnTo>
                  <a:pt x="2440189" y="686417"/>
                </a:lnTo>
                <a:moveTo>
                  <a:pt x="512282" y="720644"/>
                </a:moveTo>
                <a:lnTo>
                  <a:pt x="605947" y="603309"/>
                </a:lnTo>
                <a:moveTo>
                  <a:pt x="1564703" y="393683"/>
                </a:moveTo>
                <a:lnTo>
                  <a:pt x="1476562" y="445803"/>
                </a:lnTo>
                <a:moveTo>
                  <a:pt x="1694174" y="338446"/>
                </a:moveTo>
                <a:lnTo>
                  <a:pt x="1707424" y="422068"/>
                </a:lnTo>
                <a:moveTo>
                  <a:pt x="625859" y="383219"/>
                </a:moveTo>
                <a:lnTo>
                  <a:pt x="743143" y="276020"/>
                </a:lnTo>
                <a:moveTo>
                  <a:pt x="252822" y="695724"/>
                </a:moveTo>
                <a:lnTo>
                  <a:pt x="263703" y="728269"/>
                </a:lnTo>
                <a:moveTo>
                  <a:pt x="1664324" y="218588"/>
                </a:moveTo>
                <a:lnTo>
                  <a:pt x="1706481" y="234965"/>
                </a:lnTo>
                <a:moveTo>
                  <a:pt x="247401" y="579080"/>
                </a:moveTo>
                <a:lnTo>
                  <a:pt x="275455" y="476801"/>
                </a:lnTo>
                <a:moveTo>
                  <a:pt x="550829" y="722238"/>
                </a:moveTo>
                <a:lnTo>
                  <a:pt x="605947" y="603309"/>
                </a:lnTo>
                <a:moveTo>
                  <a:pt x="137808" y="689579"/>
                </a:moveTo>
                <a:lnTo>
                  <a:pt x="140670" y="576490"/>
                </a:lnTo>
                <a:moveTo>
                  <a:pt x="1694174" y="338446"/>
                </a:moveTo>
                <a:lnTo>
                  <a:pt x="1760995" y="347260"/>
                </a:lnTo>
                <a:moveTo>
                  <a:pt x="374345" y="592029"/>
                </a:moveTo>
                <a:lnTo>
                  <a:pt x="379168" y="592414"/>
                </a:lnTo>
                <a:moveTo>
                  <a:pt x="2412268" y="521158"/>
                </a:moveTo>
                <a:lnTo>
                  <a:pt x="2391241" y="501772"/>
                </a:lnTo>
                <a:moveTo>
                  <a:pt x="252822" y="695724"/>
                </a:moveTo>
                <a:lnTo>
                  <a:pt x="295047" y="701746"/>
                </a:lnTo>
                <a:moveTo>
                  <a:pt x="1636355" y="329294"/>
                </a:moveTo>
                <a:lnTo>
                  <a:pt x="1706481" y="234965"/>
                </a:lnTo>
                <a:moveTo>
                  <a:pt x="2514205" y="730821"/>
                </a:moveTo>
                <a:lnTo>
                  <a:pt x="2521183" y="742330"/>
                </a:lnTo>
                <a:moveTo>
                  <a:pt x="2514023" y="577623"/>
                </a:moveTo>
                <a:lnTo>
                  <a:pt x="2549888" y="625154"/>
                </a:lnTo>
                <a:moveTo>
                  <a:pt x="731566" y="631442"/>
                </a:moveTo>
                <a:lnTo>
                  <a:pt x="620565" y="712009"/>
                </a:lnTo>
                <a:moveTo>
                  <a:pt x="496768" y="599668"/>
                </a:moveTo>
                <a:lnTo>
                  <a:pt x="501174" y="487241"/>
                </a:lnTo>
                <a:moveTo>
                  <a:pt x="1922893" y="464492"/>
                </a:moveTo>
                <a:lnTo>
                  <a:pt x="1951025" y="362247"/>
                </a:lnTo>
                <a:moveTo>
                  <a:pt x="496768" y="599668"/>
                </a:moveTo>
                <a:lnTo>
                  <a:pt x="379168" y="592414"/>
                </a:lnTo>
                <a:moveTo>
                  <a:pt x="2166901" y="449523"/>
                </a:moveTo>
                <a:lnTo>
                  <a:pt x="2064865" y="397227"/>
                </a:lnTo>
                <a:moveTo>
                  <a:pt x="2277559" y="487056"/>
                </a:moveTo>
                <a:lnTo>
                  <a:pt x="2310186" y="469555"/>
                </a:lnTo>
                <a:moveTo>
                  <a:pt x="1922893" y="464492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871311" y="124877"/>
                </a:lnTo>
                <a:moveTo>
                  <a:pt x="1944384" y="618303"/>
                </a:moveTo>
                <a:lnTo>
                  <a:pt x="1920592" y="577822"/>
                </a:lnTo>
                <a:moveTo>
                  <a:pt x="853025" y="165644"/>
                </a:moveTo>
                <a:lnTo>
                  <a:pt x="818455" y="171167"/>
                </a:lnTo>
                <a:moveTo>
                  <a:pt x="1636355" y="329294"/>
                </a:moveTo>
                <a:lnTo>
                  <a:pt x="1718103" y="263810"/>
                </a:lnTo>
                <a:moveTo>
                  <a:pt x="844751" y="518505"/>
                </a:moveTo>
                <a:lnTo>
                  <a:pt x="988855" y="526380"/>
                </a:lnTo>
                <a:moveTo>
                  <a:pt x="252822" y="695724"/>
                </a:moveTo>
                <a:lnTo>
                  <a:pt x="140670" y="576490"/>
                </a:lnTo>
                <a:moveTo>
                  <a:pt x="728624" y="612742"/>
                </a:moveTo>
                <a:lnTo>
                  <a:pt x="620565" y="712009"/>
                </a:lnTo>
                <a:moveTo>
                  <a:pt x="844751" y="518505"/>
                </a:moveTo>
                <a:lnTo>
                  <a:pt x="988389" y="523476"/>
                </a:lnTo>
                <a:moveTo>
                  <a:pt x="252822" y="695724"/>
                </a:moveTo>
                <a:lnTo>
                  <a:pt x="137808" y="689579"/>
                </a:lnTo>
                <a:moveTo>
                  <a:pt x="2150037" y="699461"/>
                </a:moveTo>
                <a:lnTo>
                  <a:pt x="2187757" y="719488"/>
                </a:lnTo>
                <a:moveTo>
                  <a:pt x="2539441" y="779968"/>
                </a:moveTo>
                <a:lnTo>
                  <a:pt x="2514205" y="730821"/>
                </a:lnTo>
                <a:moveTo>
                  <a:pt x="857038" y="505645"/>
                </a:moveTo>
                <a:lnTo>
                  <a:pt x="988389" y="523476"/>
                </a:lnTo>
                <a:moveTo>
                  <a:pt x="1564703" y="393683"/>
                </a:moveTo>
                <a:lnTo>
                  <a:pt x="1707424" y="422068"/>
                </a:lnTo>
                <a:moveTo>
                  <a:pt x="2532822" y="615744"/>
                </a:moveTo>
                <a:lnTo>
                  <a:pt x="2549888" y="625154"/>
                </a:lnTo>
                <a:moveTo>
                  <a:pt x="1083209" y="113473"/>
                </a:moveTo>
                <a:lnTo>
                  <a:pt x="1122739" y="106683"/>
                </a:lnTo>
                <a:moveTo>
                  <a:pt x="2532822" y="615744"/>
                </a:moveTo>
                <a:lnTo>
                  <a:pt x="2554932" y="631735"/>
                </a:lnTo>
                <a:moveTo>
                  <a:pt x="2247260" y="483434"/>
                </a:moveTo>
                <a:lnTo>
                  <a:pt x="2310186" y="469555"/>
                </a:lnTo>
                <a:moveTo>
                  <a:pt x="620565" y="712009"/>
                </a:moveTo>
                <a:lnTo>
                  <a:pt x="605947" y="603309"/>
                </a:lnTo>
                <a:moveTo>
                  <a:pt x="2514205" y="730821"/>
                </a:moveTo>
                <a:lnTo>
                  <a:pt x="2575976" y="743385"/>
                </a:lnTo>
                <a:moveTo>
                  <a:pt x="2399576" y="709258"/>
                </a:moveTo>
                <a:lnTo>
                  <a:pt x="2294098" y="707983"/>
                </a:lnTo>
                <a:moveTo>
                  <a:pt x="295047" y="701746"/>
                </a:moveTo>
                <a:lnTo>
                  <a:pt x="247401" y="579080"/>
                </a:lnTo>
                <a:moveTo>
                  <a:pt x="853025" y="165644"/>
                </a:moveTo>
                <a:lnTo>
                  <a:pt x="871311" y="124877"/>
                </a:lnTo>
                <a:moveTo>
                  <a:pt x="1490509" y="437730"/>
                </a:moveTo>
                <a:lnTo>
                  <a:pt x="1454598" y="460974"/>
                </a:lnTo>
                <a:moveTo>
                  <a:pt x="2033118" y="468581"/>
                </a:moveTo>
                <a:lnTo>
                  <a:pt x="1951025" y="362247"/>
                </a:lnTo>
                <a:moveTo>
                  <a:pt x="605245" y="488689"/>
                </a:moveTo>
                <a:lnTo>
                  <a:pt x="625859" y="383219"/>
                </a:lnTo>
                <a:moveTo>
                  <a:pt x="247401" y="579080"/>
                </a:moveTo>
                <a:lnTo>
                  <a:pt x="140670" y="576490"/>
                </a:lnTo>
                <a:moveTo>
                  <a:pt x="605947" y="603309"/>
                </a:moveTo>
                <a:lnTo>
                  <a:pt x="501174" y="487241"/>
                </a:lnTo>
                <a:moveTo>
                  <a:pt x="1060881" y="636381"/>
                </a:moveTo>
                <a:lnTo>
                  <a:pt x="1090997" y="577103"/>
                </a:lnTo>
                <a:moveTo>
                  <a:pt x="743037" y="614694"/>
                </a:moveTo>
                <a:lnTo>
                  <a:pt x="731566" y="631442"/>
                </a:lnTo>
                <a:moveTo>
                  <a:pt x="247401" y="579080"/>
                </a:moveTo>
                <a:lnTo>
                  <a:pt x="374345" y="592029"/>
                </a:lnTo>
                <a:moveTo>
                  <a:pt x="743143" y="276020"/>
                </a:moveTo>
                <a:lnTo>
                  <a:pt x="853025" y="165644"/>
                </a:lnTo>
                <a:moveTo>
                  <a:pt x="605947" y="603309"/>
                </a:moveTo>
                <a:lnTo>
                  <a:pt x="496768" y="599668"/>
                </a:lnTo>
                <a:moveTo>
                  <a:pt x="1922893" y="464492"/>
                </a:moveTo>
                <a:lnTo>
                  <a:pt x="1816630" y="462102"/>
                </a:lnTo>
                <a:moveTo>
                  <a:pt x="728624" y="612742"/>
                </a:moveTo>
                <a:lnTo>
                  <a:pt x="731566" y="631442"/>
                </a:lnTo>
                <a:moveTo>
                  <a:pt x="1920592" y="577822"/>
                </a:moveTo>
                <a:lnTo>
                  <a:pt x="1816630" y="462102"/>
                </a:lnTo>
                <a:moveTo>
                  <a:pt x="605245" y="488689"/>
                </a:moveTo>
                <a:lnTo>
                  <a:pt x="501174" y="487241"/>
                </a:lnTo>
                <a:moveTo>
                  <a:pt x="955559" y="440786"/>
                </a:moveTo>
                <a:lnTo>
                  <a:pt x="988389" y="523476"/>
                </a:lnTo>
                <a:moveTo>
                  <a:pt x="728624" y="612742"/>
                </a:moveTo>
                <a:lnTo>
                  <a:pt x="743037" y="614694"/>
                </a:lnTo>
                <a:moveTo>
                  <a:pt x="2532822" y="615744"/>
                </a:moveTo>
                <a:lnTo>
                  <a:pt x="2575976" y="743385"/>
                </a:lnTo>
                <a:moveTo>
                  <a:pt x="2277559" y="487056"/>
                </a:moveTo>
                <a:lnTo>
                  <a:pt x="2391241" y="501772"/>
                </a:lnTo>
                <a:moveTo>
                  <a:pt x="2033118" y="468581"/>
                </a:moveTo>
                <a:lnTo>
                  <a:pt x="2064865" y="397227"/>
                </a:lnTo>
                <a:moveTo>
                  <a:pt x="252822" y="695724"/>
                </a:moveTo>
                <a:lnTo>
                  <a:pt x="247401" y="579080"/>
                </a:lnTo>
                <a:moveTo>
                  <a:pt x="2505232" y="707902"/>
                </a:moveTo>
                <a:lnTo>
                  <a:pt x="2575976" y="743385"/>
                </a:lnTo>
                <a:moveTo>
                  <a:pt x="720115" y="380455"/>
                </a:moveTo>
                <a:lnTo>
                  <a:pt x="625859" y="383219"/>
                </a:lnTo>
                <a:moveTo>
                  <a:pt x="2255540" y="700359"/>
                </a:moveTo>
                <a:lnTo>
                  <a:pt x="2187757" y="719488"/>
                </a:lnTo>
                <a:moveTo>
                  <a:pt x="988389" y="523476"/>
                </a:moveTo>
                <a:lnTo>
                  <a:pt x="1071456" y="401592"/>
                </a:lnTo>
                <a:moveTo>
                  <a:pt x="2412268" y="521158"/>
                </a:moveTo>
                <a:lnTo>
                  <a:pt x="2277559" y="487056"/>
                </a:lnTo>
                <a:moveTo>
                  <a:pt x="997367" y="523913"/>
                </a:moveTo>
                <a:lnTo>
                  <a:pt x="1071456" y="401592"/>
                </a:lnTo>
                <a:moveTo>
                  <a:pt x="1201145" y="509182"/>
                </a:moveTo>
                <a:lnTo>
                  <a:pt x="1095535" y="509849"/>
                </a:lnTo>
                <a:moveTo>
                  <a:pt x="1564703" y="393683"/>
                </a:moveTo>
                <a:lnTo>
                  <a:pt x="1694174" y="338446"/>
                </a:lnTo>
                <a:moveTo>
                  <a:pt x="743037" y="614694"/>
                </a:moveTo>
                <a:lnTo>
                  <a:pt x="844751" y="518505"/>
                </a:lnTo>
                <a:moveTo>
                  <a:pt x="2514023" y="577623"/>
                </a:moveTo>
                <a:lnTo>
                  <a:pt x="2412268" y="521158"/>
                </a:lnTo>
                <a:moveTo>
                  <a:pt x="853025" y="165644"/>
                </a:moveTo>
                <a:lnTo>
                  <a:pt x="978637" y="98769"/>
                </a:lnTo>
                <a:moveTo>
                  <a:pt x="728624" y="612742"/>
                </a:moveTo>
                <a:lnTo>
                  <a:pt x="605947" y="603309"/>
                </a:lnTo>
                <a:moveTo>
                  <a:pt x="1441265" y="430655"/>
                </a:moveTo>
                <a:lnTo>
                  <a:pt x="1454598" y="460974"/>
                </a:lnTo>
                <a:moveTo>
                  <a:pt x="1490509" y="437730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060881" y="636381"/>
                </a:lnTo>
                <a:moveTo>
                  <a:pt x="1186202" y="151585"/>
                </a:moveTo>
                <a:lnTo>
                  <a:pt x="1122739" y="106683"/>
                </a:lnTo>
                <a:moveTo>
                  <a:pt x="1031701" y="397764"/>
                </a:moveTo>
                <a:lnTo>
                  <a:pt x="988389" y="523476"/>
                </a:lnTo>
                <a:moveTo>
                  <a:pt x="1079502" y="633681"/>
                </a:moveTo>
                <a:lnTo>
                  <a:pt x="1090997" y="577103"/>
                </a:lnTo>
                <a:moveTo>
                  <a:pt x="720115" y="380455"/>
                </a:moveTo>
                <a:lnTo>
                  <a:pt x="743143" y="276020"/>
                </a:lnTo>
                <a:moveTo>
                  <a:pt x="713080" y="491753"/>
                </a:moveTo>
                <a:lnTo>
                  <a:pt x="625859" y="383219"/>
                </a:lnTo>
                <a:moveTo>
                  <a:pt x="1201145" y="509182"/>
                </a:moveTo>
                <a:lnTo>
                  <a:pt x="1210661" y="532436"/>
                </a:lnTo>
                <a:moveTo>
                  <a:pt x="728624" y="612742"/>
                </a:moveTo>
                <a:lnTo>
                  <a:pt x="605245" y="488689"/>
                </a:lnTo>
                <a:moveTo>
                  <a:pt x="743037" y="614694"/>
                </a:moveTo>
                <a:lnTo>
                  <a:pt x="841478" y="503642"/>
                </a:lnTo>
                <a:moveTo>
                  <a:pt x="1198925" y="542086"/>
                </a:moveTo>
                <a:lnTo>
                  <a:pt x="1090997" y="577103"/>
                </a:lnTo>
                <a:moveTo>
                  <a:pt x="1441265" y="430655"/>
                </a:moveTo>
                <a:lnTo>
                  <a:pt x="1490509" y="437730"/>
                </a:lnTo>
                <a:moveTo>
                  <a:pt x="1198925" y="542086"/>
                </a:moveTo>
                <a:lnTo>
                  <a:pt x="1210661" y="532436"/>
                </a:lnTo>
                <a:moveTo>
                  <a:pt x="1636355" y="329294"/>
                </a:moveTo>
                <a:lnTo>
                  <a:pt x="1694174" y="338446"/>
                </a:lnTo>
                <a:moveTo>
                  <a:pt x="728624" y="612742"/>
                </a:moveTo>
                <a:lnTo>
                  <a:pt x="841478" y="503642"/>
                </a:lnTo>
                <a:moveTo>
                  <a:pt x="605947" y="603309"/>
                </a:moveTo>
                <a:lnTo>
                  <a:pt x="605245" y="488689"/>
                </a:lnTo>
                <a:moveTo>
                  <a:pt x="2150037" y="699461"/>
                </a:moveTo>
                <a:lnTo>
                  <a:pt x="2046578" y="668246"/>
                </a:lnTo>
                <a:moveTo>
                  <a:pt x="2269122" y="499077"/>
                </a:moveTo>
                <a:lnTo>
                  <a:pt x="2412268" y="521158"/>
                </a:lnTo>
                <a:moveTo>
                  <a:pt x="1920592" y="577822"/>
                </a:moveTo>
                <a:lnTo>
                  <a:pt x="1922893" y="464492"/>
                </a:lnTo>
                <a:moveTo>
                  <a:pt x="2006511" y="574478"/>
                </a:moveTo>
                <a:lnTo>
                  <a:pt x="1944384" y="618303"/>
                </a:lnTo>
                <a:moveTo>
                  <a:pt x="857038" y="505645"/>
                </a:moveTo>
                <a:lnTo>
                  <a:pt x="844751" y="518505"/>
                </a:lnTo>
                <a:moveTo>
                  <a:pt x="2013644" y="577292"/>
                </a:moveTo>
                <a:lnTo>
                  <a:pt x="1944384" y="618303"/>
                </a:lnTo>
                <a:moveTo>
                  <a:pt x="1083209" y="113473"/>
                </a:moveTo>
                <a:lnTo>
                  <a:pt x="978637" y="98769"/>
                </a:lnTo>
                <a:moveTo>
                  <a:pt x="2247260" y="483434"/>
                </a:moveTo>
                <a:lnTo>
                  <a:pt x="2166901" y="449523"/>
                </a:lnTo>
                <a:moveTo>
                  <a:pt x="1095535" y="509849"/>
                </a:moveTo>
                <a:lnTo>
                  <a:pt x="1071456" y="401592"/>
                </a:lnTo>
                <a:moveTo>
                  <a:pt x="841478" y="503642"/>
                </a:moveTo>
                <a:lnTo>
                  <a:pt x="844751" y="518505"/>
                </a:lnTo>
                <a:moveTo>
                  <a:pt x="1190626" y="409520"/>
                </a:moveTo>
                <a:lnTo>
                  <a:pt x="1095535" y="509849"/>
                </a:lnTo>
                <a:moveTo>
                  <a:pt x="2255540" y="700359"/>
                </a:moveTo>
                <a:lnTo>
                  <a:pt x="2294098" y="707983"/>
                </a:lnTo>
                <a:moveTo>
                  <a:pt x="2033118" y="468581"/>
                </a:moveTo>
                <a:lnTo>
                  <a:pt x="2166901" y="449523"/>
                </a:lnTo>
                <a:moveTo>
                  <a:pt x="841478" y="503642"/>
                </a:moveTo>
                <a:lnTo>
                  <a:pt x="857038" y="505645"/>
                </a:lnTo>
                <a:moveTo>
                  <a:pt x="1636355" y="329294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198925" y="542086"/>
                </a:lnTo>
                <a:moveTo>
                  <a:pt x="2150028" y="475539"/>
                </a:moveTo>
                <a:lnTo>
                  <a:pt x="2166901" y="449523"/>
                </a:lnTo>
                <a:moveTo>
                  <a:pt x="728624" y="612742"/>
                </a:moveTo>
                <a:lnTo>
                  <a:pt x="713080" y="491753"/>
                </a:lnTo>
                <a:moveTo>
                  <a:pt x="828877" y="269599"/>
                </a:moveTo>
                <a:lnTo>
                  <a:pt x="743143" y="276020"/>
                </a:lnTo>
                <a:moveTo>
                  <a:pt x="2505232" y="707902"/>
                </a:moveTo>
                <a:lnTo>
                  <a:pt x="2399576" y="709258"/>
                </a:lnTo>
                <a:moveTo>
                  <a:pt x="1186202" y="151585"/>
                </a:moveTo>
                <a:lnTo>
                  <a:pt x="1227906" y="112582"/>
                </a:lnTo>
                <a:moveTo>
                  <a:pt x="2033118" y="468581"/>
                </a:moveTo>
                <a:lnTo>
                  <a:pt x="1922893" y="464492"/>
                </a:lnTo>
                <a:moveTo>
                  <a:pt x="1920592" y="577822"/>
                </a:moveTo>
                <a:lnTo>
                  <a:pt x="2033118" y="468581"/>
                </a:lnTo>
                <a:moveTo>
                  <a:pt x="1636355" y="329294"/>
                </a:moveTo>
                <a:lnTo>
                  <a:pt x="1664324" y="218588"/>
                </a:lnTo>
                <a:moveTo>
                  <a:pt x="823247" y="381500"/>
                </a:moveTo>
                <a:lnTo>
                  <a:pt x="743143" y="276020"/>
                </a:lnTo>
                <a:moveTo>
                  <a:pt x="841478" y="503642"/>
                </a:moveTo>
                <a:lnTo>
                  <a:pt x="720115" y="380455"/>
                </a:lnTo>
                <a:moveTo>
                  <a:pt x="857038" y="505645"/>
                </a:moveTo>
                <a:lnTo>
                  <a:pt x="955559" y="440786"/>
                </a:lnTo>
                <a:moveTo>
                  <a:pt x="2247260" y="483434"/>
                </a:moveTo>
                <a:lnTo>
                  <a:pt x="2277559" y="487056"/>
                </a:lnTo>
                <a:moveTo>
                  <a:pt x="2505232" y="707902"/>
                </a:moveTo>
                <a:lnTo>
                  <a:pt x="2514205" y="730821"/>
                </a:lnTo>
                <a:moveTo>
                  <a:pt x="713080" y="491753"/>
                </a:moveTo>
                <a:lnTo>
                  <a:pt x="605245" y="488689"/>
                </a:lnTo>
                <a:moveTo>
                  <a:pt x="2532822" y="615744"/>
                </a:moveTo>
                <a:lnTo>
                  <a:pt x="2514023" y="577623"/>
                </a:lnTo>
                <a:moveTo>
                  <a:pt x="2372547" y="530781"/>
                </a:moveTo>
                <a:lnTo>
                  <a:pt x="2412268" y="521158"/>
                </a:lnTo>
                <a:moveTo>
                  <a:pt x="2269122" y="499077"/>
                </a:moveTo>
                <a:lnTo>
                  <a:pt x="2277559" y="487056"/>
                </a:lnTo>
                <a:moveTo>
                  <a:pt x="841478" y="503642"/>
                </a:moveTo>
                <a:lnTo>
                  <a:pt x="713080" y="491753"/>
                </a:lnTo>
                <a:moveTo>
                  <a:pt x="1310314" y="455760"/>
                </a:moveTo>
                <a:lnTo>
                  <a:pt x="1201145" y="509182"/>
                </a:lnTo>
                <a:moveTo>
                  <a:pt x="1201145" y="509182"/>
                </a:moveTo>
                <a:lnTo>
                  <a:pt x="1190626" y="409520"/>
                </a:lnTo>
                <a:moveTo>
                  <a:pt x="2013644" y="577292"/>
                </a:moveTo>
                <a:lnTo>
                  <a:pt x="2046578" y="668246"/>
                </a:lnTo>
                <a:moveTo>
                  <a:pt x="2360650" y="707103"/>
                </a:moveTo>
                <a:lnTo>
                  <a:pt x="2294098" y="707983"/>
                </a:lnTo>
                <a:moveTo>
                  <a:pt x="828877" y="269599"/>
                </a:moveTo>
                <a:lnTo>
                  <a:pt x="853025" y="165644"/>
                </a:lnTo>
                <a:moveTo>
                  <a:pt x="2150028" y="475539"/>
                </a:moveTo>
                <a:lnTo>
                  <a:pt x="2247260" y="483434"/>
                </a:lnTo>
                <a:moveTo>
                  <a:pt x="2269122" y="499077"/>
                </a:moveTo>
                <a:lnTo>
                  <a:pt x="2247260" y="483434"/>
                </a:lnTo>
                <a:moveTo>
                  <a:pt x="2532822" y="615744"/>
                </a:moveTo>
                <a:lnTo>
                  <a:pt x="2505232" y="707902"/>
                </a:lnTo>
                <a:moveTo>
                  <a:pt x="713080" y="491753"/>
                </a:moveTo>
                <a:lnTo>
                  <a:pt x="720115" y="380455"/>
                </a:lnTo>
                <a:moveTo>
                  <a:pt x="944708" y="161776"/>
                </a:moveTo>
                <a:lnTo>
                  <a:pt x="978637" y="98769"/>
                </a:lnTo>
                <a:moveTo>
                  <a:pt x="2150028" y="475539"/>
                </a:moveTo>
                <a:lnTo>
                  <a:pt x="2033118" y="468581"/>
                </a:lnTo>
                <a:moveTo>
                  <a:pt x="1360584" y="419663"/>
                </a:moveTo>
                <a:lnTo>
                  <a:pt x="1441265" y="430655"/>
                </a:lnTo>
                <a:moveTo>
                  <a:pt x="1490509" y="437730"/>
                </a:moveTo>
                <a:lnTo>
                  <a:pt x="1536807" y="314125"/>
                </a:lnTo>
                <a:moveTo>
                  <a:pt x="1304806" y="415307"/>
                </a:moveTo>
                <a:lnTo>
                  <a:pt x="1201145" y="509182"/>
                </a:lnTo>
                <a:moveTo>
                  <a:pt x="2269122" y="499077"/>
                </a:moveTo>
                <a:lnTo>
                  <a:pt x="2150028" y="475539"/>
                </a:lnTo>
                <a:moveTo>
                  <a:pt x="2006511" y="574478"/>
                </a:moveTo>
                <a:lnTo>
                  <a:pt x="1920592" y="577822"/>
                </a:lnTo>
                <a:moveTo>
                  <a:pt x="944708" y="161776"/>
                </a:moveTo>
                <a:lnTo>
                  <a:pt x="853025" y="165644"/>
                </a:lnTo>
                <a:moveTo>
                  <a:pt x="2014033" y="571515"/>
                </a:moveTo>
                <a:lnTo>
                  <a:pt x="1920592" y="577822"/>
                </a:lnTo>
                <a:moveTo>
                  <a:pt x="857038" y="505645"/>
                </a:moveTo>
                <a:lnTo>
                  <a:pt x="941638" y="389094"/>
                </a:lnTo>
                <a:moveTo>
                  <a:pt x="841478" y="503642"/>
                </a:moveTo>
                <a:lnTo>
                  <a:pt x="823247" y="381500"/>
                </a:lnTo>
                <a:moveTo>
                  <a:pt x="1031701" y="397764"/>
                </a:moveTo>
                <a:lnTo>
                  <a:pt x="955559" y="440786"/>
                </a:lnTo>
                <a:moveTo>
                  <a:pt x="1420380" y="389046"/>
                </a:moveTo>
                <a:lnTo>
                  <a:pt x="1441265" y="430655"/>
                </a:lnTo>
                <a:moveTo>
                  <a:pt x="2255540" y="700359"/>
                </a:moveTo>
                <a:lnTo>
                  <a:pt x="2150037" y="699461"/>
                </a:lnTo>
                <a:moveTo>
                  <a:pt x="841478" y="503642"/>
                </a:moveTo>
                <a:lnTo>
                  <a:pt x="941638" y="389094"/>
                </a:lnTo>
                <a:moveTo>
                  <a:pt x="2476831" y="549759"/>
                </a:moveTo>
                <a:lnTo>
                  <a:pt x="2412268" y="521158"/>
                </a:lnTo>
                <a:moveTo>
                  <a:pt x="1190626" y="409520"/>
                </a:moveTo>
                <a:lnTo>
                  <a:pt x="1071456" y="401592"/>
                </a:lnTo>
                <a:moveTo>
                  <a:pt x="1536807" y="314125"/>
                </a:moveTo>
                <a:lnTo>
                  <a:pt x="1564703" y="393683"/>
                </a:lnTo>
                <a:moveTo>
                  <a:pt x="823247" y="381500"/>
                </a:moveTo>
                <a:lnTo>
                  <a:pt x="720115" y="380455"/>
                </a:lnTo>
                <a:moveTo>
                  <a:pt x="2360650" y="707103"/>
                </a:moveTo>
                <a:lnTo>
                  <a:pt x="2399576" y="709258"/>
                </a:lnTo>
                <a:moveTo>
                  <a:pt x="2118562" y="586873"/>
                </a:moveTo>
                <a:lnTo>
                  <a:pt x="2046578" y="668246"/>
                </a:lnTo>
                <a:moveTo>
                  <a:pt x="1031701" y="397764"/>
                </a:moveTo>
                <a:lnTo>
                  <a:pt x="1071456" y="401592"/>
                </a:lnTo>
                <a:moveTo>
                  <a:pt x="1360584" y="419663"/>
                </a:moveTo>
                <a:lnTo>
                  <a:pt x="1310314" y="455760"/>
                </a:lnTo>
                <a:moveTo>
                  <a:pt x="1441265" y="430655"/>
                </a:moveTo>
                <a:lnTo>
                  <a:pt x="1536807" y="314125"/>
                </a:lnTo>
                <a:moveTo>
                  <a:pt x="1186202" y="151585"/>
                </a:moveTo>
                <a:lnTo>
                  <a:pt x="1083209" y="113473"/>
                </a:lnTo>
                <a:moveTo>
                  <a:pt x="1543709" y="200699"/>
                </a:moveTo>
                <a:lnTo>
                  <a:pt x="1664324" y="218588"/>
                </a:lnTo>
                <a:moveTo>
                  <a:pt x="1304806" y="415307"/>
                </a:moveTo>
                <a:lnTo>
                  <a:pt x="1310314" y="455760"/>
                </a:lnTo>
                <a:moveTo>
                  <a:pt x="2014033" y="571515"/>
                </a:moveTo>
                <a:lnTo>
                  <a:pt x="2033118" y="468581"/>
                </a:lnTo>
                <a:moveTo>
                  <a:pt x="944708" y="161776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955559" y="440786"/>
                </a:lnTo>
                <a:moveTo>
                  <a:pt x="1304806" y="415307"/>
                </a:moveTo>
                <a:lnTo>
                  <a:pt x="1190626" y="409520"/>
                </a:lnTo>
                <a:moveTo>
                  <a:pt x="1536807" y="314125"/>
                </a:moveTo>
                <a:lnTo>
                  <a:pt x="1636355" y="329294"/>
                </a:lnTo>
                <a:moveTo>
                  <a:pt x="1065573" y="374849"/>
                </a:moveTo>
                <a:lnTo>
                  <a:pt x="1071456" y="401592"/>
                </a:lnTo>
                <a:moveTo>
                  <a:pt x="1065573" y="374849"/>
                </a:moveTo>
                <a:lnTo>
                  <a:pt x="1190626" y="409520"/>
                </a:lnTo>
                <a:moveTo>
                  <a:pt x="1543709" y="200699"/>
                </a:moveTo>
                <a:lnTo>
                  <a:pt x="1636355" y="329294"/>
                </a:lnTo>
                <a:moveTo>
                  <a:pt x="1518552" y="311460"/>
                </a:moveTo>
                <a:lnTo>
                  <a:pt x="1441265" y="430655"/>
                </a:lnTo>
                <a:moveTo>
                  <a:pt x="1536984" y="225437"/>
                </a:moveTo>
                <a:lnTo>
                  <a:pt x="1636355" y="329294"/>
                </a:lnTo>
                <a:moveTo>
                  <a:pt x="929373" y="269513"/>
                </a:moveTo>
                <a:lnTo>
                  <a:pt x="853025" y="165644"/>
                </a:lnTo>
                <a:moveTo>
                  <a:pt x="2372547" y="530781"/>
                </a:moveTo>
                <a:lnTo>
                  <a:pt x="2269122" y="499077"/>
                </a:lnTo>
                <a:moveTo>
                  <a:pt x="1031701" y="397764"/>
                </a:moveTo>
                <a:lnTo>
                  <a:pt x="1065573" y="374849"/>
                </a:lnTo>
                <a:moveTo>
                  <a:pt x="1304806" y="415307"/>
                </a:moveTo>
                <a:lnTo>
                  <a:pt x="1360584" y="419663"/>
                </a:lnTo>
                <a:moveTo>
                  <a:pt x="1056783" y="166659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1031701" y="397764"/>
                </a:lnTo>
                <a:moveTo>
                  <a:pt x="1360584" y="419663"/>
                </a:moveTo>
                <a:lnTo>
                  <a:pt x="1420380" y="389046"/>
                </a:lnTo>
                <a:moveTo>
                  <a:pt x="2469702" y="655409"/>
                </a:moveTo>
                <a:lnTo>
                  <a:pt x="2399576" y="709258"/>
                </a:lnTo>
                <a:moveTo>
                  <a:pt x="823247" y="381500"/>
                </a:moveTo>
                <a:lnTo>
                  <a:pt x="828877" y="269599"/>
                </a:lnTo>
                <a:moveTo>
                  <a:pt x="941638" y="389094"/>
                </a:moveTo>
                <a:lnTo>
                  <a:pt x="828877" y="269599"/>
                </a:lnTo>
                <a:moveTo>
                  <a:pt x="2476831" y="549759"/>
                </a:moveTo>
                <a:lnTo>
                  <a:pt x="2514023" y="577623"/>
                </a:lnTo>
                <a:moveTo>
                  <a:pt x="1174633" y="323035"/>
                </a:moveTo>
                <a:lnTo>
                  <a:pt x="1190626" y="409520"/>
                </a:lnTo>
                <a:moveTo>
                  <a:pt x="2118562" y="586873"/>
                </a:moveTo>
                <a:lnTo>
                  <a:pt x="2150037" y="699461"/>
                </a:lnTo>
                <a:moveTo>
                  <a:pt x="2119623" y="571142"/>
                </a:moveTo>
                <a:lnTo>
                  <a:pt x="2033118" y="468581"/>
                </a:lnTo>
                <a:moveTo>
                  <a:pt x="941638" y="389094"/>
                </a:moveTo>
                <a:lnTo>
                  <a:pt x="823247" y="381500"/>
                </a:lnTo>
                <a:moveTo>
                  <a:pt x="2006511" y="574478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06511" y="574478"/>
                </a:lnTo>
                <a:moveTo>
                  <a:pt x="2119623" y="571142"/>
                </a:moveTo>
                <a:lnTo>
                  <a:pt x="2150028" y="475539"/>
                </a:lnTo>
                <a:moveTo>
                  <a:pt x="2119623" y="571142"/>
                </a:moveTo>
                <a:lnTo>
                  <a:pt x="2269122" y="499077"/>
                </a:lnTo>
                <a:moveTo>
                  <a:pt x="2494889" y="599448"/>
                </a:moveTo>
                <a:lnTo>
                  <a:pt x="2514023" y="577623"/>
                </a:lnTo>
                <a:moveTo>
                  <a:pt x="2012735" y="574151"/>
                </a:moveTo>
                <a:lnTo>
                  <a:pt x="2006511" y="574478"/>
                </a:lnTo>
                <a:moveTo>
                  <a:pt x="1174633" y="323035"/>
                </a:moveTo>
                <a:lnTo>
                  <a:pt x="1304806" y="415307"/>
                </a:lnTo>
                <a:moveTo>
                  <a:pt x="2012735" y="574151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12735" y="574151"/>
                </a:lnTo>
                <a:moveTo>
                  <a:pt x="1174633" y="323035"/>
                </a:moveTo>
                <a:lnTo>
                  <a:pt x="1065573" y="374849"/>
                </a:lnTo>
                <a:moveTo>
                  <a:pt x="2469702" y="655409"/>
                </a:moveTo>
                <a:lnTo>
                  <a:pt x="2532822" y="615744"/>
                </a:lnTo>
                <a:moveTo>
                  <a:pt x="2494889" y="599448"/>
                </a:moveTo>
                <a:lnTo>
                  <a:pt x="2532822" y="615744"/>
                </a:lnTo>
                <a:moveTo>
                  <a:pt x="2360650" y="707103"/>
                </a:moveTo>
                <a:lnTo>
                  <a:pt x="2255540" y="700359"/>
                </a:lnTo>
                <a:moveTo>
                  <a:pt x="1177131" y="175093"/>
                </a:moveTo>
                <a:lnTo>
                  <a:pt x="1186202" y="151585"/>
                </a:lnTo>
                <a:moveTo>
                  <a:pt x="2469702" y="655409"/>
                </a:moveTo>
                <a:lnTo>
                  <a:pt x="2505232" y="707902"/>
                </a:lnTo>
                <a:moveTo>
                  <a:pt x="1056783" y="166659"/>
                </a:moveTo>
                <a:lnTo>
                  <a:pt x="1186202" y="151585"/>
                </a:lnTo>
                <a:moveTo>
                  <a:pt x="1518552" y="311460"/>
                </a:moveTo>
                <a:lnTo>
                  <a:pt x="1420380" y="389046"/>
                </a:lnTo>
                <a:moveTo>
                  <a:pt x="1543709" y="200699"/>
                </a:moveTo>
                <a:lnTo>
                  <a:pt x="1539582" y="186938"/>
                </a:lnTo>
                <a:moveTo>
                  <a:pt x="1257181" y="179616"/>
                </a:moveTo>
                <a:lnTo>
                  <a:pt x="1186202" y="151585"/>
                </a:lnTo>
                <a:moveTo>
                  <a:pt x="1537624" y="200158"/>
                </a:moveTo>
                <a:lnTo>
                  <a:pt x="1539582" y="186938"/>
                </a:lnTo>
                <a:moveTo>
                  <a:pt x="929373" y="269513"/>
                </a:moveTo>
                <a:lnTo>
                  <a:pt x="828877" y="269599"/>
                </a:lnTo>
                <a:moveTo>
                  <a:pt x="1056783" y="166659"/>
                </a:moveTo>
                <a:lnTo>
                  <a:pt x="944708" y="161776"/>
                </a:lnTo>
                <a:moveTo>
                  <a:pt x="1536984" y="225437"/>
                </a:moveTo>
                <a:lnTo>
                  <a:pt x="1536807" y="314125"/>
                </a:lnTo>
                <a:moveTo>
                  <a:pt x="1537624" y="200158"/>
                </a:moveTo>
                <a:lnTo>
                  <a:pt x="1543709" y="200699"/>
                </a:lnTo>
                <a:moveTo>
                  <a:pt x="1543709" y="200699"/>
                </a:moveTo>
                <a:lnTo>
                  <a:pt x="1536984" y="225437"/>
                </a:lnTo>
                <a:moveTo>
                  <a:pt x="2118562" y="586873"/>
                </a:moveTo>
                <a:lnTo>
                  <a:pt x="2255540" y="700359"/>
                </a:lnTo>
                <a:moveTo>
                  <a:pt x="1031701" y="397764"/>
                </a:moveTo>
                <a:lnTo>
                  <a:pt x="1044477" y="275696"/>
                </a:lnTo>
                <a:moveTo>
                  <a:pt x="1537624" y="200158"/>
                </a:moveTo>
                <a:lnTo>
                  <a:pt x="1536984" y="225437"/>
                </a:lnTo>
                <a:moveTo>
                  <a:pt x="1518552" y="311460"/>
                </a:moveTo>
                <a:lnTo>
                  <a:pt x="1536807" y="314125"/>
                </a:lnTo>
                <a:moveTo>
                  <a:pt x="2226861" y="579616"/>
                </a:moveTo>
                <a:lnTo>
                  <a:pt x="2269122" y="499077"/>
                </a:lnTo>
                <a:moveTo>
                  <a:pt x="1165344" y="284352"/>
                </a:moveTo>
                <a:lnTo>
                  <a:pt x="1065573" y="374849"/>
                </a:lnTo>
                <a:moveTo>
                  <a:pt x="1518552" y="311460"/>
                </a:moveTo>
                <a:lnTo>
                  <a:pt x="1537624" y="200158"/>
                </a:lnTo>
                <a:moveTo>
                  <a:pt x="1518552" y="311460"/>
                </a:moveTo>
                <a:lnTo>
                  <a:pt x="1536984" y="225437"/>
                </a:lnTo>
                <a:moveTo>
                  <a:pt x="941638" y="389094"/>
                </a:moveTo>
                <a:lnTo>
                  <a:pt x="929373" y="269513"/>
                </a:lnTo>
                <a:moveTo>
                  <a:pt x="1065573" y="374849"/>
                </a:moveTo>
                <a:lnTo>
                  <a:pt x="1044477" y="275696"/>
                </a:lnTo>
                <a:moveTo>
                  <a:pt x="1282298" y="291913"/>
                </a:moveTo>
                <a:lnTo>
                  <a:pt x="1304806" y="415307"/>
                </a:lnTo>
                <a:moveTo>
                  <a:pt x="1283878" y="291375"/>
                </a:moveTo>
                <a:lnTo>
                  <a:pt x="1304806" y="415307"/>
                </a:lnTo>
                <a:moveTo>
                  <a:pt x="2119623" y="571142"/>
                </a:moveTo>
                <a:lnTo>
                  <a:pt x="2014033" y="571515"/>
                </a:lnTo>
                <a:moveTo>
                  <a:pt x="929373" y="269513"/>
                </a:moveTo>
                <a:lnTo>
                  <a:pt x="944708" y="161776"/>
                </a:lnTo>
                <a:moveTo>
                  <a:pt x="1360584" y="419663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056783" y="166659"/>
                </a:lnTo>
                <a:moveTo>
                  <a:pt x="2118562" y="586873"/>
                </a:moveTo>
                <a:lnTo>
                  <a:pt x="2013644" y="577292"/>
                </a:lnTo>
                <a:moveTo>
                  <a:pt x="2012735" y="574151"/>
                </a:moveTo>
                <a:lnTo>
                  <a:pt x="2119623" y="571142"/>
                </a:lnTo>
                <a:moveTo>
                  <a:pt x="1410488" y="188811"/>
                </a:moveTo>
                <a:lnTo>
                  <a:pt x="1539582" y="186938"/>
                </a:lnTo>
                <a:moveTo>
                  <a:pt x="1304806" y="415307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257181" y="179616"/>
                </a:lnTo>
                <a:moveTo>
                  <a:pt x="2116868" y="575626"/>
                </a:moveTo>
                <a:lnTo>
                  <a:pt x="2013644" y="577292"/>
                </a:lnTo>
                <a:moveTo>
                  <a:pt x="941638" y="389094"/>
                </a:moveTo>
                <a:lnTo>
                  <a:pt x="1044477" y="275696"/>
                </a:lnTo>
                <a:moveTo>
                  <a:pt x="2476831" y="549759"/>
                </a:moveTo>
                <a:lnTo>
                  <a:pt x="2372547" y="530781"/>
                </a:lnTo>
                <a:moveTo>
                  <a:pt x="1537624" y="200158"/>
                </a:moveTo>
                <a:lnTo>
                  <a:pt x="1410488" y="188811"/>
                </a:lnTo>
                <a:moveTo>
                  <a:pt x="2116868" y="575626"/>
                </a:moveTo>
                <a:lnTo>
                  <a:pt x="2012735" y="574151"/>
                </a:lnTo>
                <a:moveTo>
                  <a:pt x="1044477" y="275696"/>
                </a:moveTo>
                <a:lnTo>
                  <a:pt x="944708" y="161776"/>
                </a:lnTo>
                <a:moveTo>
                  <a:pt x="1257181" y="179616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420380" y="389046"/>
                </a:lnTo>
                <a:moveTo>
                  <a:pt x="2255540" y="700359"/>
                </a:moveTo>
                <a:lnTo>
                  <a:pt x="2226861" y="579616"/>
                </a:lnTo>
                <a:moveTo>
                  <a:pt x="1410488" y="188811"/>
                </a:moveTo>
                <a:lnTo>
                  <a:pt x="1293385" y="181770"/>
                </a:lnTo>
                <a:moveTo>
                  <a:pt x="1174633" y="323035"/>
                </a:moveTo>
                <a:lnTo>
                  <a:pt x="1165344" y="284352"/>
                </a:lnTo>
                <a:moveTo>
                  <a:pt x="1165344" y="284352"/>
                </a:moveTo>
                <a:lnTo>
                  <a:pt x="1177131" y="175093"/>
                </a:lnTo>
                <a:moveTo>
                  <a:pt x="1165344" y="284352"/>
                </a:moveTo>
                <a:lnTo>
                  <a:pt x="1056783" y="166659"/>
                </a:lnTo>
                <a:moveTo>
                  <a:pt x="1282298" y="291913"/>
                </a:moveTo>
                <a:lnTo>
                  <a:pt x="1174633" y="323035"/>
                </a:lnTo>
                <a:moveTo>
                  <a:pt x="1282683" y="286208"/>
                </a:moveTo>
                <a:lnTo>
                  <a:pt x="1177131" y="175093"/>
                </a:lnTo>
                <a:moveTo>
                  <a:pt x="1044477" y="275696"/>
                </a:moveTo>
                <a:lnTo>
                  <a:pt x="1056783" y="166659"/>
                </a:lnTo>
                <a:moveTo>
                  <a:pt x="1282124" y="291255"/>
                </a:moveTo>
                <a:lnTo>
                  <a:pt x="1174633" y="323035"/>
                </a:lnTo>
                <a:moveTo>
                  <a:pt x="1282124" y="291255"/>
                </a:moveTo>
                <a:lnTo>
                  <a:pt x="1177131" y="175093"/>
                </a:lnTo>
                <a:moveTo>
                  <a:pt x="1399152" y="298264"/>
                </a:moveTo>
                <a:lnTo>
                  <a:pt x="1537624" y="200158"/>
                </a:lnTo>
                <a:moveTo>
                  <a:pt x="2226861" y="579616"/>
                </a:moveTo>
                <a:lnTo>
                  <a:pt x="2372547" y="530781"/>
                </a:lnTo>
                <a:moveTo>
                  <a:pt x="1282683" y="286208"/>
                </a:moveTo>
                <a:lnTo>
                  <a:pt x="1257181" y="179616"/>
                </a:lnTo>
                <a:moveTo>
                  <a:pt x="1282683" y="286208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518552" y="311460"/>
                </a:lnTo>
                <a:moveTo>
                  <a:pt x="1283878" y="291375"/>
                </a:moveTo>
                <a:lnTo>
                  <a:pt x="1293385" y="181770"/>
                </a:lnTo>
                <a:moveTo>
                  <a:pt x="2116868" y="575626"/>
                </a:moveTo>
                <a:lnTo>
                  <a:pt x="2119623" y="571142"/>
                </a:lnTo>
                <a:moveTo>
                  <a:pt x="2469702" y="655409"/>
                </a:moveTo>
                <a:lnTo>
                  <a:pt x="2360650" y="707103"/>
                </a:lnTo>
                <a:moveTo>
                  <a:pt x="2336849" y="583603"/>
                </a:moveTo>
                <a:lnTo>
                  <a:pt x="2255540" y="700359"/>
                </a:lnTo>
                <a:moveTo>
                  <a:pt x="2116868" y="575626"/>
                </a:moveTo>
                <a:lnTo>
                  <a:pt x="2118562" y="586873"/>
                </a:lnTo>
                <a:moveTo>
                  <a:pt x="1044477" y="275696"/>
                </a:moveTo>
                <a:lnTo>
                  <a:pt x="929373" y="269513"/>
                </a:lnTo>
                <a:moveTo>
                  <a:pt x="1399152" y="298264"/>
                </a:moveTo>
                <a:lnTo>
                  <a:pt x="1293385" y="181770"/>
                </a:lnTo>
                <a:moveTo>
                  <a:pt x="2165275" y="577535"/>
                </a:moveTo>
                <a:lnTo>
                  <a:pt x="2119623" y="571142"/>
                </a:lnTo>
                <a:moveTo>
                  <a:pt x="1399152" y="298264"/>
                </a:moveTo>
                <a:lnTo>
                  <a:pt x="1410488" y="188811"/>
                </a:lnTo>
                <a:moveTo>
                  <a:pt x="1165344" y="284352"/>
                </a:moveTo>
                <a:lnTo>
                  <a:pt x="1044477" y="275696"/>
                </a:lnTo>
                <a:moveTo>
                  <a:pt x="2165275" y="577535"/>
                </a:moveTo>
                <a:lnTo>
                  <a:pt x="2118562" y="586873"/>
                </a:lnTo>
                <a:moveTo>
                  <a:pt x="1282124" y="291255"/>
                </a:moveTo>
                <a:lnTo>
                  <a:pt x="1165344" y="284352"/>
                </a:lnTo>
                <a:moveTo>
                  <a:pt x="2336849" y="583603"/>
                </a:moveTo>
                <a:lnTo>
                  <a:pt x="2372547" y="530781"/>
                </a:lnTo>
                <a:moveTo>
                  <a:pt x="2116868" y="575626"/>
                </a:moveTo>
                <a:lnTo>
                  <a:pt x="2165275" y="577535"/>
                </a:lnTo>
                <a:moveTo>
                  <a:pt x="2494889" y="599448"/>
                </a:moveTo>
                <a:lnTo>
                  <a:pt x="2476831" y="549759"/>
                </a:lnTo>
                <a:moveTo>
                  <a:pt x="1283878" y="291375"/>
                </a:moveTo>
                <a:lnTo>
                  <a:pt x="1282683" y="286208"/>
                </a:lnTo>
                <a:moveTo>
                  <a:pt x="1282124" y="291255"/>
                </a:moveTo>
                <a:lnTo>
                  <a:pt x="1282683" y="286208"/>
                </a:lnTo>
                <a:moveTo>
                  <a:pt x="1283878" y="29137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3878" y="291375"/>
                </a:lnTo>
                <a:moveTo>
                  <a:pt x="2119623" y="571142"/>
                </a:moveTo>
                <a:lnTo>
                  <a:pt x="2226861" y="579616"/>
                </a:lnTo>
                <a:moveTo>
                  <a:pt x="2118562" y="586873"/>
                </a:moveTo>
                <a:lnTo>
                  <a:pt x="2226861" y="579616"/>
                </a:lnTo>
                <a:moveTo>
                  <a:pt x="1283878" y="291375"/>
                </a:moveTo>
                <a:lnTo>
                  <a:pt x="1399152" y="298264"/>
                </a:lnTo>
                <a:moveTo>
                  <a:pt x="2494889" y="599448"/>
                </a:moveTo>
                <a:lnTo>
                  <a:pt x="2469702" y="655409"/>
                </a:lnTo>
                <a:moveTo>
                  <a:pt x="2360650" y="707103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757499" y="665361"/>
                </a:lnTo>
                <a:moveTo>
                  <a:pt x="2455565" y="591337"/>
                </a:moveTo>
                <a:lnTo>
                  <a:pt x="2360650" y="707103"/>
                </a:lnTo>
                <a:moveTo>
                  <a:pt x="2165275" y="577535"/>
                </a:moveTo>
                <a:lnTo>
                  <a:pt x="2226861" y="579616"/>
                </a:lnTo>
                <a:moveTo>
                  <a:pt x="2336849" y="583603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69702" y="655409"/>
                </a:lnTo>
                <a:moveTo>
                  <a:pt x="2455565" y="591337"/>
                </a:moveTo>
                <a:lnTo>
                  <a:pt x="2494889" y="599448"/>
                </a:lnTo>
                <a:moveTo>
                  <a:pt x="2336849" y="583603"/>
                </a:moveTo>
                <a:lnTo>
                  <a:pt x="2226861" y="579616"/>
                </a:lnTo>
                <a:moveTo>
                  <a:pt x="1757499" y="665361"/>
                </a:moveTo>
                <a:lnTo>
                  <a:pt x="1837930" y="542346"/>
                </a:lnTo>
                <a:moveTo>
                  <a:pt x="2455565" y="591337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7930" y="542346"/>
                </a:lnTo>
                <a:moveTo>
                  <a:pt x="1832992" y="532002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2992" y="532002"/>
                </a:lnTo>
                <a:moveTo>
                  <a:pt x="1850028" y="540334"/>
                </a:moveTo>
                <a:lnTo>
                  <a:pt x="1837930" y="542346"/>
                </a:lnTo>
                <a:moveTo>
                  <a:pt x="1850028" y="540334"/>
                </a:moveTo>
                <a:lnTo>
                  <a:pt x="1832992" y="53200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90" name="9lfa_0_official_ReferenceLigand_0">
            <a:extLst>
              <a:ext uri="{FF2B5EF4-FFF2-40B4-BE49-F238E27FC236}">
                <a16:creationId xmlns:a16="http://schemas.microsoft.com/office/drawing/2014/main" id="{3F824043-A35F-4FA9-A321-84D0E52C3C3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5689" y="293908"/>
                </a:moveTo>
                <a:lnTo>
                  <a:pt x="1741569" y="3590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1" name="9lfa_0_official_ReferenceLigand_1">
            <a:extLst>
              <a:ext uri="{FF2B5EF4-FFF2-40B4-BE49-F238E27FC236}">
                <a16:creationId xmlns:a16="http://schemas.microsoft.com/office/drawing/2014/main" id="{90500FD0-A04C-4350-B005-8D51FB43214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1499" y="281863"/>
                </a:moveTo>
                <a:lnTo>
                  <a:pt x="1605689" y="2939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2" name="9lfa_0_official_ReferenceLigand_2">
            <a:extLst>
              <a:ext uri="{FF2B5EF4-FFF2-40B4-BE49-F238E27FC236}">
                <a16:creationId xmlns:a16="http://schemas.microsoft.com/office/drawing/2014/main" id="{793D157A-8B21-492A-95DA-D995DFE88C4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037691" y="4748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3" name="9lfa_0_official_ReferenceLigand_3">
            <a:extLst>
              <a:ext uri="{FF2B5EF4-FFF2-40B4-BE49-F238E27FC236}">
                <a16:creationId xmlns:a16="http://schemas.microsoft.com/office/drawing/2014/main" id="{669ED7D9-A05F-46E3-83CD-C37C0E0DD7E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569" y="359028"/>
                </a:moveTo>
                <a:lnTo>
                  <a:pt x="1761979" y="413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4" name="9lfa_0_official_ReferenceLigand_4">
            <a:extLst>
              <a:ext uri="{FF2B5EF4-FFF2-40B4-BE49-F238E27FC236}">
                <a16:creationId xmlns:a16="http://schemas.microsoft.com/office/drawing/2014/main" id="{CA9F4A9F-946F-4B8E-B87A-08C0B037D7F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3507" y="596329"/>
                </a:moveTo>
                <a:lnTo>
                  <a:pt x="423177" y="556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5" name="9lfa_0_official_ReferenceLigand_5">
            <a:extLst>
              <a:ext uri="{FF2B5EF4-FFF2-40B4-BE49-F238E27FC236}">
                <a16:creationId xmlns:a16="http://schemas.microsoft.com/office/drawing/2014/main" id="{3AEE50EE-AC3A-45D8-AD4C-6E6FC16816E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2579" y="6030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6" name="9lfa_0_official_ReferenceLigand_6">
            <a:extLst>
              <a:ext uri="{FF2B5EF4-FFF2-40B4-BE49-F238E27FC236}">
                <a16:creationId xmlns:a16="http://schemas.microsoft.com/office/drawing/2014/main" id="{2FF2F89F-673A-44BB-BA8A-A21D643AEEE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717" y="500506"/>
                </a:moveTo>
                <a:lnTo>
                  <a:pt x="812028" y="354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7" name="9lfa_0_official_ReferenceLigand_7">
            <a:extLst>
              <a:ext uri="{FF2B5EF4-FFF2-40B4-BE49-F238E27FC236}">
                <a16:creationId xmlns:a16="http://schemas.microsoft.com/office/drawing/2014/main" id="{C79ACFE2-CF78-452E-9B8B-DB818B863C1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77" y="681250"/>
                </a:moveTo>
                <a:lnTo>
                  <a:pt x="273507" y="5963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8" name="9lfa_0_official_ReferenceLigand_8">
            <a:extLst>
              <a:ext uri="{FF2B5EF4-FFF2-40B4-BE49-F238E27FC236}">
                <a16:creationId xmlns:a16="http://schemas.microsoft.com/office/drawing/2014/main" id="{53437A66-B0D3-4EB4-A009-B851EE20D0D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3177" y="556473"/>
                </a:moveTo>
                <a:lnTo>
                  <a:pt x="508460" y="6073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9" name="9lfa_0_official_ReferenceLigand_9">
            <a:extLst>
              <a:ext uri="{FF2B5EF4-FFF2-40B4-BE49-F238E27FC236}">
                <a16:creationId xmlns:a16="http://schemas.microsoft.com/office/drawing/2014/main" id="{F14CEF41-6457-460C-944B-3C7CEEE5D00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360" y="336972"/>
                </a:moveTo>
                <a:lnTo>
                  <a:pt x="1491499" y="2818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0" name="9lfa_0_official_ReferenceLigand_10">
            <a:extLst>
              <a:ext uri="{FF2B5EF4-FFF2-40B4-BE49-F238E27FC236}">
                <a16:creationId xmlns:a16="http://schemas.microsoft.com/office/drawing/2014/main" id="{F5993EE0-E576-4EEC-8D54-76E043E51CF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0650" y="570093"/>
                </a:moveTo>
                <a:lnTo>
                  <a:pt x="741717" y="500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1" name="9lfa_0_official_ReferenceLigand_11">
            <a:extLst>
              <a:ext uri="{FF2B5EF4-FFF2-40B4-BE49-F238E27FC236}">
                <a16:creationId xmlns:a16="http://schemas.microsoft.com/office/drawing/2014/main" id="{1DC9E1FA-F25A-4DF9-829D-C87E0C00C2D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9362" y="480864"/>
                </a:moveTo>
                <a:lnTo>
                  <a:pt x="2024745" y="506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2" name="9lfa_0_official_ReferenceLigand_12">
            <a:extLst>
              <a:ext uri="{FF2B5EF4-FFF2-40B4-BE49-F238E27FC236}">
                <a16:creationId xmlns:a16="http://schemas.microsoft.com/office/drawing/2014/main" id="{988B735E-5A51-4CA4-BE92-6949C538BEB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3" name="9lfa_0_official_ReferenceLigand_13">
            <a:extLst>
              <a:ext uri="{FF2B5EF4-FFF2-40B4-BE49-F238E27FC236}">
                <a16:creationId xmlns:a16="http://schemas.microsoft.com/office/drawing/2014/main" id="{7FE3CD67-FEBF-41E2-8B5F-30554895498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4" name="9lfa_0_official_ReferenceLigand_14">
            <a:extLst>
              <a:ext uri="{FF2B5EF4-FFF2-40B4-BE49-F238E27FC236}">
                <a16:creationId xmlns:a16="http://schemas.microsoft.com/office/drawing/2014/main" id="{E9A73F46-5E1D-4025-9D9F-FCEAE1E9217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737" y="574642"/>
                </a:moveTo>
                <a:lnTo>
                  <a:pt x="2284233" y="6203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5" name="9lfa_0_official_ReferenceLigand_15">
            <a:extLst>
              <a:ext uri="{FF2B5EF4-FFF2-40B4-BE49-F238E27FC236}">
                <a16:creationId xmlns:a16="http://schemas.microsoft.com/office/drawing/2014/main" id="{8F04F865-B893-445C-BE86-9DCBC666C53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862" y="405468"/>
                </a:moveTo>
                <a:lnTo>
                  <a:pt x="1040679" y="490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6" name="9lfa_0_official_ReferenceLigand_16">
            <a:extLst>
              <a:ext uri="{FF2B5EF4-FFF2-40B4-BE49-F238E27FC236}">
                <a16:creationId xmlns:a16="http://schemas.microsoft.com/office/drawing/2014/main" id="{FE7BDE2C-37BD-42BD-A60B-1655B135756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647112" y="4017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7" name="9lfa_0_official_ReferenceLigand_17">
            <a:extLst>
              <a:ext uri="{FF2B5EF4-FFF2-40B4-BE49-F238E27FC236}">
                <a16:creationId xmlns:a16="http://schemas.microsoft.com/office/drawing/2014/main" id="{E6BABED3-E658-46F0-9D6B-1DDE25549B6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2028" y="354686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8" name="9lfa_0_official_ReferenceLigand_18">
            <a:extLst>
              <a:ext uri="{FF2B5EF4-FFF2-40B4-BE49-F238E27FC236}">
                <a16:creationId xmlns:a16="http://schemas.microsoft.com/office/drawing/2014/main" id="{FC9FBFCF-F7FA-4A2A-84C7-73B3687A1C0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9" name="9lfa_0_official_ReferenceLigand_19">
            <a:extLst>
              <a:ext uri="{FF2B5EF4-FFF2-40B4-BE49-F238E27FC236}">
                <a16:creationId xmlns:a16="http://schemas.microsoft.com/office/drawing/2014/main" id="{BB1D99EA-A639-4D55-9164-9E95F5C9735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7112" y="401762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0" name="9lfa_0_official_ReferenceLigand_20">
            <a:extLst>
              <a:ext uri="{FF2B5EF4-FFF2-40B4-BE49-F238E27FC236}">
                <a16:creationId xmlns:a16="http://schemas.microsoft.com/office/drawing/2014/main" id="{7A521448-EE2C-4A07-A6B9-C99F6E3455B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9118" y="729250"/>
                </a:moveTo>
                <a:lnTo>
                  <a:pt x="205677" y="681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1" name="9lfa_0_official_ReferenceLigand_21">
            <a:extLst>
              <a:ext uri="{FF2B5EF4-FFF2-40B4-BE49-F238E27FC236}">
                <a16:creationId xmlns:a16="http://schemas.microsoft.com/office/drawing/2014/main" id="{890BE98E-B720-40DE-B7B7-F38BA2D9603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176862" y="40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2" name="9lfa_0_official_ReferenceLigand_22">
            <a:extLst>
              <a:ext uri="{FF2B5EF4-FFF2-40B4-BE49-F238E27FC236}">
                <a16:creationId xmlns:a16="http://schemas.microsoft.com/office/drawing/2014/main" id="{88E16926-9912-452B-9290-49D45F461C0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8715" y="6811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3" name="9lfa_0_official_ReferenceLigand_23">
            <a:extLst>
              <a:ext uri="{FF2B5EF4-FFF2-40B4-BE49-F238E27FC236}">
                <a16:creationId xmlns:a16="http://schemas.microsoft.com/office/drawing/2014/main" id="{4F79D407-DD7D-4356-AC1D-98A3B254C69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679" y="490862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4" name="9lfa_0_official_ReferenceLigand_24">
            <a:extLst>
              <a:ext uri="{FF2B5EF4-FFF2-40B4-BE49-F238E27FC236}">
                <a16:creationId xmlns:a16="http://schemas.microsoft.com/office/drawing/2014/main" id="{2EA90328-FF68-4795-972F-1C1CE97349A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439585" y="6959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5" name="9lfa_0_official_ReferenceLigand_25">
            <a:extLst>
              <a:ext uri="{FF2B5EF4-FFF2-40B4-BE49-F238E27FC236}">
                <a16:creationId xmlns:a16="http://schemas.microsoft.com/office/drawing/2014/main" id="{F8BD391E-C90A-4352-93C0-2610A95BCE7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531" y="531578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6" name="9lfa_0_official_ReferenceLigand_26">
            <a:extLst>
              <a:ext uri="{FF2B5EF4-FFF2-40B4-BE49-F238E27FC236}">
                <a16:creationId xmlns:a16="http://schemas.microsoft.com/office/drawing/2014/main" id="{00E15E1D-8F8A-4536-A4DD-0F9CD2E8FD7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9lfa_0_official_ReferenceLigand_27">
            <a:extLst>
              <a:ext uri="{FF2B5EF4-FFF2-40B4-BE49-F238E27FC236}">
                <a16:creationId xmlns:a16="http://schemas.microsoft.com/office/drawing/2014/main" id="{A9E96DAA-4A50-4AE5-BF04-2DAAE7F0035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187" y="596344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lfa_0_official_ReferenceLigand_28">
            <a:extLst>
              <a:ext uri="{FF2B5EF4-FFF2-40B4-BE49-F238E27FC236}">
                <a16:creationId xmlns:a16="http://schemas.microsoft.com/office/drawing/2014/main" id="{994A0121-1616-40B0-9870-F44E241F526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lfa_0_official_ReferenceLigand_29">
            <a:extLst>
              <a:ext uri="{FF2B5EF4-FFF2-40B4-BE49-F238E27FC236}">
                <a16:creationId xmlns:a16="http://schemas.microsoft.com/office/drawing/2014/main" id="{3CA858C2-39DC-4F09-99F5-2FFD0292969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987981" y="2316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lfa_0_official_ReferenceLigand_30">
            <a:extLst>
              <a:ext uri="{FF2B5EF4-FFF2-40B4-BE49-F238E27FC236}">
                <a16:creationId xmlns:a16="http://schemas.microsoft.com/office/drawing/2014/main" id="{B85CFA45-45C0-402A-9BA9-4573E0B56F9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9585" y="695965"/>
                </a:moveTo>
                <a:lnTo>
                  <a:pt x="289118" y="72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lfa_0_official_ReferenceLigand_31">
            <a:extLst>
              <a:ext uri="{FF2B5EF4-FFF2-40B4-BE49-F238E27FC236}">
                <a16:creationId xmlns:a16="http://schemas.microsoft.com/office/drawing/2014/main" id="{7C0E8634-2F31-47BA-AD13-B1B36AD92A4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393101" y="328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lfa_0_official_ReferenceLigand_32">
            <a:extLst>
              <a:ext uri="{FF2B5EF4-FFF2-40B4-BE49-F238E27FC236}">
                <a16:creationId xmlns:a16="http://schemas.microsoft.com/office/drawing/2014/main" id="{4F23DC59-1BF4-4F57-BAE5-9E718A4641B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822000" y="4516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lfa_0_official_ReferenceLigand_33">
            <a:extLst>
              <a:ext uri="{FF2B5EF4-FFF2-40B4-BE49-F238E27FC236}">
                <a16:creationId xmlns:a16="http://schemas.microsoft.com/office/drawing/2014/main" id="{E2ABEA9C-85D0-448C-A6CA-1B885C7F235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8817" y="248816"/>
                </a:moveTo>
                <a:lnTo>
                  <a:pt x="1246786" y="32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lfa_0_official_ReferenceLigand_34">
            <a:extLst>
              <a:ext uri="{FF2B5EF4-FFF2-40B4-BE49-F238E27FC236}">
                <a16:creationId xmlns:a16="http://schemas.microsoft.com/office/drawing/2014/main" id="{865690A2-E12A-4F1F-A699-3A8F21F56E0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1918531" y="531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lfa_0_official_ReferenceLigand_35">
            <a:extLst>
              <a:ext uri="{FF2B5EF4-FFF2-40B4-BE49-F238E27FC236}">
                <a16:creationId xmlns:a16="http://schemas.microsoft.com/office/drawing/2014/main" id="{8650DCA0-2892-4C04-8D55-ADFD0EDA5F4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981" y="231670"/>
                </a:moveTo>
                <a:lnTo>
                  <a:pt x="1138817" y="248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lfa_0_official_ReferenceLigand_36">
            <a:extLst>
              <a:ext uri="{FF2B5EF4-FFF2-40B4-BE49-F238E27FC236}">
                <a16:creationId xmlns:a16="http://schemas.microsoft.com/office/drawing/2014/main" id="{684CD19E-4720-4327-BC9D-D31BF33B692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715" y="681145"/>
                </a:moveTo>
                <a:lnTo>
                  <a:pt x="2306591" y="695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lfa_0_official_ReferenceLigand_37">
            <a:extLst>
              <a:ext uri="{FF2B5EF4-FFF2-40B4-BE49-F238E27FC236}">
                <a16:creationId xmlns:a16="http://schemas.microsoft.com/office/drawing/2014/main" id="{9CCC530F-1EB8-4806-9885-661D62545E0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000" y="451604"/>
                </a:moveTo>
                <a:lnTo>
                  <a:pt x="750187" y="5963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lfa_0_official_ReferenceLigand_38">
            <a:extLst>
              <a:ext uri="{FF2B5EF4-FFF2-40B4-BE49-F238E27FC236}">
                <a16:creationId xmlns:a16="http://schemas.microsoft.com/office/drawing/2014/main" id="{41947793-181E-4FA9-9D62-59711D553AB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435395" y="3240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lfa_0_official_ReferenceLigand_39">
            <a:extLst>
              <a:ext uri="{FF2B5EF4-FFF2-40B4-BE49-F238E27FC236}">
                <a16:creationId xmlns:a16="http://schemas.microsoft.com/office/drawing/2014/main" id="{3EBD1C88-C7F4-4C2F-87EB-6F2655D0A22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0337" y="650108"/>
                </a:moveTo>
                <a:lnTo>
                  <a:pt x="2076377" y="589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lfa_0_official_ReferenceLigand_40">
            <a:extLst>
              <a:ext uri="{FF2B5EF4-FFF2-40B4-BE49-F238E27FC236}">
                <a16:creationId xmlns:a16="http://schemas.microsoft.com/office/drawing/2014/main" id="{BD9D2AA8-5A85-4B88-9A9A-E22B3E5C92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6591" y="695368"/>
                </a:moveTo>
                <a:lnTo>
                  <a:pt x="2160337" y="650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lfa_0_official_PredictedLigand_0">
            <a:extLst>
              <a:ext uri="{FF2B5EF4-FFF2-40B4-BE49-F238E27FC236}">
                <a16:creationId xmlns:a16="http://schemas.microsoft.com/office/drawing/2014/main" id="{BF23BEA0-0518-4074-8A7D-932CA3EA552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9335" y="596213"/>
                </a:moveTo>
                <a:lnTo>
                  <a:pt x="1951840" y="5366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2" name="9lfa_0_official_PredictedLigand_1">
            <a:extLst>
              <a:ext uri="{FF2B5EF4-FFF2-40B4-BE49-F238E27FC236}">
                <a16:creationId xmlns:a16="http://schemas.microsoft.com/office/drawing/2014/main" id="{CBEE8E0F-C55F-458B-9EAD-BFD5C7E74CF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3543" y="206813"/>
                </a:moveTo>
                <a:lnTo>
                  <a:pt x="1201401" y="1332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3" name="9lfa_0_official_PredictedLigand_2">
            <a:extLst>
              <a:ext uri="{FF2B5EF4-FFF2-40B4-BE49-F238E27FC236}">
                <a16:creationId xmlns:a16="http://schemas.microsoft.com/office/drawing/2014/main" id="{6A5ED56F-0191-4C88-897B-FCD163A3762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1840" y="536669"/>
                </a:moveTo>
                <a:lnTo>
                  <a:pt x="1860265" y="4743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4" name="9lfa_0_official_PredictedLigand_3">
            <a:extLst>
              <a:ext uri="{FF2B5EF4-FFF2-40B4-BE49-F238E27FC236}">
                <a16:creationId xmlns:a16="http://schemas.microsoft.com/office/drawing/2014/main" id="{1F07EC5E-08DC-4F4A-A1D5-B0F8241F6F1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363" y="411669"/>
                </a:moveTo>
                <a:lnTo>
                  <a:pt x="915602" y="5199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5" name="9lfa_0_official_PredictedLigand_4">
            <a:extLst>
              <a:ext uri="{FF2B5EF4-FFF2-40B4-BE49-F238E27FC236}">
                <a16:creationId xmlns:a16="http://schemas.microsoft.com/office/drawing/2014/main" id="{FF05559B-7BA3-447B-BCE5-4844DE9BE92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793" y="278940"/>
                </a:moveTo>
                <a:lnTo>
                  <a:pt x="1011363" y="4116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6" name="9lfa_0_official_PredictedLigand_5">
            <a:extLst>
              <a:ext uri="{FF2B5EF4-FFF2-40B4-BE49-F238E27FC236}">
                <a16:creationId xmlns:a16="http://schemas.microsoft.com/office/drawing/2014/main" id="{4316F62D-0005-4E35-8635-046889F3C73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265" y="474318"/>
                </a:moveTo>
                <a:lnTo>
                  <a:pt x="1715350" y="40234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7" name="9lfa_0_official_PredictedLigand_6">
            <a:extLst>
              <a:ext uri="{FF2B5EF4-FFF2-40B4-BE49-F238E27FC236}">
                <a16:creationId xmlns:a16="http://schemas.microsoft.com/office/drawing/2014/main" id="{F4262A67-7ED2-48C7-A417-41C1E9EC79C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793" y="278940"/>
                </a:moveTo>
                <a:lnTo>
                  <a:pt x="1173543" y="2068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8" name="9lfa_0_official_PredictedLigand_7">
            <a:extLst>
              <a:ext uri="{FF2B5EF4-FFF2-40B4-BE49-F238E27FC236}">
                <a16:creationId xmlns:a16="http://schemas.microsoft.com/office/drawing/2014/main" id="{F1EE75F8-81E3-47D6-9B95-59F9425A429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8160" y="487500"/>
                </a:moveTo>
                <a:lnTo>
                  <a:pt x="590489" y="6384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9" name="9lfa_0_official_PredictedLigand_8">
            <a:extLst>
              <a:ext uri="{FF2B5EF4-FFF2-40B4-BE49-F238E27FC236}">
                <a16:creationId xmlns:a16="http://schemas.microsoft.com/office/drawing/2014/main" id="{DF3F4597-7331-473B-9382-5E74D080C15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3776" y="603770"/>
                </a:moveTo>
                <a:lnTo>
                  <a:pt x="2089335" y="5962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0" name="9lfa_0_official_PredictedLigand_9">
            <a:extLst>
              <a:ext uri="{FF2B5EF4-FFF2-40B4-BE49-F238E27FC236}">
                <a16:creationId xmlns:a16="http://schemas.microsoft.com/office/drawing/2014/main" id="{0C2D3555-318C-4258-8EC1-D256D7E022C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2556" y="448359"/>
                </a:moveTo>
                <a:lnTo>
                  <a:pt x="648160" y="487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1" name="9lfa_0_official_PredictedLigand_10">
            <a:extLst>
              <a:ext uri="{FF2B5EF4-FFF2-40B4-BE49-F238E27FC236}">
                <a16:creationId xmlns:a16="http://schemas.microsoft.com/office/drawing/2014/main" id="{3727D613-49A4-4722-9BC4-1C61968EB7D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02" y="519980"/>
                </a:moveTo>
                <a:lnTo>
                  <a:pt x="782556" y="4483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2" name="9lfa_0_official_PredictedLigand_11">
            <a:extLst>
              <a:ext uri="{FF2B5EF4-FFF2-40B4-BE49-F238E27FC236}">
                <a16:creationId xmlns:a16="http://schemas.microsoft.com/office/drawing/2014/main" id="{879F8742-C975-4EB4-BDA4-C25E9916D75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111" y="205088"/>
                </a:moveTo>
                <a:lnTo>
                  <a:pt x="1040793" y="2789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3" name="9lfa_0_official_PredictedLigand_12">
            <a:extLst>
              <a:ext uri="{FF2B5EF4-FFF2-40B4-BE49-F238E27FC236}">
                <a16:creationId xmlns:a16="http://schemas.microsoft.com/office/drawing/2014/main" id="{55053185-619D-4434-BDC8-83902F62F6D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3543" y="206813"/>
                </a:moveTo>
                <a:lnTo>
                  <a:pt x="1286437" y="21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4" name="9lfa_0_official_PredictedLigand_13">
            <a:extLst>
              <a:ext uri="{FF2B5EF4-FFF2-40B4-BE49-F238E27FC236}">
                <a16:creationId xmlns:a16="http://schemas.microsoft.com/office/drawing/2014/main" id="{609CFEE5-36AE-4DBD-BD4D-04BD8ABA75E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0489" y="638490"/>
                </a:moveTo>
                <a:lnTo>
                  <a:pt x="655486" y="7233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5" name="9lfa_0_official_PredictedLigand_14">
            <a:extLst>
              <a:ext uri="{FF2B5EF4-FFF2-40B4-BE49-F238E27FC236}">
                <a16:creationId xmlns:a16="http://schemas.microsoft.com/office/drawing/2014/main" id="{A55A2704-6803-406D-A67D-0174BBCBC05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5350" y="402343"/>
                </a:moveTo>
                <a:lnTo>
                  <a:pt x="1670743" y="35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6" name="9lfa_0_official_PredictedLigand_15">
            <a:extLst>
              <a:ext uri="{FF2B5EF4-FFF2-40B4-BE49-F238E27FC236}">
                <a16:creationId xmlns:a16="http://schemas.microsoft.com/office/drawing/2014/main" id="{F05AF6D3-F3D3-4A9B-873F-85600C00188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265" y="474318"/>
                </a:moveTo>
                <a:lnTo>
                  <a:pt x="1905688" y="4753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7" name="9lfa_0_official_PredictedLigand_16">
            <a:extLst>
              <a:ext uri="{FF2B5EF4-FFF2-40B4-BE49-F238E27FC236}">
                <a16:creationId xmlns:a16="http://schemas.microsoft.com/office/drawing/2014/main" id="{07115FA5-B7FD-4B74-B0E6-5D51ACC21AD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2556" y="448359"/>
                </a:moveTo>
                <a:lnTo>
                  <a:pt x="783541" y="2850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8" name="9lfa_0_official_PredictedLigand_17">
            <a:extLst>
              <a:ext uri="{FF2B5EF4-FFF2-40B4-BE49-F238E27FC236}">
                <a16:creationId xmlns:a16="http://schemas.microsoft.com/office/drawing/2014/main" id="{CA6C2181-8F6D-4C5C-BF2F-64113680232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3541" y="285014"/>
                </a:moveTo>
                <a:lnTo>
                  <a:pt x="923111" y="20508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9" name="9lfa_0_official_PredictedLigand_18">
            <a:extLst>
              <a:ext uri="{FF2B5EF4-FFF2-40B4-BE49-F238E27FC236}">
                <a16:creationId xmlns:a16="http://schemas.microsoft.com/office/drawing/2014/main" id="{C03EB04A-28D2-4FFF-A4FB-EAE6B3C8B6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364" y="273602"/>
                </a:moveTo>
                <a:lnTo>
                  <a:pt x="1286437" y="21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0" name="9lfa_0_official_PredictedLigand_19">
            <a:extLst>
              <a:ext uri="{FF2B5EF4-FFF2-40B4-BE49-F238E27FC236}">
                <a16:creationId xmlns:a16="http://schemas.microsoft.com/office/drawing/2014/main" id="{3C90C914-4AB9-4582-8C56-BB5F138D925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572" y="1159192"/>
                </a:moveTo>
                <a:lnTo>
                  <a:pt x="399046" y="10414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1" name="9lfa_0_official_PredictedLigand_20">
            <a:extLst>
              <a:ext uri="{FF2B5EF4-FFF2-40B4-BE49-F238E27FC236}">
                <a16:creationId xmlns:a16="http://schemas.microsoft.com/office/drawing/2014/main" id="{B387ADB6-61B0-4B70-8081-4C302615DB4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079" y="1131491"/>
                </a:moveTo>
                <a:lnTo>
                  <a:pt x="490572" y="11591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2" name="9lfa_0_official_PredictedLigand_21">
            <a:extLst>
              <a:ext uri="{FF2B5EF4-FFF2-40B4-BE49-F238E27FC236}">
                <a16:creationId xmlns:a16="http://schemas.microsoft.com/office/drawing/2014/main" id="{691272E0-5FDB-4631-8F61-9BF6C1ED3B0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046" y="1041474"/>
                </a:moveTo>
                <a:lnTo>
                  <a:pt x="449809" y="8991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3" name="9lfa_0_official_PredictedLigand_22">
            <a:extLst>
              <a:ext uri="{FF2B5EF4-FFF2-40B4-BE49-F238E27FC236}">
                <a16:creationId xmlns:a16="http://schemas.microsoft.com/office/drawing/2014/main" id="{197B6C13-FCAA-46F0-8F06-69B1660DA32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4207" y="290278"/>
                </a:moveTo>
                <a:lnTo>
                  <a:pt x="1423364" y="2736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4" name="9lfa_0_official_PredictedLigand_23">
            <a:extLst>
              <a:ext uri="{FF2B5EF4-FFF2-40B4-BE49-F238E27FC236}">
                <a16:creationId xmlns:a16="http://schemas.microsoft.com/office/drawing/2014/main" id="{4DE53FDA-20D5-45E2-9CE2-D7AC66F4D6B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0365" y="867727"/>
                </a:moveTo>
                <a:lnTo>
                  <a:pt x="655486" y="7233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9lfa_0_official_PredictedLigand_24">
            <a:extLst>
              <a:ext uri="{FF2B5EF4-FFF2-40B4-BE49-F238E27FC236}">
                <a16:creationId xmlns:a16="http://schemas.microsoft.com/office/drawing/2014/main" id="{C192C291-6144-4D27-9498-7E45BCEFED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156" y="547842"/>
                </a:moveTo>
                <a:lnTo>
                  <a:pt x="2133776" y="603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9lfa_0_official_PredictedLigand_25">
            <a:extLst>
              <a:ext uri="{FF2B5EF4-FFF2-40B4-BE49-F238E27FC236}">
                <a16:creationId xmlns:a16="http://schemas.microsoft.com/office/drawing/2014/main" id="{2B5C1BE5-1545-492D-ABCB-2F8BB2ABCEB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9809" y="899119"/>
                </a:moveTo>
                <a:lnTo>
                  <a:pt x="600365" y="8677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9lfa_0_official_PredictedLigand_26">
            <a:extLst>
              <a:ext uri="{FF2B5EF4-FFF2-40B4-BE49-F238E27FC236}">
                <a16:creationId xmlns:a16="http://schemas.microsoft.com/office/drawing/2014/main" id="{349B8A12-D988-425F-BA8F-4A7D746E34B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2132" y="990412"/>
                </a:moveTo>
                <a:lnTo>
                  <a:pt x="638079" y="11314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9lfa_0_official_PredictedLigand_27">
            <a:extLst>
              <a:ext uri="{FF2B5EF4-FFF2-40B4-BE49-F238E27FC236}">
                <a16:creationId xmlns:a16="http://schemas.microsoft.com/office/drawing/2014/main" id="{78E762DD-050C-4A6E-8B6E-7AC304A7AAA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0365" y="867727"/>
                </a:moveTo>
                <a:lnTo>
                  <a:pt x="692132" y="9904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9lfa_0_official_PredictedLigand_28">
            <a:extLst>
              <a:ext uri="{FF2B5EF4-FFF2-40B4-BE49-F238E27FC236}">
                <a16:creationId xmlns:a16="http://schemas.microsoft.com/office/drawing/2014/main" id="{23CE8F39-6464-4EC0-9C82-33CF5FE30D7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9991" y="508799"/>
                </a:moveTo>
                <a:lnTo>
                  <a:pt x="782556" y="4483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9lfa_0_official_PredictedLigand_29">
            <a:extLst>
              <a:ext uri="{FF2B5EF4-FFF2-40B4-BE49-F238E27FC236}">
                <a16:creationId xmlns:a16="http://schemas.microsoft.com/office/drawing/2014/main" id="{1B5C08CB-6E1D-4252-9AE3-0DB5ECA4E20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4207" y="290278"/>
                </a:moveTo>
                <a:lnTo>
                  <a:pt x="1670743" y="35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9lfa_0_official_PredictedLigand_30">
            <a:extLst>
              <a:ext uri="{FF2B5EF4-FFF2-40B4-BE49-F238E27FC236}">
                <a16:creationId xmlns:a16="http://schemas.microsoft.com/office/drawing/2014/main" id="{D7212749-627D-404D-9C1D-171009BCF3A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5688" y="475364"/>
                </a:moveTo>
                <a:lnTo>
                  <a:pt x="2045156" y="5478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9lfa_0_official_PredictedLigand_31">
            <a:extLst>
              <a:ext uri="{FF2B5EF4-FFF2-40B4-BE49-F238E27FC236}">
                <a16:creationId xmlns:a16="http://schemas.microsoft.com/office/drawing/2014/main" id="{C3EDAD32-3F47-4DB0-81BB-942B895DF87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6437" y="214438"/>
                </a:moveTo>
                <a:lnTo>
                  <a:pt x="1263856" y="1625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9lfa_0_official_PredictedLigand_32">
            <a:extLst>
              <a:ext uri="{FF2B5EF4-FFF2-40B4-BE49-F238E27FC236}">
                <a16:creationId xmlns:a16="http://schemas.microsoft.com/office/drawing/2014/main" id="{DBF89F83-7D25-4C8B-B7AA-E9F77D1A5CE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5486" y="723309"/>
                </a:moveTo>
                <a:lnTo>
                  <a:pt x="756394" y="67363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9lfa_0_official_PredictedLigand_33">
            <a:extLst>
              <a:ext uri="{FF2B5EF4-FFF2-40B4-BE49-F238E27FC236}">
                <a16:creationId xmlns:a16="http://schemas.microsoft.com/office/drawing/2014/main" id="{1A91F8A3-4859-4C1D-B3D5-E81CDA57ED3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743" y="358705"/>
                </a:moveTo>
                <a:lnTo>
                  <a:pt x="1790530" y="3959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5" name="9lfa_0_official_PredictedLigand_34">
            <a:extLst>
              <a:ext uri="{FF2B5EF4-FFF2-40B4-BE49-F238E27FC236}">
                <a16:creationId xmlns:a16="http://schemas.microsoft.com/office/drawing/2014/main" id="{C425936E-EF22-4BFA-8468-77D4150AC37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530" y="395977"/>
                </a:moveTo>
                <a:lnTo>
                  <a:pt x="1905688" y="4753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6" name="9lfa_0_official_PredictedLigand_35">
            <a:extLst>
              <a:ext uri="{FF2B5EF4-FFF2-40B4-BE49-F238E27FC236}">
                <a16:creationId xmlns:a16="http://schemas.microsoft.com/office/drawing/2014/main" id="{A9A78453-F774-4860-9C8C-C4DFD7222D0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394" y="673633"/>
                </a:moveTo>
                <a:lnTo>
                  <a:pt x="769991" y="5087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7" name="9lfa_0_official_PredictedLigand_36">
            <a:extLst>
              <a:ext uri="{FF2B5EF4-FFF2-40B4-BE49-F238E27FC236}">
                <a16:creationId xmlns:a16="http://schemas.microsoft.com/office/drawing/2014/main" id="{4A5A41D6-DF31-486E-8E7D-50B5ACACF99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5907" y="237952"/>
                </a:moveTo>
                <a:lnTo>
                  <a:pt x="1534207" y="2902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8" name="9lfa_0_official_PredictedLigand_37">
            <a:extLst>
              <a:ext uri="{FF2B5EF4-FFF2-40B4-BE49-F238E27FC236}">
                <a16:creationId xmlns:a16="http://schemas.microsoft.com/office/drawing/2014/main" id="{E4782DBF-DB3E-4D89-90BC-6E0A8B4A18A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156" y="547842"/>
                </a:moveTo>
                <a:lnTo>
                  <a:pt x="2105676" y="5704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9" name="9lfa_0_official_PredictedLigand_38">
            <a:extLst>
              <a:ext uri="{FF2B5EF4-FFF2-40B4-BE49-F238E27FC236}">
                <a16:creationId xmlns:a16="http://schemas.microsoft.com/office/drawing/2014/main" id="{C68A8B50-983F-4F03-A4A2-D6013C43690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530" y="395977"/>
                </a:moveTo>
                <a:lnTo>
                  <a:pt x="1808487" y="3673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0" name="9lfa_0_official_PredictedLigand_39">
            <a:extLst>
              <a:ext uri="{FF2B5EF4-FFF2-40B4-BE49-F238E27FC236}">
                <a16:creationId xmlns:a16="http://schemas.microsoft.com/office/drawing/2014/main" id="{4F4DB8F4-389F-438E-BB1A-6EB3F268944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3856" y="162558"/>
                </a:moveTo>
                <a:lnTo>
                  <a:pt x="1372638" y="1677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1" name="9lfa_0_official_PredictedLigand_40">
            <a:extLst>
              <a:ext uri="{FF2B5EF4-FFF2-40B4-BE49-F238E27FC236}">
                <a16:creationId xmlns:a16="http://schemas.microsoft.com/office/drawing/2014/main" id="{1A099537-B1F6-46E3-923A-F2CEF364488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2638" y="167734"/>
                </a:moveTo>
                <a:lnTo>
                  <a:pt x="1505907" y="2379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2" name="9lfa_0_official_PredictedAtoms_0">
            <a:extLst>
              <a:ext uri="{FF2B5EF4-FFF2-40B4-BE49-F238E27FC236}">
                <a16:creationId xmlns:a16="http://schemas.microsoft.com/office/drawing/2014/main" id="{C1DBAD00-58DF-49AE-AB10-5852F3778749}"/>
              </a:ext>
            </a:extLst>
          </p:cNvPr>
          <p:cNvSpPr>
            <a:spLocks noGrp="1"/>
          </p:cNvSpPr>
          <p:nvPr/>
        </p:nvSpPr>
        <p:spPr>
          <a:xfrm>
            <a:off x="850486" y="3696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3" name="9lfa_0_official_PredictedAtoms_1">
            <a:extLst>
              <a:ext uri="{FF2B5EF4-FFF2-40B4-BE49-F238E27FC236}">
                <a16:creationId xmlns:a16="http://schemas.microsoft.com/office/drawing/2014/main" id="{FEDB7D5E-9DC8-42CC-802E-088BF17830AE}"/>
              </a:ext>
            </a:extLst>
          </p:cNvPr>
          <p:cNvSpPr>
            <a:spLocks noGrp="1"/>
          </p:cNvSpPr>
          <p:nvPr/>
        </p:nvSpPr>
        <p:spPr>
          <a:xfrm>
            <a:off x="702980" y="37242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4" name="9lfa_0_official_PredictedAtoms_2">
            <a:extLst>
              <a:ext uri="{FF2B5EF4-FFF2-40B4-BE49-F238E27FC236}">
                <a16:creationId xmlns:a16="http://schemas.microsoft.com/office/drawing/2014/main" id="{54ECDDCB-E124-493C-A6C9-24F39A017123}"/>
              </a:ext>
            </a:extLst>
          </p:cNvPr>
          <p:cNvSpPr>
            <a:spLocks noGrp="1"/>
          </p:cNvSpPr>
          <p:nvPr/>
        </p:nvSpPr>
        <p:spPr>
          <a:xfrm>
            <a:off x="611453" y="36065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5" name="9lfa_0_official_PredictedAtoms_3">
            <a:extLst>
              <a:ext uri="{FF2B5EF4-FFF2-40B4-BE49-F238E27FC236}">
                <a16:creationId xmlns:a16="http://schemas.microsoft.com/office/drawing/2014/main" id="{53F899E8-7624-402C-9879-F37467F2ACEB}"/>
              </a:ext>
            </a:extLst>
          </p:cNvPr>
          <p:cNvSpPr>
            <a:spLocks noGrp="1"/>
          </p:cNvSpPr>
          <p:nvPr/>
        </p:nvSpPr>
        <p:spPr>
          <a:xfrm>
            <a:off x="662216" y="346420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6" name="9lfa_0_official_PredictedAtoms_4">
            <a:extLst>
              <a:ext uri="{FF2B5EF4-FFF2-40B4-BE49-F238E27FC236}">
                <a16:creationId xmlns:a16="http://schemas.microsoft.com/office/drawing/2014/main" id="{2E9EE9E3-CDE7-4E6B-908B-BDD171662BAF}"/>
              </a:ext>
            </a:extLst>
          </p:cNvPr>
          <p:cNvSpPr>
            <a:spLocks noGrp="1"/>
          </p:cNvSpPr>
          <p:nvPr/>
        </p:nvSpPr>
        <p:spPr>
          <a:xfrm>
            <a:off x="812772" y="34328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7" name="9lfa_0_official_PredictedAtoms_5">
            <a:extLst>
              <a:ext uri="{FF2B5EF4-FFF2-40B4-BE49-F238E27FC236}">
                <a16:creationId xmlns:a16="http://schemas.microsoft.com/office/drawing/2014/main" id="{4A6A29CD-658A-46C8-B3B8-A25DE6C305E6}"/>
              </a:ext>
            </a:extLst>
          </p:cNvPr>
          <p:cNvSpPr>
            <a:spLocks noGrp="1"/>
          </p:cNvSpPr>
          <p:nvPr/>
        </p:nvSpPr>
        <p:spPr>
          <a:xfrm>
            <a:off x="867894" y="32883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8" name="9lfa_0_official_PredictedAtoms_6">
            <a:extLst>
              <a:ext uri="{FF2B5EF4-FFF2-40B4-BE49-F238E27FC236}">
                <a16:creationId xmlns:a16="http://schemas.microsoft.com/office/drawing/2014/main" id="{88A2682A-E85C-434B-B22A-FF3C36BADF4A}"/>
              </a:ext>
            </a:extLst>
          </p:cNvPr>
          <p:cNvSpPr>
            <a:spLocks noGrp="1"/>
          </p:cNvSpPr>
          <p:nvPr/>
        </p:nvSpPr>
        <p:spPr>
          <a:xfrm>
            <a:off x="968802" y="32387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9" name="9lfa_0_official_PredictedAtoms_7">
            <a:extLst>
              <a:ext uri="{FF2B5EF4-FFF2-40B4-BE49-F238E27FC236}">
                <a16:creationId xmlns:a16="http://schemas.microsoft.com/office/drawing/2014/main" id="{A52AE5E7-90C8-46C6-B8B2-D352FD4F7076}"/>
              </a:ext>
            </a:extLst>
          </p:cNvPr>
          <p:cNvSpPr>
            <a:spLocks noGrp="1"/>
          </p:cNvSpPr>
          <p:nvPr/>
        </p:nvSpPr>
        <p:spPr>
          <a:xfrm>
            <a:off x="982399" y="30738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0" name="9lfa_0_official_PredictedAtoms_8">
            <a:extLst>
              <a:ext uri="{FF2B5EF4-FFF2-40B4-BE49-F238E27FC236}">
                <a16:creationId xmlns:a16="http://schemas.microsoft.com/office/drawing/2014/main" id="{144C45CC-C659-438D-A548-42DCD59E456F}"/>
              </a:ext>
            </a:extLst>
          </p:cNvPr>
          <p:cNvSpPr>
            <a:spLocks noGrp="1"/>
          </p:cNvSpPr>
          <p:nvPr/>
        </p:nvSpPr>
        <p:spPr>
          <a:xfrm>
            <a:off x="994963" y="30134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1" name="9lfa_0_official_PredictedAtoms_9">
            <a:extLst>
              <a:ext uri="{FF2B5EF4-FFF2-40B4-BE49-F238E27FC236}">
                <a16:creationId xmlns:a16="http://schemas.microsoft.com/office/drawing/2014/main" id="{E2DA0944-BFD0-4AD7-9D25-881BE17DC92D}"/>
              </a:ext>
            </a:extLst>
          </p:cNvPr>
          <p:cNvSpPr>
            <a:spLocks noGrp="1"/>
          </p:cNvSpPr>
          <p:nvPr/>
        </p:nvSpPr>
        <p:spPr>
          <a:xfrm>
            <a:off x="995948" y="28500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2" name="9lfa_0_official_PredictedAtoms_10">
            <a:extLst>
              <a:ext uri="{FF2B5EF4-FFF2-40B4-BE49-F238E27FC236}">
                <a16:creationId xmlns:a16="http://schemas.microsoft.com/office/drawing/2014/main" id="{E2A282F1-8E33-46FC-AFE1-4AC7A58E8ABF}"/>
              </a:ext>
            </a:extLst>
          </p:cNvPr>
          <p:cNvSpPr>
            <a:spLocks noGrp="1"/>
          </p:cNvSpPr>
          <p:nvPr/>
        </p:nvSpPr>
        <p:spPr>
          <a:xfrm>
            <a:off x="1135518" y="27701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3" name="9lfa_0_official_PredictedAtoms_11">
            <a:extLst>
              <a:ext uri="{FF2B5EF4-FFF2-40B4-BE49-F238E27FC236}">
                <a16:creationId xmlns:a16="http://schemas.microsoft.com/office/drawing/2014/main" id="{2037B1E2-DA78-4ECE-97CA-A12FA49E6A91}"/>
              </a:ext>
            </a:extLst>
          </p:cNvPr>
          <p:cNvSpPr>
            <a:spLocks noGrp="1"/>
          </p:cNvSpPr>
          <p:nvPr/>
        </p:nvSpPr>
        <p:spPr>
          <a:xfrm>
            <a:off x="1253201" y="28440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4" name="9lfa_0_official_PredictedAtoms_12">
            <a:extLst>
              <a:ext uri="{FF2B5EF4-FFF2-40B4-BE49-F238E27FC236}">
                <a16:creationId xmlns:a16="http://schemas.microsoft.com/office/drawing/2014/main" id="{58EC3A2B-BCF6-4A2B-B912-06E65DF7A7DA}"/>
              </a:ext>
            </a:extLst>
          </p:cNvPr>
          <p:cNvSpPr>
            <a:spLocks noGrp="1"/>
          </p:cNvSpPr>
          <p:nvPr/>
        </p:nvSpPr>
        <p:spPr>
          <a:xfrm>
            <a:off x="1385950" y="27718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5" name="9lfa_0_official_PredictedAtoms_13">
            <a:extLst>
              <a:ext uri="{FF2B5EF4-FFF2-40B4-BE49-F238E27FC236}">
                <a16:creationId xmlns:a16="http://schemas.microsoft.com/office/drawing/2014/main" id="{D81B09A8-2262-46AA-91E1-9F6D03379AA6}"/>
              </a:ext>
            </a:extLst>
          </p:cNvPr>
          <p:cNvSpPr>
            <a:spLocks noGrp="1"/>
          </p:cNvSpPr>
          <p:nvPr/>
        </p:nvSpPr>
        <p:spPr>
          <a:xfrm>
            <a:off x="1413809" y="26983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6" name="9lfa_0_official_PredictedAtoms_14">
            <a:extLst>
              <a:ext uri="{FF2B5EF4-FFF2-40B4-BE49-F238E27FC236}">
                <a16:creationId xmlns:a16="http://schemas.microsoft.com/office/drawing/2014/main" id="{95119A4C-2286-42B7-B609-04B8D34207AC}"/>
              </a:ext>
            </a:extLst>
          </p:cNvPr>
          <p:cNvSpPr>
            <a:spLocks noGrp="1"/>
          </p:cNvSpPr>
          <p:nvPr/>
        </p:nvSpPr>
        <p:spPr>
          <a:xfrm>
            <a:off x="1498845" y="27795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7" name="9lfa_0_official_PredictedAtoms_15">
            <a:extLst>
              <a:ext uri="{FF2B5EF4-FFF2-40B4-BE49-F238E27FC236}">
                <a16:creationId xmlns:a16="http://schemas.microsoft.com/office/drawing/2014/main" id="{92A829A1-D56A-4E3C-9E01-67A8D5D87D2F}"/>
              </a:ext>
            </a:extLst>
          </p:cNvPr>
          <p:cNvSpPr>
            <a:spLocks noGrp="1"/>
          </p:cNvSpPr>
          <p:nvPr/>
        </p:nvSpPr>
        <p:spPr>
          <a:xfrm>
            <a:off x="1476264" y="27276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8" name="9lfa_0_official_PredictedAtoms_16">
            <a:extLst>
              <a:ext uri="{FF2B5EF4-FFF2-40B4-BE49-F238E27FC236}">
                <a16:creationId xmlns:a16="http://schemas.microsoft.com/office/drawing/2014/main" id="{32D26029-C702-47A3-8025-56C990D62D3D}"/>
              </a:ext>
            </a:extLst>
          </p:cNvPr>
          <p:cNvSpPr>
            <a:spLocks noGrp="1"/>
          </p:cNvSpPr>
          <p:nvPr/>
        </p:nvSpPr>
        <p:spPr>
          <a:xfrm>
            <a:off x="1585046" y="27328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9" name="9lfa_0_official_PredictedAtoms_17">
            <a:extLst>
              <a:ext uri="{FF2B5EF4-FFF2-40B4-BE49-F238E27FC236}">
                <a16:creationId xmlns:a16="http://schemas.microsoft.com/office/drawing/2014/main" id="{C1C44A34-1C17-4AE2-9A2F-1B68350896A2}"/>
              </a:ext>
            </a:extLst>
          </p:cNvPr>
          <p:cNvSpPr>
            <a:spLocks noGrp="1"/>
          </p:cNvSpPr>
          <p:nvPr/>
        </p:nvSpPr>
        <p:spPr>
          <a:xfrm>
            <a:off x="1718314" y="28030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0" name="9lfa_0_official_PredictedAtoms_18">
            <a:extLst>
              <a:ext uri="{FF2B5EF4-FFF2-40B4-BE49-F238E27FC236}">
                <a16:creationId xmlns:a16="http://schemas.microsoft.com/office/drawing/2014/main" id="{C61689C7-2DF9-4EE8-8B33-039C0EE2E95F}"/>
              </a:ext>
            </a:extLst>
          </p:cNvPr>
          <p:cNvSpPr>
            <a:spLocks noGrp="1"/>
          </p:cNvSpPr>
          <p:nvPr/>
        </p:nvSpPr>
        <p:spPr>
          <a:xfrm>
            <a:off x="1746614" y="28553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1" name="9lfa_0_official_PredictedAtoms_19">
            <a:extLst>
              <a:ext uri="{FF2B5EF4-FFF2-40B4-BE49-F238E27FC236}">
                <a16:creationId xmlns:a16="http://schemas.microsoft.com/office/drawing/2014/main" id="{A7930724-A95D-4A47-9E21-5E00C29CAFE9}"/>
              </a:ext>
            </a:extLst>
          </p:cNvPr>
          <p:cNvSpPr>
            <a:spLocks noGrp="1"/>
          </p:cNvSpPr>
          <p:nvPr/>
        </p:nvSpPr>
        <p:spPr>
          <a:xfrm>
            <a:off x="1883150" y="29237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2" name="9lfa_0_official_PredictedAtoms_20">
            <a:extLst>
              <a:ext uri="{FF2B5EF4-FFF2-40B4-BE49-F238E27FC236}">
                <a16:creationId xmlns:a16="http://schemas.microsoft.com/office/drawing/2014/main" id="{C82C1E08-7D20-4E11-93F7-30D6CD0A2991}"/>
              </a:ext>
            </a:extLst>
          </p:cNvPr>
          <p:cNvSpPr>
            <a:spLocks noGrp="1"/>
          </p:cNvSpPr>
          <p:nvPr/>
        </p:nvSpPr>
        <p:spPr>
          <a:xfrm>
            <a:off x="2002937" y="29610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3" name="9lfa_0_official_PredictedAtoms_21">
            <a:extLst>
              <a:ext uri="{FF2B5EF4-FFF2-40B4-BE49-F238E27FC236}">
                <a16:creationId xmlns:a16="http://schemas.microsoft.com/office/drawing/2014/main" id="{04B4B594-8E1F-4BAA-B7E5-3085BE9BD3A2}"/>
              </a:ext>
            </a:extLst>
          </p:cNvPr>
          <p:cNvSpPr>
            <a:spLocks noGrp="1"/>
          </p:cNvSpPr>
          <p:nvPr/>
        </p:nvSpPr>
        <p:spPr>
          <a:xfrm>
            <a:off x="2020895" y="29324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4" name="9lfa_0_official_PredictedAtoms_22">
            <a:extLst>
              <a:ext uri="{FF2B5EF4-FFF2-40B4-BE49-F238E27FC236}">
                <a16:creationId xmlns:a16="http://schemas.microsoft.com/office/drawing/2014/main" id="{780FD801-41C7-4B18-8B4B-651AC307B426}"/>
              </a:ext>
            </a:extLst>
          </p:cNvPr>
          <p:cNvSpPr>
            <a:spLocks noGrp="1"/>
          </p:cNvSpPr>
          <p:nvPr/>
        </p:nvSpPr>
        <p:spPr>
          <a:xfrm>
            <a:off x="2118095" y="30404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5" name="9lfa_0_official_PredictedAtoms_23">
            <a:extLst>
              <a:ext uri="{FF2B5EF4-FFF2-40B4-BE49-F238E27FC236}">
                <a16:creationId xmlns:a16="http://schemas.microsoft.com/office/drawing/2014/main" id="{7810F8BC-CB1C-4201-A99F-7912F290DA1B}"/>
              </a:ext>
            </a:extLst>
          </p:cNvPr>
          <p:cNvSpPr>
            <a:spLocks noGrp="1"/>
          </p:cNvSpPr>
          <p:nvPr/>
        </p:nvSpPr>
        <p:spPr>
          <a:xfrm>
            <a:off x="2257563" y="311292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6" name="9lfa_0_official_PredictedAtoms_24">
            <a:extLst>
              <a:ext uri="{FF2B5EF4-FFF2-40B4-BE49-F238E27FC236}">
                <a16:creationId xmlns:a16="http://schemas.microsoft.com/office/drawing/2014/main" id="{858365CD-269B-4461-8FF1-36F218148F7C}"/>
              </a:ext>
            </a:extLst>
          </p:cNvPr>
          <p:cNvSpPr>
            <a:spLocks noGrp="1"/>
          </p:cNvSpPr>
          <p:nvPr/>
        </p:nvSpPr>
        <p:spPr>
          <a:xfrm>
            <a:off x="2318083" y="31355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7" name="9lfa_0_official_PredictedAtoms_25">
            <a:extLst>
              <a:ext uri="{FF2B5EF4-FFF2-40B4-BE49-F238E27FC236}">
                <a16:creationId xmlns:a16="http://schemas.microsoft.com/office/drawing/2014/main" id="{EE1E1D97-E927-410D-977A-57089D64A814}"/>
              </a:ext>
            </a:extLst>
          </p:cNvPr>
          <p:cNvSpPr>
            <a:spLocks noGrp="1"/>
          </p:cNvSpPr>
          <p:nvPr/>
        </p:nvSpPr>
        <p:spPr>
          <a:xfrm>
            <a:off x="2346183" y="31688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8" name="9lfa_0_official_PredictedAtoms_26">
            <a:extLst>
              <a:ext uri="{FF2B5EF4-FFF2-40B4-BE49-F238E27FC236}">
                <a16:creationId xmlns:a16="http://schemas.microsoft.com/office/drawing/2014/main" id="{8AF30D3C-7D0A-40AD-910A-BE34B1DDC722}"/>
              </a:ext>
            </a:extLst>
          </p:cNvPr>
          <p:cNvSpPr>
            <a:spLocks noGrp="1"/>
          </p:cNvSpPr>
          <p:nvPr/>
        </p:nvSpPr>
        <p:spPr>
          <a:xfrm>
            <a:off x="2301743" y="316129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9" name="9lfa_0_official_PredictedAtoms_27">
            <a:extLst>
              <a:ext uri="{FF2B5EF4-FFF2-40B4-BE49-F238E27FC236}">
                <a16:creationId xmlns:a16="http://schemas.microsoft.com/office/drawing/2014/main" id="{62A47ECC-D263-4802-A4A9-5BE5C561ACED}"/>
              </a:ext>
            </a:extLst>
          </p:cNvPr>
          <p:cNvSpPr>
            <a:spLocks noGrp="1"/>
          </p:cNvSpPr>
          <p:nvPr/>
        </p:nvSpPr>
        <p:spPr>
          <a:xfrm>
            <a:off x="2164248" y="31017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0" name="9lfa_0_official_PredictedAtoms_28">
            <a:extLst>
              <a:ext uri="{FF2B5EF4-FFF2-40B4-BE49-F238E27FC236}">
                <a16:creationId xmlns:a16="http://schemas.microsoft.com/office/drawing/2014/main" id="{E3935594-515F-4464-9D3B-A9BC1AAD0CBE}"/>
              </a:ext>
            </a:extLst>
          </p:cNvPr>
          <p:cNvSpPr>
            <a:spLocks noGrp="1"/>
          </p:cNvSpPr>
          <p:nvPr/>
        </p:nvSpPr>
        <p:spPr>
          <a:xfrm>
            <a:off x="2072672" y="303940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1" name="9lfa_0_official_PredictedAtoms_29">
            <a:extLst>
              <a:ext uri="{FF2B5EF4-FFF2-40B4-BE49-F238E27FC236}">
                <a16:creationId xmlns:a16="http://schemas.microsoft.com/office/drawing/2014/main" id="{ABEC53FB-4896-43CE-904E-81B1C58171B9}"/>
              </a:ext>
            </a:extLst>
          </p:cNvPr>
          <p:cNvSpPr>
            <a:spLocks noGrp="1"/>
          </p:cNvSpPr>
          <p:nvPr/>
        </p:nvSpPr>
        <p:spPr>
          <a:xfrm>
            <a:off x="1927757" y="296742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2" name="9lfa_0_official_PredictedAtoms_30">
            <a:extLst>
              <a:ext uri="{FF2B5EF4-FFF2-40B4-BE49-F238E27FC236}">
                <a16:creationId xmlns:a16="http://schemas.microsoft.com/office/drawing/2014/main" id="{AFAB1D89-E9FA-4CE2-AD8D-D190A370EE45}"/>
              </a:ext>
            </a:extLst>
          </p:cNvPr>
          <p:cNvSpPr>
            <a:spLocks noGrp="1"/>
          </p:cNvSpPr>
          <p:nvPr/>
        </p:nvSpPr>
        <p:spPr>
          <a:xfrm>
            <a:off x="1635772" y="28386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3" name="9lfa_0_official_PredictedAtoms_31">
            <a:extLst>
              <a:ext uri="{FF2B5EF4-FFF2-40B4-BE49-F238E27FC236}">
                <a16:creationId xmlns:a16="http://schemas.microsoft.com/office/drawing/2014/main" id="{DDBE4CBC-AB6B-46C1-A78D-CC711D28A3BE}"/>
              </a:ext>
            </a:extLst>
          </p:cNvPr>
          <p:cNvSpPr>
            <a:spLocks noGrp="1"/>
          </p:cNvSpPr>
          <p:nvPr/>
        </p:nvSpPr>
        <p:spPr>
          <a:xfrm>
            <a:off x="1223770" y="29767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4" name="9lfa_0_official_PredictedAtoms_32">
            <a:extLst>
              <a:ext uri="{FF2B5EF4-FFF2-40B4-BE49-F238E27FC236}">
                <a16:creationId xmlns:a16="http://schemas.microsoft.com/office/drawing/2014/main" id="{8833D8BE-AF4B-4715-B973-9584DFA8F4DB}"/>
              </a:ext>
            </a:extLst>
          </p:cNvPr>
          <p:cNvSpPr>
            <a:spLocks noGrp="1"/>
          </p:cNvSpPr>
          <p:nvPr/>
        </p:nvSpPr>
        <p:spPr>
          <a:xfrm>
            <a:off x="1128009" y="308506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5" name="9lfa_0_official_PredictedAtoms_33">
            <a:extLst>
              <a:ext uri="{FF2B5EF4-FFF2-40B4-BE49-F238E27FC236}">
                <a16:creationId xmlns:a16="http://schemas.microsoft.com/office/drawing/2014/main" id="{B648D79C-6E97-4B87-BADD-4EA5A56C0CF5}"/>
              </a:ext>
            </a:extLst>
          </p:cNvPr>
          <p:cNvSpPr>
            <a:spLocks noGrp="1"/>
          </p:cNvSpPr>
          <p:nvPr/>
        </p:nvSpPr>
        <p:spPr>
          <a:xfrm>
            <a:off x="860567" y="30525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6" name="9lfa_0_official_PredictedAtoms_34">
            <a:extLst>
              <a:ext uri="{FF2B5EF4-FFF2-40B4-BE49-F238E27FC236}">
                <a16:creationId xmlns:a16="http://schemas.microsoft.com/office/drawing/2014/main" id="{57EDA89A-E241-4AB6-A507-348FEADE3907}"/>
              </a:ext>
            </a:extLst>
          </p:cNvPr>
          <p:cNvSpPr>
            <a:spLocks noGrp="1"/>
          </p:cNvSpPr>
          <p:nvPr/>
        </p:nvSpPr>
        <p:spPr>
          <a:xfrm>
            <a:off x="802897" y="320357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7" name="9lfa_0_official_PredictedAtoms_35">
            <a:extLst>
              <a:ext uri="{FF2B5EF4-FFF2-40B4-BE49-F238E27FC236}">
                <a16:creationId xmlns:a16="http://schemas.microsoft.com/office/drawing/2014/main" id="{E0CDA256-CC61-4F69-8B67-9CE264E002A9}"/>
              </a:ext>
            </a:extLst>
          </p:cNvPr>
          <p:cNvSpPr>
            <a:spLocks noGrp="1"/>
          </p:cNvSpPr>
          <p:nvPr/>
        </p:nvSpPr>
        <p:spPr>
          <a:xfrm>
            <a:off x="904540" y="35554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8" name="stage3-cases-alternatives_16">
            <a:extLst>
              <a:ext uri="{FF2B5EF4-FFF2-40B4-BE49-F238E27FC236}">
                <a16:creationId xmlns:a16="http://schemas.microsoft.com/office/drawing/2014/main" id="{D0A97498-F38D-45A3-8B0D-8FC932CCFAEE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3.26 Å   D 58%   Clash 0</a:t>
            </a:r>
          </a:p>
        </p:txBody>
      </p:sp>
      <p:sp>
        <p:nvSpPr>
          <p:cNvPr id="409" name="9lfa_0_tuned_Receptor">
            <a:extLst>
              <a:ext uri="{FF2B5EF4-FFF2-40B4-BE49-F238E27FC236}">
                <a16:creationId xmlns:a16="http://schemas.microsoft.com/office/drawing/2014/main" id="{5EF401CA-81BB-4C3D-9387-318F4E11924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55074" y="805872"/>
                </a:moveTo>
                <a:lnTo>
                  <a:pt x="2650242" y="901348"/>
                </a:lnTo>
                <a:moveTo>
                  <a:pt x="1948399" y="509012"/>
                </a:moveTo>
                <a:lnTo>
                  <a:pt x="2065157" y="547881"/>
                </a:lnTo>
                <a:moveTo>
                  <a:pt x="2123186" y="705789"/>
                </a:moveTo>
                <a:lnTo>
                  <a:pt x="2259507" y="733410"/>
                </a:lnTo>
                <a:moveTo>
                  <a:pt x="2065157" y="547881"/>
                </a:moveTo>
                <a:lnTo>
                  <a:pt x="2123186" y="705789"/>
                </a:lnTo>
                <a:moveTo>
                  <a:pt x="2650242" y="901348"/>
                </a:moveTo>
                <a:lnTo>
                  <a:pt x="2570381" y="938542"/>
                </a:lnTo>
                <a:moveTo>
                  <a:pt x="1579960" y="710722"/>
                </a:moveTo>
                <a:lnTo>
                  <a:pt x="1707015" y="762930"/>
                </a:lnTo>
                <a:moveTo>
                  <a:pt x="1498707" y="626205"/>
                </a:moveTo>
                <a:lnTo>
                  <a:pt x="1579960" y="710722"/>
                </a:lnTo>
                <a:moveTo>
                  <a:pt x="2065157" y="547881"/>
                </a:moveTo>
                <a:lnTo>
                  <a:pt x="2003931" y="534570"/>
                </a:lnTo>
                <a:moveTo>
                  <a:pt x="1439319" y="483433"/>
                </a:moveTo>
                <a:lnTo>
                  <a:pt x="1498707" y="626205"/>
                </a:lnTo>
                <a:moveTo>
                  <a:pt x="2570381" y="938542"/>
                </a:moveTo>
                <a:lnTo>
                  <a:pt x="2578578" y="814358"/>
                </a:lnTo>
                <a:moveTo>
                  <a:pt x="1498707" y="626205"/>
                </a:moveTo>
                <a:lnTo>
                  <a:pt x="1371904" y="721584"/>
                </a:lnTo>
                <a:moveTo>
                  <a:pt x="2578578" y="814358"/>
                </a:moveTo>
                <a:lnTo>
                  <a:pt x="2534702" y="670251"/>
                </a:lnTo>
                <a:moveTo>
                  <a:pt x="2534702" y="670251"/>
                </a:moveTo>
                <a:lnTo>
                  <a:pt x="2542413" y="556399"/>
                </a:lnTo>
                <a:moveTo>
                  <a:pt x="2003931" y="534570"/>
                </a:moveTo>
                <a:lnTo>
                  <a:pt x="2102621" y="440331"/>
                </a:lnTo>
                <a:moveTo>
                  <a:pt x="2102621" y="440331"/>
                </a:moveTo>
                <a:lnTo>
                  <a:pt x="2231802" y="409529"/>
                </a:lnTo>
                <a:moveTo>
                  <a:pt x="1371904" y="721584"/>
                </a:moveTo>
                <a:lnTo>
                  <a:pt x="1298793" y="652666"/>
                </a:lnTo>
                <a:moveTo>
                  <a:pt x="2578578" y="814358"/>
                </a:moveTo>
                <a:lnTo>
                  <a:pt x="2631972" y="841493"/>
                </a:lnTo>
                <a:moveTo>
                  <a:pt x="2102621" y="440331"/>
                </a:moveTo>
                <a:lnTo>
                  <a:pt x="2042238" y="393473"/>
                </a:lnTo>
                <a:moveTo>
                  <a:pt x="2542413" y="556399"/>
                </a:moveTo>
                <a:lnTo>
                  <a:pt x="2595299" y="584918"/>
                </a:lnTo>
                <a:moveTo>
                  <a:pt x="426016" y="1225776"/>
                </a:moveTo>
                <a:lnTo>
                  <a:pt x="538784" y="1233365"/>
                </a:lnTo>
                <a:moveTo>
                  <a:pt x="2631972" y="841493"/>
                </a:moveTo>
                <a:lnTo>
                  <a:pt x="2639810" y="727565"/>
                </a:lnTo>
                <a:moveTo>
                  <a:pt x="1298793" y="652666"/>
                </a:moveTo>
                <a:lnTo>
                  <a:pt x="1388534" y="678570"/>
                </a:lnTo>
                <a:moveTo>
                  <a:pt x="2639810" y="727565"/>
                </a:moveTo>
                <a:lnTo>
                  <a:pt x="2595299" y="584918"/>
                </a:lnTo>
                <a:moveTo>
                  <a:pt x="789552" y="655484"/>
                </a:moveTo>
                <a:lnTo>
                  <a:pt x="929801" y="712453"/>
                </a:lnTo>
                <a:moveTo>
                  <a:pt x="668186" y="750123"/>
                </a:moveTo>
                <a:lnTo>
                  <a:pt x="789552" y="655484"/>
                </a:lnTo>
                <a:moveTo>
                  <a:pt x="517292" y="724174"/>
                </a:moveTo>
                <a:lnTo>
                  <a:pt x="668186" y="750123"/>
                </a:lnTo>
                <a:moveTo>
                  <a:pt x="440875" y="852730"/>
                </a:moveTo>
                <a:lnTo>
                  <a:pt x="517292" y="724174"/>
                </a:lnTo>
                <a:moveTo>
                  <a:pt x="951221" y="860546"/>
                </a:moveTo>
                <a:lnTo>
                  <a:pt x="929801" y="712453"/>
                </a:lnTo>
                <a:moveTo>
                  <a:pt x="686162" y="899662"/>
                </a:moveTo>
                <a:lnTo>
                  <a:pt x="668186" y="750123"/>
                </a:lnTo>
                <a:moveTo>
                  <a:pt x="1388534" y="678570"/>
                </a:moveTo>
                <a:lnTo>
                  <a:pt x="1486525" y="775256"/>
                </a:lnTo>
                <a:moveTo>
                  <a:pt x="539298" y="963047"/>
                </a:moveTo>
                <a:lnTo>
                  <a:pt x="440875" y="852730"/>
                </a:lnTo>
                <a:moveTo>
                  <a:pt x="538784" y="1233365"/>
                </a:moveTo>
                <a:lnTo>
                  <a:pt x="502291" y="1119233"/>
                </a:lnTo>
                <a:moveTo>
                  <a:pt x="539298" y="963047"/>
                </a:moveTo>
                <a:lnTo>
                  <a:pt x="686162" y="899662"/>
                </a:lnTo>
                <a:moveTo>
                  <a:pt x="831078" y="954794"/>
                </a:moveTo>
                <a:lnTo>
                  <a:pt x="951221" y="860546"/>
                </a:lnTo>
                <a:moveTo>
                  <a:pt x="686162" y="899662"/>
                </a:moveTo>
                <a:lnTo>
                  <a:pt x="831078" y="954794"/>
                </a:lnTo>
                <a:moveTo>
                  <a:pt x="1388534" y="678570"/>
                </a:moveTo>
                <a:lnTo>
                  <a:pt x="1356884" y="590965"/>
                </a:lnTo>
                <a:moveTo>
                  <a:pt x="502291" y="1119233"/>
                </a:moveTo>
                <a:lnTo>
                  <a:pt x="539298" y="963047"/>
                </a:lnTo>
                <a:moveTo>
                  <a:pt x="1128981" y="897494"/>
                </a:moveTo>
                <a:lnTo>
                  <a:pt x="1271185" y="871647"/>
                </a:lnTo>
                <a:moveTo>
                  <a:pt x="1376816" y="803503"/>
                </a:moveTo>
                <a:lnTo>
                  <a:pt x="1271185" y="871647"/>
                </a:lnTo>
                <a:moveTo>
                  <a:pt x="1092482" y="855072"/>
                </a:moveTo>
                <a:lnTo>
                  <a:pt x="1128981" y="897494"/>
                </a:lnTo>
                <a:moveTo>
                  <a:pt x="1339752" y="761212"/>
                </a:moveTo>
                <a:lnTo>
                  <a:pt x="1376816" y="803503"/>
                </a:lnTo>
                <a:moveTo>
                  <a:pt x="1197113" y="785801"/>
                </a:moveTo>
                <a:lnTo>
                  <a:pt x="1092482" y="855072"/>
                </a:lnTo>
                <a:moveTo>
                  <a:pt x="1197113" y="785801"/>
                </a:moveTo>
                <a:lnTo>
                  <a:pt x="1339752" y="761212"/>
                </a:lnTo>
                <a:moveTo>
                  <a:pt x="1157640" y="740468"/>
                </a:moveTo>
                <a:lnTo>
                  <a:pt x="1197113" y="785801"/>
                </a:lnTo>
                <a:moveTo>
                  <a:pt x="1575717" y="1151744"/>
                </a:moveTo>
                <a:lnTo>
                  <a:pt x="1452153" y="1125854"/>
                </a:lnTo>
                <a:moveTo>
                  <a:pt x="1719929" y="1111709"/>
                </a:moveTo>
                <a:lnTo>
                  <a:pt x="1575717" y="1151744"/>
                </a:lnTo>
                <a:moveTo>
                  <a:pt x="1224267" y="843833"/>
                </a:moveTo>
                <a:lnTo>
                  <a:pt x="1157640" y="740468"/>
                </a:lnTo>
                <a:moveTo>
                  <a:pt x="1784135" y="963500"/>
                </a:moveTo>
                <a:lnTo>
                  <a:pt x="1697559" y="828992"/>
                </a:lnTo>
                <a:moveTo>
                  <a:pt x="1719929" y="1111709"/>
                </a:moveTo>
                <a:lnTo>
                  <a:pt x="1784135" y="963500"/>
                </a:lnTo>
                <a:moveTo>
                  <a:pt x="1697559" y="828992"/>
                </a:moveTo>
                <a:lnTo>
                  <a:pt x="1749148" y="695558"/>
                </a:lnTo>
                <a:moveTo>
                  <a:pt x="1831665" y="1230203"/>
                </a:moveTo>
                <a:lnTo>
                  <a:pt x="1719929" y="1111709"/>
                </a:lnTo>
                <a:moveTo>
                  <a:pt x="2649407" y="447015"/>
                </a:moveTo>
                <a:lnTo>
                  <a:pt x="2589456" y="502511"/>
                </a:lnTo>
                <a:moveTo>
                  <a:pt x="1157519" y="993756"/>
                </a:moveTo>
                <a:lnTo>
                  <a:pt x="1224267" y="843833"/>
                </a:lnTo>
                <a:moveTo>
                  <a:pt x="1697559" y="828992"/>
                </a:moveTo>
                <a:lnTo>
                  <a:pt x="1585393" y="844434"/>
                </a:lnTo>
                <a:moveTo>
                  <a:pt x="1224267" y="843833"/>
                </a:moveTo>
                <a:lnTo>
                  <a:pt x="1209269" y="774553"/>
                </a:lnTo>
                <a:moveTo>
                  <a:pt x="1209269" y="774553"/>
                </a:moveTo>
                <a:lnTo>
                  <a:pt x="1195430" y="637838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410" name="9lfa_0_tuned_ExperimentalDensity">
            <a:extLst>
              <a:ext uri="{FF2B5EF4-FFF2-40B4-BE49-F238E27FC236}">
                <a16:creationId xmlns:a16="http://schemas.microsoft.com/office/drawing/2014/main" id="{669E5D51-1D31-475A-9E2D-5408E67A728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765" y="401956"/>
                </a:moveTo>
                <a:lnTo>
                  <a:pt x="1652128" y="292515"/>
                </a:lnTo>
                <a:moveTo>
                  <a:pt x="1756560" y="294118"/>
                </a:moveTo>
                <a:lnTo>
                  <a:pt x="1652128" y="292515"/>
                </a:lnTo>
                <a:moveTo>
                  <a:pt x="1652128" y="292515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652128" y="292515"/>
                </a:lnTo>
                <a:moveTo>
                  <a:pt x="1747034" y="404348"/>
                </a:moveTo>
                <a:lnTo>
                  <a:pt x="1640765" y="401956"/>
                </a:lnTo>
                <a:moveTo>
                  <a:pt x="1756560" y="294118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756560" y="294118"/>
                </a:lnTo>
                <a:moveTo>
                  <a:pt x="1647481" y="169279"/>
                </a:moveTo>
                <a:lnTo>
                  <a:pt x="1756560" y="294118"/>
                </a:lnTo>
                <a:moveTo>
                  <a:pt x="1631670" y="152947"/>
                </a:moveTo>
                <a:lnTo>
                  <a:pt x="1635004" y="170848"/>
                </a:lnTo>
                <a:moveTo>
                  <a:pt x="1647481" y="169279"/>
                </a:moveTo>
                <a:lnTo>
                  <a:pt x="1635004" y="170848"/>
                </a:lnTo>
                <a:moveTo>
                  <a:pt x="1609625" y="479657"/>
                </a:moveTo>
                <a:lnTo>
                  <a:pt x="1640765" y="401956"/>
                </a:lnTo>
                <a:moveTo>
                  <a:pt x="1647481" y="169279"/>
                </a:moveTo>
                <a:lnTo>
                  <a:pt x="1631670" y="152947"/>
                </a:lnTo>
                <a:moveTo>
                  <a:pt x="1854560" y="407279"/>
                </a:moveTo>
                <a:lnTo>
                  <a:pt x="1756560" y="294118"/>
                </a:lnTo>
                <a:moveTo>
                  <a:pt x="1732993" y="215815"/>
                </a:moveTo>
                <a:lnTo>
                  <a:pt x="1756560" y="294118"/>
                </a:lnTo>
                <a:moveTo>
                  <a:pt x="1854560" y="407279"/>
                </a:moveTo>
                <a:lnTo>
                  <a:pt x="1747034" y="404348"/>
                </a:lnTo>
                <a:moveTo>
                  <a:pt x="1847984" y="290139"/>
                </a:moveTo>
                <a:lnTo>
                  <a:pt x="1756560" y="294118"/>
                </a:lnTo>
                <a:moveTo>
                  <a:pt x="1713844" y="499594"/>
                </a:moveTo>
                <a:lnTo>
                  <a:pt x="1640765" y="401956"/>
                </a:lnTo>
                <a:moveTo>
                  <a:pt x="1732993" y="215815"/>
                </a:moveTo>
                <a:lnTo>
                  <a:pt x="1647481" y="169279"/>
                </a:lnTo>
                <a:moveTo>
                  <a:pt x="2093959" y="423590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2093959" y="423590"/>
                </a:lnTo>
                <a:moveTo>
                  <a:pt x="1967058" y="413489"/>
                </a:moveTo>
                <a:lnTo>
                  <a:pt x="1854560" y="407279"/>
                </a:lnTo>
                <a:moveTo>
                  <a:pt x="1854560" y="40727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854560" y="407279"/>
                </a:lnTo>
                <a:moveTo>
                  <a:pt x="2203303" y="541619"/>
                </a:moveTo>
                <a:lnTo>
                  <a:pt x="2093959" y="423590"/>
                </a:lnTo>
                <a:moveTo>
                  <a:pt x="1713844" y="499594"/>
                </a:moveTo>
                <a:lnTo>
                  <a:pt x="1747034" y="404348"/>
                </a:lnTo>
                <a:moveTo>
                  <a:pt x="1967058" y="413489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1970509" y="413825"/>
                </a:lnTo>
                <a:moveTo>
                  <a:pt x="1969770" y="414755"/>
                </a:moveTo>
                <a:lnTo>
                  <a:pt x="1970509" y="413825"/>
                </a:lnTo>
                <a:moveTo>
                  <a:pt x="1967058" y="41348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967058" y="413489"/>
                </a:lnTo>
                <a:moveTo>
                  <a:pt x="1854560" y="407279"/>
                </a:moveTo>
                <a:lnTo>
                  <a:pt x="1847984" y="290139"/>
                </a:lnTo>
                <a:moveTo>
                  <a:pt x="1730114" y="504605"/>
                </a:moveTo>
                <a:lnTo>
                  <a:pt x="1747034" y="404348"/>
                </a:lnTo>
                <a:moveTo>
                  <a:pt x="2285210" y="546426"/>
                </a:moveTo>
                <a:lnTo>
                  <a:pt x="2326752" y="551384"/>
                </a:lnTo>
                <a:moveTo>
                  <a:pt x="1732993" y="215815"/>
                </a:moveTo>
                <a:lnTo>
                  <a:pt x="1847984" y="290139"/>
                </a:lnTo>
                <a:moveTo>
                  <a:pt x="1594872" y="119249"/>
                </a:moveTo>
                <a:lnTo>
                  <a:pt x="1631670" y="152947"/>
                </a:lnTo>
                <a:moveTo>
                  <a:pt x="2079504" y="352954"/>
                </a:moveTo>
                <a:lnTo>
                  <a:pt x="2093959" y="423590"/>
                </a:lnTo>
                <a:moveTo>
                  <a:pt x="1824825" y="508835"/>
                </a:moveTo>
                <a:lnTo>
                  <a:pt x="1747034" y="404348"/>
                </a:lnTo>
                <a:moveTo>
                  <a:pt x="2317517" y="533582"/>
                </a:moveTo>
                <a:lnTo>
                  <a:pt x="2326752" y="551384"/>
                </a:lnTo>
                <a:moveTo>
                  <a:pt x="2285210" y="546426"/>
                </a:moveTo>
                <a:lnTo>
                  <a:pt x="2203303" y="541619"/>
                </a:lnTo>
                <a:moveTo>
                  <a:pt x="2073748" y="529234"/>
                </a:moveTo>
                <a:lnTo>
                  <a:pt x="2093959" y="423590"/>
                </a:lnTo>
                <a:moveTo>
                  <a:pt x="2195359" y="423892"/>
                </a:moveTo>
                <a:lnTo>
                  <a:pt x="2093959" y="423590"/>
                </a:lnTo>
                <a:moveTo>
                  <a:pt x="2079504" y="352954"/>
                </a:moveTo>
                <a:lnTo>
                  <a:pt x="1970089" y="410015"/>
                </a:lnTo>
                <a:moveTo>
                  <a:pt x="2312814" y="603273"/>
                </a:moveTo>
                <a:lnTo>
                  <a:pt x="2326752" y="551384"/>
                </a:lnTo>
                <a:moveTo>
                  <a:pt x="2203303" y="541619"/>
                </a:moveTo>
                <a:lnTo>
                  <a:pt x="2317517" y="533582"/>
                </a:lnTo>
                <a:moveTo>
                  <a:pt x="1627351" y="153326"/>
                </a:moveTo>
                <a:lnTo>
                  <a:pt x="1631670" y="152947"/>
                </a:lnTo>
                <a:moveTo>
                  <a:pt x="2073748" y="529234"/>
                </a:moveTo>
                <a:lnTo>
                  <a:pt x="1970509" y="413825"/>
                </a:lnTo>
                <a:moveTo>
                  <a:pt x="2285210" y="546426"/>
                </a:moveTo>
                <a:lnTo>
                  <a:pt x="2317517" y="533582"/>
                </a:lnTo>
                <a:moveTo>
                  <a:pt x="2359751" y="547862"/>
                </a:moveTo>
                <a:lnTo>
                  <a:pt x="2326752" y="551384"/>
                </a:lnTo>
                <a:moveTo>
                  <a:pt x="1713844" y="499594"/>
                </a:moveTo>
                <a:lnTo>
                  <a:pt x="1609625" y="479657"/>
                </a:lnTo>
                <a:moveTo>
                  <a:pt x="1627351" y="153326"/>
                </a:moveTo>
                <a:lnTo>
                  <a:pt x="1647481" y="169279"/>
                </a:lnTo>
                <a:moveTo>
                  <a:pt x="2312814" y="603273"/>
                </a:moveTo>
                <a:lnTo>
                  <a:pt x="2203303" y="541619"/>
                </a:lnTo>
                <a:moveTo>
                  <a:pt x="2044198" y="526219"/>
                </a:moveTo>
                <a:lnTo>
                  <a:pt x="1970509" y="413825"/>
                </a:lnTo>
                <a:moveTo>
                  <a:pt x="2044198" y="526219"/>
                </a:moveTo>
                <a:lnTo>
                  <a:pt x="1969770" y="414755"/>
                </a:lnTo>
                <a:moveTo>
                  <a:pt x="2203303" y="541619"/>
                </a:moveTo>
                <a:lnTo>
                  <a:pt x="2073748" y="529234"/>
                </a:lnTo>
                <a:moveTo>
                  <a:pt x="2203303" y="541619"/>
                </a:moveTo>
                <a:lnTo>
                  <a:pt x="2195359" y="423892"/>
                </a:lnTo>
                <a:moveTo>
                  <a:pt x="2312814" y="603273"/>
                </a:moveTo>
                <a:lnTo>
                  <a:pt x="2285210" y="546426"/>
                </a:lnTo>
                <a:moveTo>
                  <a:pt x="1824825" y="50883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732993" y="215815"/>
                </a:lnTo>
                <a:moveTo>
                  <a:pt x="1942811" y="51625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847984" y="290139"/>
                </a:lnTo>
                <a:moveTo>
                  <a:pt x="2304597" y="656193"/>
                </a:moveTo>
                <a:lnTo>
                  <a:pt x="2203303" y="541619"/>
                </a:lnTo>
                <a:moveTo>
                  <a:pt x="2359751" y="547862"/>
                </a:moveTo>
                <a:lnTo>
                  <a:pt x="2317517" y="533582"/>
                </a:lnTo>
                <a:moveTo>
                  <a:pt x="2079504" y="352954"/>
                </a:moveTo>
                <a:lnTo>
                  <a:pt x="2195359" y="423892"/>
                </a:lnTo>
                <a:moveTo>
                  <a:pt x="1942811" y="516255"/>
                </a:moveTo>
                <a:lnTo>
                  <a:pt x="1969770" y="414755"/>
                </a:lnTo>
                <a:moveTo>
                  <a:pt x="1926040" y="285889"/>
                </a:moveTo>
                <a:lnTo>
                  <a:pt x="1854560" y="407279"/>
                </a:lnTo>
                <a:moveTo>
                  <a:pt x="737146" y="438787"/>
                </a:moveTo>
                <a:lnTo>
                  <a:pt x="759904" y="440747"/>
                </a:lnTo>
                <a:moveTo>
                  <a:pt x="2359751" y="547862"/>
                </a:moveTo>
                <a:lnTo>
                  <a:pt x="2312814" y="603273"/>
                </a:lnTo>
                <a:moveTo>
                  <a:pt x="756885" y="428886"/>
                </a:moveTo>
                <a:lnTo>
                  <a:pt x="759904" y="440747"/>
                </a:lnTo>
                <a:moveTo>
                  <a:pt x="1627351" y="153326"/>
                </a:moveTo>
                <a:lnTo>
                  <a:pt x="1732993" y="215815"/>
                </a:lnTo>
                <a:moveTo>
                  <a:pt x="2044198" y="526219"/>
                </a:moveTo>
                <a:lnTo>
                  <a:pt x="2073748" y="529234"/>
                </a:lnTo>
                <a:moveTo>
                  <a:pt x="737146" y="438787"/>
                </a:moveTo>
                <a:lnTo>
                  <a:pt x="756885" y="428886"/>
                </a:lnTo>
                <a:moveTo>
                  <a:pt x="1926040" y="285889"/>
                </a:moveTo>
                <a:lnTo>
                  <a:pt x="1970089" y="410015"/>
                </a:lnTo>
                <a:moveTo>
                  <a:pt x="2176681" y="644512"/>
                </a:moveTo>
                <a:lnTo>
                  <a:pt x="2203303" y="541619"/>
                </a:lnTo>
                <a:moveTo>
                  <a:pt x="2304597" y="656193"/>
                </a:moveTo>
                <a:lnTo>
                  <a:pt x="2312814" y="603273"/>
                </a:lnTo>
                <a:moveTo>
                  <a:pt x="1730114" y="504605"/>
                </a:moveTo>
                <a:lnTo>
                  <a:pt x="1713844" y="499594"/>
                </a:lnTo>
                <a:moveTo>
                  <a:pt x="1939194" y="288841"/>
                </a:moveTo>
                <a:lnTo>
                  <a:pt x="1970089" y="410015"/>
                </a:lnTo>
                <a:moveTo>
                  <a:pt x="1710044" y="502791"/>
                </a:moveTo>
                <a:lnTo>
                  <a:pt x="1713844" y="499594"/>
                </a:lnTo>
                <a:moveTo>
                  <a:pt x="2066157" y="550757"/>
                </a:moveTo>
                <a:lnTo>
                  <a:pt x="2073748" y="529234"/>
                </a:lnTo>
                <a:moveTo>
                  <a:pt x="2304597" y="656193"/>
                </a:moveTo>
                <a:lnTo>
                  <a:pt x="2359751" y="547862"/>
                </a:lnTo>
                <a:moveTo>
                  <a:pt x="632841" y="429431"/>
                </a:moveTo>
                <a:lnTo>
                  <a:pt x="737146" y="438787"/>
                </a:lnTo>
                <a:moveTo>
                  <a:pt x="385259" y="663933"/>
                </a:moveTo>
                <a:lnTo>
                  <a:pt x="278579" y="680473"/>
                </a:lnTo>
                <a:moveTo>
                  <a:pt x="1926040" y="285889"/>
                </a:moveTo>
                <a:lnTo>
                  <a:pt x="1847984" y="290139"/>
                </a:lnTo>
                <a:moveTo>
                  <a:pt x="1710044" y="502791"/>
                </a:moveTo>
                <a:lnTo>
                  <a:pt x="1730114" y="504605"/>
                </a:lnTo>
                <a:moveTo>
                  <a:pt x="868538" y="444153"/>
                </a:moveTo>
                <a:lnTo>
                  <a:pt x="759904" y="440747"/>
                </a:lnTo>
                <a:moveTo>
                  <a:pt x="2066157" y="550757"/>
                </a:moveTo>
                <a:lnTo>
                  <a:pt x="2044198" y="526219"/>
                </a:lnTo>
                <a:moveTo>
                  <a:pt x="2183033" y="383119"/>
                </a:moveTo>
                <a:lnTo>
                  <a:pt x="2079504" y="352954"/>
                </a:lnTo>
                <a:moveTo>
                  <a:pt x="1571357" y="467739"/>
                </a:moveTo>
                <a:lnTo>
                  <a:pt x="1609625" y="479657"/>
                </a:lnTo>
                <a:moveTo>
                  <a:pt x="2232444" y="418600"/>
                </a:moveTo>
                <a:lnTo>
                  <a:pt x="2203303" y="541619"/>
                </a:lnTo>
                <a:moveTo>
                  <a:pt x="2183033" y="383119"/>
                </a:moveTo>
                <a:lnTo>
                  <a:pt x="2195359" y="423892"/>
                </a:lnTo>
                <a:moveTo>
                  <a:pt x="756885" y="428886"/>
                </a:moveTo>
                <a:lnTo>
                  <a:pt x="868538" y="444153"/>
                </a:lnTo>
                <a:moveTo>
                  <a:pt x="1695540" y="191816"/>
                </a:moveTo>
                <a:lnTo>
                  <a:pt x="1732993" y="215815"/>
                </a:lnTo>
                <a:moveTo>
                  <a:pt x="506592" y="430251"/>
                </a:moveTo>
                <a:lnTo>
                  <a:pt x="400480" y="438367"/>
                </a:lnTo>
                <a:moveTo>
                  <a:pt x="1730114" y="504605"/>
                </a:moveTo>
                <a:lnTo>
                  <a:pt x="1824825" y="508835"/>
                </a:lnTo>
                <a:moveTo>
                  <a:pt x="1942811" y="516255"/>
                </a:moveTo>
                <a:lnTo>
                  <a:pt x="2044198" y="526219"/>
                </a:lnTo>
                <a:moveTo>
                  <a:pt x="2176681" y="644512"/>
                </a:moveTo>
                <a:lnTo>
                  <a:pt x="2073748" y="529234"/>
                </a:lnTo>
                <a:moveTo>
                  <a:pt x="867088" y="360131"/>
                </a:moveTo>
                <a:lnTo>
                  <a:pt x="756885" y="428886"/>
                </a:lnTo>
                <a:moveTo>
                  <a:pt x="867060" y="329201"/>
                </a:moveTo>
                <a:lnTo>
                  <a:pt x="756885" y="428886"/>
                </a:lnTo>
                <a:moveTo>
                  <a:pt x="2232444" y="418600"/>
                </a:moveTo>
                <a:lnTo>
                  <a:pt x="2317517" y="533582"/>
                </a:lnTo>
                <a:moveTo>
                  <a:pt x="2066157" y="550757"/>
                </a:moveTo>
                <a:lnTo>
                  <a:pt x="1942811" y="516255"/>
                </a:lnTo>
                <a:moveTo>
                  <a:pt x="382417" y="408388"/>
                </a:moveTo>
                <a:lnTo>
                  <a:pt x="400480" y="438367"/>
                </a:lnTo>
                <a:moveTo>
                  <a:pt x="156209" y="618958"/>
                </a:moveTo>
                <a:lnTo>
                  <a:pt x="278579" y="680473"/>
                </a:lnTo>
                <a:moveTo>
                  <a:pt x="2044532" y="292200"/>
                </a:moveTo>
                <a:lnTo>
                  <a:pt x="1970089" y="410015"/>
                </a:lnTo>
                <a:moveTo>
                  <a:pt x="2304597" y="656193"/>
                </a:moveTo>
                <a:lnTo>
                  <a:pt x="2176681" y="644512"/>
                </a:lnTo>
                <a:moveTo>
                  <a:pt x="2130550" y="639127"/>
                </a:moveTo>
                <a:lnTo>
                  <a:pt x="2073748" y="529234"/>
                </a:lnTo>
                <a:moveTo>
                  <a:pt x="506592" y="430251"/>
                </a:moveTo>
                <a:lnTo>
                  <a:pt x="632841" y="429431"/>
                </a:lnTo>
                <a:moveTo>
                  <a:pt x="499770" y="415537"/>
                </a:moveTo>
                <a:lnTo>
                  <a:pt x="400480" y="438367"/>
                </a:lnTo>
                <a:moveTo>
                  <a:pt x="2406740" y="542496"/>
                </a:moveTo>
                <a:lnTo>
                  <a:pt x="2317517" y="533582"/>
                </a:lnTo>
                <a:moveTo>
                  <a:pt x="1942811" y="516255"/>
                </a:moveTo>
                <a:lnTo>
                  <a:pt x="1824825" y="508835"/>
                </a:lnTo>
                <a:moveTo>
                  <a:pt x="2232444" y="418600"/>
                </a:moveTo>
                <a:lnTo>
                  <a:pt x="2195359" y="423892"/>
                </a:lnTo>
                <a:moveTo>
                  <a:pt x="1816346" y="544988"/>
                </a:moveTo>
                <a:lnTo>
                  <a:pt x="1730114" y="504605"/>
                </a:lnTo>
                <a:moveTo>
                  <a:pt x="1926040" y="285889"/>
                </a:moveTo>
                <a:lnTo>
                  <a:pt x="1835093" y="267150"/>
                </a:lnTo>
                <a:moveTo>
                  <a:pt x="522680" y="419091"/>
                </a:moveTo>
                <a:lnTo>
                  <a:pt x="632841" y="429431"/>
                </a:lnTo>
                <a:moveTo>
                  <a:pt x="1627351" y="153326"/>
                </a:moveTo>
                <a:lnTo>
                  <a:pt x="1594872" y="119249"/>
                </a:lnTo>
                <a:moveTo>
                  <a:pt x="1816346" y="544988"/>
                </a:moveTo>
                <a:lnTo>
                  <a:pt x="1710044" y="502791"/>
                </a:lnTo>
                <a:moveTo>
                  <a:pt x="867088" y="360131"/>
                </a:moveTo>
                <a:lnTo>
                  <a:pt x="868538" y="444153"/>
                </a:lnTo>
                <a:moveTo>
                  <a:pt x="255557" y="442612"/>
                </a:moveTo>
                <a:lnTo>
                  <a:pt x="400480" y="438367"/>
                </a:lnTo>
                <a:moveTo>
                  <a:pt x="2284378" y="445653"/>
                </a:moveTo>
                <a:lnTo>
                  <a:pt x="2317517" y="533582"/>
                </a:lnTo>
                <a:moveTo>
                  <a:pt x="2410079" y="658247"/>
                </a:moveTo>
                <a:lnTo>
                  <a:pt x="2304597" y="656193"/>
                </a:lnTo>
                <a:moveTo>
                  <a:pt x="801571" y="551272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713844" y="499594"/>
                </a:lnTo>
                <a:moveTo>
                  <a:pt x="2406740" y="542496"/>
                </a:moveTo>
                <a:lnTo>
                  <a:pt x="2359751" y="547862"/>
                </a:lnTo>
                <a:moveTo>
                  <a:pt x="867060" y="329201"/>
                </a:moveTo>
                <a:lnTo>
                  <a:pt x="867088" y="360131"/>
                </a:lnTo>
                <a:moveTo>
                  <a:pt x="1816346" y="544988"/>
                </a:moveTo>
                <a:lnTo>
                  <a:pt x="1824825" y="508835"/>
                </a:lnTo>
                <a:moveTo>
                  <a:pt x="2130550" y="639127"/>
                </a:moveTo>
                <a:lnTo>
                  <a:pt x="2066157" y="550757"/>
                </a:lnTo>
                <a:moveTo>
                  <a:pt x="801571" y="551272"/>
                </a:moveTo>
                <a:lnTo>
                  <a:pt x="742242" y="645898"/>
                </a:lnTo>
                <a:moveTo>
                  <a:pt x="506592" y="430251"/>
                </a:moveTo>
                <a:lnTo>
                  <a:pt x="522680" y="419091"/>
                </a:lnTo>
                <a:moveTo>
                  <a:pt x="897712" y="330634"/>
                </a:moveTo>
                <a:lnTo>
                  <a:pt x="867088" y="360131"/>
                </a:lnTo>
                <a:moveTo>
                  <a:pt x="859027" y="479604"/>
                </a:moveTo>
                <a:lnTo>
                  <a:pt x="868538" y="444153"/>
                </a:lnTo>
                <a:moveTo>
                  <a:pt x="897712" y="330634"/>
                </a:moveTo>
                <a:lnTo>
                  <a:pt x="867060" y="329201"/>
                </a:lnTo>
                <a:moveTo>
                  <a:pt x="1797444" y="246058"/>
                </a:moveTo>
                <a:lnTo>
                  <a:pt x="1732993" y="215815"/>
                </a:lnTo>
                <a:moveTo>
                  <a:pt x="2044532" y="292200"/>
                </a:moveTo>
                <a:lnTo>
                  <a:pt x="2079504" y="352954"/>
                </a:lnTo>
                <a:moveTo>
                  <a:pt x="2304597" y="656193"/>
                </a:moveTo>
                <a:lnTo>
                  <a:pt x="2406740" y="542496"/>
                </a:lnTo>
                <a:moveTo>
                  <a:pt x="737146" y="438787"/>
                </a:moveTo>
                <a:lnTo>
                  <a:pt x="730596" y="313851"/>
                </a:lnTo>
                <a:moveTo>
                  <a:pt x="615284" y="383894"/>
                </a:moveTo>
                <a:lnTo>
                  <a:pt x="632841" y="429431"/>
                </a:lnTo>
                <a:moveTo>
                  <a:pt x="735529" y="658921"/>
                </a:moveTo>
                <a:lnTo>
                  <a:pt x="742242" y="645898"/>
                </a:lnTo>
                <a:moveTo>
                  <a:pt x="1611755" y="486761"/>
                </a:moveTo>
                <a:lnTo>
                  <a:pt x="1713844" y="499594"/>
                </a:lnTo>
                <a:moveTo>
                  <a:pt x="905190" y="442023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468464" y="428159"/>
                </a:lnTo>
                <a:moveTo>
                  <a:pt x="730596" y="313851"/>
                </a:moveTo>
                <a:lnTo>
                  <a:pt x="756885" y="428886"/>
                </a:lnTo>
                <a:moveTo>
                  <a:pt x="499770" y="415537"/>
                </a:moveTo>
                <a:lnTo>
                  <a:pt x="506592" y="430251"/>
                </a:lnTo>
                <a:moveTo>
                  <a:pt x="2232444" y="418600"/>
                </a:moveTo>
                <a:lnTo>
                  <a:pt x="2183033" y="383119"/>
                </a:lnTo>
                <a:moveTo>
                  <a:pt x="801571" y="551272"/>
                </a:moveTo>
                <a:lnTo>
                  <a:pt x="859027" y="479604"/>
                </a:lnTo>
                <a:moveTo>
                  <a:pt x="238643" y="693276"/>
                </a:moveTo>
                <a:lnTo>
                  <a:pt x="278579" y="680473"/>
                </a:lnTo>
                <a:moveTo>
                  <a:pt x="2130550" y="639127"/>
                </a:moveTo>
                <a:lnTo>
                  <a:pt x="2176681" y="644512"/>
                </a:lnTo>
                <a:moveTo>
                  <a:pt x="490891" y="662931"/>
                </a:moveTo>
                <a:lnTo>
                  <a:pt x="385259" y="663933"/>
                </a:lnTo>
                <a:moveTo>
                  <a:pt x="499770" y="415537"/>
                </a:moveTo>
                <a:lnTo>
                  <a:pt x="522680" y="419091"/>
                </a:lnTo>
                <a:moveTo>
                  <a:pt x="1611755" y="486761"/>
                </a:moveTo>
                <a:lnTo>
                  <a:pt x="1710044" y="502791"/>
                </a:lnTo>
                <a:moveTo>
                  <a:pt x="1939194" y="288841"/>
                </a:moveTo>
                <a:lnTo>
                  <a:pt x="1926040" y="285889"/>
                </a:lnTo>
                <a:moveTo>
                  <a:pt x="632841" y="429431"/>
                </a:moveTo>
                <a:lnTo>
                  <a:pt x="730596" y="313851"/>
                </a:lnTo>
                <a:moveTo>
                  <a:pt x="499770" y="415537"/>
                </a:moveTo>
                <a:lnTo>
                  <a:pt x="382417" y="408388"/>
                </a:lnTo>
                <a:moveTo>
                  <a:pt x="1695540" y="191816"/>
                </a:moveTo>
                <a:lnTo>
                  <a:pt x="1627351" y="153326"/>
                </a:lnTo>
                <a:moveTo>
                  <a:pt x="1919679" y="578052"/>
                </a:moveTo>
                <a:lnTo>
                  <a:pt x="2066157" y="550757"/>
                </a:lnTo>
                <a:moveTo>
                  <a:pt x="522680" y="419091"/>
                </a:moveTo>
                <a:lnTo>
                  <a:pt x="615284" y="383894"/>
                </a:lnTo>
                <a:moveTo>
                  <a:pt x="712595" y="311504"/>
                </a:moveTo>
                <a:lnTo>
                  <a:pt x="632841" y="429431"/>
                </a:lnTo>
                <a:moveTo>
                  <a:pt x="2162902" y="681469"/>
                </a:moveTo>
                <a:lnTo>
                  <a:pt x="2176681" y="644512"/>
                </a:lnTo>
                <a:moveTo>
                  <a:pt x="1449374" y="132017"/>
                </a:moveTo>
                <a:lnTo>
                  <a:pt x="1594872" y="119249"/>
                </a:lnTo>
                <a:moveTo>
                  <a:pt x="156209" y="618958"/>
                </a:moveTo>
                <a:lnTo>
                  <a:pt x="189210" y="508349"/>
                </a:lnTo>
                <a:moveTo>
                  <a:pt x="905190" y="442023"/>
                </a:moveTo>
                <a:lnTo>
                  <a:pt x="859027" y="479604"/>
                </a:lnTo>
                <a:moveTo>
                  <a:pt x="2385502" y="511461"/>
                </a:moveTo>
                <a:lnTo>
                  <a:pt x="2317517" y="533582"/>
                </a:lnTo>
                <a:moveTo>
                  <a:pt x="1459251" y="134524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824825" y="508835"/>
                </a:lnTo>
                <a:moveTo>
                  <a:pt x="255557" y="442612"/>
                </a:moveTo>
                <a:lnTo>
                  <a:pt x="382417" y="408388"/>
                </a:lnTo>
                <a:moveTo>
                  <a:pt x="1566272" y="141351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942811" y="516255"/>
                </a:lnTo>
                <a:moveTo>
                  <a:pt x="867060" y="329201"/>
                </a:moveTo>
                <a:lnTo>
                  <a:pt x="730596" y="313851"/>
                </a:lnTo>
                <a:moveTo>
                  <a:pt x="189210" y="508349"/>
                </a:moveTo>
                <a:lnTo>
                  <a:pt x="255557" y="442612"/>
                </a:lnTo>
                <a:moveTo>
                  <a:pt x="2410079" y="658247"/>
                </a:moveTo>
                <a:lnTo>
                  <a:pt x="2406740" y="542496"/>
                </a:lnTo>
                <a:moveTo>
                  <a:pt x="2032891" y="626017"/>
                </a:moveTo>
                <a:lnTo>
                  <a:pt x="2066157" y="550757"/>
                </a:lnTo>
                <a:moveTo>
                  <a:pt x="1797444" y="246058"/>
                </a:moveTo>
                <a:lnTo>
                  <a:pt x="1835093" y="267150"/>
                </a:lnTo>
                <a:moveTo>
                  <a:pt x="2147847" y="325535"/>
                </a:moveTo>
                <a:lnTo>
                  <a:pt x="2079504" y="352954"/>
                </a:lnTo>
                <a:moveTo>
                  <a:pt x="1672633" y="531308"/>
                </a:moveTo>
                <a:lnTo>
                  <a:pt x="1710044" y="502791"/>
                </a:lnTo>
                <a:moveTo>
                  <a:pt x="2162902" y="681469"/>
                </a:moveTo>
                <a:lnTo>
                  <a:pt x="2130550" y="639127"/>
                </a:lnTo>
                <a:moveTo>
                  <a:pt x="843948" y="547918"/>
                </a:moveTo>
                <a:lnTo>
                  <a:pt x="801571" y="551272"/>
                </a:lnTo>
                <a:moveTo>
                  <a:pt x="2266682" y="707906"/>
                </a:moveTo>
                <a:lnTo>
                  <a:pt x="2304597" y="656193"/>
                </a:lnTo>
                <a:moveTo>
                  <a:pt x="343954" y="697032"/>
                </a:moveTo>
                <a:lnTo>
                  <a:pt x="278579" y="680473"/>
                </a:lnTo>
                <a:moveTo>
                  <a:pt x="726501" y="300126"/>
                </a:moveTo>
                <a:lnTo>
                  <a:pt x="867060" y="329201"/>
                </a:lnTo>
                <a:moveTo>
                  <a:pt x="1566272" y="141351"/>
                </a:moveTo>
                <a:lnTo>
                  <a:pt x="1627351" y="153326"/>
                </a:lnTo>
                <a:moveTo>
                  <a:pt x="327091" y="399759"/>
                </a:moveTo>
                <a:lnTo>
                  <a:pt x="382417" y="408388"/>
                </a:lnTo>
                <a:moveTo>
                  <a:pt x="1919679" y="578052"/>
                </a:moveTo>
                <a:lnTo>
                  <a:pt x="1816346" y="544988"/>
                </a:lnTo>
                <a:moveTo>
                  <a:pt x="2284378" y="445653"/>
                </a:moveTo>
                <a:lnTo>
                  <a:pt x="2232444" y="418600"/>
                </a:lnTo>
                <a:moveTo>
                  <a:pt x="843948" y="547918"/>
                </a:moveTo>
                <a:lnTo>
                  <a:pt x="859027" y="479604"/>
                </a:lnTo>
                <a:moveTo>
                  <a:pt x="2044532" y="292200"/>
                </a:moveTo>
                <a:lnTo>
                  <a:pt x="1939194" y="288841"/>
                </a:lnTo>
                <a:moveTo>
                  <a:pt x="365037" y="384583"/>
                </a:moveTo>
                <a:lnTo>
                  <a:pt x="382417" y="408388"/>
                </a:lnTo>
                <a:moveTo>
                  <a:pt x="1431451" y="397636"/>
                </a:moveTo>
                <a:lnTo>
                  <a:pt x="1468464" y="428159"/>
                </a:lnTo>
                <a:moveTo>
                  <a:pt x="1444855" y="134246"/>
                </a:moveTo>
                <a:lnTo>
                  <a:pt x="1339848" y="190729"/>
                </a:lnTo>
                <a:moveTo>
                  <a:pt x="843948" y="547918"/>
                </a:moveTo>
                <a:lnTo>
                  <a:pt x="905190" y="442023"/>
                </a:lnTo>
                <a:moveTo>
                  <a:pt x="1611755" y="486761"/>
                </a:moveTo>
                <a:lnTo>
                  <a:pt x="1571357" y="467739"/>
                </a:lnTo>
                <a:moveTo>
                  <a:pt x="2266682" y="707906"/>
                </a:moveTo>
                <a:lnTo>
                  <a:pt x="2176681" y="644512"/>
                </a:lnTo>
                <a:moveTo>
                  <a:pt x="365037" y="384583"/>
                </a:moveTo>
                <a:lnTo>
                  <a:pt x="499770" y="415537"/>
                </a:lnTo>
                <a:moveTo>
                  <a:pt x="327091" y="399759"/>
                </a:moveTo>
                <a:lnTo>
                  <a:pt x="255557" y="442612"/>
                </a:lnTo>
                <a:moveTo>
                  <a:pt x="1870853" y="269261"/>
                </a:moveTo>
                <a:lnTo>
                  <a:pt x="1835093" y="267150"/>
                </a:lnTo>
                <a:moveTo>
                  <a:pt x="238643" y="693276"/>
                </a:moveTo>
                <a:lnTo>
                  <a:pt x="156209" y="618958"/>
                </a:lnTo>
                <a:moveTo>
                  <a:pt x="2032891" y="626017"/>
                </a:moveTo>
                <a:lnTo>
                  <a:pt x="2130550" y="639127"/>
                </a:lnTo>
                <a:moveTo>
                  <a:pt x="1672633" y="531308"/>
                </a:moveTo>
                <a:lnTo>
                  <a:pt x="1816346" y="544988"/>
                </a:lnTo>
                <a:moveTo>
                  <a:pt x="837445" y="220403"/>
                </a:moveTo>
                <a:lnTo>
                  <a:pt x="867060" y="329201"/>
                </a:lnTo>
                <a:moveTo>
                  <a:pt x="615284" y="383894"/>
                </a:moveTo>
                <a:lnTo>
                  <a:pt x="712595" y="311504"/>
                </a:lnTo>
                <a:moveTo>
                  <a:pt x="961850" y="440984"/>
                </a:moveTo>
                <a:lnTo>
                  <a:pt x="905190" y="442023"/>
                </a:lnTo>
                <a:moveTo>
                  <a:pt x="1346456" y="354841"/>
                </a:moveTo>
                <a:lnTo>
                  <a:pt x="1331347" y="316716"/>
                </a:lnTo>
                <a:moveTo>
                  <a:pt x="2373815" y="684660"/>
                </a:moveTo>
                <a:lnTo>
                  <a:pt x="2304597" y="656193"/>
                </a:lnTo>
                <a:moveTo>
                  <a:pt x="1695540" y="191816"/>
                </a:moveTo>
                <a:lnTo>
                  <a:pt x="1566272" y="141351"/>
                </a:lnTo>
                <a:moveTo>
                  <a:pt x="343954" y="697032"/>
                </a:moveTo>
                <a:lnTo>
                  <a:pt x="385259" y="663933"/>
                </a:lnTo>
                <a:moveTo>
                  <a:pt x="2147847" y="325535"/>
                </a:moveTo>
                <a:lnTo>
                  <a:pt x="2183033" y="383119"/>
                </a:lnTo>
                <a:moveTo>
                  <a:pt x="875924" y="203404"/>
                </a:moveTo>
                <a:lnTo>
                  <a:pt x="867060" y="329201"/>
                </a:lnTo>
                <a:moveTo>
                  <a:pt x="471500" y="371261"/>
                </a:moveTo>
                <a:lnTo>
                  <a:pt x="522680" y="419091"/>
                </a:lnTo>
                <a:moveTo>
                  <a:pt x="712595" y="311504"/>
                </a:moveTo>
                <a:lnTo>
                  <a:pt x="730596" y="313851"/>
                </a:lnTo>
                <a:moveTo>
                  <a:pt x="1321913" y="351547"/>
                </a:moveTo>
                <a:lnTo>
                  <a:pt x="1331347" y="316716"/>
                </a:lnTo>
                <a:moveTo>
                  <a:pt x="2162902" y="681469"/>
                </a:moveTo>
                <a:lnTo>
                  <a:pt x="2032891" y="626017"/>
                </a:lnTo>
                <a:moveTo>
                  <a:pt x="726501" y="300126"/>
                </a:moveTo>
                <a:lnTo>
                  <a:pt x="730596" y="313851"/>
                </a:lnTo>
                <a:moveTo>
                  <a:pt x="1444855" y="134246"/>
                </a:moveTo>
                <a:lnTo>
                  <a:pt x="1449374" y="132017"/>
                </a:lnTo>
                <a:moveTo>
                  <a:pt x="1797444" y="246058"/>
                </a:moveTo>
                <a:lnTo>
                  <a:pt x="1695540" y="191816"/>
                </a:lnTo>
                <a:moveTo>
                  <a:pt x="1448085" y="133844"/>
                </a:moveTo>
                <a:lnTo>
                  <a:pt x="1444855" y="134246"/>
                </a:lnTo>
                <a:moveTo>
                  <a:pt x="1448085" y="133844"/>
                </a:moveTo>
                <a:lnTo>
                  <a:pt x="1449374" y="132017"/>
                </a:lnTo>
                <a:moveTo>
                  <a:pt x="327091" y="399759"/>
                </a:moveTo>
                <a:lnTo>
                  <a:pt x="365037" y="384583"/>
                </a:lnTo>
                <a:moveTo>
                  <a:pt x="1459251" y="134524"/>
                </a:moveTo>
                <a:lnTo>
                  <a:pt x="1449374" y="132017"/>
                </a:lnTo>
                <a:moveTo>
                  <a:pt x="843948" y="547918"/>
                </a:moveTo>
                <a:lnTo>
                  <a:pt x="961850" y="440984"/>
                </a:lnTo>
                <a:moveTo>
                  <a:pt x="712595" y="311504"/>
                </a:moveTo>
                <a:lnTo>
                  <a:pt x="726501" y="300126"/>
                </a:lnTo>
                <a:moveTo>
                  <a:pt x="1321913" y="351547"/>
                </a:moveTo>
                <a:lnTo>
                  <a:pt x="1346456" y="354841"/>
                </a:lnTo>
                <a:moveTo>
                  <a:pt x="1448085" y="133844"/>
                </a:moveTo>
                <a:lnTo>
                  <a:pt x="1459251" y="134524"/>
                </a:lnTo>
                <a:moveTo>
                  <a:pt x="2266682" y="707906"/>
                </a:moveTo>
                <a:lnTo>
                  <a:pt x="2162902" y="681469"/>
                </a:lnTo>
                <a:moveTo>
                  <a:pt x="471500" y="371261"/>
                </a:moveTo>
                <a:lnTo>
                  <a:pt x="499770" y="415537"/>
                </a:lnTo>
                <a:moveTo>
                  <a:pt x="1870853" y="269261"/>
                </a:moveTo>
                <a:lnTo>
                  <a:pt x="1926040" y="285889"/>
                </a:lnTo>
                <a:moveTo>
                  <a:pt x="748391" y="645928"/>
                </a:moveTo>
                <a:lnTo>
                  <a:pt x="742242" y="645898"/>
                </a:lnTo>
                <a:moveTo>
                  <a:pt x="1534330" y="437445"/>
                </a:moveTo>
                <a:lnTo>
                  <a:pt x="1468464" y="428159"/>
                </a:lnTo>
                <a:moveTo>
                  <a:pt x="1459251" y="134524"/>
                </a:moveTo>
                <a:lnTo>
                  <a:pt x="1566272" y="141351"/>
                </a:lnTo>
                <a:moveTo>
                  <a:pt x="1919679" y="578052"/>
                </a:moveTo>
                <a:lnTo>
                  <a:pt x="2032891" y="626017"/>
                </a:lnTo>
                <a:moveTo>
                  <a:pt x="1870853" y="269261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406740" y="542496"/>
                </a:lnTo>
                <a:moveTo>
                  <a:pt x="700916" y="679304"/>
                </a:moveTo>
                <a:lnTo>
                  <a:pt x="735529" y="658921"/>
                </a:lnTo>
                <a:moveTo>
                  <a:pt x="1672633" y="531308"/>
                </a:moveTo>
                <a:lnTo>
                  <a:pt x="1611755" y="486761"/>
                </a:lnTo>
                <a:moveTo>
                  <a:pt x="748391" y="645928"/>
                </a:moveTo>
                <a:lnTo>
                  <a:pt x="801571" y="551272"/>
                </a:lnTo>
                <a:moveTo>
                  <a:pt x="1553998" y="145958"/>
                </a:moveTo>
                <a:lnTo>
                  <a:pt x="1695540" y="191816"/>
                </a:lnTo>
                <a:moveTo>
                  <a:pt x="1081783" y="307278"/>
                </a:moveTo>
                <a:lnTo>
                  <a:pt x="1084653" y="336154"/>
                </a:lnTo>
                <a:moveTo>
                  <a:pt x="105309" y="604530"/>
                </a:moveTo>
                <a:lnTo>
                  <a:pt x="156209" y="618958"/>
                </a:lnTo>
                <a:moveTo>
                  <a:pt x="471500" y="371261"/>
                </a:moveTo>
                <a:lnTo>
                  <a:pt x="615284" y="383894"/>
                </a:lnTo>
                <a:moveTo>
                  <a:pt x="2373815" y="684660"/>
                </a:moveTo>
                <a:lnTo>
                  <a:pt x="2410079" y="658247"/>
                </a:lnTo>
                <a:moveTo>
                  <a:pt x="1774713" y="582938"/>
                </a:moveTo>
                <a:lnTo>
                  <a:pt x="1816346" y="544988"/>
                </a:lnTo>
                <a:moveTo>
                  <a:pt x="1078886" y="350215"/>
                </a:moveTo>
                <a:lnTo>
                  <a:pt x="1084653" y="336154"/>
                </a:lnTo>
                <a:moveTo>
                  <a:pt x="448892" y="706313"/>
                </a:moveTo>
                <a:lnTo>
                  <a:pt x="385259" y="663933"/>
                </a:lnTo>
                <a:moveTo>
                  <a:pt x="1978252" y="620629"/>
                </a:moveTo>
                <a:lnTo>
                  <a:pt x="1919679" y="578052"/>
                </a:lnTo>
                <a:moveTo>
                  <a:pt x="1900779" y="279109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284378" y="445653"/>
                </a:lnTo>
                <a:moveTo>
                  <a:pt x="748391" y="645928"/>
                </a:moveTo>
                <a:lnTo>
                  <a:pt x="735529" y="658921"/>
                </a:lnTo>
                <a:moveTo>
                  <a:pt x="961850" y="440984"/>
                </a:moveTo>
                <a:lnTo>
                  <a:pt x="1078886" y="350215"/>
                </a:lnTo>
                <a:moveTo>
                  <a:pt x="2020230" y="652357"/>
                </a:moveTo>
                <a:lnTo>
                  <a:pt x="2162902" y="681469"/>
                </a:lnTo>
                <a:moveTo>
                  <a:pt x="2422997" y="533514"/>
                </a:moveTo>
                <a:lnTo>
                  <a:pt x="2406740" y="542496"/>
                </a:lnTo>
                <a:moveTo>
                  <a:pt x="1431451" y="397636"/>
                </a:moveTo>
                <a:lnTo>
                  <a:pt x="1346456" y="354841"/>
                </a:lnTo>
                <a:moveTo>
                  <a:pt x="100396" y="598582"/>
                </a:moveTo>
                <a:lnTo>
                  <a:pt x="156209" y="618958"/>
                </a:lnTo>
                <a:moveTo>
                  <a:pt x="810989" y="612480"/>
                </a:moveTo>
                <a:lnTo>
                  <a:pt x="801571" y="551272"/>
                </a:lnTo>
                <a:moveTo>
                  <a:pt x="169614" y="492406"/>
                </a:moveTo>
                <a:lnTo>
                  <a:pt x="189210" y="508349"/>
                </a:lnTo>
                <a:moveTo>
                  <a:pt x="837445" y="220403"/>
                </a:moveTo>
                <a:lnTo>
                  <a:pt x="726501" y="300126"/>
                </a:lnTo>
                <a:moveTo>
                  <a:pt x="1193797" y="339779"/>
                </a:moveTo>
                <a:lnTo>
                  <a:pt x="1084653" y="336154"/>
                </a:lnTo>
                <a:moveTo>
                  <a:pt x="1978252" y="620629"/>
                </a:moveTo>
                <a:lnTo>
                  <a:pt x="2032891" y="626017"/>
                </a:lnTo>
                <a:moveTo>
                  <a:pt x="169614" y="492406"/>
                </a:moveTo>
                <a:lnTo>
                  <a:pt x="156209" y="618958"/>
                </a:lnTo>
                <a:moveTo>
                  <a:pt x="2147847" y="325535"/>
                </a:moveTo>
                <a:lnTo>
                  <a:pt x="2044532" y="292200"/>
                </a:lnTo>
                <a:moveTo>
                  <a:pt x="1321913" y="351547"/>
                </a:moveTo>
                <a:lnTo>
                  <a:pt x="1193797" y="339779"/>
                </a:lnTo>
                <a:moveTo>
                  <a:pt x="1553998" y="145958"/>
                </a:moveTo>
                <a:lnTo>
                  <a:pt x="1448085" y="133844"/>
                </a:lnTo>
                <a:moveTo>
                  <a:pt x="1553998" y="145958"/>
                </a:moveTo>
                <a:lnTo>
                  <a:pt x="1459251" y="134524"/>
                </a:lnTo>
                <a:moveTo>
                  <a:pt x="1431451" y="397636"/>
                </a:moveTo>
                <a:lnTo>
                  <a:pt x="1321913" y="351547"/>
                </a:lnTo>
                <a:moveTo>
                  <a:pt x="1300662" y="192418"/>
                </a:moveTo>
                <a:lnTo>
                  <a:pt x="1339848" y="190729"/>
                </a:lnTo>
                <a:moveTo>
                  <a:pt x="1553998" y="145958"/>
                </a:moveTo>
                <a:lnTo>
                  <a:pt x="1566272" y="141351"/>
                </a:lnTo>
                <a:moveTo>
                  <a:pt x="215708" y="454131"/>
                </a:moveTo>
                <a:lnTo>
                  <a:pt x="189210" y="508349"/>
                </a:lnTo>
                <a:moveTo>
                  <a:pt x="1081783" y="307278"/>
                </a:moveTo>
                <a:lnTo>
                  <a:pt x="1193797" y="339779"/>
                </a:lnTo>
                <a:moveTo>
                  <a:pt x="2484192" y="646838"/>
                </a:moveTo>
                <a:lnTo>
                  <a:pt x="2410079" y="658247"/>
                </a:lnTo>
                <a:moveTo>
                  <a:pt x="471500" y="371261"/>
                </a:moveTo>
                <a:lnTo>
                  <a:pt x="365037" y="384583"/>
                </a:lnTo>
                <a:moveTo>
                  <a:pt x="1534330" y="437445"/>
                </a:moveTo>
                <a:lnTo>
                  <a:pt x="1571357" y="467739"/>
                </a:lnTo>
                <a:moveTo>
                  <a:pt x="2481734" y="649772"/>
                </a:moveTo>
                <a:lnTo>
                  <a:pt x="2410079" y="658247"/>
                </a:lnTo>
                <a:moveTo>
                  <a:pt x="1189872" y="269865"/>
                </a:moveTo>
                <a:lnTo>
                  <a:pt x="1321913" y="351547"/>
                </a:lnTo>
                <a:moveTo>
                  <a:pt x="343954" y="697032"/>
                </a:moveTo>
                <a:lnTo>
                  <a:pt x="238643" y="693276"/>
                </a:lnTo>
                <a:moveTo>
                  <a:pt x="2020230" y="652357"/>
                </a:moveTo>
                <a:lnTo>
                  <a:pt x="2032891" y="626017"/>
                </a:lnTo>
                <a:moveTo>
                  <a:pt x="238643" y="693276"/>
                </a:moveTo>
                <a:lnTo>
                  <a:pt x="105309" y="604530"/>
                </a:lnTo>
                <a:moveTo>
                  <a:pt x="215708" y="454131"/>
                </a:moveTo>
                <a:lnTo>
                  <a:pt x="255557" y="442612"/>
                </a:lnTo>
                <a:moveTo>
                  <a:pt x="1656632" y="189383"/>
                </a:moveTo>
                <a:lnTo>
                  <a:pt x="1695540" y="191816"/>
                </a:lnTo>
                <a:moveTo>
                  <a:pt x="1189872" y="269865"/>
                </a:moveTo>
                <a:lnTo>
                  <a:pt x="1081783" y="307278"/>
                </a:lnTo>
                <a:moveTo>
                  <a:pt x="448892" y="706313"/>
                </a:moveTo>
                <a:lnTo>
                  <a:pt x="490891" y="662931"/>
                </a:lnTo>
                <a:moveTo>
                  <a:pt x="1183785" y="360075"/>
                </a:moveTo>
                <a:lnTo>
                  <a:pt x="1084653" y="336154"/>
                </a:lnTo>
                <a:moveTo>
                  <a:pt x="2484192" y="646838"/>
                </a:moveTo>
                <a:lnTo>
                  <a:pt x="2406740" y="542496"/>
                </a:lnTo>
                <a:moveTo>
                  <a:pt x="1774713" y="582938"/>
                </a:moveTo>
                <a:lnTo>
                  <a:pt x="1919679" y="578052"/>
                </a:lnTo>
                <a:moveTo>
                  <a:pt x="2005430" y="292637"/>
                </a:moveTo>
                <a:lnTo>
                  <a:pt x="1939194" y="288841"/>
                </a:lnTo>
                <a:moveTo>
                  <a:pt x="1187189" y="222625"/>
                </a:moveTo>
                <a:lnTo>
                  <a:pt x="1081783" y="307278"/>
                </a:lnTo>
                <a:moveTo>
                  <a:pt x="2020230" y="652357"/>
                </a:moveTo>
                <a:lnTo>
                  <a:pt x="1978252" y="620629"/>
                </a:lnTo>
                <a:moveTo>
                  <a:pt x="217600" y="723823"/>
                </a:moveTo>
                <a:lnTo>
                  <a:pt x="238643" y="693276"/>
                </a:lnTo>
                <a:moveTo>
                  <a:pt x="2121616" y="714281"/>
                </a:moveTo>
                <a:lnTo>
                  <a:pt x="2162902" y="681469"/>
                </a:lnTo>
                <a:moveTo>
                  <a:pt x="837445" y="220403"/>
                </a:moveTo>
                <a:lnTo>
                  <a:pt x="875924" y="203404"/>
                </a:lnTo>
                <a:moveTo>
                  <a:pt x="99313" y="614635"/>
                </a:moveTo>
                <a:lnTo>
                  <a:pt x="238643" y="693276"/>
                </a:lnTo>
                <a:moveTo>
                  <a:pt x="1870853" y="269261"/>
                </a:moveTo>
                <a:lnTo>
                  <a:pt x="1797444" y="246058"/>
                </a:lnTo>
                <a:moveTo>
                  <a:pt x="1408846" y="153601"/>
                </a:moveTo>
                <a:lnTo>
                  <a:pt x="1339848" y="190729"/>
                </a:lnTo>
                <a:moveTo>
                  <a:pt x="337133" y="388954"/>
                </a:moveTo>
                <a:lnTo>
                  <a:pt x="327091" y="399759"/>
                </a:lnTo>
                <a:moveTo>
                  <a:pt x="1183785" y="360075"/>
                </a:moveTo>
                <a:lnTo>
                  <a:pt x="1078886" y="350215"/>
                </a:lnTo>
                <a:moveTo>
                  <a:pt x="1189872" y="26986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961850" y="440984"/>
                </a:lnTo>
                <a:moveTo>
                  <a:pt x="810989" y="612480"/>
                </a:moveTo>
                <a:lnTo>
                  <a:pt x="843948" y="547918"/>
                </a:lnTo>
                <a:moveTo>
                  <a:pt x="2373815" y="684660"/>
                </a:moveTo>
                <a:lnTo>
                  <a:pt x="2266682" y="707906"/>
                </a:lnTo>
                <a:moveTo>
                  <a:pt x="1611205" y="471185"/>
                </a:moveTo>
                <a:lnTo>
                  <a:pt x="1571357" y="467739"/>
                </a:lnTo>
                <a:moveTo>
                  <a:pt x="1774713" y="582938"/>
                </a:moveTo>
                <a:lnTo>
                  <a:pt x="1672633" y="531308"/>
                </a:lnTo>
                <a:moveTo>
                  <a:pt x="337133" y="388954"/>
                </a:moveTo>
                <a:lnTo>
                  <a:pt x="365037" y="384583"/>
                </a:lnTo>
                <a:moveTo>
                  <a:pt x="2422997" y="533514"/>
                </a:moveTo>
                <a:lnTo>
                  <a:pt x="2385502" y="511461"/>
                </a:lnTo>
                <a:moveTo>
                  <a:pt x="325518" y="391201"/>
                </a:moveTo>
                <a:lnTo>
                  <a:pt x="255557" y="442612"/>
                </a:lnTo>
                <a:moveTo>
                  <a:pt x="1183785" y="36007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1078886" y="350215"/>
                </a:lnTo>
                <a:moveTo>
                  <a:pt x="650749" y="294747"/>
                </a:moveTo>
                <a:lnTo>
                  <a:pt x="712595" y="311504"/>
                </a:lnTo>
                <a:moveTo>
                  <a:pt x="1881836" y="604405"/>
                </a:moveTo>
                <a:lnTo>
                  <a:pt x="1919679" y="578052"/>
                </a:lnTo>
                <a:moveTo>
                  <a:pt x="1861510" y="602815"/>
                </a:moveTo>
                <a:lnTo>
                  <a:pt x="1919679" y="578052"/>
                </a:lnTo>
                <a:moveTo>
                  <a:pt x="1611205" y="471185"/>
                </a:moveTo>
                <a:lnTo>
                  <a:pt x="1611755" y="486761"/>
                </a:lnTo>
                <a:moveTo>
                  <a:pt x="1187189" y="222625"/>
                </a:moveTo>
                <a:lnTo>
                  <a:pt x="1189872" y="269865"/>
                </a:lnTo>
                <a:moveTo>
                  <a:pt x="552678" y="732679"/>
                </a:moveTo>
                <a:lnTo>
                  <a:pt x="490891" y="662931"/>
                </a:lnTo>
                <a:moveTo>
                  <a:pt x="2005430" y="292637"/>
                </a:moveTo>
                <a:lnTo>
                  <a:pt x="2044532" y="292200"/>
                </a:lnTo>
                <a:moveTo>
                  <a:pt x="923143" y="538690"/>
                </a:moveTo>
                <a:lnTo>
                  <a:pt x="843948" y="547918"/>
                </a:lnTo>
                <a:moveTo>
                  <a:pt x="1408846" y="153601"/>
                </a:moveTo>
                <a:lnTo>
                  <a:pt x="1444855" y="134246"/>
                </a:lnTo>
                <a:moveTo>
                  <a:pt x="1758250" y="247871"/>
                </a:moveTo>
                <a:lnTo>
                  <a:pt x="1695540" y="191816"/>
                </a:lnTo>
                <a:moveTo>
                  <a:pt x="689780" y="265282"/>
                </a:moveTo>
                <a:lnTo>
                  <a:pt x="712595" y="311504"/>
                </a:lnTo>
                <a:moveTo>
                  <a:pt x="325518" y="391201"/>
                </a:moveTo>
                <a:lnTo>
                  <a:pt x="327091" y="399759"/>
                </a:lnTo>
                <a:moveTo>
                  <a:pt x="921214" y="543401"/>
                </a:moveTo>
                <a:lnTo>
                  <a:pt x="843948" y="547918"/>
                </a:lnTo>
                <a:moveTo>
                  <a:pt x="689780" y="265282"/>
                </a:moveTo>
                <a:lnTo>
                  <a:pt x="726501" y="300126"/>
                </a:lnTo>
                <a:moveTo>
                  <a:pt x="1408846" y="153601"/>
                </a:moveTo>
                <a:lnTo>
                  <a:pt x="1448085" y="133844"/>
                </a:lnTo>
                <a:moveTo>
                  <a:pt x="1286685" y="399571"/>
                </a:moveTo>
                <a:lnTo>
                  <a:pt x="1321913" y="351547"/>
                </a:lnTo>
                <a:moveTo>
                  <a:pt x="1534330" y="437445"/>
                </a:moveTo>
                <a:lnTo>
                  <a:pt x="1431451" y="397636"/>
                </a:lnTo>
                <a:moveTo>
                  <a:pt x="217600" y="723823"/>
                </a:moveTo>
                <a:lnTo>
                  <a:pt x="343954" y="697032"/>
                </a:lnTo>
                <a:moveTo>
                  <a:pt x="2226640" y="722292"/>
                </a:moveTo>
                <a:lnTo>
                  <a:pt x="2162902" y="681469"/>
                </a:lnTo>
                <a:moveTo>
                  <a:pt x="96830" y="602249"/>
                </a:moveTo>
                <a:lnTo>
                  <a:pt x="105309" y="604530"/>
                </a:lnTo>
                <a:moveTo>
                  <a:pt x="923143" y="538690"/>
                </a:moveTo>
                <a:lnTo>
                  <a:pt x="961850" y="440984"/>
                </a:lnTo>
                <a:moveTo>
                  <a:pt x="100396" y="598582"/>
                </a:moveTo>
                <a:lnTo>
                  <a:pt x="105309" y="604530"/>
                </a:lnTo>
                <a:moveTo>
                  <a:pt x="99313" y="614635"/>
                </a:moveTo>
                <a:lnTo>
                  <a:pt x="105309" y="604530"/>
                </a:lnTo>
                <a:moveTo>
                  <a:pt x="1900779" y="279109"/>
                </a:moveTo>
                <a:lnTo>
                  <a:pt x="1870853" y="269261"/>
                </a:lnTo>
                <a:moveTo>
                  <a:pt x="748391" y="645928"/>
                </a:moveTo>
                <a:lnTo>
                  <a:pt x="700916" y="679304"/>
                </a:lnTo>
                <a:moveTo>
                  <a:pt x="1656632" y="189383"/>
                </a:moveTo>
                <a:lnTo>
                  <a:pt x="1553998" y="145958"/>
                </a:lnTo>
                <a:moveTo>
                  <a:pt x="1881836" y="604405"/>
                </a:moveTo>
                <a:lnTo>
                  <a:pt x="1978252" y="620629"/>
                </a:lnTo>
                <a:moveTo>
                  <a:pt x="2348758" y="476958"/>
                </a:moveTo>
                <a:lnTo>
                  <a:pt x="2284378" y="445653"/>
                </a:lnTo>
                <a:moveTo>
                  <a:pt x="96830" y="602249"/>
                </a:moveTo>
                <a:lnTo>
                  <a:pt x="100396" y="598582"/>
                </a:lnTo>
                <a:moveTo>
                  <a:pt x="99313" y="614635"/>
                </a:moveTo>
                <a:lnTo>
                  <a:pt x="96830" y="602249"/>
                </a:lnTo>
                <a:moveTo>
                  <a:pt x="99313" y="614635"/>
                </a:moveTo>
                <a:lnTo>
                  <a:pt x="217600" y="723823"/>
                </a:lnTo>
                <a:moveTo>
                  <a:pt x="1057535" y="438833"/>
                </a:moveTo>
                <a:lnTo>
                  <a:pt x="1183785" y="360075"/>
                </a:lnTo>
                <a:moveTo>
                  <a:pt x="1611205" y="471185"/>
                </a:moveTo>
                <a:lnTo>
                  <a:pt x="1672633" y="531308"/>
                </a:lnTo>
                <a:moveTo>
                  <a:pt x="448892" y="706313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93797" y="339779"/>
                </a:lnTo>
                <a:moveTo>
                  <a:pt x="1286685" y="399571"/>
                </a:moveTo>
                <a:lnTo>
                  <a:pt x="1431451" y="397636"/>
                </a:lnTo>
                <a:moveTo>
                  <a:pt x="169614" y="492406"/>
                </a:moveTo>
                <a:lnTo>
                  <a:pt x="100396" y="598582"/>
                </a:lnTo>
                <a:moveTo>
                  <a:pt x="689780" y="265282"/>
                </a:moveTo>
                <a:lnTo>
                  <a:pt x="837445" y="220403"/>
                </a:lnTo>
                <a:moveTo>
                  <a:pt x="2121616" y="714281"/>
                </a:moveTo>
                <a:lnTo>
                  <a:pt x="2020230" y="652357"/>
                </a:lnTo>
                <a:moveTo>
                  <a:pt x="2422997" y="533514"/>
                </a:moveTo>
                <a:lnTo>
                  <a:pt x="2484192" y="646838"/>
                </a:lnTo>
                <a:moveTo>
                  <a:pt x="809791" y="190305"/>
                </a:moveTo>
                <a:lnTo>
                  <a:pt x="837445" y="220403"/>
                </a:lnTo>
                <a:moveTo>
                  <a:pt x="1636467" y="488231"/>
                </a:moveTo>
                <a:lnTo>
                  <a:pt x="1672633" y="531308"/>
                </a:lnTo>
                <a:moveTo>
                  <a:pt x="2482264" y="641917"/>
                </a:moveTo>
                <a:lnTo>
                  <a:pt x="2422997" y="533514"/>
                </a:lnTo>
                <a:moveTo>
                  <a:pt x="2020230" y="652357"/>
                </a:moveTo>
                <a:lnTo>
                  <a:pt x="1881836" y="604405"/>
                </a:lnTo>
                <a:moveTo>
                  <a:pt x="2108507" y="329503"/>
                </a:moveTo>
                <a:lnTo>
                  <a:pt x="2044532" y="292200"/>
                </a:lnTo>
                <a:moveTo>
                  <a:pt x="1408846" y="153601"/>
                </a:moveTo>
                <a:lnTo>
                  <a:pt x="1553998" y="145958"/>
                </a:lnTo>
                <a:moveTo>
                  <a:pt x="93004" y="599248"/>
                </a:moveTo>
                <a:lnTo>
                  <a:pt x="96830" y="602249"/>
                </a:lnTo>
                <a:moveTo>
                  <a:pt x="93004" y="599248"/>
                </a:moveTo>
                <a:lnTo>
                  <a:pt x="100396" y="598582"/>
                </a:lnTo>
                <a:moveTo>
                  <a:pt x="748391" y="645928"/>
                </a:moveTo>
                <a:lnTo>
                  <a:pt x="810989" y="612480"/>
                </a:lnTo>
                <a:moveTo>
                  <a:pt x="99313" y="614635"/>
                </a:moveTo>
                <a:lnTo>
                  <a:pt x="93004" y="599248"/>
                </a:lnTo>
                <a:moveTo>
                  <a:pt x="2481734" y="649772"/>
                </a:moveTo>
                <a:lnTo>
                  <a:pt x="2373815" y="684660"/>
                </a:lnTo>
                <a:moveTo>
                  <a:pt x="1758250" y="247871"/>
                </a:moveTo>
                <a:lnTo>
                  <a:pt x="1797444" y="246058"/>
                </a:lnTo>
                <a:moveTo>
                  <a:pt x="809791" y="190305"/>
                </a:moveTo>
                <a:lnTo>
                  <a:pt x="875924" y="203404"/>
                </a:lnTo>
                <a:moveTo>
                  <a:pt x="1878647" y="607110"/>
                </a:moveTo>
                <a:lnTo>
                  <a:pt x="2020230" y="652357"/>
                </a:lnTo>
                <a:moveTo>
                  <a:pt x="1765963" y="251675"/>
                </a:moveTo>
                <a:lnTo>
                  <a:pt x="1797444" y="246058"/>
                </a:lnTo>
                <a:moveTo>
                  <a:pt x="2226640" y="722292"/>
                </a:moveTo>
                <a:lnTo>
                  <a:pt x="2266682" y="707906"/>
                </a:lnTo>
                <a:moveTo>
                  <a:pt x="126183" y="714060"/>
                </a:moveTo>
                <a:lnTo>
                  <a:pt x="217600" y="723823"/>
                </a:lnTo>
                <a:moveTo>
                  <a:pt x="169614" y="492406"/>
                </a:moveTo>
                <a:lnTo>
                  <a:pt x="215708" y="454131"/>
                </a:lnTo>
                <a:moveTo>
                  <a:pt x="431733" y="381565"/>
                </a:moveTo>
                <a:lnTo>
                  <a:pt x="365037" y="384583"/>
                </a:lnTo>
                <a:moveTo>
                  <a:pt x="126183" y="714060"/>
                </a:moveTo>
                <a:lnTo>
                  <a:pt x="99313" y="614635"/>
                </a:lnTo>
                <a:moveTo>
                  <a:pt x="320140" y="724615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83785" y="360075"/>
                </a:lnTo>
                <a:moveTo>
                  <a:pt x="1861510" y="602815"/>
                </a:moveTo>
                <a:lnTo>
                  <a:pt x="1774713" y="582938"/>
                </a:lnTo>
                <a:moveTo>
                  <a:pt x="2005430" y="292637"/>
                </a:moveTo>
                <a:lnTo>
                  <a:pt x="1900779" y="279109"/>
                </a:lnTo>
                <a:moveTo>
                  <a:pt x="2348758" y="476958"/>
                </a:moveTo>
                <a:lnTo>
                  <a:pt x="2385502" y="511461"/>
                </a:lnTo>
                <a:moveTo>
                  <a:pt x="320140" y="724615"/>
                </a:moveTo>
                <a:lnTo>
                  <a:pt x="217600" y="723823"/>
                </a:lnTo>
                <a:moveTo>
                  <a:pt x="801262" y="177586"/>
                </a:moveTo>
                <a:lnTo>
                  <a:pt x="875924" y="203404"/>
                </a:lnTo>
                <a:moveTo>
                  <a:pt x="2482264" y="641917"/>
                </a:moveTo>
                <a:lnTo>
                  <a:pt x="2484192" y="646838"/>
                </a:lnTo>
                <a:moveTo>
                  <a:pt x="1159987" y="439587"/>
                </a:moveTo>
                <a:lnTo>
                  <a:pt x="1183785" y="360075"/>
                </a:lnTo>
                <a:moveTo>
                  <a:pt x="1390224" y="429583"/>
                </a:moveTo>
                <a:lnTo>
                  <a:pt x="1431451" y="397636"/>
                </a:lnTo>
                <a:moveTo>
                  <a:pt x="2481734" y="649772"/>
                </a:moveTo>
                <a:lnTo>
                  <a:pt x="2484192" y="646838"/>
                </a:lnTo>
                <a:moveTo>
                  <a:pt x="923143" y="538690"/>
                </a:moveTo>
                <a:lnTo>
                  <a:pt x="1057535" y="438833"/>
                </a:lnTo>
                <a:moveTo>
                  <a:pt x="1408846" y="153601"/>
                </a:moveTo>
                <a:lnTo>
                  <a:pt x="1300662" y="192418"/>
                </a:lnTo>
                <a:moveTo>
                  <a:pt x="1515304" y="140360"/>
                </a:moveTo>
                <a:lnTo>
                  <a:pt x="1553998" y="145958"/>
                </a:lnTo>
                <a:moveTo>
                  <a:pt x="1765963" y="251675"/>
                </a:moveTo>
                <a:lnTo>
                  <a:pt x="1870853" y="269261"/>
                </a:lnTo>
                <a:moveTo>
                  <a:pt x="195721" y="750336"/>
                </a:moveTo>
                <a:lnTo>
                  <a:pt x="217600" y="723823"/>
                </a:lnTo>
                <a:moveTo>
                  <a:pt x="2506355" y="646365"/>
                </a:moveTo>
                <a:lnTo>
                  <a:pt x="2484192" y="646838"/>
                </a:lnTo>
                <a:moveTo>
                  <a:pt x="1611205" y="471185"/>
                </a:moveTo>
                <a:lnTo>
                  <a:pt x="1534330" y="437445"/>
                </a:lnTo>
                <a:moveTo>
                  <a:pt x="1738417" y="541795"/>
                </a:moveTo>
                <a:lnTo>
                  <a:pt x="1672633" y="531308"/>
                </a:lnTo>
                <a:moveTo>
                  <a:pt x="2108507" y="329503"/>
                </a:moveTo>
                <a:lnTo>
                  <a:pt x="2147847" y="325535"/>
                </a:lnTo>
                <a:moveTo>
                  <a:pt x="2333734" y="699613"/>
                </a:moveTo>
                <a:lnTo>
                  <a:pt x="2266682" y="707906"/>
                </a:lnTo>
                <a:moveTo>
                  <a:pt x="1159987" y="439587"/>
                </a:moveTo>
                <a:lnTo>
                  <a:pt x="1057535" y="438833"/>
                </a:lnTo>
                <a:moveTo>
                  <a:pt x="2506355" y="646365"/>
                </a:moveTo>
                <a:lnTo>
                  <a:pt x="2482264" y="641917"/>
                </a:lnTo>
                <a:moveTo>
                  <a:pt x="2506355" y="646365"/>
                </a:moveTo>
                <a:lnTo>
                  <a:pt x="2481734" y="649772"/>
                </a:lnTo>
                <a:moveTo>
                  <a:pt x="431733" y="381565"/>
                </a:moveTo>
                <a:lnTo>
                  <a:pt x="471500" y="371261"/>
                </a:lnTo>
                <a:moveTo>
                  <a:pt x="921214" y="543401"/>
                </a:moveTo>
                <a:lnTo>
                  <a:pt x="810989" y="612480"/>
                </a:lnTo>
                <a:moveTo>
                  <a:pt x="325518" y="391201"/>
                </a:moveTo>
                <a:lnTo>
                  <a:pt x="337133" y="388954"/>
                </a:lnTo>
                <a:moveTo>
                  <a:pt x="325518" y="391201"/>
                </a:moveTo>
                <a:lnTo>
                  <a:pt x="215708" y="454131"/>
                </a:lnTo>
                <a:moveTo>
                  <a:pt x="1765963" y="251675"/>
                </a:moveTo>
                <a:lnTo>
                  <a:pt x="1900779" y="279109"/>
                </a:lnTo>
                <a:moveTo>
                  <a:pt x="320140" y="724615"/>
                </a:moveTo>
                <a:lnTo>
                  <a:pt x="448892" y="706313"/>
                </a:lnTo>
                <a:moveTo>
                  <a:pt x="1981084" y="653458"/>
                </a:moveTo>
                <a:lnTo>
                  <a:pt x="2020230" y="652357"/>
                </a:lnTo>
                <a:moveTo>
                  <a:pt x="1861510" y="602815"/>
                </a:moveTo>
                <a:lnTo>
                  <a:pt x="1881836" y="604405"/>
                </a:lnTo>
                <a:moveTo>
                  <a:pt x="650749" y="294747"/>
                </a:moveTo>
                <a:lnTo>
                  <a:pt x="689780" y="265282"/>
                </a:lnTo>
                <a:moveTo>
                  <a:pt x="1868670" y="598754"/>
                </a:moveTo>
                <a:lnTo>
                  <a:pt x="1774713" y="582938"/>
                </a:lnTo>
                <a:moveTo>
                  <a:pt x="2422229" y="517934"/>
                </a:moveTo>
                <a:lnTo>
                  <a:pt x="2385502" y="511461"/>
                </a:lnTo>
                <a:moveTo>
                  <a:pt x="1878647" y="607110"/>
                </a:moveTo>
                <a:lnTo>
                  <a:pt x="1881836" y="604405"/>
                </a:lnTo>
                <a:moveTo>
                  <a:pt x="788556" y="638463"/>
                </a:moveTo>
                <a:lnTo>
                  <a:pt x="748391" y="645928"/>
                </a:lnTo>
                <a:moveTo>
                  <a:pt x="1878647" y="607110"/>
                </a:moveTo>
                <a:lnTo>
                  <a:pt x="1861510" y="602815"/>
                </a:lnTo>
                <a:moveTo>
                  <a:pt x="1758250" y="247871"/>
                </a:moveTo>
                <a:lnTo>
                  <a:pt x="1656632" y="189383"/>
                </a:lnTo>
                <a:moveTo>
                  <a:pt x="195721" y="750336"/>
                </a:moveTo>
                <a:lnTo>
                  <a:pt x="126183" y="714060"/>
                </a:lnTo>
                <a:moveTo>
                  <a:pt x="689780" y="265282"/>
                </a:moveTo>
                <a:lnTo>
                  <a:pt x="809791" y="190305"/>
                </a:lnTo>
                <a:moveTo>
                  <a:pt x="552678" y="732679"/>
                </a:moveTo>
                <a:lnTo>
                  <a:pt x="448892" y="706313"/>
                </a:lnTo>
                <a:moveTo>
                  <a:pt x="386243" y="385333"/>
                </a:moveTo>
                <a:lnTo>
                  <a:pt x="337133" y="388954"/>
                </a:lnTo>
                <a:moveTo>
                  <a:pt x="1494992" y="441391"/>
                </a:moveTo>
                <a:lnTo>
                  <a:pt x="1431451" y="397636"/>
                </a:lnTo>
                <a:moveTo>
                  <a:pt x="1028977" y="510821"/>
                </a:moveTo>
                <a:lnTo>
                  <a:pt x="1057535" y="438833"/>
                </a:lnTo>
                <a:moveTo>
                  <a:pt x="921214" y="543401"/>
                </a:moveTo>
                <a:lnTo>
                  <a:pt x="923143" y="538690"/>
                </a:lnTo>
                <a:moveTo>
                  <a:pt x="2169927" y="386265"/>
                </a:moveTo>
                <a:lnTo>
                  <a:pt x="2147847" y="325535"/>
                </a:lnTo>
                <a:moveTo>
                  <a:pt x="657999" y="736279"/>
                </a:moveTo>
                <a:lnTo>
                  <a:pt x="700916" y="679304"/>
                </a:lnTo>
                <a:moveTo>
                  <a:pt x="1159987" y="439587"/>
                </a:moveTo>
                <a:lnTo>
                  <a:pt x="1286685" y="399571"/>
                </a:lnTo>
                <a:moveTo>
                  <a:pt x="934956" y="538276"/>
                </a:moveTo>
                <a:lnTo>
                  <a:pt x="923143" y="538690"/>
                </a:lnTo>
                <a:moveTo>
                  <a:pt x="2422229" y="517934"/>
                </a:moveTo>
                <a:lnTo>
                  <a:pt x="2422997" y="533514"/>
                </a:lnTo>
                <a:moveTo>
                  <a:pt x="2226640" y="722292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53998" y="145958"/>
                </a:lnTo>
                <a:moveTo>
                  <a:pt x="301082" y="753352"/>
                </a:moveTo>
                <a:lnTo>
                  <a:pt x="217600" y="723823"/>
                </a:lnTo>
                <a:moveTo>
                  <a:pt x="2333734" y="699613"/>
                </a:moveTo>
                <a:lnTo>
                  <a:pt x="2373815" y="684660"/>
                </a:lnTo>
                <a:moveTo>
                  <a:pt x="788556" y="638463"/>
                </a:moveTo>
                <a:lnTo>
                  <a:pt x="810989" y="612480"/>
                </a:lnTo>
                <a:moveTo>
                  <a:pt x="189473" y="483117"/>
                </a:moveTo>
                <a:lnTo>
                  <a:pt x="169614" y="492406"/>
                </a:lnTo>
                <a:moveTo>
                  <a:pt x="934956" y="538276"/>
                </a:moveTo>
                <a:lnTo>
                  <a:pt x="921214" y="543401"/>
                </a:lnTo>
                <a:moveTo>
                  <a:pt x="431733" y="381565"/>
                </a:moveTo>
                <a:lnTo>
                  <a:pt x="337133" y="388954"/>
                </a:lnTo>
                <a:moveTo>
                  <a:pt x="1636467" y="488231"/>
                </a:moveTo>
                <a:lnTo>
                  <a:pt x="1611205" y="471185"/>
                </a:lnTo>
                <a:moveTo>
                  <a:pt x="1738417" y="541795"/>
                </a:moveTo>
                <a:lnTo>
                  <a:pt x="1774713" y="582938"/>
                </a:lnTo>
                <a:moveTo>
                  <a:pt x="791361" y="186210"/>
                </a:moveTo>
                <a:lnTo>
                  <a:pt x="689780" y="265282"/>
                </a:lnTo>
                <a:moveTo>
                  <a:pt x="189473" y="483117"/>
                </a:moveTo>
                <a:lnTo>
                  <a:pt x="215708" y="454131"/>
                </a:lnTo>
                <a:moveTo>
                  <a:pt x="1868670" y="598754"/>
                </a:moveTo>
                <a:lnTo>
                  <a:pt x="1861510" y="602815"/>
                </a:lnTo>
                <a:moveTo>
                  <a:pt x="75443" y="586272"/>
                </a:moveTo>
                <a:lnTo>
                  <a:pt x="100396" y="598582"/>
                </a:lnTo>
                <a:moveTo>
                  <a:pt x="791361" y="186210"/>
                </a:moveTo>
                <a:lnTo>
                  <a:pt x="809791" y="190305"/>
                </a:lnTo>
                <a:moveTo>
                  <a:pt x="1860139" y="302337"/>
                </a:moveTo>
                <a:lnTo>
                  <a:pt x="1900779" y="279109"/>
                </a:lnTo>
                <a:moveTo>
                  <a:pt x="75443" y="586272"/>
                </a:moveTo>
                <a:lnTo>
                  <a:pt x="99313" y="614635"/>
                </a:lnTo>
                <a:moveTo>
                  <a:pt x="801262" y="177586"/>
                </a:moveTo>
                <a:lnTo>
                  <a:pt x="809791" y="190305"/>
                </a:lnTo>
                <a:moveTo>
                  <a:pt x="674435" y="289748"/>
                </a:moveTo>
                <a:lnTo>
                  <a:pt x="650749" y="294747"/>
                </a:lnTo>
                <a:moveTo>
                  <a:pt x="2083355" y="702260"/>
                </a:moveTo>
                <a:lnTo>
                  <a:pt x="2020230" y="652357"/>
                </a:lnTo>
                <a:moveTo>
                  <a:pt x="1878647" y="607110"/>
                </a:moveTo>
                <a:lnTo>
                  <a:pt x="1868670" y="598754"/>
                </a:lnTo>
                <a:moveTo>
                  <a:pt x="1390224" y="429583"/>
                </a:moveTo>
                <a:lnTo>
                  <a:pt x="1286685" y="399571"/>
                </a:lnTo>
                <a:moveTo>
                  <a:pt x="75443" y="586272"/>
                </a:moveTo>
                <a:lnTo>
                  <a:pt x="169614" y="492406"/>
                </a:lnTo>
                <a:moveTo>
                  <a:pt x="325518" y="391201"/>
                </a:moveTo>
                <a:lnTo>
                  <a:pt x="386243" y="385333"/>
                </a:lnTo>
                <a:moveTo>
                  <a:pt x="1268890" y="443109"/>
                </a:moveTo>
                <a:lnTo>
                  <a:pt x="1286685" y="399571"/>
                </a:lnTo>
                <a:moveTo>
                  <a:pt x="674435" y="289748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00916" y="679304"/>
                </a:lnTo>
                <a:moveTo>
                  <a:pt x="1515304" y="140360"/>
                </a:moveTo>
                <a:lnTo>
                  <a:pt x="1408846" y="153601"/>
                </a:lnTo>
                <a:moveTo>
                  <a:pt x="2108507" y="329503"/>
                </a:moveTo>
                <a:lnTo>
                  <a:pt x="2005430" y="292637"/>
                </a:lnTo>
                <a:moveTo>
                  <a:pt x="1028977" y="510821"/>
                </a:moveTo>
                <a:lnTo>
                  <a:pt x="923143" y="538690"/>
                </a:lnTo>
                <a:moveTo>
                  <a:pt x="418988" y="723821"/>
                </a:moveTo>
                <a:lnTo>
                  <a:pt x="448892" y="706313"/>
                </a:lnTo>
                <a:moveTo>
                  <a:pt x="75443" y="586272"/>
                </a:moveTo>
                <a:lnTo>
                  <a:pt x="93004" y="599248"/>
                </a:lnTo>
                <a:moveTo>
                  <a:pt x="1133088" y="532360"/>
                </a:moveTo>
                <a:lnTo>
                  <a:pt x="1057535" y="438833"/>
                </a:lnTo>
                <a:moveTo>
                  <a:pt x="1981084" y="653458"/>
                </a:moveTo>
                <a:lnTo>
                  <a:pt x="1878647" y="607110"/>
                </a:lnTo>
                <a:moveTo>
                  <a:pt x="1765963" y="251675"/>
                </a:moveTo>
                <a:lnTo>
                  <a:pt x="1758250" y="247871"/>
                </a:lnTo>
                <a:moveTo>
                  <a:pt x="1494992" y="441391"/>
                </a:moveTo>
                <a:lnTo>
                  <a:pt x="1534330" y="437445"/>
                </a:lnTo>
                <a:moveTo>
                  <a:pt x="1614024" y="461582"/>
                </a:moveTo>
                <a:lnTo>
                  <a:pt x="1534330" y="437445"/>
                </a:lnTo>
                <a:moveTo>
                  <a:pt x="2422229" y="517934"/>
                </a:moveTo>
                <a:lnTo>
                  <a:pt x="2482264" y="641917"/>
                </a:lnTo>
                <a:moveTo>
                  <a:pt x="2440189" y="686417"/>
                </a:moveTo>
                <a:lnTo>
                  <a:pt x="2373815" y="684660"/>
                </a:lnTo>
                <a:moveTo>
                  <a:pt x="791361" y="186210"/>
                </a:moveTo>
                <a:lnTo>
                  <a:pt x="801262" y="177586"/>
                </a:lnTo>
                <a:moveTo>
                  <a:pt x="934956" y="538276"/>
                </a:moveTo>
                <a:lnTo>
                  <a:pt x="1028977" y="510821"/>
                </a:lnTo>
                <a:moveTo>
                  <a:pt x="767379" y="679741"/>
                </a:moveTo>
                <a:lnTo>
                  <a:pt x="748391" y="645928"/>
                </a:lnTo>
                <a:moveTo>
                  <a:pt x="75443" y="586272"/>
                </a:moveTo>
                <a:lnTo>
                  <a:pt x="126183" y="714060"/>
                </a:lnTo>
                <a:moveTo>
                  <a:pt x="1268890" y="443109"/>
                </a:moveTo>
                <a:lnTo>
                  <a:pt x="1159987" y="439587"/>
                </a:lnTo>
                <a:moveTo>
                  <a:pt x="1619405" y="162053"/>
                </a:moveTo>
                <a:lnTo>
                  <a:pt x="1656632" y="189383"/>
                </a:lnTo>
                <a:moveTo>
                  <a:pt x="172917" y="509253"/>
                </a:moveTo>
                <a:lnTo>
                  <a:pt x="169614" y="492406"/>
                </a:lnTo>
                <a:moveTo>
                  <a:pt x="429278" y="385284"/>
                </a:moveTo>
                <a:lnTo>
                  <a:pt x="325518" y="391201"/>
                </a:lnTo>
                <a:moveTo>
                  <a:pt x="301082" y="753352"/>
                </a:moveTo>
                <a:lnTo>
                  <a:pt x="320140" y="724615"/>
                </a:lnTo>
                <a:moveTo>
                  <a:pt x="1841704" y="575550"/>
                </a:moveTo>
                <a:lnTo>
                  <a:pt x="1774713" y="582938"/>
                </a:lnTo>
                <a:moveTo>
                  <a:pt x="795672" y="184245"/>
                </a:moveTo>
                <a:lnTo>
                  <a:pt x="791361" y="186210"/>
                </a:lnTo>
                <a:moveTo>
                  <a:pt x="418988" y="723821"/>
                </a:moveTo>
                <a:lnTo>
                  <a:pt x="320140" y="724615"/>
                </a:lnTo>
                <a:moveTo>
                  <a:pt x="2448686" y="560491"/>
                </a:moveTo>
                <a:lnTo>
                  <a:pt x="2482264" y="641917"/>
                </a:lnTo>
                <a:moveTo>
                  <a:pt x="795672" y="184245"/>
                </a:moveTo>
                <a:lnTo>
                  <a:pt x="801262" y="177586"/>
                </a:lnTo>
                <a:moveTo>
                  <a:pt x="1963290" y="338117"/>
                </a:moveTo>
                <a:lnTo>
                  <a:pt x="1900779" y="279109"/>
                </a:lnTo>
                <a:moveTo>
                  <a:pt x="301082" y="753352"/>
                </a:moveTo>
                <a:lnTo>
                  <a:pt x="195721" y="750336"/>
                </a:lnTo>
                <a:moveTo>
                  <a:pt x="386243" y="385333"/>
                </a:moveTo>
                <a:lnTo>
                  <a:pt x="431733" y="381565"/>
                </a:lnTo>
                <a:moveTo>
                  <a:pt x="88307" y="697765"/>
                </a:moveTo>
                <a:lnTo>
                  <a:pt x="126183" y="714060"/>
                </a:lnTo>
                <a:moveTo>
                  <a:pt x="2083355" y="702260"/>
                </a:moveTo>
                <a:lnTo>
                  <a:pt x="2121616" y="714281"/>
                </a:lnTo>
                <a:moveTo>
                  <a:pt x="1738417" y="541795"/>
                </a:moveTo>
                <a:lnTo>
                  <a:pt x="1636467" y="488231"/>
                </a:lnTo>
                <a:moveTo>
                  <a:pt x="429278" y="385284"/>
                </a:moveTo>
                <a:lnTo>
                  <a:pt x="386243" y="385333"/>
                </a:lnTo>
                <a:moveTo>
                  <a:pt x="1745750" y="246263"/>
                </a:moveTo>
                <a:lnTo>
                  <a:pt x="1758250" y="247871"/>
                </a:lnTo>
                <a:moveTo>
                  <a:pt x="1268890" y="443109"/>
                </a:moveTo>
                <a:lnTo>
                  <a:pt x="1390224" y="429583"/>
                </a:lnTo>
                <a:moveTo>
                  <a:pt x="1614024" y="461582"/>
                </a:moveTo>
                <a:lnTo>
                  <a:pt x="1611205" y="471185"/>
                </a:lnTo>
                <a:moveTo>
                  <a:pt x="1745750" y="246263"/>
                </a:moveTo>
                <a:lnTo>
                  <a:pt x="1765963" y="251675"/>
                </a:lnTo>
                <a:moveTo>
                  <a:pt x="910712" y="119990"/>
                </a:moveTo>
                <a:lnTo>
                  <a:pt x="801262" y="177586"/>
                </a:lnTo>
                <a:moveTo>
                  <a:pt x="418988" y="723821"/>
                </a:moveTo>
                <a:lnTo>
                  <a:pt x="552678" y="732679"/>
                </a:lnTo>
                <a:moveTo>
                  <a:pt x="657999" y="736279"/>
                </a:moveTo>
                <a:lnTo>
                  <a:pt x="552678" y="732679"/>
                </a:lnTo>
                <a:moveTo>
                  <a:pt x="2440189" y="686417"/>
                </a:moveTo>
                <a:lnTo>
                  <a:pt x="2481734" y="649772"/>
                </a:lnTo>
                <a:moveTo>
                  <a:pt x="2333734" y="699613"/>
                </a:moveTo>
                <a:lnTo>
                  <a:pt x="2226640" y="722292"/>
                </a:lnTo>
                <a:moveTo>
                  <a:pt x="1600397" y="443755"/>
                </a:moveTo>
                <a:lnTo>
                  <a:pt x="1534330" y="437445"/>
                </a:lnTo>
                <a:moveTo>
                  <a:pt x="2440189" y="686417"/>
                </a:moveTo>
                <a:lnTo>
                  <a:pt x="2506355" y="646365"/>
                </a:lnTo>
                <a:moveTo>
                  <a:pt x="1133088" y="532360"/>
                </a:moveTo>
                <a:lnTo>
                  <a:pt x="1159987" y="439587"/>
                </a:lnTo>
                <a:moveTo>
                  <a:pt x="1860139" y="302337"/>
                </a:moveTo>
                <a:lnTo>
                  <a:pt x="1765963" y="251675"/>
                </a:lnTo>
                <a:moveTo>
                  <a:pt x="1636467" y="488231"/>
                </a:moveTo>
                <a:lnTo>
                  <a:pt x="1614024" y="461582"/>
                </a:lnTo>
                <a:moveTo>
                  <a:pt x="429278" y="385284"/>
                </a:moveTo>
                <a:lnTo>
                  <a:pt x="431733" y="381565"/>
                </a:lnTo>
                <a:moveTo>
                  <a:pt x="878999" y="589991"/>
                </a:moveTo>
                <a:lnTo>
                  <a:pt x="810989" y="612480"/>
                </a:lnTo>
                <a:moveTo>
                  <a:pt x="407645" y="738560"/>
                </a:moveTo>
                <a:lnTo>
                  <a:pt x="320140" y="724615"/>
                </a:lnTo>
                <a:moveTo>
                  <a:pt x="2422229" y="517934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215708" y="454131"/>
                </a:lnTo>
                <a:moveTo>
                  <a:pt x="1619405" y="162053"/>
                </a:moveTo>
                <a:lnTo>
                  <a:pt x="1758250" y="247871"/>
                </a:lnTo>
                <a:moveTo>
                  <a:pt x="531377" y="72883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159987" y="439587"/>
                </a:lnTo>
                <a:moveTo>
                  <a:pt x="646107" y="333467"/>
                </a:moveTo>
                <a:lnTo>
                  <a:pt x="650749" y="294747"/>
                </a:lnTo>
                <a:moveTo>
                  <a:pt x="88307" y="697765"/>
                </a:moveTo>
                <a:lnTo>
                  <a:pt x="195721" y="750336"/>
                </a:lnTo>
                <a:moveTo>
                  <a:pt x="1246777" y="547936"/>
                </a:moveTo>
                <a:lnTo>
                  <a:pt x="1159987" y="439587"/>
                </a:lnTo>
                <a:moveTo>
                  <a:pt x="1377521" y="446514"/>
                </a:moveTo>
                <a:lnTo>
                  <a:pt x="1390224" y="429583"/>
                </a:lnTo>
                <a:moveTo>
                  <a:pt x="1963290" y="338117"/>
                </a:moveTo>
                <a:lnTo>
                  <a:pt x="2005430" y="292637"/>
                </a:lnTo>
                <a:moveTo>
                  <a:pt x="2549888" y="625154"/>
                </a:moveTo>
                <a:lnTo>
                  <a:pt x="2482264" y="641917"/>
                </a:lnTo>
                <a:moveTo>
                  <a:pt x="1377521" y="446514"/>
                </a:moveTo>
                <a:lnTo>
                  <a:pt x="1268890" y="443109"/>
                </a:lnTo>
                <a:moveTo>
                  <a:pt x="2169927" y="386265"/>
                </a:moveTo>
                <a:lnTo>
                  <a:pt x="2108507" y="329503"/>
                </a:lnTo>
                <a:moveTo>
                  <a:pt x="1862289" y="587265"/>
                </a:moveTo>
                <a:lnTo>
                  <a:pt x="1878647" y="607110"/>
                </a:lnTo>
                <a:moveTo>
                  <a:pt x="1494992" y="441391"/>
                </a:moveTo>
                <a:lnTo>
                  <a:pt x="1390224" y="429583"/>
                </a:lnTo>
                <a:moveTo>
                  <a:pt x="2187757" y="719488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15304" y="140360"/>
                </a:lnTo>
                <a:moveTo>
                  <a:pt x="1133088" y="532360"/>
                </a:moveTo>
                <a:lnTo>
                  <a:pt x="1028977" y="510821"/>
                </a:lnTo>
                <a:moveTo>
                  <a:pt x="878999" y="589991"/>
                </a:moveTo>
                <a:lnTo>
                  <a:pt x="921214" y="543401"/>
                </a:lnTo>
                <a:moveTo>
                  <a:pt x="1860139" y="302337"/>
                </a:moveTo>
                <a:lnTo>
                  <a:pt x="1745750" y="246263"/>
                </a:lnTo>
                <a:moveTo>
                  <a:pt x="707214" y="280270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88556" y="638463"/>
                </a:lnTo>
                <a:moveTo>
                  <a:pt x="281458" y="465131"/>
                </a:moveTo>
                <a:lnTo>
                  <a:pt x="325518" y="391201"/>
                </a:lnTo>
                <a:moveTo>
                  <a:pt x="1841704" y="575550"/>
                </a:moveTo>
                <a:lnTo>
                  <a:pt x="1868670" y="598754"/>
                </a:lnTo>
                <a:moveTo>
                  <a:pt x="157562" y="736818"/>
                </a:moveTo>
                <a:lnTo>
                  <a:pt x="195721" y="750336"/>
                </a:lnTo>
                <a:moveTo>
                  <a:pt x="2083355" y="702260"/>
                </a:moveTo>
                <a:lnTo>
                  <a:pt x="1981084" y="653458"/>
                </a:lnTo>
                <a:moveTo>
                  <a:pt x="172917" y="509253"/>
                </a:moveTo>
                <a:lnTo>
                  <a:pt x="189473" y="483117"/>
                </a:lnTo>
                <a:moveTo>
                  <a:pt x="815115" y="631648"/>
                </a:moveTo>
                <a:lnTo>
                  <a:pt x="788556" y="638463"/>
                </a:lnTo>
                <a:moveTo>
                  <a:pt x="1246777" y="547936"/>
                </a:moveTo>
                <a:lnTo>
                  <a:pt x="1268890" y="443109"/>
                </a:lnTo>
                <a:moveTo>
                  <a:pt x="531377" y="728839"/>
                </a:moveTo>
                <a:lnTo>
                  <a:pt x="418988" y="723821"/>
                </a:lnTo>
                <a:moveTo>
                  <a:pt x="1862289" y="587265"/>
                </a:moveTo>
                <a:lnTo>
                  <a:pt x="1868670" y="598754"/>
                </a:lnTo>
                <a:moveTo>
                  <a:pt x="1706481" y="234965"/>
                </a:moveTo>
                <a:lnTo>
                  <a:pt x="1758250" y="247871"/>
                </a:lnTo>
                <a:moveTo>
                  <a:pt x="2448686" y="560491"/>
                </a:moveTo>
                <a:lnTo>
                  <a:pt x="2422229" y="517934"/>
                </a:lnTo>
                <a:moveTo>
                  <a:pt x="407645" y="738560"/>
                </a:moveTo>
                <a:lnTo>
                  <a:pt x="301082" y="753352"/>
                </a:lnTo>
                <a:moveTo>
                  <a:pt x="532068" y="386182"/>
                </a:moveTo>
                <a:lnTo>
                  <a:pt x="429278" y="385284"/>
                </a:lnTo>
                <a:moveTo>
                  <a:pt x="326598" y="479864"/>
                </a:moveTo>
                <a:lnTo>
                  <a:pt x="325518" y="391201"/>
                </a:lnTo>
                <a:moveTo>
                  <a:pt x="1377521" y="446514"/>
                </a:moveTo>
                <a:lnTo>
                  <a:pt x="1494992" y="441391"/>
                </a:lnTo>
                <a:moveTo>
                  <a:pt x="1944384" y="618303"/>
                </a:moveTo>
                <a:lnTo>
                  <a:pt x="1878647" y="607110"/>
                </a:lnTo>
                <a:moveTo>
                  <a:pt x="1017315" y="104610"/>
                </a:moveTo>
                <a:lnTo>
                  <a:pt x="910712" y="119990"/>
                </a:lnTo>
                <a:moveTo>
                  <a:pt x="407645" y="738560"/>
                </a:moveTo>
                <a:lnTo>
                  <a:pt x="418988" y="723821"/>
                </a:lnTo>
                <a:moveTo>
                  <a:pt x="707214" y="280270"/>
                </a:moveTo>
                <a:lnTo>
                  <a:pt x="791361" y="186210"/>
                </a:lnTo>
                <a:moveTo>
                  <a:pt x="767379" y="679741"/>
                </a:moveTo>
                <a:lnTo>
                  <a:pt x="657999" y="736279"/>
                </a:lnTo>
                <a:moveTo>
                  <a:pt x="1963290" y="338117"/>
                </a:moveTo>
                <a:lnTo>
                  <a:pt x="2108507" y="329503"/>
                </a:lnTo>
                <a:moveTo>
                  <a:pt x="646107" y="333467"/>
                </a:moveTo>
                <a:lnTo>
                  <a:pt x="674435" y="289748"/>
                </a:lnTo>
                <a:moveTo>
                  <a:pt x="988855" y="526380"/>
                </a:moveTo>
                <a:lnTo>
                  <a:pt x="921214" y="543401"/>
                </a:lnTo>
                <a:moveTo>
                  <a:pt x="990383" y="524332"/>
                </a:moveTo>
                <a:lnTo>
                  <a:pt x="934956" y="538276"/>
                </a:lnTo>
                <a:moveTo>
                  <a:pt x="878999" y="589991"/>
                </a:moveTo>
                <a:lnTo>
                  <a:pt x="788556" y="638463"/>
                </a:lnTo>
                <a:moveTo>
                  <a:pt x="1711386" y="460151"/>
                </a:moveTo>
                <a:lnTo>
                  <a:pt x="1636467" y="488231"/>
                </a:lnTo>
                <a:moveTo>
                  <a:pt x="88307" y="697765"/>
                </a:moveTo>
                <a:lnTo>
                  <a:pt x="75443" y="586272"/>
                </a:lnTo>
                <a:moveTo>
                  <a:pt x="2187757" y="719488"/>
                </a:moveTo>
                <a:lnTo>
                  <a:pt x="2226640" y="722292"/>
                </a:lnTo>
                <a:moveTo>
                  <a:pt x="2440189" y="686417"/>
                </a:moveTo>
                <a:lnTo>
                  <a:pt x="2333734" y="699613"/>
                </a:lnTo>
                <a:moveTo>
                  <a:pt x="75443" y="586272"/>
                </a:moveTo>
                <a:lnTo>
                  <a:pt x="172917" y="509253"/>
                </a:lnTo>
                <a:moveTo>
                  <a:pt x="988855" y="526380"/>
                </a:moveTo>
                <a:lnTo>
                  <a:pt x="934956" y="538276"/>
                </a:lnTo>
                <a:moveTo>
                  <a:pt x="243705" y="478268"/>
                </a:moveTo>
                <a:lnTo>
                  <a:pt x="189473" y="483117"/>
                </a:lnTo>
                <a:moveTo>
                  <a:pt x="2079249" y="374061"/>
                </a:moveTo>
                <a:lnTo>
                  <a:pt x="2108507" y="329503"/>
                </a:lnTo>
                <a:moveTo>
                  <a:pt x="758757" y="228464"/>
                </a:moveTo>
                <a:lnTo>
                  <a:pt x="791361" y="186210"/>
                </a:lnTo>
                <a:moveTo>
                  <a:pt x="2208622" y="410271"/>
                </a:moveTo>
                <a:lnTo>
                  <a:pt x="2169927" y="386265"/>
                </a:lnTo>
                <a:moveTo>
                  <a:pt x="1080019" y="652315"/>
                </a:moveTo>
                <a:lnTo>
                  <a:pt x="1131489" y="556067"/>
                </a:lnTo>
                <a:moveTo>
                  <a:pt x="1841704" y="575550"/>
                </a:moveTo>
                <a:lnTo>
                  <a:pt x="1738417" y="541795"/>
                </a:lnTo>
                <a:moveTo>
                  <a:pt x="707214" y="280270"/>
                </a:moveTo>
                <a:lnTo>
                  <a:pt x="674435" y="289748"/>
                </a:lnTo>
                <a:moveTo>
                  <a:pt x="2310186" y="469555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189473" y="483117"/>
                </a:lnTo>
                <a:moveTo>
                  <a:pt x="1155530" y="542524"/>
                </a:moveTo>
                <a:lnTo>
                  <a:pt x="1133088" y="532360"/>
                </a:lnTo>
                <a:moveTo>
                  <a:pt x="263703" y="728269"/>
                </a:moveTo>
                <a:lnTo>
                  <a:pt x="195721" y="750336"/>
                </a:lnTo>
                <a:moveTo>
                  <a:pt x="2008394" y="367589"/>
                </a:moveTo>
                <a:lnTo>
                  <a:pt x="2108507" y="329503"/>
                </a:lnTo>
                <a:moveTo>
                  <a:pt x="1155530" y="542524"/>
                </a:moveTo>
                <a:lnTo>
                  <a:pt x="1131489" y="556067"/>
                </a:lnTo>
                <a:moveTo>
                  <a:pt x="1706481" y="234965"/>
                </a:moveTo>
                <a:lnTo>
                  <a:pt x="1745750" y="246263"/>
                </a:lnTo>
                <a:moveTo>
                  <a:pt x="1963290" y="338117"/>
                </a:moveTo>
                <a:lnTo>
                  <a:pt x="1860139" y="302337"/>
                </a:lnTo>
                <a:moveTo>
                  <a:pt x="758757" y="228464"/>
                </a:moveTo>
                <a:lnTo>
                  <a:pt x="795672" y="184245"/>
                </a:lnTo>
                <a:moveTo>
                  <a:pt x="990383" y="524332"/>
                </a:moveTo>
                <a:lnTo>
                  <a:pt x="1028977" y="510821"/>
                </a:lnTo>
                <a:moveTo>
                  <a:pt x="620565" y="71200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246777" y="547936"/>
                </a:lnTo>
                <a:moveTo>
                  <a:pt x="1718103" y="263810"/>
                </a:moveTo>
                <a:lnTo>
                  <a:pt x="1745750" y="246263"/>
                </a:lnTo>
                <a:moveTo>
                  <a:pt x="513638" y="732199"/>
                </a:moveTo>
                <a:lnTo>
                  <a:pt x="418988" y="723821"/>
                </a:lnTo>
                <a:moveTo>
                  <a:pt x="871311" y="124877"/>
                </a:moveTo>
                <a:lnTo>
                  <a:pt x="801262" y="177586"/>
                </a:lnTo>
                <a:moveTo>
                  <a:pt x="2079249" y="374061"/>
                </a:moveTo>
                <a:lnTo>
                  <a:pt x="2169927" y="386265"/>
                </a:lnTo>
                <a:moveTo>
                  <a:pt x="326598" y="479864"/>
                </a:moveTo>
                <a:lnTo>
                  <a:pt x="429278" y="385284"/>
                </a:lnTo>
                <a:moveTo>
                  <a:pt x="818455" y="171167"/>
                </a:moveTo>
                <a:lnTo>
                  <a:pt x="795672" y="184245"/>
                </a:lnTo>
                <a:moveTo>
                  <a:pt x="2294098" y="707983"/>
                </a:moveTo>
                <a:lnTo>
                  <a:pt x="2226640" y="722292"/>
                </a:lnTo>
                <a:moveTo>
                  <a:pt x="815115" y="631648"/>
                </a:moveTo>
                <a:lnTo>
                  <a:pt x="767379" y="679741"/>
                </a:lnTo>
                <a:moveTo>
                  <a:pt x="1944384" y="618303"/>
                </a:moveTo>
                <a:lnTo>
                  <a:pt x="1981084" y="653458"/>
                </a:lnTo>
                <a:moveTo>
                  <a:pt x="1600397" y="443755"/>
                </a:moveTo>
                <a:lnTo>
                  <a:pt x="1494992" y="441391"/>
                </a:lnTo>
                <a:moveTo>
                  <a:pt x="1600397" y="443755"/>
                </a:moveTo>
                <a:lnTo>
                  <a:pt x="1614024" y="461582"/>
                </a:lnTo>
                <a:moveTo>
                  <a:pt x="1718103" y="263810"/>
                </a:moveTo>
                <a:lnTo>
                  <a:pt x="1860139" y="302337"/>
                </a:lnTo>
                <a:moveTo>
                  <a:pt x="1476562" y="445803"/>
                </a:moveTo>
                <a:lnTo>
                  <a:pt x="1377521" y="446514"/>
                </a:lnTo>
                <a:moveTo>
                  <a:pt x="1738417" y="541795"/>
                </a:moveTo>
                <a:lnTo>
                  <a:pt x="1711386" y="460151"/>
                </a:lnTo>
                <a:moveTo>
                  <a:pt x="1706481" y="234965"/>
                </a:moveTo>
                <a:lnTo>
                  <a:pt x="1619405" y="162053"/>
                </a:lnTo>
                <a:moveTo>
                  <a:pt x="243705" y="478268"/>
                </a:moveTo>
                <a:lnTo>
                  <a:pt x="172917" y="509253"/>
                </a:lnTo>
                <a:moveTo>
                  <a:pt x="2391241" y="501772"/>
                </a:moveTo>
                <a:lnTo>
                  <a:pt x="2348758" y="476958"/>
                </a:lnTo>
                <a:moveTo>
                  <a:pt x="389811" y="482664"/>
                </a:moveTo>
                <a:lnTo>
                  <a:pt x="429278" y="385284"/>
                </a:lnTo>
                <a:moveTo>
                  <a:pt x="407645" y="738560"/>
                </a:moveTo>
                <a:lnTo>
                  <a:pt x="399970" y="715659"/>
                </a:lnTo>
                <a:moveTo>
                  <a:pt x="871311" y="124877"/>
                </a:moveTo>
                <a:lnTo>
                  <a:pt x="795672" y="184245"/>
                </a:lnTo>
                <a:moveTo>
                  <a:pt x="1476562" y="445803"/>
                </a:moveTo>
                <a:lnTo>
                  <a:pt x="1494992" y="441391"/>
                </a:lnTo>
                <a:moveTo>
                  <a:pt x="2549888" y="625154"/>
                </a:moveTo>
                <a:lnTo>
                  <a:pt x="2448686" y="560491"/>
                </a:lnTo>
                <a:moveTo>
                  <a:pt x="513638" y="732199"/>
                </a:moveTo>
                <a:lnTo>
                  <a:pt x="531377" y="728839"/>
                </a:lnTo>
                <a:moveTo>
                  <a:pt x="157562" y="736818"/>
                </a:moveTo>
                <a:lnTo>
                  <a:pt x="88307" y="697765"/>
                </a:lnTo>
                <a:moveTo>
                  <a:pt x="2208622" y="410271"/>
                </a:moveTo>
                <a:lnTo>
                  <a:pt x="2079249" y="374061"/>
                </a:lnTo>
                <a:moveTo>
                  <a:pt x="532068" y="386182"/>
                </a:moveTo>
                <a:lnTo>
                  <a:pt x="646107" y="333467"/>
                </a:lnTo>
                <a:moveTo>
                  <a:pt x="263703" y="728269"/>
                </a:moveTo>
                <a:lnTo>
                  <a:pt x="301082" y="753352"/>
                </a:lnTo>
                <a:moveTo>
                  <a:pt x="1829842" y="353455"/>
                </a:moveTo>
                <a:lnTo>
                  <a:pt x="1860139" y="302337"/>
                </a:lnTo>
                <a:moveTo>
                  <a:pt x="1862289" y="587265"/>
                </a:moveTo>
                <a:lnTo>
                  <a:pt x="1841704" y="575550"/>
                </a:lnTo>
                <a:moveTo>
                  <a:pt x="1711386" y="460151"/>
                </a:moveTo>
                <a:lnTo>
                  <a:pt x="1614024" y="461582"/>
                </a:lnTo>
                <a:moveTo>
                  <a:pt x="513638" y="732199"/>
                </a:moveTo>
                <a:lnTo>
                  <a:pt x="407645" y="738560"/>
                </a:lnTo>
                <a:moveTo>
                  <a:pt x="815115" y="631648"/>
                </a:moveTo>
                <a:lnTo>
                  <a:pt x="878999" y="589991"/>
                </a:lnTo>
                <a:moveTo>
                  <a:pt x="871311" y="124877"/>
                </a:moveTo>
                <a:lnTo>
                  <a:pt x="910712" y="119990"/>
                </a:lnTo>
                <a:moveTo>
                  <a:pt x="550829" y="722238"/>
                </a:moveTo>
                <a:lnTo>
                  <a:pt x="531377" y="728839"/>
                </a:lnTo>
                <a:moveTo>
                  <a:pt x="2187757" y="719488"/>
                </a:moveTo>
                <a:lnTo>
                  <a:pt x="2083355" y="702260"/>
                </a:lnTo>
                <a:moveTo>
                  <a:pt x="512282" y="720644"/>
                </a:moveTo>
                <a:lnTo>
                  <a:pt x="407645" y="738560"/>
                </a:lnTo>
                <a:moveTo>
                  <a:pt x="1095535" y="509849"/>
                </a:moveTo>
                <a:lnTo>
                  <a:pt x="1028977" y="510821"/>
                </a:lnTo>
                <a:moveTo>
                  <a:pt x="1122739" y="106683"/>
                </a:moveTo>
                <a:lnTo>
                  <a:pt x="1017315" y="104610"/>
                </a:lnTo>
                <a:moveTo>
                  <a:pt x="620565" y="712009"/>
                </a:moveTo>
                <a:lnTo>
                  <a:pt x="657999" y="736279"/>
                </a:lnTo>
                <a:moveTo>
                  <a:pt x="501174" y="487241"/>
                </a:moveTo>
                <a:lnTo>
                  <a:pt x="429278" y="385284"/>
                </a:lnTo>
                <a:moveTo>
                  <a:pt x="2310186" y="469555"/>
                </a:moveTo>
                <a:lnTo>
                  <a:pt x="2208622" y="410271"/>
                </a:lnTo>
                <a:moveTo>
                  <a:pt x="2294098" y="707983"/>
                </a:moveTo>
                <a:lnTo>
                  <a:pt x="2333734" y="699613"/>
                </a:lnTo>
                <a:moveTo>
                  <a:pt x="2521183" y="742330"/>
                </a:moveTo>
                <a:lnTo>
                  <a:pt x="2440189" y="686417"/>
                </a:lnTo>
                <a:moveTo>
                  <a:pt x="243705" y="478268"/>
                </a:moveTo>
                <a:lnTo>
                  <a:pt x="281458" y="465131"/>
                </a:lnTo>
                <a:moveTo>
                  <a:pt x="2391241" y="501772"/>
                </a:moveTo>
                <a:lnTo>
                  <a:pt x="2422229" y="517934"/>
                </a:lnTo>
                <a:moveTo>
                  <a:pt x="2046578" y="668246"/>
                </a:moveTo>
                <a:lnTo>
                  <a:pt x="1981084" y="653458"/>
                </a:lnTo>
                <a:moveTo>
                  <a:pt x="1816630" y="462102"/>
                </a:moveTo>
                <a:lnTo>
                  <a:pt x="1738417" y="541795"/>
                </a:lnTo>
                <a:moveTo>
                  <a:pt x="140670" y="576490"/>
                </a:moveTo>
                <a:lnTo>
                  <a:pt x="75443" y="586272"/>
                </a:lnTo>
                <a:moveTo>
                  <a:pt x="707214" y="280270"/>
                </a:moveTo>
                <a:lnTo>
                  <a:pt x="646107" y="333467"/>
                </a:lnTo>
                <a:moveTo>
                  <a:pt x="2008394" y="367589"/>
                </a:moveTo>
                <a:lnTo>
                  <a:pt x="1963290" y="338117"/>
                </a:lnTo>
                <a:moveTo>
                  <a:pt x="137808" y="689579"/>
                </a:moveTo>
                <a:lnTo>
                  <a:pt x="75443" y="586272"/>
                </a:lnTo>
                <a:moveTo>
                  <a:pt x="620565" y="712009"/>
                </a:moveTo>
                <a:lnTo>
                  <a:pt x="531377" y="728839"/>
                </a:lnTo>
                <a:moveTo>
                  <a:pt x="512282" y="720644"/>
                </a:moveTo>
                <a:lnTo>
                  <a:pt x="399970" y="715659"/>
                </a:lnTo>
                <a:moveTo>
                  <a:pt x="2064865" y="397227"/>
                </a:moveTo>
                <a:lnTo>
                  <a:pt x="2208622" y="410271"/>
                </a:lnTo>
                <a:moveTo>
                  <a:pt x="263703" y="728269"/>
                </a:moveTo>
                <a:lnTo>
                  <a:pt x="407645" y="738560"/>
                </a:lnTo>
                <a:moveTo>
                  <a:pt x="275455" y="476801"/>
                </a:moveTo>
                <a:lnTo>
                  <a:pt x="243705" y="478268"/>
                </a:lnTo>
                <a:moveTo>
                  <a:pt x="2008394" y="367589"/>
                </a:moveTo>
                <a:lnTo>
                  <a:pt x="2079249" y="374061"/>
                </a:lnTo>
                <a:moveTo>
                  <a:pt x="2391241" y="501772"/>
                </a:moveTo>
                <a:lnTo>
                  <a:pt x="2448686" y="560491"/>
                </a:lnTo>
                <a:moveTo>
                  <a:pt x="731566" y="631442"/>
                </a:moveTo>
                <a:lnTo>
                  <a:pt x="657999" y="736279"/>
                </a:lnTo>
                <a:moveTo>
                  <a:pt x="1718103" y="263810"/>
                </a:moveTo>
                <a:lnTo>
                  <a:pt x="1706481" y="234965"/>
                </a:lnTo>
                <a:moveTo>
                  <a:pt x="1951025" y="362247"/>
                </a:moveTo>
                <a:lnTo>
                  <a:pt x="1963290" y="338117"/>
                </a:lnTo>
                <a:moveTo>
                  <a:pt x="978637" y="98769"/>
                </a:moveTo>
                <a:lnTo>
                  <a:pt x="910712" y="119990"/>
                </a:lnTo>
                <a:moveTo>
                  <a:pt x="1600397" y="443755"/>
                </a:moveTo>
                <a:lnTo>
                  <a:pt x="1711386" y="460151"/>
                </a:lnTo>
                <a:moveTo>
                  <a:pt x="2554932" y="631735"/>
                </a:moveTo>
                <a:lnTo>
                  <a:pt x="2549888" y="625154"/>
                </a:lnTo>
                <a:moveTo>
                  <a:pt x="1829842" y="353455"/>
                </a:moveTo>
                <a:lnTo>
                  <a:pt x="1963290" y="338117"/>
                </a:lnTo>
                <a:moveTo>
                  <a:pt x="1944384" y="618303"/>
                </a:moveTo>
                <a:lnTo>
                  <a:pt x="1862289" y="587265"/>
                </a:lnTo>
                <a:moveTo>
                  <a:pt x="512282" y="720644"/>
                </a:moveTo>
                <a:lnTo>
                  <a:pt x="513638" y="732199"/>
                </a:lnTo>
                <a:moveTo>
                  <a:pt x="275455" y="476801"/>
                </a:moveTo>
                <a:lnTo>
                  <a:pt x="281458" y="465131"/>
                </a:lnTo>
                <a:moveTo>
                  <a:pt x="2412268" y="521158"/>
                </a:moveTo>
                <a:lnTo>
                  <a:pt x="2448686" y="560491"/>
                </a:lnTo>
                <a:moveTo>
                  <a:pt x="625859" y="383219"/>
                </a:moveTo>
                <a:lnTo>
                  <a:pt x="532068" y="386182"/>
                </a:lnTo>
                <a:moveTo>
                  <a:pt x="326598" y="479864"/>
                </a:moveTo>
                <a:lnTo>
                  <a:pt x="281458" y="465131"/>
                </a:lnTo>
                <a:moveTo>
                  <a:pt x="1095535" y="509849"/>
                </a:moveTo>
                <a:lnTo>
                  <a:pt x="1133088" y="532360"/>
                </a:lnTo>
                <a:moveTo>
                  <a:pt x="140670" y="576490"/>
                </a:moveTo>
                <a:lnTo>
                  <a:pt x="172917" y="509253"/>
                </a:lnTo>
                <a:moveTo>
                  <a:pt x="137808" y="689579"/>
                </a:moveTo>
                <a:lnTo>
                  <a:pt x="88307" y="697765"/>
                </a:lnTo>
                <a:moveTo>
                  <a:pt x="988855" y="526380"/>
                </a:moveTo>
                <a:lnTo>
                  <a:pt x="878999" y="589991"/>
                </a:lnTo>
                <a:moveTo>
                  <a:pt x="2399576" y="709258"/>
                </a:moveTo>
                <a:lnTo>
                  <a:pt x="2333734" y="699613"/>
                </a:lnTo>
                <a:moveTo>
                  <a:pt x="707214" y="280270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600397" y="443755"/>
                </a:lnTo>
                <a:moveTo>
                  <a:pt x="550829" y="722238"/>
                </a:moveTo>
                <a:lnTo>
                  <a:pt x="513638" y="732199"/>
                </a:lnTo>
                <a:moveTo>
                  <a:pt x="263703" y="728269"/>
                </a:moveTo>
                <a:lnTo>
                  <a:pt x="399970" y="715659"/>
                </a:lnTo>
                <a:moveTo>
                  <a:pt x="501174" y="487241"/>
                </a:moveTo>
                <a:lnTo>
                  <a:pt x="532068" y="386182"/>
                </a:lnTo>
                <a:moveTo>
                  <a:pt x="1060881" y="636381"/>
                </a:moveTo>
                <a:lnTo>
                  <a:pt x="1080019" y="652315"/>
                </a:lnTo>
                <a:moveTo>
                  <a:pt x="512282" y="720644"/>
                </a:moveTo>
                <a:lnTo>
                  <a:pt x="550829" y="722238"/>
                </a:lnTo>
                <a:moveTo>
                  <a:pt x="1951025" y="362247"/>
                </a:moveTo>
                <a:lnTo>
                  <a:pt x="2008394" y="367589"/>
                </a:lnTo>
                <a:moveTo>
                  <a:pt x="1060881" y="636381"/>
                </a:moveTo>
                <a:lnTo>
                  <a:pt x="1131489" y="556067"/>
                </a:lnTo>
                <a:moveTo>
                  <a:pt x="2064865" y="397227"/>
                </a:moveTo>
                <a:lnTo>
                  <a:pt x="2079249" y="374061"/>
                </a:lnTo>
                <a:moveTo>
                  <a:pt x="1210661" y="532436"/>
                </a:moveTo>
                <a:lnTo>
                  <a:pt x="1133088" y="532360"/>
                </a:lnTo>
                <a:moveTo>
                  <a:pt x="1090997" y="577103"/>
                </a:moveTo>
                <a:lnTo>
                  <a:pt x="1131489" y="556067"/>
                </a:lnTo>
                <a:moveTo>
                  <a:pt x="295047" y="701746"/>
                </a:moveTo>
                <a:lnTo>
                  <a:pt x="399970" y="715659"/>
                </a:lnTo>
                <a:moveTo>
                  <a:pt x="263703" y="728269"/>
                </a:moveTo>
                <a:lnTo>
                  <a:pt x="157562" y="736818"/>
                </a:lnTo>
                <a:moveTo>
                  <a:pt x="1718103" y="263810"/>
                </a:moveTo>
                <a:lnTo>
                  <a:pt x="1829842" y="353455"/>
                </a:lnTo>
                <a:moveTo>
                  <a:pt x="275455" y="476801"/>
                </a:moveTo>
                <a:lnTo>
                  <a:pt x="326598" y="479864"/>
                </a:lnTo>
                <a:moveTo>
                  <a:pt x="625859" y="383219"/>
                </a:moveTo>
                <a:lnTo>
                  <a:pt x="646107" y="333467"/>
                </a:lnTo>
                <a:moveTo>
                  <a:pt x="1841704" y="575550"/>
                </a:moveTo>
                <a:lnTo>
                  <a:pt x="1816630" y="462102"/>
                </a:lnTo>
                <a:moveTo>
                  <a:pt x="2539441" y="779968"/>
                </a:moveTo>
                <a:lnTo>
                  <a:pt x="2521183" y="742330"/>
                </a:lnTo>
                <a:moveTo>
                  <a:pt x="2046578" y="668246"/>
                </a:moveTo>
                <a:lnTo>
                  <a:pt x="2083355" y="702260"/>
                </a:lnTo>
                <a:moveTo>
                  <a:pt x="731566" y="631442"/>
                </a:moveTo>
                <a:lnTo>
                  <a:pt x="767379" y="679741"/>
                </a:lnTo>
                <a:moveTo>
                  <a:pt x="2575976" y="743385"/>
                </a:moveTo>
                <a:lnTo>
                  <a:pt x="2554932" y="631735"/>
                </a:lnTo>
                <a:moveTo>
                  <a:pt x="1210661" y="532436"/>
                </a:moveTo>
                <a:lnTo>
                  <a:pt x="1155530" y="542524"/>
                </a:lnTo>
                <a:moveTo>
                  <a:pt x="140670" y="576490"/>
                </a:moveTo>
                <a:lnTo>
                  <a:pt x="243705" y="478268"/>
                </a:lnTo>
                <a:moveTo>
                  <a:pt x="1711386" y="460151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2008394" y="367589"/>
                </a:lnTo>
                <a:moveTo>
                  <a:pt x="399970" y="715659"/>
                </a:moveTo>
                <a:lnTo>
                  <a:pt x="379168" y="592414"/>
                </a:lnTo>
                <a:moveTo>
                  <a:pt x="1760995" y="347260"/>
                </a:moveTo>
                <a:lnTo>
                  <a:pt x="1718103" y="263810"/>
                </a:lnTo>
                <a:moveTo>
                  <a:pt x="818455" y="171167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711386" y="460151"/>
                </a:lnTo>
                <a:moveTo>
                  <a:pt x="1951025" y="362247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1017315" y="104610"/>
                </a:lnTo>
                <a:moveTo>
                  <a:pt x="988855" y="526380"/>
                </a:moveTo>
                <a:lnTo>
                  <a:pt x="990383" y="524332"/>
                </a:lnTo>
                <a:moveTo>
                  <a:pt x="2166901" y="449523"/>
                </a:moveTo>
                <a:lnTo>
                  <a:pt x="2208622" y="410271"/>
                </a:lnTo>
                <a:moveTo>
                  <a:pt x="731566" y="631442"/>
                </a:moveTo>
                <a:lnTo>
                  <a:pt x="815115" y="631648"/>
                </a:lnTo>
                <a:moveTo>
                  <a:pt x="1564703" y="393683"/>
                </a:moveTo>
                <a:lnTo>
                  <a:pt x="1494992" y="441391"/>
                </a:lnTo>
                <a:moveTo>
                  <a:pt x="326598" y="479864"/>
                </a:moveTo>
                <a:lnTo>
                  <a:pt x="389811" y="482664"/>
                </a:lnTo>
                <a:moveTo>
                  <a:pt x="743037" y="614694"/>
                </a:moveTo>
                <a:lnTo>
                  <a:pt x="815115" y="631648"/>
                </a:lnTo>
                <a:moveTo>
                  <a:pt x="625859" y="383219"/>
                </a:moveTo>
                <a:lnTo>
                  <a:pt x="707214" y="280270"/>
                </a:lnTo>
                <a:moveTo>
                  <a:pt x="997367" y="523913"/>
                </a:moveTo>
                <a:lnTo>
                  <a:pt x="990383" y="524332"/>
                </a:lnTo>
                <a:moveTo>
                  <a:pt x="157562" y="736818"/>
                </a:moveTo>
                <a:lnTo>
                  <a:pt x="137808" y="689579"/>
                </a:lnTo>
                <a:moveTo>
                  <a:pt x="988855" y="526380"/>
                </a:moveTo>
                <a:lnTo>
                  <a:pt x="988389" y="523476"/>
                </a:lnTo>
                <a:moveTo>
                  <a:pt x="988855" y="526380"/>
                </a:moveTo>
                <a:lnTo>
                  <a:pt x="997367" y="523913"/>
                </a:lnTo>
                <a:moveTo>
                  <a:pt x="2294098" y="707983"/>
                </a:moveTo>
                <a:lnTo>
                  <a:pt x="2187757" y="719488"/>
                </a:lnTo>
                <a:moveTo>
                  <a:pt x="1707424" y="422068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1951025" y="362247"/>
                </a:lnTo>
                <a:moveTo>
                  <a:pt x="988389" y="523476"/>
                </a:moveTo>
                <a:lnTo>
                  <a:pt x="997367" y="523913"/>
                </a:lnTo>
                <a:moveTo>
                  <a:pt x="1227906" y="112582"/>
                </a:moveTo>
                <a:lnTo>
                  <a:pt x="1122739" y="106683"/>
                </a:lnTo>
                <a:moveTo>
                  <a:pt x="2539441" y="779968"/>
                </a:moveTo>
                <a:lnTo>
                  <a:pt x="2575976" y="743385"/>
                </a:lnTo>
                <a:moveTo>
                  <a:pt x="1201145" y="509182"/>
                </a:moveTo>
                <a:lnTo>
                  <a:pt x="1133088" y="532360"/>
                </a:lnTo>
                <a:moveTo>
                  <a:pt x="2399576" y="709258"/>
                </a:moveTo>
                <a:lnTo>
                  <a:pt x="2440189" y="686417"/>
                </a:lnTo>
                <a:moveTo>
                  <a:pt x="550829" y="722238"/>
                </a:moveTo>
                <a:lnTo>
                  <a:pt x="620565" y="712009"/>
                </a:lnTo>
                <a:moveTo>
                  <a:pt x="743143" y="276020"/>
                </a:moveTo>
                <a:lnTo>
                  <a:pt x="707214" y="280270"/>
                </a:lnTo>
                <a:moveTo>
                  <a:pt x="1760995" y="347260"/>
                </a:moveTo>
                <a:lnTo>
                  <a:pt x="1829842" y="353455"/>
                </a:lnTo>
                <a:moveTo>
                  <a:pt x="2391241" y="501772"/>
                </a:moveTo>
                <a:lnTo>
                  <a:pt x="2310186" y="469555"/>
                </a:lnTo>
                <a:moveTo>
                  <a:pt x="2514023" y="577623"/>
                </a:moveTo>
                <a:lnTo>
                  <a:pt x="2448686" y="560491"/>
                </a:lnTo>
                <a:moveTo>
                  <a:pt x="512282" y="720644"/>
                </a:moveTo>
                <a:lnTo>
                  <a:pt x="379168" y="592414"/>
                </a:lnTo>
                <a:moveTo>
                  <a:pt x="252822" y="695724"/>
                </a:moveTo>
                <a:lnTo>
                  <a:pt x="157562" y="736818"/>
                </a:lnTo>
                <a:moveTo>
                  <a:pt x="1198925" y="542086"/>
                </a:moveTo>
                <a:lnTo>
                  <a:pt x="1131489" y="556067"/>
                </a:lnTo>
                <a:moveTo>
                  <a:pt x="1760995" y="347260"/>
                </a:moveTo>
                <a:lnTo>
                  <a:pt x="1707424" y="422068"/>
                </a:lnTo>
                <a:moveTo>
                  <a:pt x="140670" y="576490"/>
                </a:moveTo>
                <a:lnTo>
                  <a:pt x="275455" y="476801"/>
                </a:lnTo>
                <a:moveTo>
                  <a:pt x="605245" y="488689"/>
                </a:moveTo>
                <a:lnTo>
                  <a:pt x="532068" y="386182"/>
                </a:lnTo>
                <a:moveTo>
                  <a:pt x="512282" y="720644"/>
                </a:moveTo>
                <a:lnTo>
                  <a:pt x="496768" y="599668"/>
                </a:lnTo>
                <a:moveTo>
                  <a:pt x="1454598" y="460974"/>
                </a:moveTo>
                <a:lnTo>
                  <a:pt x="1476562" y="445803"/>
                </a:lnTo>
                <a:moveTo>
                  <a:pt x="818455" y="171167"/>
                </a:moveTo>
                <a:lnTo>
                  <a:pt x="871311" y="124877"/>
                </a:lnTo>
                <a:moveTo>
                  <a:pt x="374345" y="592029"/>
                </a:moveTo>
                <a:lnTo>
                  <a:pt x="275455" y="476801"/>
                </a:lnTo>
                <a:moveTo>
                  <a:pt x="2514205" y="730821"/>
                </a:moveTo>
                <a:lnTo>
                  <a:pt x="2440189" y="686417"/>
                </a:lnTo>
                <a:moveTo>
                  <a:pt x="844751" y="518505"/>
                </a:moveTo>
                <a:lnTo>
                  <a:pt x="815115" y="631648"/>
                </a:lnTo>
                <a:moveTo>
                  <a:pt x="1816630" y="462102"/>
                </a:moveTo>
                <a:lnTo>
                  <a:pt x="1711386" y="460151"/>
                </a:lnTo>
                <a:moveTo>
                  <a:pt x="1198925" y="542086"/>
                </a:moveTo>
                <a:lnTo>
                  <a:pt x="1155530" y="542524"/>
                </a:lnTo>
                <a:moveTo>
                  <a:pt x="743143" y="276020"/>
                </a:moveTo>
                <a:lnTo>
                  <a:pt x="758757" y="228464"/>
                </a:lnTo>
                <a:moveTo>
                  <a:pt x="374345" y="592029"/>
                </a:moveTo>
                <a:lnTo>
                  <a:pt x="326598" y="479864"/>
                </a:lnTo>
                <a:moveTo>
                  <a:pt x="1920592" y="577822"/>
                </a:moveTo>
                <a:lnTo>
                  <a:pt x="1841704" y="575550"/>
                </a:lnTo>
                <a:moveTo>
                  <a:pt x="295047" y="701746"/>
                </a:moveTo>
                <a:lnTo>
                  <a:pt x="263703" y="728269"/>
                </a:lnTo>
                <a:moveTo>
                  <a:pt x="1694174" y="338446"/>
                </a:moveTo>
                <a:lnTo>
                  <a:pt x="1718103" y="263810"/>
                </a:lnTo>
                <a:moveTo>
                  <a:pt x="1490509" y="437730"/>
                </a:moveTo>
                <a:lnTo>
                  <a:pt x="1476562" y="445803"/>
                </a:lnTo>
                <a:moveTo>
                  <a:pt x="2150037" y="699461"/>
                </a:moveTo>
                <a:lnTo>
                  <a:pt x="2083355" y="702260"/>
                </a:lnTo>
                <a:moveTo>
                  <a:pt x="1816630" y="462102"/>
                </a:moveTo>
                <a:lnTo>
                  <a:pt x="1829842" y="353455"/>
                </a:lnTo>
                <a:moveTo>
                  <a:pt x="1920592" y="577822"/>
                </a:moveTo>
                <a:lnTo>
                  <a:pt x="1862289" y="587265"/>
                </a:lnTo>
                <a:moveTo>
                  <a:pt x="501174" y="487241"/>
                </a:moveTo>
                <a:lnTo>
                  <a:pt x="389811" y="482664"/>
                </a:lnTo>
                <a:moveTo>
                  <a:pt x="1095535" y="509849"/>
                </a:moveTo>
                <a:lnTo>
                  <a:pt x="990383" y="524332"/>
                </a:lnTo>
                <a:moveTo>
                  <a:pt x="379168" y="592414"/>
                </a:moveTo>
                <a:lnTo>
                  <a:pt x="389811" y="482664"/>
                </a:lnTo>
                <a:moveTo>
                  <a:pt x="374345" y="592029"/>
                </a:moveTo>
                <a:lnTo>
                  <a:pt x="389811" y="482664"/>
                </a:lnTo>
                <a:moveTo>
                  <a:pt x="743143" y="276020"/>
                </a:moveTo>
                <a:lnTo>
                  <a:pt x="818455" y="171167"/>
                </a:lnTo>
                <a:moveTo>
                  <a:pt x="1083209" y="113473"/>
                </a:moveTo>
                <a:lnTo>
                  <a:pt x="1017315" y="104610"/>
                </a:lnTo>
                <a:moveTo>
                  <a:pt x="1564703" y="393683"/>
                </a:moveTo>
                <a:lnTo>
                  <a:pt x="1600397" y="443755"/>
                </a:lnTo>
                <a:moveTo>
                  <a:pt x="844751" y="518505"/>
                </a:moveTo>
                <a:lnTo>
                  <a:pt x="878999" y="589991"/>
                </a:lnTo>
                <a:moveTo>
                  <a:pt x="496768" y="599668"/>
                </a:moveTo>
                <a:lnTo>
                  <a:pt x="389811" y="482664"/>
                </a:lnTo>
                <a:moveTo>
                  <a:pt x="997367" y="523913"/>
                </a:moveTo>
                <a:lnTo>
                  <a:pt x="1095535" y="509849"/>
                </a:lnTo>
                <a:moveTo>
                  <a:pt x="2166901" y="449523"/>
                </a:moveTo>
                <a:lnTo>
                  <a:pt x="2310186" y="469555"/>
                </a:lnTo>
                <a:moveTo>
                  <a:pt x="2046578" y="668246"/>
                </a:moveTo>
                <a:lnTo>
                  <a:pt x="1944384" y="618303"/>
                </a:lnTo>
                <a:moveTo>
                  <a:pt x="295047" y="701746"/>
                </a:moveTo>
                <a:lnTo>
                  <a:pt x="379168" y="592414"/>
                </a:lnTo>
                <a:moveTo>
                  <a:pt x="295047" y="701746"/>
                </a:moveTo>
                <a:lnTo>
                  <a:pt x="374345" y="592029"/>
                </a:lnTo>
                <a:moveTo>
                  <a:pt x="2505232" y="707902"/>
                </a:moveTo>
                <a:lnTo>
                  <a:pt x="2440189" y="686417"/>
                </a:lnTo>
                <a:moveTo>
                  <a:pt x="512282" y="720644"/>
                </a:moveTo>
                <a:lnTo>
                  <a:pt x="605947" y="603309"/>
                </a:lnTo>
                <a:moveTo>
                  <a:pt x="1564703" y="393683"/>
                </a:moveTo>
                <a:lnTo>
                  <a:pt x="1476562" y="445803"/>
                </a:lnTo>
                <a:moveTo>
                  <a:pt x="1694174" y="338446"/>
                </a:moveTo>
                <a:lnTo>
                  <a:pt x="1707424" y="422068"/>
                </a:lnTo>
                <a:moveTo>
                  <a:pt x="625859" y="383219"/>
                </a:moveTo>
                <a:lnTo>
                  <a:pt x="743143" y="276020"/>
                </a:lnTo>
                <a:moveTo>
                  <a:pt x="252822" y="695724"/>
                </a:moveTo>
                <a:lnTo>
                  <a:pt x="263703" y="728269"/>
                </a:lnTo>
                <a:moveTo>
                  <a:pt x="1664324" y="218588"/>
                </a:moveTo>
                <a:lnTo>
                  <a:pt x="1706481" y="234965"/>
                </a:lnTo>
                <a:moveTo>
                  <a:pt x="247401" y="579080"/>
                </a:moveTo>
                <a:lnTo>
                  <a:pt x="275455" y="476801"/>
                </a:lnTo>
                <a:moveTo>
                  <a:pt x="550829" y="722238"/>
                </a:moveTo>
                <a:lnTo>
                  <a:pt x="605947" y="603309"/>
                </a:lnTo>
                <a:moveTo>
                  <a:pt x="137808" y="689579"/>
                </a:moveTo>
                <a:lnTo>
                  <a:pt x="140670" y="576490"/>
                </a:lnTo>
                <a:moveTo>
                  <a:pt x="1694174" y="338446"/>
                </a:moveTo>
                <a:lnTo>
                  <a:pt x="1760995" y="347260"/>
                </a:lnTo>
                <a:moveTo>
                  <a:pt x="374345" y="592029"/>
                </a:moveTo>
                <a:lnTo>
                  <a:pt x="379168" y="592414"/>
                </a:lnTo>
                <a:moveTo>
                  <a:pt x="2412268" y="521158"/>
                </a:moveTo>
                <a:lnTo>
                  <a:pt x="2391241" y="501772"/>
                </a:lnTo>
                <a:moveTo>
                  <a:pt x="252822" y="695724"/>
                </a:moveTo>
                <a:lnTo>
                  <a:pt x="295047" y="701746"/>
                </a:lnTo>
                <a:moveTo>
                  <a:pt x="1636355" y="329294"/>
                </a:moveTo>
                <a:lnTo>
                  <a:pt x="1706481" y="234965"/>
                </a:lnTo>
                <a:moveTo>
                  <a:pt x="2514205" y="730821"/>
                </a:moveTo>
                <a:lnTo>
                  <a:pt x="2521183" y="742330"/>
                </a:lnTo>
                <a:moveTo>
                  <a:pt x="2514023" y="577623"/>
                </a:moveTo>
                <a:lnTo>
                  <a:pt x="2549888" y="625154"/>
                </a:lnTo>
                <a:moveTo>
                  <a:pt x="731566" y="631442"/>
                </a:moveTo>
                <a:lnTo>
                  <a:pt x="620565" y="712009"/>
                </a:lnTo>
                <a:moveTo>
                  <a:pt x="496768" y="599668"/>
                </a:moveTo>
                <a:lnTo>
                  <a:pt x="501174" y="487241"/>
                </a:lnTo>
                <a:moveTo>
                  <a:pt x="1922893" y="464492"/>
                </a:moveTo>
                <a:lnTo>
                  <a:pt x="1951025" y="362247"/>
                </a:lnTo>
                <a:moveTo>
                  <a:pt x="496768" y="599668"/>
                </a:moveTo>
                <a:lnTo>
                  <a:pt x="379168" y="592414"/>
                </a:lnTo>
                <a:moveTo>
                  <a:pt x="2166901" y="449523"/>
                </a:moveTo>
                <a:lnTo>
                  <a:pt x="2064865" y="397227"/>
                </a:lnTo>
                <a:moveTo>
                  <a:pt x="2277559" y="487056"/>
                </a:moveTo>
                <a:lnTo>
                  <a:pt x="2310186" y="469555"/>
                </a:lnTo>
                <a:moveTo>
                  <a:pt x="1922893" y="464492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871311" y="124877"/>
                </a:lnTo>
                <a:moveTo>
                  <a:pt x="1944384" y="618303"/>
                </a:moveTo>
                <a:lnTo>
                  <a:pt x="1920592" y="577822"/>
                </a:lnTo>
                <a:moveTo>
                  <a:pt x="853025" y="165644"/>
                </a:moveTo>
                <a:lnTo>
                  <a:pt x="818455" y="171167"/>
                </a:lnTo>
                <a:moveTo>
                  <a:pt x="1636355" y="329294"/>
                </a:moveTo>
                <a:lnTo>
                  <a:pt x="1718103" y="263810"/>
                </a:lnTo>
                <a:moveTo>
                  <a:pt x="844751" y="518505"/>
                </a:moveTo>
                <a:lnTo>
                  <a:pt x="988855" y="526380"/>
                </a:lnTo>
                <a:moveTo>
                  <a:pt x="252822" y="695724"/>
                </a:moveTo>
                <a:lnTo>
                  <a:pt x="140670" y="576490"/>
                </a:lnTo>
                <a:moveTo>
                  <a:pt x="728624" y="612742"/>
                </a:moveTo>
                <a:lnTo>
                  <a:pt x="620565" y="712009"/>
                </a:lnTo>
                <a:moveTo>
                  <a:pt x="844751" y="518505"/>
                </a:moveTo>
                <a:lnTo>
                  <a:pt x="988389" y="523476"/>
                </a:lnTo>
                <a:moveTo>
                  <a:pt x="252822" y="695724"/>
                </a:moveTo>
                <a:lnTo>
                  <a:pt x="137808" y="689579"/>
                </a:lnTo>
                <a:moveTo>
                  <a:pt x="2150037" y="699461"/>
                </a:moveTo>
                <a:lnTo>
                  <a:pt x="2187757" y="719488"/>
                </a:lnTo>
                <a:moveTo>
                  <a:pt x="2539441" y="779968"/>
                </a:moveTo>
                <a:lnTo>
                  <a:pt x="2514205" y="730821"/>
                </a:lnTo>
                <a:moveTo>
                  <a:pt x="857038" y="505645"/>
                </a:moveTo>
                <a:lnTo>
                  <a:pt x="988389" y="523476"/>
                </a:lnTo>
                <a:moveTo>
                  <a:pt x="1564703" y="393683"/>
                </a:moveTo>
                <a:lnTo>
                  <a:pt x="1707424" y="422068"/>
                </a:lnTo>
                <a:moveTo>
                  <a:pt x="2532822" y="615744"/>
                </a:moveTo>
                <a:lnTo>
                  <a:pt x="2549888" y="625154"/>
                </a:lnTo>
                <a:moveTo>
                  <a:pt x="1083209" y="113473"/>
                </a:moveTo>
                <a:lnTo>
                  <a:pt x="1122739" y="106683"/>
                </a:lnTo>
                <a:moveTo>
                  <a:pt x="2532822" y="615744"/>
                </a:moveTo>
                <a:lnTo>
                  <a:pt x="2554932" y="631735"/>
                </a:lnTo>
                <a:moveTo>
                  <a:pt x="2247260" y="483434"/>
                </a:moveTo>
                <a:lnTo>
                  <a:pt x="2310186" y="469555"/>
                </a:lnTo>
                <a:moveTo>
                  <a:pt x="620565" y="712009"/>
                </a:moveTo>
                <a:lnTo>
                  <a:pt x="605947" y="603309"/>
                </a:lnTo>
                <a:moveTo>
                  <a:pt x="2514205" y="730821"/>
                </a:moveTo>
                <a:lnTo>
                  <a:pt x="2575976" y="743385"/>
                </a:lnTo>
                <a:moveTo>
                  <a:pt x="2399576" y="709258"/>
                </a:moveTo>
                <a:lnTo>
                  <a:pt x="2294098" y="707983"/>
                </a:lnTo>
                <a:moveTo>
                  <a:pt x="295047" y="701746"/>
                </a:moveTo>
                <a:lnTo>
                  <a:pt x="247401" y="579080"/>
                </a:lnTo>
                <a:moveTo>
                  <a:pt x="853025" y="165644"/>
                </a:moveTo>
                <a:lnTo>
                  <a:pt x="871311" y="124877"/>
                </a:lnTo>
                <a:moveTo>
                  <a:pt x="1490509" y="437730"/>
                </a:moveTo>
                <a:lnTo>
                  <a:pt x="1454598" y="460974"/>
                </a:lnTo>
                <a:moveTo>
                  <a:pt x="2033118" y="468581"/>
                </a:moveTo>
                <a:lnTo>
                  <a:pt x="1951025" y="362247"/>
                </a:lnTo>
                <a:moveTo>
                  <a:pt x="605245" y="488689"/>
                </a:moveTo>
                <a:lnTo>
                  <a:pt x="625859" y="383219"/>
                </a:lnTo>
                <a:moveTo>
                  <a:pt x="247401" y="579080"/>
                </a:moveTo>
                <a:lnTo>
                  <a:pt x="140670" y="576490"/>
                </a:lnTo>
                <a:moveTo>
                  <a:pt x="605947" y="603309"/>
                </a:moveTo>
                <a:lnTo>
                  <a:pt x="501174" y="487241"/>
                </a:lnTo>
                <a:moveTo>
                  <a:pt x="1060881" y="636381"/>
                </a:moveTo>
                <a:lnTo>
                  <a:pt x="1090997" y="577103"/>
                </a:lnTo>
                <a:moveTo>
                  <a:pt x="743037" y="614694"/>
                </a:moveTo>
                <a:lnTo>
                  <a:pt x="731566" y="631442"/>
                </a:lnTo>
                <a:moveTo>
                  <a:pt x="247401" y="579080"/>
                </a:moveTo>
                <a:lnTo>
                  <a:pt x="374345" y="592029"/>
                </a:lnTo>
                <a:moveTo>
                  <a:pt x="743143" y="276020"/>
                </a:moveTo>
                <a:lnTo>
                  <a:pt x="853025" y="165644"/>
                </a:lnTo>
                <a:moveTo>
                  <a:pt x="605947" y="603309"/>
                </a:moveTo>
                <a:lnTo>
                  <a:pt x="496768" y="599668"/>
                </a:lnTo>
                <a:moveTo>
                  <a:pt x="1922893" y="464492"/>
                </a:moveTo>
                <a:lnTo>
                  <a:pt x="1816630" y="462102"/>
                </a:lnTo>
                <a:moveTo>
                  <a:pt x="728624" y="612742"/>
                </a:moveTo>
                <a:lnTo>
                  <a:pt x="731566" y="631442"/>
                </a:lnTo>
                <a:moveTo>
                  <a:pt x="1920592" y="577822"/>
                </a:moveTo>
                <a:lnTo>
                  <a:pt x="1816630" y="462102"/>
                </a:lnTo>
                <a:moveTo>
                  <a:pt x="605245" y="488689"/>
                </a:moveTo>
                <a:lnTo>
                  <a:pt x="501174" y="487241"/>
                </a:lnTo>
                <a:moveTo>
                  <a:pt x="955559" y="440786"/>
                </a:moveTo>
                <a:lnTo>
                  <a:pt x="988389" y="523476"/>
                </a:lnTo>
                <a:moveTo>
                  <a:pt x="728624" y="612742"/>
                </a:moveTo>
                <a:lnTo>
                  <a:pt x="743037" y="614694"/>
                </a:lnTo>
                <a:moveTo>
                  <a:pt x="2532822" y="615744"/>
                </a:moveTo>
                <a:lnTo>
                  <a:pt x="2575976" y="743385"/>
                </a:lnTo>
                <a:moveTo>
                  <a:pt x="2277559" y="487056"/>
                </a:moveTo>
                <a:lnTo>
                  <a:pt x="2391241" y="501772"/>
                </a:lnTo>
                <a:moveTo>
                  <a:pt x="2033118" y="468581"/>
                </a:moveTo>
                <a:lnTo>
                  <a:pt x="2064865" y="397227"/>
                </a:lnTo>
                <a:moveTo>
                  <a:pt x="252822" y="695724"/>
                </a:moveTo>
                <a:lnTo>
                  <a:pt x="247401" y="579080"/>
                </a:lnTo>
                <a:moveTo>
                  <a:pt x="2505232" y="707902"/>
                </a:moveTo>
                <a:lnTo>
                  <a:pt x="2575976" y="743385"/>
                </a:lnTo>
                <a:moveTo>
                  <a:pt x="720115" y="380455"/>
                </a:moveTo>
                <a:lnTo>
                  <a:pt x="625859" y="383219"/>
                </a:lnTo>
                <a:moveTo>
                  <a:pt x="2255540" y="700359"/>
                </a:moveTo>
                <a:lnTo>
                  <a:pt x="2187757" y="719488"/>
                </a:lnTo>
                <a:moveTo>
                  <a:pt x="988389" y="523476"/>
                </a:moveTo>
                <a:lnTo>
                  <a:pt x="1071456" y="401592"/>
                </a:lnTo>
                <a:moveTo>
                  <a:pt x="2412268" y="521158"/>
                </a:moveTo>
                <a:lnTo>
                  <a:pt x="2277559" y="487056"/>
                </a:lnTo>
                <a:moveTo>
                  <a:pt x="997367" y="523913"/>
                </a:moveTo>
                <a:lnTo>
                  <a:pt x="1071456" y="401592"/>
                </a:lnTo>
                <a:moveTo>
                  <a:pt x="1201145" y="509182"/>
                </a:moveTo>
                <a:lnTo>
                  <a:pt x="1095535" y="509849"/>
                </a:lnTo>
                <a:moveTo>
                  <a:pt x="1564703" y="393683"/>
                </a:moveTo>
                <a:lnTo>
                  <a:pt x="1694174" y="338446"/>
                </a:lnTo>
                <a:moveTo>
                  <a:pt x="743037" y="614694"/>
                </a:moveTo>
                <a:lnTo>
                  <a:pt x="844751" y="518505"/>
                </a:lnTo>
                <a:moveTo>
                  <a:pt x="2514023" y="577623"/>
                </a:moveTo>
                <a:lnTo>
                  <a:pt x="2412268" y="521158"/>
                </a:lnTo>
                <a:moveTo>
                  <a:pt x="853025" y="165644"/>
                </a:moveTo>
                <a:lnTo>
                  <a:pt x="978637" y="98769"/>
                </a:lnTo>
                <a:moveTo>
                  <a:pt x="728624" y="612742"/>
                </a:moveTo>
                <a:lnTo>
                  <a:pt x="605947" y="603309"/>
                </a:lnTo>
                <a:moveTo>
                  <a:pt x="1441265" y="430655"/>
                </a:moveTo>
                <a:lnTo>
                  <a:pt x="1454598" y="460974"/>
                </a:lnTo>
                <a:moveTo>
                  <a:pt x="1490509" y="437730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060881" y="636381"/>
                </a:lnTo>
                <a:moveTo>
                  <a:pt x="1186202" y="151585"/>
                </a:moveTo>
                <a:lnTo>
                  <a:pt x="1122739" y="106683"/>
                </a:lnTo>
                <a:moveTo>
                  <a:pt x="1031701" y="397764"/>
                </a:moveTo>
                <a:lnTo>
                  <a:pt x="988389" y="523476"/>
                </a:lnTo>
                <a:moveTo>
                  <a:pt x="1079502" y="633681"/>
                </a:moveTo>
                <a:lnTo>
                  <a:pt x="1090997" y="577103"/>
                </a:lnTo>
                <a:moveTo>
                  <a:pt x="720115" y="380455"/>
                </a:moveTo>
                <a:lnTo>
                  <a:pt x="743143" y="276020"/>
                </a:lnTo>
                <a:moveTo>
                  <a:pt x="713080" y="491753"/>
                </a:moveTo>
                <a:lnTo>
                  <a:pt x="625859" y="383219"/>
                </a:lnTo>
                <a:moveTo>
                  <a:pt x="1201145" y="509182"/>
                </a:moveTo>
                <a:lnTo>
                  <a:pt x="1210661" y="532436"/>
                </a:lnTo>
                <a:moveTo>
                  <a:pt x="728624" y="612742"/>
                </a:moveTo>
                <a:lnTo>
                  <a:pt x="605245" y="488689"/>
                </a:lnTo>
                <a:moveTo>
                  <a:pt x="743037" y="614694"/>
                </a:moveTo>
                <a:lnTo>
                  <a:pt x="841478" y="503642"/>
                </a:lnTo>
                <a:moveTo>
                  <a:pt x="1198925" y="542086"/>
                </a:moveTo>
                <a:lnTo>
                  <a:pt x="1090997" y="577103"/>
                </a:lnTo>
                <a:moveTo>
                  <a:pt x="1441265" y="430655"/>
                </a:moveTo>
                <a:lnTo>
                  <a:pt x="1490509" y="437730"/>
                </a:lnTo>
                <a:moveTo>
                  <a:pt x="1198925" y="542086"/>
                </a:moveTo>
                <a:lnTo>
                  <a:pt x="1210661" y="532436"/>
                </a:lnTo>
                <a:moveTo>
                  <a:pt x="1636355" y="329294"/>
                </a:moveTo>
                <a:lnTo>
                  <a:pt x="1694174" y="338446"/>
                </a:lnTo>
                <a:moveTo>
                  <a:pt x="728624" y="612742"/>
                </a:moveTo>
                <a:lnTo>
                  <a:pt x="841478" y="503642"/>
                </a:lnTo>
                <a:moveTo>
                  <a:pt x="605947" y="603309"/>
                </a:moveTo>
                <a:lnTo>
                  <a:pt x="605245" y="488689"/>
                </a:lnTo>
                <a:moveTo>
                  <a:pt x="2150037" y="699461"/>
                </a:moveTo>
                <a:lnTo>
                  <a:pt x="2046578" y="668246"/>
                </a:lnTo>
                <a:moveTo>
                  <a:pt x="2269122" y="499077"/>
                </a:moveTo>
                <a:lnTo>
                  <a:pt x="2412268" y="521158"/>
                </a:lnTo>
                <a:moveTo>
                  <a:pt x="1920592" y="577822"/>
                </a:moveTo>
                <a:lnTo>
                  <a:pt x="1922893" y="464492"/>
                </a:lnTo>
                <a:moveTo>
                  <a:pt x="2006511" y="574478"/>
                </a:moveTo>
                <a:lnTo>
                  <a:pt x="1944384" y="618303"/>
                </a:lnTo>
                <a:moveTo>
                  <a:pt x="857038" y="505645"/>
                </a:moveTo>
                <a:lnTo>
                  <a:pt x="844751" y="518505"/>
                </a:lnTo>
                <a:moveTo>
                  <a:pt x="2013644" y="577292"/>
                </a:moveTo>
                <a:lnTo>
                  <a:pt x="1944384" y="618303"/>
                </a:lnTo>
                <a:moveTo>
                  <a:pt x="1083209" y="113473"/>
                </a:moveTo>
                <a:lnTo>
                  <a:pt x="978637" y="98769"/>
                </a:lnTo>
                <a:moveTo>
                  <a:pt x="2247260" y="483434"/>
                </a:moveTo>
                <a:lnTo>
                  <a:pt x="2166901" y="449523"/>
                </a:lnTo>
                <a:moveTo>
                  <a:pt x="1095535" y="509849"/>
                </a:moveTo>
                <a:lnTo>
                  <a:pt x="1071456" y="401592"/>
                </a:lnTo>
                <a:moveTo>
                  <a:pt x="841478" y="503642"/>
                </a:moveTo>
                <a:lnTo>
                  <a:pt x="844751" y="518505"/>
                </a:lnTo>
                <a:moveTo>
                  <a:pt x="1190626" y="409520"/>
                </a:moveTo>
                <a:lnTo>
                  <a:pt x="1095535" y="509849"/>
                </a:lnTo>
                <a:moveTo>
                  <a:pt x="2255540" y="700359"/>
                </a:moveTo>
                <a:lnTo>
                  <a:pt x="2294098" y="707983"/>
                </a:lnTo>
                <a:moveTo>
                  <a:pt x="2033118" y="468581"/>
                </a:moveTo>
                <a:lnTo>
                  <a:pt x="2166901" y="449523"/>
                </a:lnTo>
                <a:moveTo>
                  <a:pt x="841478" y="503642"/>
                </a:moveTo>
                <a:lnTo>
                  <a:pt x="857038" y="505645"/>
                </a:lnTo>
                <a:moveTo>
                  <a:pt x="1636355" y="329294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198925" y="542086"/>
                </a:lnTo>
                <a:moveTo>
                  <a:pt x="2150028" y="475539"/>
                </a:moveTo>
                <a:lnTo>
                  <a:pt x="2166901" y="449523"/>
                </a:lnTo>
                <a:moveTo>
                  <a:pt x="728624" y="612742"/>
                </a:moveTo>
                <a:lnTo>
                  <a:pt x="713080" y="491753"/>
                </a:lnTo>
                <a:moveTo>
                  <a:pt x="828877" y="269599"/>
                </a:moveTo>
                <a:lnTo>
                  <a:pt x="743143" y="276020"/>
                </a:lnTo>
                <a:moveTo>
                  <a:pt x="2505232" y="707902"/>
                </a:moveTo>
                <a:lnTo>
                  <a:pt x="2399576" y="709258"/>
                </a:lnTo>
                <a:moveTo>
                  <a:pt x="1186202" y="151585"/>
                </a:moveTo>
                <a:lnTo>
                  <a:pt x="1227906" y="112582"/>
                </a:lnTo>
                <a:moveTo>
                  <a:pt x="2033118" y="468581"/>
                </a:moveTo>
                <a:lnTo>
                  <a:pt x="1922893" y="464492"/>
                </a:lnTo>
                <a:moveTo>
                  <a:pt x="1920592" y="577822"/>
                </a:moveTo>
                <a:lnTo>
                  <a:pt x="2033118" y="468581"/>
                </a:lnTo>
                <a:moveTo>
                  <a:pt x="1636355" y="329294"/>
                </a:moveTo>
                <a:lnTo>
                  <a:pt x="1664324" y="218588"/>
                </a:lnTo>
                <a:moveTo>
                  <a:pt x="823247" y="381500"/>
                </a:moveTo>
                <a:lnTo>
                  <a:pt x="743143" y="276020"/>
                </a:lnTo>
                <a:moveTo>
                  <a:pt x="841478" y="503642"/>
                </a:moveTo>
                <a:lnTo>
                  <a:pt x="720115" y="380455"/>
                </a:lnTo>
                <a:moveTo>
                  <a:pt x="857038" y="505645"/>
                </a:moveTo>
                <a:lnTo>
                  <a:pt x="955559" y="440786"/>
                </a:lnTo>
                <a:moveTo>
                  <a:pt x="2247260" y="483434"/>
                </a:moveTo>
                <a:lnTo>
                  <a:pt x="2277559" y="487056"/>
                </a:lnTo>
                <a:moveTo>
                  <a:pt x="2505232" y="707902"/>
                </a:moveTo>
                <a:lnTo>
                  <a:pt x="2514205" y="730821"/>
                </a:lnTo>
                <a:moveTo>
                  <a:pt x="713080" y="491753"/>
                </a:moveTo>
                <a:lnTo>
                  <a:pt x="605245" y="488689"/>
                </a:lnTo>
                <a:moveTo>
                  <a:pt x="2532822" y="615744"/>
                </a:moveTo>
                <a:lnTo>
                  <a:pt x="2514023" y="577623"/>
                </a:lnTo>
                <a:moveTo>
                  <a:pt x="2372547" y="530781"/>
                </a:moveTo>
                <a:lnTo>
                  <a:pt x="2412268" y="521158"/>
                </a:lnTo>
                <a:moveTo>
                  <a:pt x="2269122" y="499077"/>
                </a:moveTo>
                <a:lnTo>
                  <a:pt x="2277559" y="487056"/>
                </a:lnTo>
                <a:moveTo>
                  <a:pt x="841478" y="503642"/>
                </a:moveTo>
                <a:lnTo>
                  <a:pt x="713080" y="491753"/>
                </a:lnTo>
                <a:moveTo>
                  <a:pt x="1310314" y="455760"/>
                </a:moveTo>
                <a:lnTo>
                  <a:pt x="1201145" y="509182"/>
                </a:lnTo>
                <a:moveTo>
                  <a:pt x="1201145" y="509182"/>
                </a:moveTo>
                <a:lnTo>
                  <a:pt x="1190626" y="409520"/>
                </a:lnTo>
                <a:moveTo>
                  <a:pt x="2013644" y="577292"/>
                </a:moveTo>
                <a:lnTo>
                  <a:pt x="2046578" y="668246"/>
                </a:lnTo>
                <a:moveTo>
                  <a:pt x="2360650" y="707103"/>
                </a:moveTo>
                <a:lnTo>
                  <a:pt x="2294098" y="707983"/>
                </a:lnTo>
                <a:moveTo>
                  <a:pt x="828877" y="269599"/>
                </a:moveTo>
                <a:lnTo>
                  <a:pt x="853025" y="165644"/>
                </a:lnTo>
                <a:moveTo>
                  <a:pt x="2150028" y="475539"/>
                </a:moveTo>
                <a:lnTo>
                  <a:pt x="2247260" y="483434"/>
                </a:lnTo>
                <a:moveTo>
                  <a:pt x="2269122" y="499077"/>
                </a:moveTo>
                <a:lnTo>
                  <a:pt x="2247260" y="483434"/>
                </a:lnTo>
                <a:moveTo>
                  <a:pt x="2532822" y="615744"/>
                </a:moveTo>
                <a:lnTo>
                  <a:pt x="2505232" y="707902"/>
                </a:lnTo>
                <a:moveTo>
                  <a:pt x="713080" y="491753"/>
                </a:moveTo>
                <a:lnTo>
                  <a:pt x="720115" y="380455"/>
                </a:lnTo>
                <a:moveTo>
                  <a:pt x="944708" y="161776"/>
                </a:moveTo>
                <a:lnTo>
                  <a:pt x="978637" y="98769"/>
                </a:lnTo>
                <a:moveTo>
                  <a:pt x="2150028" y="475539"/>
                </a:moveTo>
                <a:lnTo>
                  <a:pt x="2033118" y="468581"/>
                </a:lnTo>
                <a:moveTo>
                  <a:pt x="1360584" y="419663"/>
                </a:moveTo>
                <a:lnTo>
                  <a:pt x="1441265" y="430655"/>
                </a:lnTo>
                <a:moveTo>
                  <a:pt x="1490509" y="437730"/>
                </a:moveTo>
                <a:lnTo>
                  <a:pt x="1536807" y="314125"/>
                </a:lnTo>
                <a:moveTo>
                  <a:pt x="1304806" y="415307"/>
                </a:moveTo>
                <a:lnTo>
                  <a:pt x="1201145" y="509182"/>
                </a:lnTo>
                <a:moveTo>
                  <a:pt x="2269122" y="499077"/>
                </a:moveTo>
                <a:lnTo>
                  <a:pt x="2150028" y="475539"/>
                </a:lnTo>
                <a:moveTo>
                  <a:pt x="2006511" y="574478"/>
                </a:moveTo>
                <a:lnTo>
                  <a:pt x="1920592" y="577822"/>
                </a:lnTo>
                <a:moveTo>
                  <a:pt x="944708" y="161776"/>
                </a:moveTo>
                <a:lnTo>
                  <a:pt x="853025" y="165644"/>
                </a:lnTo>
                <a:moveTo>
                  <a:pt x="2014033" y="571515"/>
                </a:moveTo>
                <a:lnTo>
                  <a:pt x="1920592" y="577822"/>
                </a:lnTo>
                <a:moveTo>
                  <a:pt x="857038" y="505645"/>
                </a:moveTo>
                <a:lnTo>
                  <a:pt x="941638" y="389094"/>
                </a:lnTo>
                <a:moveTo>
                  <a:pt x="841478" y="503642"/>
                </a:moveTo>
                <a:lnTo>
                  <a:pt x="823247" y="381500"/>
                </a:lnTo>
                <a:moveTo>
                  <a:pt x="1031701" y="397764"/>
                </a:moveTo>
                <a:lnTo>
                  <a:pt x="955559" y="440786"/>
                </a:lnTo>
                <a:moveTo>
                  <a:pt x="1420380" y="389046"/>
                </a:moveTo>
                <a:lnTo>
                  <a:pt x="1441265" y="430655"/>
                </a:lnTo>
                <a:moveTo>
                  <a:pt x="2255540" y="700359"/>
                </a:moveTo>
                <a:lnTo>
                  <a:pt x="2150037" y="699461"/>
                </a:lnTo>
                <a:moveTo>
                  <a:pt x="841478" y="503642"/>
                </a:moveTo>
                <a:lnTo>
                  <a:pt x="941638" y="389094"/>
                </a:lnTo>
                <a:moveTo>
                  <a:pt x="2476831" y="549759"/>
                </a:moveTo>
                <a:lnTo>
                  <a:pt x="2412268" y="521158"/>
                </a:lnTo>
                <a:moveTo>
                  <a:pt x="1190626" y="409520"/>
                </a:moveTo>
                <a:lnTo>
                  <a:pt x="1071456" y="401592"/>
                </a:lnTo>
                <a:moveTo>
                  <a:pt x="1536807" y="314125"/>
                </a:moveTo>
                <a:lnTo>
                  <a:pt x="1564703" y="393683"/>
                </a:lnTo>
                <a:moveTo>
                  <a:pt x="823247" y="381500"/>
                </a:moveTo>
                <a:lnTo>
                  <a:pt x="720115" y="380455"/>
                </a:lnTo>
                <a:moveTo>
                  <a:pt x="2360650" y="707103"/>
                </a:moveTo>
                <a:lnTo>
                  <a:pt x="2399576" y="709258"/>
                </a:lnTo>
                <a:moveTo>
                  <a:pt x="2118562" y="586873"/>
                </a:moveTo>
                <a:lnTo>
                  <a:pt x="2046578" y="668246"/>
                </a:lnTo>
                <a:moveTo>
                  <a:pt x="1031701" y="397764"/>
                </a:moveTo>
                <a:lnTo>
                  <a:pt x="1071456" y="401592"/>
                </a:lnTo>
                <a:moveTo>
                  <a:pt x="1360584" y="419663"/>
                </a:moveTo>
                <a:lnTo>
                  <a:pt x="1310314" y="455760"/>
                </a:lnTo>
                <a:moveTo>
                  <a:pt x="1441265" y="430655"/>
                </a:moveTo>
                <a:lnTo>
                  <a:pt x="1536807" y="314125"/>
                </a:lnTo>
                <a:moveTo>
                  <a:pt x="1186202" y="151585"/>
                </a:moveTo>
                <a:lnTo>
                  <a:pt x="1083209" y="113473"/>
                </a:lnTo>
                <a:moveTo>
                  <a:pt x="1543709" y="200699"/>
                </a:moveTo>
                <a:lnTo>
                  <a:pt x="1664324" y="218588"/>
                </a:lnTo>
                <a:moveTo>
                  <a:pt x="1304806" y="415307"/>
                </a:moveTo>
                <a:lnTo>
                  <a:pt x="1310314" y="455760"/>
                </a:lnTo>
                <a:moveTo>
                  <a:pt x="2014033" y="571515"/>
                </a:moveTo>
                <a:lnTo>
                  <a:pt x="2033118" y="468581"/>
                </a:lnTo>
                <a:moveTo>
                  <a:pt x="944708" y="161776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955559" y="440786"/>
                </a:lnTo>
                <a:moveTo>
                  <a:pt x="1304806" y="415307"/>
                </a:moveTo>
                <a:lnTo>
                  <a:pt x="1190626" y="409520"/>
                </a:lnTo>
                <a:moveTo>
                  <a:pt x="1536807" y="314125"/>
                </a:moveTo>
                <a:lnTo>
                  <a:pt x="1636355" y="329294"/>
                </a:lnTo>
                <a:moveTo>
                  <a:pt x="1065573" y="374849"/>
                </a:moveTo>
                <a:lnTo>
                  <a:pt x="1071456" y="401592"/>
                </a:lnTo>
                <a:moveTo>
                  <a:pt x="1065573" y="374849"/>
                </a:moveTo>
                <a:lnTo>
                  <a:pt x="1190626" y="409520"/>
                </a:lnTo>
                <a:moveTo>
                  <a:pt x="1543709" y="200699"/>
                </a:moveTo>
                <a:lnTo>
                  <a:pt x="1636355" y="329294"/>
                </a:lnTo>
                <a:moveTo>
                  <a:pt x="1518552" y="311460"/>
                </a:moveTo>
                <a:lnTo>
                  <a:pt x="1441265" y="430655"/>
                </a:lnTo>
                <a:moveTo>
                  <a:pt x="1536984" y="225437"/>
                </a:moveTo>
                <a:lnTo>
                  <a:pt x="1636355" y="329294"/>
                </a:lnTo>
                <a:moveTo>
                  <a:pt x="929373" y="269513"/>
                </a:moveTo>
                <a:lnTo>
                  <a:pt x="853025" y="165644"/>
                </a:lnTo>
                <a:moveTo>
                  <a:pt x="2372547" y="530781"/>
                </a:moveTo>
                <a:lnTo>
                  <a:pt x="2269122" y="499077"/>
                </a:lnTo>
                <a:moveTo>
                  <a:pt x="1031701" y="397764"/>
                </a:moveTo>
                <a:lnTo>
                  <a:pt x="1065573" y="374849"/>
                </a:lnTo>
                <a:moveTo>
                  <a:pt x="1304806" y="415307"/>
                </a:moveTo>
                <a:lnTo>
                  <a:pt x="1360584" y="419663"/>
                </a:lnTo>
                <a:moveTo>
                  <a:pt x="1056783" y="166659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1031701" y="397764"/>
                </a:lnTo>
                <a:moveTo>
                  <a:pt x="1360584" y="419663"/>
                </a:moveTo>
                <a:lnTo>
                  <a:pt x="1420380" y="389046"/>
                </a:lnTo>
                <a:moveTo>
                  <a:pt x="2469702" y="655409"/>
                </a:moveTo>
                <a:lnTo>
                  <a:pt x="2399576" y="709258"/>
                </a:lnTo>
                <a:moveTo>
                  <a:pt x="823247" y="381500"/>
                </a:moveTo>
                <a:lnTo>
                  <a:pt x="828877" y="269599"/>
                </a:lnTo>
                <a:moveTo>
                  <a:pt x="941638" y="389094"/>
                </a:moveTo>
                <a:lnTo>
                  <a:pt x="828877" y="269599"/>
                </a:lnTo>
                <a:moveTo>
                  <a:pt x="2476831" y="549759"/>
                </a:moveTo>
                <a:lnTo>
                  <a:pt x="2514023" y="577623"/>
                </a:lnTo>
                <a:moveTo>
                  <a:pt x="1174633" y="323035"/>
                </a:moveTo>
                <a:lnTo>
                  <a:pt x="1190626" y="409520"/>
                </a:lnTo>
                <a:moveTo>
                  <a:pt x="2118562" y="586873"/>
                </a:moveTo>
                <a:lnTo>
                  <a:pt x="2150037" y="699461"/>
                </a:lnTo>
                <a:moveTo>
                  <a:pt x="2119623" y="571142"/>
                </a:moveTo>
                <a:lnTo>
                  <a:pt x="2033118" y="468581"/>
                </a:lnTo>
                <a:moveTo>
                  <a:pt x="941638" y="389094"/>
                </a:moveTo>
                <a:lnTo>
                  <a:pt x="823247" y="381500"/>
                </a:lnTo>
                <a:moveTo>
                  <a:pt x="2006511" y="574478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06511" y="574478"/>
                </a:lnTo>
                <a:moveTo>
                  <a:pt x="2119623" y="571142"/>
                </a:moveTo>
                <a:lnTo>
                  <a:pt x="2150028" y="475539"/>
                </a:lnTo>
                <a:moveTo>
                  <a:pt x="2119623" y="571142"/>
                </a:moveTo>
                <a:lnTo>
                  <a:pt x="2269122" y="499077"/>
                </a:lnTo>
                <a:moveTo>
                  <a:pt x="2494889" y="599448"/>
                </a:moveTo>
                <a:lnTo>
                  <a:pt x="2514023" y="577623"/>
                </a:lnTo>
                <a:moveTo>
                  <a:pt x="2012735" y="574151"/>
                </a:moveTo>
                <a:lnTo>
                  <a:pt x="2006511" y="574478"/>
                </a:lnTo>
                <a:moveTo>
                  <a:pt x="1174633" y="323035"/>
                </a:moveTo>
                <a:lnTo>
                  <a:pt x="1304806" y="415307"/>
                </a:lnTo>
                <a:moveTo>
                  <a:pt x="2012735" y="574151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12735" y="574151"/>
                </a:lnTo>
                <a:moveTo>
                  <a:pt x="1174633" y="323035"/>
                </a:moveTo>
                <a:lnTo>
                  <a:pt x="1065573" y="374849"/>
                </a:lnTo>
                <a:moveTo>
                  <a:pt x="2469702" y="655409"/>
                </a:moveTo>
                <a:lnTo>
                  <a:pt x="2532822" y="615744"/>
                </a:lnTo>
                <a:moveTo>
                  <a:pt x="2494889" y="599448"/>
                </a:moveTo>
                <a:lnTo>
                  <a:pt x="2532822" y="615744"/>
                </a:lnTo>
                <a:moveTo>
                  <a:pt x="2360650" y="707103"/>
                </a:moveTo>
                <a:lnTo>
                  <a:pt x="2255540" y="700359"/>
                </a:lnTo>
                <a:moveTo>
                  <a:pt x="1177131" y="175093"/>
                </a:moveTo>
                <a:lnTo>
                  <a:pt x="1186202" y="151585"/>
                </a:lnTo>
                <a:moveTo>
                  <a:pt x="2469702" y="655409"/>
                </a:moveTo>
                <a:lnTo>
                  <a:pt x="2505232" y="707902"/>
                </a:lnTo>
                <a:moveTo>
                  <a:pt x="1056783" y="166659"/>
                </a:moveTo>
                <a:lnTo>
                  <a:pt x="1186202" y="151585"/>
                </a:lnTo>
                <a:moveTo>
                  <a:pt x="1518552" y="311460"/>
                </a:moveTo>
                <a:lnTo>
                  <a:pt x="1420380" y="389046"/>
                </a:lnTo>
                <a:moveTo>
                  <a:pt x="1543709" y="200699"/>
                </a:moveTo>
                <a:lnTo>
                  <a:pt x="1539582" y="186938"/>
                </a:lnTo>
                <a:moveTo>
                  <a:pt x="1257181" y="179616"/>
                </a:moveTo>
                <a:lnTo>
                  <a:pt x="1186202" y="151585"/>
                </a:lnTo>
                <a:moveTo>
                  <a:pt x="1537624" y="200158"/>
                </a:moveTo>
                <a:lnTo>
                  <a:pt x="1539582" y="186938"/>
                </a:lnTo>
                <a:moveTo>
                  <a:pt x="929373" y="269513"/>
                </a:moveTo>
                <a:lnTo>
                  <a:pt x="828877" y="269599"/>
                </a:lnTo>
                <a:moveTo>
                  <a:pt x="1056783" y="166659"/>
                </a:moveTo>
                <a:lnTo>
                  <a:pt x="944708" y="161776"/>
                </a:lnTo>
                <a:moveTo>
                  <a:pt x="1536984" y="225437"/>
                </a:moveTo>
                <a:lnTo>
                  <a:pt x="1536807" y="314125"/>
                </a:lnTo>
                <a:moveTo>
                  <a:pt x="1537624" y="200158"/>
                </a:moveTo>
                <a:lnTo>
                  <a:pt x="1543709" y="200699"/>
                </a:lnTo>
                <a:moveTo>
                  <a:pt x="1543709" y="200699"/>
                </a:moveTo>
                <a:lnTo>
                  <a:pt x="1536984" y="225437"/>
                </a:lnTo>
                <a:moveTo>
                  <a:pt x="2118562" y="586873"/>
                </a:moveTo>
                <a:lnTo>
                  <a:pt x="2255540" y="700359"/>
                </a:lnTo>
                <a:moveTo>
                  <a:pt x="1031701" y="397764"/>
                </a:moveTo>
                <a:lnTo>
                  <a:pt x="1044477" y="275696"/>
                </a:lnTo>
                <a:moveTo>
                  <a:pt x="1537624" y="200158"/>
                </a:moveTo>
                <a:lnTo>
                  <a:pt x="1536984" y="225437"/>
                </a:lnTo>
                <a:moveTo>
                  <a:pt x="1518552" y="311460"/>
                </a:moveTo>
                <a:lnTo>
                  <a:pt x="1536807" y="314125"/>
                </a:lnTo>
                <a:moveTo>
                  <a:pt x="2226861" y="579616"/>
                </a:moveTo>
                <a:lnTo>
                  <a:pt x="2269122" y="499077"/>
                </a:lnTo>
                <a:moveTo>
                  <a:pt x="1165344" y="284352"/>
                </a:moveTo>
                <a:lnTo>
                  <a:pt x="1065573" y="374849"/>
                </a:lnTo>
                <a:moveTo>
                  <a:pt x="1518552" y="311460"/>
                </a:moveTo>
                <a:lnTo>
                  <a:pt x="1537624" y="200158"/>
                </a:lnTo>
                <a:moveTo>
                  <a:pt x="1518552" y="311460"/>
                </a:moveTo>
                <a:lnTo>
                  <a:pt x="1536984" y="225437"/>
                </a:lnTo>
                <a:moveTo>
                  <a:pt x="941638" y="389094"/>
                </a:moveTo>
                <a:lnTo>
                  <a:pt x="929373" y="269513"/>
                </a:lnTo>
                <a:moveTo>
                  <a:pt x="1065573" y="374849"/>
                </a:moveTo>
                <a:lnTo>
                  <a:pt x="1044477" y="275696"/>
                </a:lnTo>
                <a:moveTo>
                  <a:pt x="1282298" y="291913"/>
                </a:moveTo>
                <a:lnTo>
                  <a:pt x="1304806" y="415307"/>
                </a:lnTo>
                <a:moveTo>
                  <a:pt x="1283878" y="291375"/>
                </a:moveTo>
                <a:lnTo>
                  <a:pt x="1304806" y="415307"/>
                </a:lnTo>
                <a:moveTo>
                  <a:pt x="2119623" y="571142"/>
                </a:moveTo>
                <a:lnTo>
                  <a:pt x="2014033" y="571515"/>
                </a:lnTo>
                <a:moveTo>
                  <a:pt x="929373" y="269513"/>
                </a:moveTo>
                <a:lnTo>
                  <a:pt x="944708" y="161776"/>
                </a:lnTo>
                <a:moveTo>
                  <a:pt x="1360584" y="419663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056783" y="166659"/>
                </a:lnTo>
                <a:moveTo>
                  <a:pt x="2118562" y="586873"/>
                </a:moveTo>
                <a:lnTo>
                  <a:pt x="2013644" y="577292"/>
                </a:lnTo>
                <a:moveTo>
                  <a:pt x="2012735" y="574151"/>
                </a:moveTo>
                <a:lnTo>
                  <a:pt x="2119623" y="571142"/>
                </a:lnTo>
                <a:moveTo>
                  <a:pt x="1410488" y="188811"/>
                </a:moveTo>
                <a:lnTo>
                  <a:pt x="1539582" y="186938"/>
                </a:lnTo>
                <a:moveTo>
                  <a:pt x="1304806" y="415307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257181" y="179616"/>
                </a:lnTo>
                <a:moveTo>
                  <a:pt x="2116868" y="575626"/>
                </a:moveTo>
                <a:lnTo>
                  <a:pt x="2013644" y="577292"/>
                </a:lnTo>
                <a:moveTo>
                  <a:pt x="941638" y="389094"/>
                </a:moveTo>
                <a:lnTo>
                  <a:pt x="1044477" y="275696"/>
                </a:lnTo>
                <a:moveTo>
                  <a:pt x="2476831" y="549759"/>
                </a:moveTo>
                <a:lnTo>
                  <a:pt x="2372547" y="530781"/>
                </a:lnTo>
                <a:moveTo>
                  <a:pt x="1537624" y="200158"/>
                </a:moveTo>
                <a:lnTo>
                  <a:pt x="1410488" y="188811"/>
                </a:lnTo>
                <a:moveTo>
                  <a:pt x="2116868" y="575626"/>
                </a:moveTo>
                <a:lnTo>
                  <a:pt x="2012735" y="574151"/>
                </a:lnTo>
                <a:moveTo>
                  <a:pt x="1044477" y="275696"/>
                </a:moveTo>
                <a:lnTo>
                  <a:pt x="944708" y="161776"/>
                </a:lnTo>
                <a:moveTo>
                  <a:pt x="1257181" y="179616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420380" y="389046"/>
                </a:lnTo>
                <a:moveTo>
                  <a:pt x="2255540" y="700359"/>
                </a:moveTo>
                <a:lnTo>
                  <a:pt x="2226861" y="579616"/>
                </a:lnTo>
                <a:moveTo>
                  <a:pt x="1410488" y="188811"/>
                </a:moveTo>
                <a:lnTo>
                  <a:pt x="1293385" y="181770"/>
                </a:lnTo>
                <a:moveTo>
                  <a:pt x="1174633" y="323035"/>
                </a:moveTo>
                <a:lnTo>
                  <a:pt x="1165344" y="284352"/>
                </a:lnTo>
                <a:moveTo>
                  <a:pt x="1165344" y="284352"/>
                </a:moveTo>
                <a:lnTo>
                  <a:pt x="1177131" y="175093"/>
                </a:lnTo>
                <a:moveTo>
                  <a:pt x="1165344" y="284352"/>
                </a:moveTo>
                <a:lnTo>
                  <a:pt x="1056783" y="166659"/>
                </a:lnTo>
                <a:moveTo>
                  <a:pt x="1282298" y="291913"/>
                </a:moveTo>
                <a:lnTo>
                  <a:pt x="1174633" y="323035"/>
                </a:lnTo>
                <a:moveTo>
                  <a:pt x="1282683" y="286208"/>
                </a:moveTo>
                <a:lnTo>
                  <a:pt x="1177131" y="175093"/>
                </a:lnTo>
                <a:moveTo>
                  <a:pt x="1044477" y="275696"/>
                </a:moveTo>
                <a:lnTo>
                  <a:pt x="1056783" y="166659"/>
                </a:lnTo>
                <a:moveTo>
                  <a:pt x="1282124" y="291255"/>
                </a:moveTo>
                <a:lnTo>
                  <a:pt x="1174633" y="323035"/>
                </a:lnTo>
                <a:moveTo>
                  <a:pt x="1282124" y="291255"/>
                </a:moveTo>
                <a:lnTo>
                  <a:pt x="1177131" y="175093"/>
                </a:lnTo>
                <a:moveTo>
                  <a:pt x="1399152" y="298264"/>
                </a:moveTo>
                <a:lnTo>
                  <a:pt x="1537624" y="200158"/>
                </a:lnTo>
                <a:moveTo>
                  <a:pt x="2226861" y="579616"/>
                </a:moveTo>
                <a:lnTo>
                  <a:pt x="2372547" y="530781"/>
                </a:lnTo>
                <a:moveTo>
                  <a:pt x="1282683" y="286208"/>
                </a:moveTo>
                <a:lnTo>
                  <a:pt x="1257181" y="179616"/>
                </a:lnTo>
                <a:moveTo>
                  <a:pt x="1282683" y="286208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518552" y="311460"/>
                </a:lnTo>
                <a:moveTo>
                  <a:pt x="1283878" y="291375"/>
                </a:moveTo>
                <a:lnTo>
                  <a:pt x="1293385" y="181770"/>
                </a:lnTo>
                <a:moveTo>
                  <a:pt x="2116868" y="575626"/>
                </a:moveTo>
                <a:lnTo>
                  <a:pt x="2119623" y="571142"/>
                </a:lnTo>
                <a:moveTo>
                  <a:pt x="2469702" y="655409"/>
                </a:moveTo>
                <a:lnTo>
                  <a:pt x="2360650" y="707103"/>
                </a:lnTo>
                <a:moveTo>
                  <a:pt x="2336849" y="583603"/>
                </a:moveTo>
                <a:lnTo>
                  <a:pt x="2255540" y="700359"/>
                </a:lnTo>
                <a:moveTo>
                  <a:pt x="2116868" y="575626"/>
                </a:moveTo>
                <a:lnTo>
                  <a:pt x="2118562" y="586873"/>
                </a:lnTo>
                <a:moveTo>
                  <a:pt x="1044477" y="275696"/>
                </a:moveTo>
                <a:lnTo>
                  <a:pt x="929373" y="269513"/>
                </a:lnTo>
                <a:moveTo>
                  <a:pt x="1399152" y="298264"/>
                </a:moveTo>
                <a:lnTo>
                  <a:pt x="1293385" y="181770"/>
                </a:lnTo>
                <a:moveTo>
                  <a:pt x="2165275" y="577535"/>
                </a:moveTo>
                <a:lnTo>
                  <a:pt x="2119623" y="571142"/>
                </a:lnTo>
                <a:moveTo>
                  <a:pt x="1399152" y="298264"/>
                </a:moveTo>
                <a:lnTo>
                  <a:pt x="1410488" y="188811"/>
                </a:lnTo>
                <a:moveTo>
                  <a:pt x="1165344" y="284352"/>
                </a:moveTo>
                <a:lnTo>
                  <a:pt x="1044477" y="275696"/>
                </a:lnTo>
                <a:moveTo>
                  <a:pt x="2165275" y="577535"/>
                </a:moveTo>
                <a:lnTo>
                  <a:pt x="2118562" y="586873"/>
                </a:lnTo>
                <a:moveTo>
                  <a:pt x="1282124" y="291255"/>
                </a:moveTo>
                <a:lnTo>
                  <a:pt x="1165344" y="284352"/>
                </a:lnTo>
                <a:moveTo>
                  <a:pt x="2336849" y="583603"/>
                </a:moveTo>
                <a:lnTo>
                  <a:pt x="2372547" y="530781"/>
                </a:lnTo>
                <a:moveTo>
                  <a:pt x="2116868" y="575626"/>
                </a:moveTo>
                <a:lnTo>
                  <a:pt x="2165275" y="577535"/>
                </a:lnTo>
                <a:moveTo>
                  <a:pt x="2494889" y="599448"/>
                </a:moveTo>
                <a:lnTo>
                  <a:pt x="2476831" y="549759"/>
                </a:lnTo>
                <a:moveTo>
                  <a:pt x="1283878" y="291375"/>
                </a:moveTo>
                <a:lnTo>
                  <a:pt x="1282683" y="286208"/>
                </a:lnTo>
                <a:moveTo>
                  <a:pt x="1282124" y="291255"/>
                </a:moveTo>
                <a:lnTo>
                  <a:pt x="1282683" y="286208"/>
                </a:lnTo>
                <a:moveTo>
                  <a:pt x="1283878" y="29137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3878" y="291375"/>
                </a:lnTo>
                <a:moveTo>
                  <a:pt x="2119623" y="571142"/>
                </a:moveTo>
                <a:lnTo>
                  <a:pt x="2226861" y="579616"/>
                </a:lnTo>
                <a:moveTo>
                  <a:pt x="2118562" y="586873"/>
                </a:moveTo>
                <a:lnTo>
                  <a:pt x="2226861" y="579616"/>
                </a:lnTo>
                <a:moveTo>
                  <a:pt x="1283878" y="291375"/>
                </a:moveTo>
                <a:lnTo>
                  <a:pt x="1399152" y="298264"/>
                </a:lnTo>
                <a:moveTo>
                  <a:pt x="2494889" y="599448"/>
                </a:moveTo>
                <a:lnTo>
                  <a:pt x="2469702" y="655409"/>
                </a:lnTo>
                <a:moveTo>
                  <a:pt x="2360650" y="707103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757499" y="665361"/>
                </a:lnTo>
                <a:moveTo>
                  <a:pt x="2455565" y="591337"/>
                </a:moveTo>
                <a:lnTo>
                  <a:pt x="2360650" y="707103"/>
                </a:lnTo>
                <a:moveTo>
                  <a:pt x="2165275" y="577535"/>
                </a:moveTo>
                <a:lnTo>
                  <a:pt x="2226861" y="579616"/>
                </a:lnTo>
                <a:moveTo>
                  <a:pt x="2336849" y="583603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69702" y="655409"/>
                </a:lnTo>
                <a:moveTo>
                  <a:pt x="2455565" y="591337"/>
                </a:moveTo>
                <a:lnTo>
                  <a:pt x="2494889" y="599448"/>
                </a:lnTo>
                <a:moveTo>
                  <a:pt x="2336849" y="583603"/>
                </a:moveTo>
                <a:lnTo>
                  <a:pt x="2226861" y="579616"/>
                </a:lnTo>
                <a:moveTo>
                  <a:pt x="1757499" y="665361"/>
                </a:moveTo>
                <a:lnTo>
                  <a:pt x="1837930" y="542346"/>
                </a:lnTo>
                <a:moveTo>
                  <a:pt x="2455565" y="591337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7930" y="542346"/>
                </a:lnTo>
                <a:moveTo>
                  <a:pt x="1832992" y="532002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2992" y="532002"/>
                </a:lnTo>
                <a:moveTo>
                  <a:pt x="1850028" y="540334"/>
                </a:moveTo>
                <a:lnTo>
                  <a:pt x="1837930" y="542346"/>
                </a:lnTo>
                <a:moveTo>
                  <a:pt x="1850028" y="540334"/>
                </a:moveTo>
                <a:lnTo>
                  <a:pt x="1832992" y="53200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11" name="9lfa_0_tuned_ReferenceLigand_0">
            <a:extLst>
              <a:ext uri="{FF2B5EF4-FFF2-40B4-BE49-F238E27FC236}">
                <a16:creationId xmlns:a16="http://schemas.microsoft.com/office/drawing/2014/main" id="{700BCE09-B491-4749-91F2-D003B57E10E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5689" y="293908"/>
                </a:moveTo>
                <a:lnTo>
                  <a:pt x="1741569" y="3590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2" name="9lfa_0_tuned_ReferenceLigand_1">
            <a:extLst>
              <a:ext uri="{FF2B5EF4-FFF2-40B4-BE49-F238E27FC236}">
                <a16:creationId xmlns:a16="http://schemas.microsoft.com/office/drawing/2014/main" id="{D3995403-E638-4FE9-B4C1-B44F029AB0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1499" y="281863"/>
                </a:moveTo>
                <a:lnTo>
                  <a:pt x="1605689" y="2939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3" name="9lfa_0_tuned_ReferenceLigand_2">
            <a:extLst>
              <a:ext uri="{FF2B5EF4-FFF2-40B4-BE49-F238E27FC236}">
                <a16:creationId xmlns:a16="http://schemas.microsoft.com/office/drawing/2014/main" id="{A29863DD-627C-4C58-A19C-2C0C7718A30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037691" y="4748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4" name="9lfa_0_tuned_ReferenceLigand_3">
            <a:extLst>
              <a:ext uri="{FF2B5EF4-FFF2-40B4-BE49-F238E27FC236}">
                <a16:creationId xmlns:a16="http://schemas.microsoft.com/office/drawing/2014/main" id="{85AABF4D-4D59-48B6-BC02-B2396E08791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569" y="359028"/>
                </a:moveTo>
                <a:lnTo>
                  <a:pt x="1761979" y="413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5" name="9lfa_0_tuned_ReferenceLigand_4">
            <a:extLst>
              <a:ext uri="{FF2B5EF4-FFF2-40B4-BE49-F238E27FC236}">
                <a16:creationId xmlns:a16="http://schemas.microsoft.com/office/drawing/2014/main" id="{19C5A41B-342F-43B4-AC6C-7CED56630E8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3507" y="596329"/>
                </a:moveTo>
                <a:lnTo>
                  <a:pt x="423177" y="556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6" name="9lfa_0_tuned_ReferenceLigand_5">
            <a:extLst>
              <a:ext uri="{FF2B5EF4-FFF2-40B4-BE49-F238E27FC236}">
                <a16:creationId xmlns:a16="http://schemas.microsoft.com/office/drawing/2014/main" id="{E58F6C64-A1A4-4C5F-8CCF-7429AF3A7B5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2579" y="6030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7" name="9lfa_0_tuned_ReferenceLigand_6">
            <a:extLst>
              <a:ext uri="{FF2B5EF4-FFF2-40B4-BE49-F238E27FC236}">
                <a16:creationId xmlns:a16="http://schemas.microsoft.com/office/drawing/2014/main" id="{195B7784-FC52-4110-99E9-C03FE77B280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717" y="500506"/>
                </a:moveTo>
                <a:lnTo>
                  <a:pt x="812028" y="354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8" name="9lfa_0_tuned_ReferenceLigand_7">
            <a:extLst>
              <a:ext uri="{FF2B5EF4-FFF2-40B4-BE49-F238E27FC236}">
                <a16:creationId xmlns:a16="http://schemas.microsoft.com/office/drawing/2014/main" id="{1F24ECF5-ED30-46EA-A561-CE076E06075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77" y="681250"/>
                </a:moveTo>
                <a:lnTo>
                  <a:pt x="273507" y="5963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9" name="9lfa_0_tuned_ReferenceLigand_8">
            <a:extLst>
              <a:ext uri="{FF2B5EF4-FFF2-40B4-BE49-F238E27FC236}">
                <a16:creationId xmlns:a16="http://schemas.microsoft.com/office/drawing/2014/main" id="{823AAFC3-ECA4-40EA-B26B-C5460553845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3177" y="556473"/>
                </a:moveTo>
                <a:lnTo>
                  <a:pt x="508460" y="6073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0" name="9lfa_0_tuned_ReferenceLigand_9">
            <a:extLst>
              <a:ext uri="{FF2B5EF4-FFF2-40B4-BE49-F238E27FC236}">
                <a16:creationId xmlns:a16="http://schemas.microsoft.com/office/drawing/2014/main" id="{537A1F40-2D8C-4AC3-8DBA-204392604D9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360" y="336972"/>
                </a:moveTo>
                <a:lnTo>
                  <a:pt x="1491499" y="2818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1" name="9lfa_0_tuned_ReferenceLigand_10">
            <a:extLst>
              <a:ext uri="{FF2B5EF4-FFF2-40B4-BE49-F238E27FC236}">
                <a16:creationId xmlns:a16="http://schemas.microsoft.com/office/drawing/2014/main" id="{E8F649E5-CAA8-4E23-9E46-C52CD38A240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0650" y="570093"/>
                </a:moveTo>
                <a:lnTo>
                  <a:pt x="741717" y="500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2" name="9lfa_0_tuned_ReferenceLigand_11">
            <a:extLst>
              <a:ext uri="{FF2B5EF4-FFF2-40B4-BE49-F238E27FC236}">
                <a16:creationId xmlns:a16="http://schemas.microsoft.com/office/drawing/2014/main" id="{AB76C3CE-824A-43E5-8F3F-BAF6FBF5866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9362" y="480864"/>
                </a:moveTo>
                <a:lnTo>
                  <a:pt x="2024745" y="506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3" name="9lfa_0_tuned_ReferenceLigand_12">
            <a:extLst>
              <a:ext uri="{FF2B5EF4-FFF2-40B4-BE49-F238E27FC236}">
                <a16:creationId xmlns:a16="http://schemas.microsoft.com/office/drawing/2014/main" id="{50F8D495-D20D-49B1-8B60-A9063851B6F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4" name="9lfa_0_tuned_ReferenceLigand_13">
            <a:extLst>
              <a:ext uri="{FF2B5EF4-FFF2-40B4-BE49-F238E27FC236}">
                <a16:creationId xmlns:a16="http://schemas.microsoft.com/office/drawing/2014/main" id="{485F3305-1C35-486C-88B7-8C0874554DD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5" name="9lfa_0_tuned_ReferenceLigand_14">
            <a:extLst>
              <a:ext uri="{FF2B5EF4-FFF2-40B4-BE49-F238E27FC236}">
                <a16:creationId xmlns:a16="http://schemas.microsoft.com/office/drawing/2014/main" id="{449DD6F3-5D69-4CEE-9CDB-0894F8620A0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737" y="574642"/>
                </a:moveTo>
                <a:lnTo>
                  <a:pt x="2284233" y="6203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6" name="9lfa_0_tuned_ReferenceLigand_15">
            <a:extLst>
              <a:ext uri="{FF2B5EF4-FFF2-40B4-BE49-F238E27FC236}">
                <a16:creationId xmlns:a16="http://schemas.microsoft.com/office/drawing/2014/main" id="{B59E3B62-98CA-4B55-9D7B-2E58404735E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862" y="405468"/>
                </a:moveTo>
                <a:lnTo>
                  <a:pt x="1040679" y="490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7" name="9lfa_0_tuned_ReferenceLigand_16">
            <a:extLst>
              <a:ext uri="{FF2B5EF4-FFF2-40B4-BE49-F238E27FC236}">
                <a16:creationId xmlns:a16="http://schemas.microsoft.com/office/drawing/2014/main" id="{80B9DBFB-63A8-4469-BD4B-2991AE1CAD7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647112" y="4017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8" name="9lfa_0_tuned_ReferenceLigand_17">
            <a:extLst>
              <a:ext uri="{FF2B5EF4-FFF2-40B4-BE49-F238E27FC236}">
                <a16:creationId xmlns:a16="http://schemas.microsoft.com/office/drawing/2014/main" id="{7A213232-BA56-49A8-AD29-6C0F3A814EA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2028" y="354686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9" name="9lfa_0_tuned_ReferenceLigand_18">
            <a:extLst>
              <a:ext uri="{FF2B5EF4-FFF2-40B4-BE49-F238E27FC236}">
                <a16:creationId xmlns:a16="http://schemas.microsoft.com/office/drawing/2014/main" id="{5CA9D672-C7A5-413D-8FEF-B6FAB890FF5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9lfa_0_tuned_ReferenceLigand_19">
            <a:extLst>
              <a:ext uri="{FF2B5EF4-FFF2-40B4-BE49-F238E27FC236}">
                <a16:creationId xmlns:a16="http://schemas.microsoft.com/office/drawing/2014/main" id="{1B29D484-3C02-4704-8A3E-6CD2F644EBD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7112" y="401762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1" name="9lfa_0_tuned_ReferenceLigand_20">
            <a:extLst>
              <a:ext uri="{FF2B5EF4-FFF2-40B4-BE49-F238E27FC236}">
                <a16:creationId xmlns:a16="http://schemas.microsoft.com/office/drawing/2014/main" id="{469A219A-248E-4B7E-87CC-A7567D57266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9118" y="729250"/>
                </a:moveTo>
                <a:lnTo>
                  <a:pt x="205677" y="681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2" name="9lfa_0_tuned_ReferenceLigand_21">
            <a:extLst>
              <a:ext uri="{FF2B5EF4-FFF2-40B4-BE49-F238E27FC236}">
                <a16:creationId xmlns:a16="http://schemas.microsoft.com/office/drawing/2014/main" id="{DF408BE6-5764-4E5A-B001-ACAA0A392EE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176862" y="40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3" name="9lfa_0_tuned_ReferenceLigand_22">
            <a:extLst>
              <a:ext uri="{FF2B5EF4-FFF2-40B4-BE49-F238E27FC236}">
                <a16:creationId xmlns:a16="http://schemas.microsoft.com/office/drawing/2014/main" id="{3D0A6820-1616-4F57-96F9-4316C42480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8715" y="6811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4" name="9lfa_0_tuned_ReferenceLigand_23">
            <a:extLst>
              <a:ext uri="{FF2B5EF4-FFF2-40B4-BE49-F238E27FC236}">
                <a16:creationId xmlns:a16="http://schemas.microsoft.com/office/drawing/2014/main" id="{8A9706E6-7060-4653-95D7-02C86A8F0BF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679" y="490862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5" name="9lfa_0_tuned_ReferenceLigand_24">
            <a:extLst>
              <a:ext uri="{FF2B5EF4-FFF2-40B4-BE49-F238E27FC236}">
                <a16:creationId xmlns:a16="http://schemas.microsoft.com/office/drawing/2014/main" id="{536ACC67-829A-4B09-A84E-2737AB4BCDA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439585" y="6959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6" name="9lfa_0_tuned_ReferenceLigand_25">
            <a:extLst>
              <a:ext uri="{FF2B5EF4-FFF2-40B4-BE49-F238E27FC236}">
                <a16:creationId xmlns:a16="http://schemas.microsoft.com/office/drawing/2014/main" id="{DE19E0C1-8F79-4487-AB2B-2AC233D19A0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531" y="531578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7" name="9lfa_0_tuned_ReferenceLigand_26">
            <a:extLst>
              <a:ext uri="{FF2B5EF4-FFF2-40B4-BE49-F238E27FC236}">
                <a16:creationId xmlns:a16="http://schemas.microsoft.com/office/drawing/2014/main" id="{A201A142-3268-4ECC-8BDB-5B5C9768708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8" name="9lfa_0_tuned_ReferenceLigand_27">
            <a:extLst>
              <a:ext uri="{FF2B5EF4-FFF2-40B4-BE49-F238E27FC236}">
                <a16:creationId xmlns:a16="http://schemas.microsoft.com/office/drawing/2014/main" id="{C88D6F63-B535-4453-8675-19BBBF081ED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187" y="596344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9" name="9lfa_0_tuned_ReferenceLigand_28">
            <a:extLst>
              <a:ext uri="{FF2B5EF4-FFF2-40B4-BE49-F238E27FC236}">
                <a16:creationId xmlns:a16="http://schemas.microsoft.com/office/drawing/2014/main" id="{7A4FB5AE-C1E9-4459-BE0D-53D7266080F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0" name="9lfa_0_tuned_ReferenceLigand_29">
            <a:extLst>
              <a:ext uri="{FF2B5EF4-FFF2-40B4-BE49-F238E27FC236}">
                <a16:creationId xmlns:a16="http://schemas.microsoft.com/office/drawing/2014/main" id="{9D5F66DA-29F4-4AFA-AD17-B7F9099FE08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987981" y="2316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1" name="9lfa_0_tuned_ReferenceLigand_30">
            <a:extLst>
              <a:ext uri="{FF2B5EF4-FFF2-40B4-BE49-F238E27FC236}">
                <a16:creationId xmlns:a16="http://schemas.microsoft.com/office/drawing/2014/main" id="{EF571D30-0A24-42F4-B9EA-3F6A1F04C26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9585" y="695965"/>
                </a:moveTo>
                <a:lnTo>
                  <a:pt x="289118" y="72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2" name="9lfa_0_tuned_ReferenceLigand_31">
            <a:extLst>
              <a:ext uri="{FF2B5EF4-FFF2-40B4-BE49-F238E27FC236}">
                <a16:creationId xmlns:a16="http://schemas.microsoft.com/office/drawing/2014/main" id="{BEED081E-05B2-48E5-BB8E-724CFC5733E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393101" y="328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3" name="9lfa_0_tuned_ReferenceLigand_32">
            <a:extLst>
              <a:ext uri="{FF2B5EF4-FFF2-40B4-BE49-F238E27FC236}">
                <a16:creationId xmlns:a16="http://schemas.microsoft.com/office/drawing/2014/main" id="{59E29BD2-6540-44F0-83EA-7B0AACB91EC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822000" y="4516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4" name="9lfa_0_tuned_ReferenceLigand_33">
            <a:extLst>
              <a:ext uri="{FF2B5EF4-FFF2-40B4-BE49-F238E27FC236}">
                <a16:creationId xmlns:a16="http://schemas.microsoft.com/office/drawing/2014/main" id="{67B0093E-1260-43F1-B0F0-0E17B3A19F2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8817" y="248816"/>
                </a:moveTo>
                <a:lnTo>
                  <a:pt x="1246786" y="32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5" name="9lfa_0_tuned_ReferenceLigand_34">
            <a:extLst>
              <a:ext uri="{FF2B5EF4-FFF2-40B4-BE49-F238E27FC236}">
                <a16:creationId xmlns:a16="http://schemas.microsoft.com/office/drawing/2014/main" id="{D7BB68A1-D5F6-43B5-B49A-A362CFCF115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1918531" y="531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6" name="9lfa_0_tuned_ReferenceLigand_35">
            <a:extLst>
              <a:ext uri="{FF2B5EF4-FFF2-40B4-BE49-F238E27FC236}">
                <a16:creationId xmlns:a16="http://schemas.microsoft.com/office/drawing/2014/main" id="{3FA3A938-04D9-4823-873F-61704909995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981" y="231670"/>
                </a:moveTo>
                <a:lnTo>
                  <a:pt x="1138817" y="248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7" name="9lfa_0_tuned_ReferenceLigand_36">
            <a:extLst>
              <a:ext uri="{FF2B5EF4-FFF2-40B4-BE49-F238E27FC236}">
                <a16:creationId xmlns:a16="http://schemas.microsoft.com/office/drawing/2014/main" id="{29BCBD10-16C7-4A18-AB50-E09B02B2C0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715" y="681145"/>
                </a:moveTo>
                <a:lnTo>
                  <a:pt x="2306591" y="695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8" name="9lfa_0_tuned_ReferenceLigand_37">
            <a:extLst>
              <a:ext uri="{FF2B5EF4-FFF2-40B4-BE49-F238E27FC236}">
                <a16:creationId xmlns:a16="http://schemas.microsoft.com/office/drawing/2014/main" id="{1A2B17F5-06C6-4381-ABF8-6583C51F9CC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000" y="451604"/>
                </a:moveTo>
                <a:lnTo>
                  <a:pt x="750187" y="5963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9" name="9lfa_0_tuned_ReferenceLigand_38">
            <a:extLst>
              <a:ext uri="{FF2B5EF4-FFF2-40B4-BE49-F238E27FC236}">
                <a16:creationId xmlns:a16="http://schemas.microsoft.com/office/drawing/2014/main" id="{98007B44-DE94-4267-ADA5-3E34E4E432D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435395" y="3240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0" name="9lfa_0_tuned_ReferenceLigand_39">
            <a:extLst>
              <a:ext uri="{FF2B5EF4-FFF2-40B4-BE49-F238E27FC236}">
                <a16:creationId xmlns:a16="http://schemas.microsoft.com/office/drawing/2014/main" id="{DB58789E-D4D6-4CDF-B6E6-EBA4F67DA20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0337" y="650108"/>
                </a:moveTo>
                <a:lnTo>
                  <a:pt x="2076377" y="589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1" name="9lfa_0_tuned_ReferenceLigand_40">
            <a:extLst>
              <a:ext uri="{FF2B5EF4-FFF2-40B4-BE49-F238E27FC236}">
                <a16:creationId xmlns:a16="http://schemas.microsoft.com/office/drawing/2014/main" id="{D40FA6ED-EF44-49BC-8E51-85AAFA5DA37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6591" y="695368"/>
                </a:moveTo>
                <a:lnTo>
                  <a:pt x="2160337" y="650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2" name="9lfa_0_tuned_PredictedLigand_0">
            <a:extLst>
              <a:ext uri="{FF2B5EF4-FFF2-40B4-BE49-F238E27FC236}">
                <a16:creationId xmlns:a16="http://schemas.microsoft.com/office/drawing/2014/main" id="{ECD51D65-CEB8-4B59-AC7C-C0A1DA33AAA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0333" y="268187"/>
                </a:moveTo>
                <a:lnTo>
                  <a:pt x="1697232" y="3278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3" name="9lfa_0_tuned_PredictedLigand_1">
            <a:extLst>
              <a:ext uri="{FF2B5EF4-FFF2-40B4-BE49-F238E27FC236}">
                <a16:creationId xmlns:a16="http://schemas.microsoft.com/office/drawing/2014/main" id="{CF64230D-8965-4A14-BD23-F79ADDC5E7D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966" y="259237"/>
                </a:moveTo>
                <a:lnTo>
                  <a:pt x="1560333" y="2681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4" name="9lfa_0_tuned_PredictedLigand_2">
            <a:extLst>
              <a:ext uri="{FF2B5EF4-FFF2-40B4-BE49-F238E27FC236}">
                <a16:creationId xmlns:a16="http://schemas.microsoft.com/office/drawing/2014/main" id="{2EFF37F0-6D37-4D3B-ABB8-5954CBBF0F4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5786" y="606417"/>
                </a:moveTo>
                <a:lnTo>
                  <a:pt x="2274743" y="6204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5" name="9lfa_0_tuned_PredictedLigand_3">
            <a:extLst>
              <a:ext uri="{FF2B5EF4-FFF2-40B4-BE49-F238E27FC236}">
                <a16:creationId xmlns:a16="http://schemas.microsoft.com/office/drawing/2014/main" id="{29202104-603F-444B-B528-B7FDA55CDD5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94" y="442532"/>
                </a:moveTo>
                <a:lnTo>
                  <a:pt x="2005468" y="3855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6" name="9lfa_0_tuned_PredictedLigand_4">
            <a:extLst>
              <a:ext uri="{FF2B5EF4-FFF2-40B4-BE49-F238E27FC236}">
                <a16:creationId xmlns:a16="http://schemas.microsoft.com/office/drawing/2014/main" id="{443E95F8-E57C-4B11-86B2-186876F1805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0073" y="521905"/>
                </a:moveTo>
                <a:lnTo>
                  <a:pt x="181541" y="5760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7" name="9lfa_0_tuned_PredictedLigand_5">
            <a:extLst>
              <a:ext uri="{FF2B5EF4-FFF2-40B4-BE49-F238E27FC236}">
                <a16:creationId xmlns:a16="http://schemas.microsoft.com/office/drawing/2014/main" id="{D405AC11-6ED3-4DDA-9911-7D629872E4D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41" y="576086"/>
                </a:moveTo>
                <a:lnTo>
                  <a:pt x="149408" y="7171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8" name="9lfa_0_tuned_PredictedLigand_6">
            <a:extLst>
              <a:ext uri="{FF2B5EF4-FFF2-40B4-BE49-F238E27FC236}">
                <a16:creationId xmlns:a16="http://schemas.microsoft.com/office/drawing/2014/main" id="{EE893A87-6648-4AD7-8DB3-6C1383709D1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7232" y="327835"/>
                </a:moveTo>
                <a:lnTo>
                  <a:pt x="1720340" y="3731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9" name="9lfa_0_tuned_PredictedLigand_7">
            <a:extLst>
              <a:ext uri="{FF2B5EF4-FFF2-40B4-BE49-F238E27FC236}">
                <a16:creationId xmlns:a16="http://schemas.microsoft.com/office/drawing/2014/main" id="{3B36D0D4-D96E-4095-BC3F-5B5438DCB9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7706" y="597644"/>
                </a:moveTo>
                <a:lnTo>
                  <a:pt x="330073" y="52190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0" name="9lfa_0_tuned_PredictedLigand_8">
            <a:extLst>
              <a:ext uri="{FF2B5EF4-FFF2-40B4-BE49-F238E27FC236}">
                <a16:creationId xmlns:a16="http://schemas.microsoft.com/office/drawing/2014/main" id="{B926F98B-02B8-4DF3-B529-FA9F438443E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353" y="327823"/>
                </a:moveTo>
                <a:lnTo>
                  <a:pt x="633035" y="4029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1" name="9lfa_0_tuned_PredictedLigand_9">
            <a:extLst>
              <a:ext uri="{FF2B5EF4-FFF2-40B4-BE49-F238E27FC236}">
                <a16:creationId xmlns:a16="http://schemas.microsoft.com/office/drawing/2014/main" id="{0CAB5E5A-3D6D-49E1-9A41-A0C65EBCAF3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3035" y="402973"/>
                </a:moveTo>
                <a:lnTo>
                  <a:pt x="581666" y="5403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2" name="9lfa_0_tuned_PredictedLigand_10">
            <a:extLst>
              <a:ext uri="{FF2B5EF4-FFF2-40B4-BE49-F238E27FC236}">
                <a16:creationId xmlns:a16="http://schemas.microsoft.com/office/drawing/2014/main" id="{42224710-6BDC-44FB-8871-9A41D5E9DBC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3907" y="311319"/>
                </a:moveTo>
                <a:lnTo>
                  <a:pt x="1006149" y="430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3" name="9lfa_0_tuned_PredictedLigand_11">
            <a:extLst>
              <a:ext uri="{FF2B5EF4-FFF2-40B4-BE49-F238E27FC236}">
                <a16:creationId xmlns:a16="http://schemas.microsoft.com/office/drawing/2014/main" id="{87954C11-6809-4760-92E4-5D4AD0D8820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94" y="442532"/>
                </a:moveTo>
                <a:lnTo>
                  <a:pt x="2102480" y="5325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4" name="9lfa_0_tuned_PredictedLigand_12">
            <a:extLst>
              <a:ext uri="{FF2B5EF4-FFF2-40B4-BE49-F238E27FC236}">
                <a16:creationId xmlns:a16="http://schemas.microsoft.com/office/drawing/2014/main" id="{D6FEAC45-C0E6-48D0-B52F-48F5E86473C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408" y="717191"/>
                </a:moveTo>
                <a:lnTo>
                  <a:pt x="260216" y="8018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5" name="9lfa_0_tuned_PredictedLigand_13">
            <a:extLst>
              <a:ext uri="{FF2B5EF4-FFF2-40B4-BE49-F238E27FC236}">
                <a16:creationId xmlns:a16="http://schemas.microsoft.com/office/drawing/2014/main" id="{82821A9A-B7B0-4EC2-A8C9-198E6E2472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1756" y="425102"/>
                </a:moveTo>
                <a:lnTo>
                  <a:pt x="1992294" y="4425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6" name="9lfa_0_tuned_PredictedLigand_14">
            <a:extLst>
              <a:ext uri="{FF2B5EF4-FFF2-40B4-BE49-F238E27FC236}">
                <a16:creationId xmlns:a16="http://schemas.microsoft.com/office/drawing/2014/main" id="{BD3B2AE1-363C-4A06-BF68-467E9CA84DA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1895" y="312721"/>
                </a:moveTo>
                <a:lnTo>
                  <a:pt x="1452966" y="2592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7" name="9lfa_0_tuned_PredictedLigand_15">
            <a:extLst>
              <a:ext uri="{FF2B5EF4-FFF2-40B4-BE49-F238E27FC236}">
                <a16:creationId xmlns:a16="http://schemas.microsoft.com/office/drawing/2014/main" id="{0DD59940-2DD3-451F-97BE-FFB2B91798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7706" y="597644"/>
                </a:moveTo>
                <a:lnTo>
                  <a:pt x="581666" y="5403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8" name="9lfa_0_tuned_PredictedLigand_16">
            <a:extLst>
              <a:ext uri="{FF2B5EF4-FFF2-40B4-BE49-F238E27FC236}">
                <a16:creationId xmlns:a16="http://schemas.microsoft.com/office/drawing/2014/main" id="{2F1ECDB3-3930-4038-BCFA-85E265FFC80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2480" y="532598"/>
                </a:moveTo>
                <a:lnTo>
                  <a:pt x="2235786" y="6064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9" name="9lfa_0_tuned_PredictedLigand_17">
            <a:extLst>
              <a:ext uri="{FF2B5EF4-FFF2-40B4-BE49-F238E27FC236}">
                <a16:creationId xmlns:a16="http://schemas.microsoft.com/office/drawing/2014/main" id="{46BFABA9-89C6-4BB6-BBD2-AAF358671BF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7406" y="735114"/>
                </a:moveTo>
                <a:lnTo>
                  <a:pt x="437706" y="5976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0" name="9lfa_0_tuned_PredictedLigand_18">
            <a:extLst>
              <a:ext uri="{FF2B5EF4-FFF2-40B4-BE49-F238E27FC236}">
                <a16:creationId xmlns:a16="http://schemas.microsoft.com/office/drawing/2014/main" id="{1B5A541E-3774-4B18-B68A-C164DA0FAA7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340" y="373101"/>
                </a:moveTo>
                <a:lnTo>
                  <a:pt x="1861756" y="4251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1" name="9lfa_0_tuned_PredictedLigand_19">
            <a:extLst>
              <a:ext uri="{FF2B5EF4-FFF2-40B4-BE49-F238E27FC236}">
                <a16:creationId xmlns:a16="http://schemas.microsoft.com/office/drawing/2014/main" id="{C7C393F8-3592-4C26-A9BC-52A55CF06EC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6149" y="430575"/>
                </a:moveTo>
                <a:lnTo>
                  <a:pt x="879000" y="422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2" name="9lfa_0_tuned_PredictedLigand_20">
            <a:extLst>
              <a:ext uri="{FF2B5EF4-FFF2-40B4-BE49-F238E27FC236}">
                <a16:creationId xmlns:a16="http://schemas.microsoft.com/office/drawing/2014/main" id="{3E1C917C-BD11-4347-9B03-CCED8E104F2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5786" y="606417"/>
                </a:moveTo>
                <a:lnTo>
                  <a:pt x="2327072" y="67574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3" name="9lfa_0_tuned_PredictedLigand_21">
            <a:extLst>
              <a:ext uri="{FF2B5EF4-FFF2-40B4-BE49-F238E27FC236}">
                <a16:creationId xmlns:a16="http://schemas.microsoft.com/office/drawing/2014/main" id="{F2982F5C-B058-4845-992A-B4C3EF61378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0216" y="801846"/>
                </a:moveTo>
                <a:lnTo>
                  <a:pt x="397406" y="7351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4" name="9lfa_0_tuned_PredictedLigand_22">
            <a:extLst>
              <a:ext uri="{FF2B5EF4-FFF2-40B4-BE49-F238E27FC236}">
                <a16:creationId xmlns:a16="http://schemas.microsoft.com/office/drawing/2014/main" id="{529A84FD-7D4C-4405-938F-EC5D61A3542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00" y="422359"/>
                </a:moveTo>
                <a:lnTo>
                  <a:pt x="763353" y="3278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5" name="9lfa_0_tuned_PredictedLigand_23">
            <a:extLst>
              <a:ext uri="{FF2B5EF4-FFF2-40B4-BE49-F238E27FC236}">
                <a16:creationId xmlns:a16="http://schemas.microsoft.com/office/drawing/2014/main" id="{D8011594-E46B-4DDC-A13D-C28D2BBE9B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340" y="373101"/>
                </a:moveTo>
                <a:lnTo>
                  <a:pt x="1610241" y="3714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6" name="9lfa_0_tuned_PredictedLigand_24">
            <a:extLst>
              <a:ext uri="{FF2B5EF4-FFF2-40B4-BE49-F238E27FC236}">
                <a16:creationId xmlns:a16="http://schemas.microsoft.com/office/drawing/2014/main" id="{B34B0DE4-C21B-4BD3-A763-8DBB93A95F7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273" y="319562"/>
                </a:moveTo>
                <a:lnTo>
                  <a:pt x="1113907" y="3113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7" name="9lfa_0_tuned_PredictedLigand_25">
            <a:extLst>
              <a:ext uri="{FF2B5EF4-FFF2-40B4-BE49-F238E27FC236}">
                <a16:creationId xmlns:a16="http://schemas.microsoft.com/office/drawing/2014/main" id="{48566D88-D00F-465B-AD55-83F36088144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1666" y="540389"/>
                </a:moveTo>
                <a:lnTo>
                  <a:pt x="674915" y="61199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8" name="9lfa_0_tuned_PredictedLigand_26">
            <a:extLst>
              <a:ext uri="{FF2B5EF4-FFF2-40B4-BE49-F238E27FC236}">
                <a16:creationId xmlns:a16="http://schemas.microsoft.com/office/drawing/2014/main" id="{CA1FD40E-2AC2-44D6-A243-A69EDB21C7D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0241" y="371449"/>
                </a:moveTo>
                <a:lnTo>
                  <a:pt x="1471895" y="3127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9" name="9lfa_0_tuned_PredictedLigand_27">
            <a:extLst>
              <a:ext uri="{FF2B5EF4-FFF2-40B4-BE49-F238E27FC236}">
                <a16:creationId xmlns:a16="http://schemas.microsoft.com/office/drawing/2014/main" id="{66330C30-03C0-40B8-B64F-A7BF0880C91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0677" y="551721"/>
                </a:moveTo>
                <a:lnTo>
                  <a:pt x="2102480" y="5325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0" name="9lfa_0_tuned_PredictedLigand_28">
            <a:extLst>
              <a:ext uri="{FF2B5EF4-FFF2-40B4-BE49-F238E27FC236}">
                <a16:creationId xmlns:a16="http://schemas.microsoft.com/office/drawing/2014/main" id="{E7550E73-6133-440A-A43C-8AFB0D62508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5932" y="574748"/>
                </a:moveTo>
                <a:lnTo>
                  <a:pt x="879000" y="422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1" name="9lfa_0_tuned_PredictedLigand_29">
            <a:extLst>
              <a:ext uri="{FF2B5EF4-FFF2-40B4-BE49-F238E27FC236}">
                <a16:creationId xmlns:a16="http://schemas.microsoft.com/office/drawing/2014/main" id="{64337E7D-916F-4E88-8666-D176CED64B9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674" y="500714"/>
                </a:moveTo>
                <a:lnTo>
                  <a:pt x="1861756" y="4251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2" name="9lfa_0_tuned_PredictedLigand_30">
            <a:extLst>
              <a:ext uri="{FF2B5EF4-FFF2-40B4-BE49-F238E27FC236}">
                <a16:creationId xmlns:a16="http://schemas.microsoft.com/office/drawing/2014/main" id="{4F54426F-0A8B-42D7-BCB1-58D008CC941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4390" y="306871"/>
                </a:moveTo>
                <a:lnTo>
                  <a:pt x="1471895" y="3127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3" name="9lfa_0_tuned_PredictedLigand_31">
            <a:extLst>
              <a:ext uri="{FF2B5EF4-FFF2-40B4-BE49-F238E27FC236}">
                <a16:creationId xmlns:a16="http://schemas.microsoft.com/office/drawing/2014/main" id="{82F32E95-CC74-4C82-8D49-27309418DF2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4915" y="611990"/>
                </a:moveTo>
                <a:lnTo>
                  <a:pt x="835932" y="5747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4" name="9lfa_0_tuned_PredictedLigand_32">
            <a:extLst>
              <a:ext uri="{FF2B5EF4-FFF2-40B4-BE49-F238E27FC236}">
                <a16:creationId xmlns:a16="http://schemas.microsoft.com/office/drawing/2014/main" id="{E91BD85D-D6DD-417D-8F49-B054F372587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00" y="422359"/>
                </a:moveTo>
                <a:lnTo>
                  <a:pt x="942388" y="3447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5" name="9lfa_0_tuned_PredictedLigand_33">
            <a:extLst>
              <a:ext uri="{FF2B5EF4-FFF2-40B4-BE49-F238E27FC236}">
                <a16:creationId xmlns:a16="http://schemas.microsoft.com/office/drawing/2014/main" id="{86FEF0EB-E3AD-4D59-A606-FBAB4676525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273" y="319562"/>
                </a:moveTo>
                <a:lnTo>
                  <a:pt x="1364390" y="3068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6" name="9lfa_0_tuned_PredictedLigand_34">
            <a:extLst>
              <a:ext uri="{FF2B5EF4-FFF2-40B4-BE49-F238E27FC236}">
                <a16:creationId xmlns:a16="http://schemas.microsoft.com/office/drawing/2014/main" id="{0DE15EBA-50F1-4BEA-B67E-DE535503D67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7072" y="675743"/>
                </a:moveTo>
                <a:lnTo>
                  <a:pt x="2284192" y="6773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7" name="9lfa_0_tuned_PredictedLigand_35">
            <a:extLst>
              <a:ext uri="{FF2B5EF4-FFF2-40B4-BE49-F238E27FC236}">
                <a16:creationId xmlns:a16="http://schemas.microsoft.com/office/drawing/2014/main" id="{4CA44014-27BD-415D-9246-9C22FCA55C7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0677" y="551721"/>
                </a:moveTo>
                <a:lnTo>
                  <a:pt x="1895674" y="5007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8" name="9lfa_0_tuned_PredictedLigand_36">
            <a:extLst>
              <a:ext uri="{FF2B5EF4-FFF2-40B4-BE49-F238E27FC236}">
                <a16:creationId xmlns:a16="http://schemas.microsoft.com/office/drawing/2014/main" id="{2D39B4AA-1C90-4196-8638-884A673BC72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4683" y="385406"/>
                </a:moveTo>
                <a:lnTo>
                  <a:pt x="1209273" y="3195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9" name="9lfa_0_tuned_PredictedLigand_37">
            <a:extLst>
              <a:ext uri="{FF2B5EF4-FFF2-40B4-BE49-F238E27FC236}">
                <a16:creationId xmlns:a16="http://schemas.microsoft.com/office/drawing/2014/main" id="{06A7AEBF-2ECB-4A27-8DA2-66B0254C864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2388" y="344779"/>
                </a:moveTo>
                <a:lnTo>
                  <a:pt x="1094683" y="3854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0" name="9lfa_0_tuned_PredictedLigand_38">
            <a:extLst>
              <a:ext uri="{FF2B5EF4-FFF2-40B4-BE49-F238E27FC236}">
                <a16:creationId xmlns:a16="http://schemas.microsoft.com/office/drawing/2014/main" id="{B4617C49-65E4-440F-8D1E-A1350580BBF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6683" y="618742"/>
                </a:moveTo>
                <a:lnTo>
                  <a:pt x="2050677" y="5517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1" name="9lfa_0_tuned_PredictedLigand_39">
            <a:extLst>
              <a:ext uri="{FF2B5EF4-FFF2-40B4-BE49-F238E27FC236}">
                <a16:creationId xmlns:a16="http://schemas.microsoft.com/office/drawing/2014/main" id="{E7B0FE9B-181F-4F46-B559-1EDEAD9644D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4390" y="306871"/>
                </a:moveTo>
                <a:lnTo>
                  <a:pt x="1392862" y="2997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2" name="9lfa_0_tuned_PredictedLigand_40">
            <a:extLst>
              <a:ext uri="{FF2B5EF4-FFF2-40B4-BE49-F238E27FC236}">
                <a16:creationId xmlns:a16="http://schemas.microsoft.com/office/drawing/2014/main" id="{0E79759D-E0E4-4F04-97F3-164847F2654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192" y="677328"/>
                </a:moveTo>
                <a:lnTo>
                  <a:pt x="2146683" y="6187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3" name="9lfa_0_tuned_PredictedAtoms_0">
            <a:extLst>
              <a:ext uri="{FF2B5EF4-FFF2-40B4-BE49-F238E27FC236}">
                <a16:creationId xmlns:a16="http://schemas.microsoft.com/office/drawing/2014/main" id="{17D56F78-258C-4AFC-B736-A7BD72A3A3CD}"/>
              </a:ext>
            </a:extLst>
          </p:cNvPr>
          <p:cNvSpPr>
            <a:spLocks noGrp="1"/>
          </p:cNvSpPr>
          <p:nvPr/>
        </p:nvSpPr>
        <p:spPr>
          <a:xfrm>
            <a:off x="3365748" y="31411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4" name="9lfa_0_tuned_PredictedAtoms_1">
            <a:extLst>
              <a:ext uri="{FF2B5EF4-FFF2-40B4-BE49-F238E27FC236}">
                <a16:creationId xmlns:a16="http://schemas.microsoft.com/office/drawing/2014/main" id="{75049E59-A7F3-4390-95F4-69078C1A1A66}"/>
              </a:ext>
            </a:extLst>
          </p:cNvPr>
          <p:cNvSpPr>
            <a:spLocks noGrp="1"/>
          </p:cNvSpPr>
          <p:nvPr/>
        </p:nvSpPr>
        <p:spPr>
          <a:xfrm>
            <a:off x="3333616" y="328227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5" name="9lfa_0_tuned_PredictedAtoms_2">
            <a:extLst>
              <a:ext uri="{FF2B5EF4-FFF2-40B4-BE49-F238E27FC236}">
                <a16:creationId xmlns:a16="http://schemas.microsoft.com/office/drawing/2014/main" id="{D9678473-311A-423E-B967-0FC78E2F477E}"/>
              </a:ext>
            </a:extLst>
          </p:cNvPr>
          <p:cNvSpPr>
            <a:spLocks noGrp="1"/>
          </p:cNvSpPr>
          <p:nvPr/>
        </p:nvSpPr>
        <p:spPr>
          <a:xfrm>
            <a:off x="3444424" y="33669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6" name="9lfa_0_tuned_PredictedAtoms_3">
            <a:extLst>
              <a:ext uri="{FF2B5EF4-FFF2-40B4-BE49-F238E27FC236}">
                <a16:creationId xmlns:a16="http://schemas.microsoft.com/office/drawing/2014/main" id="{2CD1CE97-53D2-4D90-995C-DAEF98629C84}"/>
              </a:ext>
            </a:extLst>
          </p:cNvPr>
          <p:cNvSpPr>
            <a:spLocks noGrp="1"/>
          </p:cNvSpPr>
          <p:nvPr/>
        </p:nvSpPr>
        <p:spPr>
          <a:xfrm>
            <a:off x="3581614" y="33001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7" name="9lfa_0_tuned_PredictedAtoms_4">
            <a:extLst>
              <a:ext uri="{FF2B5EF4-FFF2-40B4-BE49-F238E27FC236}">
                <a16:creationId xmlns:a16="http://schemas.microsoft.com/office/drawing/2014/main" id="{0305936B-12CA-44A8-BE84-AA0074C40EC6}"/>
              </a:ext>
            </a:extLst>
          </p:cNvPr>
          <p:cNvSpPr>
            <a:spLocks noGrp="1"/>
          </p:cNvSpPr>
          <p:nvPr/>
        </p:nvSpPr>
        <p:spPr>
          <a:xfrm>
            <a:off x="3621913" y="31627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8" name="9lfa_0_tuned_PredictedAtoms_5">
            <a:extLst>
              <a:ext uri="{FF2B5EF4-FFF2-40B4-BE49-F238E27FC236}">
                <a16:creationId xmlns:a16="http://schemas.microsoft.com/office/drawing/2014/main" id="{2D5713C2-8967-430E-9421-0AA45D929990}"/>
              </a:ext>
            </a:extLst>
          </p:cNvPr>
          <p:cNvSpPr>
            <a:spLocks noGrp="1"/>
          </p:cNvSpPr>
          <p:nvPr/>
        </p:nvSpPr>
        <p:spPr>
          <a:xfrm>
            <a:off x="3765873" y="31054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9" name="9lfa_0_tuned_PredictedAtoms_6">
            <a:extLst>
              <a:ext uri="{FF2B5EF4-FFF2-40B4-BE49-F238E27FC236}">
                <a16:creationId xmlns:a16="http://schemas.microsoft.com/office/drawing/2014/main" id="{D300E192-CA75-4EF2-ADB0-0BD6A20F6AA3}"/>
              </a:ext>
            </a:extLst>
          </p:cNvPr>
          <p:cNvSpPr>
            <a:spLocks noGrp="1"/>
          </p:cNvSpPr>
          <p:nvPr/>
        </p:nvSpPr>
        <p:spPr>
          <a:xfrm>
            <a:off x="3859123" y="31770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0" name="9lfa_0_tuned_PredictedAtoms_7">
            <a:extLst>
              <a:ext uri="{FF2B5EF4-FFF2-40B4-BE49-F238E27FC236}">
                <a16:creationId xmlns:a16="http://schemas.microsoft.com/office/drawing/2014/main" id="{A2AACF3E-3D9F-4BAE-9E95-E0485E46571B}"/>
              </a:ext>
            </a:extLst>
          </p:cNvPr>
          <p:cNvSpPr>
            <a:spLocks noGrp="1"/>
          </p:cNvSpPr>
          <p:nvPr/>
        </p:nvSpPr>
        <p:spPr>
          <a:xfrm>
            <a:off x="4020139" y="31398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1" name="9lfa_0_tuned_PredictedAtoms_8">
            <a:extLst>
              <a:ext uri="{FF2B5EF4-FFF2-40B4-BE49-F238E27FC236}">
                <a16:creationId xmlns:a16="http://schemas.microsoft.com/office/drawing/2014/main" id="{F1FBF7F7-7B10-4FFA-BFB2-BB953D4C36AD}"/>
              </a:ext>
            </a:extLst>
          </p:cNvPr>
          <p:cNvSpPr>
            <a:spLocks noGrp="1"/>
          </p:cNvSpPr>
          <p:nvPr/>
        </p:nvSpPr>
        <p:spPr>
          <a:xfrm>
            <a:off x="4063208" y="29874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2" name="9lfa_0_tuned_PredictedAtoms_9">
            <a:extLst>
              <a:ext uri="{FF2B5EF4-FFF2-40B4-BE49-F238E27FC236}">
                <a16:creationId xmlns:a16="http://schemas.microsoft.com/office/drawing/2014/main" id="{6BC9CE2F-E22A-439B-94FF-E1431FE8CC18}"/>
              </a:ext>
            </a:extLst>
          </p:cNvPr>
          <p:cNvSpPr>
            <a:spLocks noGrp="1"/>
          </p:cNvSpPr>
          <p:nvPr/>
        </p:nvSpPr>
        <p:spPr>
          <a:xfrm>
            <a:off x="4126596" y="290986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3" name="9lfa_0_tuned_PredictedAtoms_10">
            <a:extLst>
              <a:ext uri="{FF2B5EF4-FFF2-40B4-BE49-F238E27FC236}">
                <a16:creationId xmlns:a16="http://schemas.microsoft.com/office/drawing/2014/main" id="{ADA1EF42-64DD-4D51-AFAE-5A6DB1243D4D}"/>
              </a:ext>
            </a:extLst>
          </p:cNvPr>
          <p:cNvSpPr>
            <a:spLocks noGrp="1"/>
          </p:cNvSpPr>
          <p:nvPr/>
        </p:nvSpPr>
        <p:spPr>
          <a:xfrm>
            <a:off x="4278890" y="29504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4" name="9lfa_0_tuned_PredictedAtoms_11">
            <a:extLst>
              <a:ext uri="{FF2B5EF4-FFF2-40B4-BE49-F238E27FC236}">
                <a16:creationId xmlns:a16="http://schemas.microsoft.com/office/drawing/2014/main" id="{A7977380-6C9C-4E19-8168-3FE77DD2D697}"/>
              </a:ext>
            </a:extLst>
          </p:cNvPr>
          <p:cNvSpPr>
            <a:spLocks noGrp="1"/>
          </p:cNvSpPr>
          <p:nvPr/>
        </p:nvSpPr>
        <p:spPr>
          <a:xfrm>
            <a:off x="4393480" y="28846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5" name="9lfa_0_tuned_PredictedAtoms_12">
            <a:extLst>
              <a:ext uri="{FF2B5EF4-FFF2-40B4-BE49-F238E27FC236}">
                <a16:creationId xmlns:a16="http://schemas.microsoft.com/office/drawing/2014/main" id="{335DAD66-37B1-49D1-B95D-7BBD1BD0146E}"/>
              </a:ext>
            </a:extLst>
          </p:cNvPr>
          <p:cNvSpPr>
            <a:spLocks noGrp="1"/>
          </p:cNvSpPr>
          <p:nvPr/>
        </p:nvSpPr>
        <p:spPr>
          <a:xfrm>
            <a:off x="4548598" y="28719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6" name="9lfa_0_tuned_PredictedAtoms_13">
            <a:extLst>
              <a:ext uri="{FF2B5EF4-FFF2-40B4-BE49-F238E27FC236}">
                <a16:creationId xmlns:a16="http://schemas.microsoft.com/office/drawing/2014/main" id="{9A90B029-E79F-40CA-A19E-42D990CC05BD}"/>
              </a:ext>
            </a:extLst>
          </p:cNvPr>
          <p:cNvSpPr>
            <a:spLocks noGrp="1"/>
          </p:cNvSpPr>
          <p:nvPr/>
        </p:nvSpPr>
        <p:spPr>
          <a:xfrm>
            <a:off x="4577070" y="28648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7" name="9lfa_0_tuned_PredictedAtoms_14">
            <a:extLst>
              <a:ext uri="{FF2B5EF4-FFF2-40B4-BE49-F238E27FC236}">
                <a16:creationId xmlns:a16="http://schemas.microsoft.com/office/drawing/2014/main" id="{C973E446-C9A3-449D-9021-44D1C6190A95}"/>
              </a:ext>
            </a:extLst>
          </p:cNvPr>
          <p:cNvSpPr>
            <a:spLocks noGrp="1"/>
          </p:cNvSpPr>
          <p:nvPr/>
        </p:nvSpPr>
        <p:spPr>
          <a:xfrm>
            <a:off x="4656103" y="28778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8" name="9lfa_0_tuned_PredictedAtoms_15">
            <a:extLst>
              <a:ext uri="{FF2B5EF4-FFF2-40B4-BE49-F238E27FC236}">
                <a16:creationId xmlns:a16="http://schemas.microsoft.com/office/drawing/2014/main" id="{DBE66B3B-3720-4542-AEBC-E46BC45EB304}"/>
              </a:ext>
            </a:extLst>
          </p:cNvPr>
          <p:cNvSpPr>
            <a:spLocks noGrp="1"/>
          </p:cNvSpPr>
          <p:nvPr/>
        </p:nvSpPr>
        <p:spPr>
          <a:xfrm>
            <a:off x="4637173" y="2824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9" name="9lfa_0_tuned_PredictedAtoms_16">
            <a:extLst>
              <a:ext uri="{FF2B5EF4-FFF2-40B4-BE49-F238E27FC236}">
                <a16:creationId xmlns:a16="http://schemas.microsoft.com/office/drawing/2014/main" id="{2434C781-9131-4C13-920B-264DDB358D77}"/>
              </a:ext>
            </a:extLst>
          </p:cNvPr>
          <p:cNvSpPr>
            <a:spLocks noGrp="1"/>
          </p:cNvSpPr>
          <p:nvPr/>
        </p:nvSpPr>
        <p:spPr>
          <a:xfrm>
            <a:off x="4744540" y="28332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0" name="9lfa_0_tuned_PredictedAtoms_17">
            <a:extLst>
              <a:ext uri="{FF2B5EF4-FFF2-40B4-BE49-F238E27FC236}">
                <a16:creationId xmlns:a16="http://schemas.microsoft.com/office/drawing/2014/main" id="{356F4866-FB76-4540-9235-815EBD199A06}"/>
              </a:ext>
            </a:extLst>
          </p:cNvPr>
          <p:cNvSpPr>
            <a:spLocks noGrp="1"/>
          </p:cNvSpPr>
          <p:nvPr/>
        </p:nvSpPr>
        <p:spPr>
          <a:xfrm>
            <a:off x="4881439" y="28929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1" name="9lfa_0_tuned_PredictedAtoms_18">
            <a:extLst>
              <a:ext uri="{FF2B5EF4-FFF2-40B4-BE49-F238E27FC236}">
                <a16:creationId xmlns:a16="http://schemas.microsoft.com/office/drawing/2014/main" id="{AFD6CBFC-2507-4BFD-890F-2EB99E9A774B}"/>
              </a:ext>
            </a:extLst>
          </p:cNvPr>
          <p:cNvSpPr>
            <a:spLocks noGrp="1"/>
          </p:cNvSpPr>
          <p:nvPr/>
        </p:nvSpPr>
        <p:spPr>
          <a:xfrm>
            <a:off x="4904548" y="29381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2" name="9lfa_0_tuned_PredictedAtoms_19">
            <a:extLst>
              <a:ext uri="{FF2B5EF4-FFF2-40B4-BE49-F238E27FC236}">
                <a16:creationId xmlns:a16="http://schemas.microsoft.com/office/drawing/2014/main" id="{06E25232-9153-45DD-9C0C-E64567F038A9}"/>
              </a:ext>
            </a:extLst>
          </p:cNvPr>
          <p:cNvSpPr>
            <a:spLocks noGrp="1"/>
          </p:cNvSpPr>
          <p:nvPr/>
        </p:nvSpPr>
        <p:spPr>
          <a:xfrm>
            <a:off x="5045964" y="29901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3" name="9lfa_0_tuned_PredictedAtoms_20">
            <a:extLst>
              <a:ext uri="{FF2B5EF4-FFF2-40B4-BE49-F238E27FC236}">
                <a16:creationId xmlns:a16="http://schemas.microsoft.com/office/drawing/2014/main" id="{0D36B146-0715-4C74-A99C-4E2EF62529EE}"/>
              </a:ext>
            </a:extLst>
          </p:cNvPr>
          <p:cNvSpPr>
            <a:spLocks noGrp="1"/>
          </p:cNvSpPr>
          <p:nvPr/>
        </p:nvSpPr>
        <p:spPr>
          <a:xfrm>
            <a:off x="5176501" y="30076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4" name="9lfa_0_tuned_PredictedAtoms_21">
            <a:extLst>
              <a:ext uri="{FF2B5EF4-FFF2-40B4-BE49-F238E27FC236}">
                <a16:creationId xmlns:a16="http://schemas.microsoft.com/office/drawing/2014/main" id="{9952828A-C496-4F28-9C28-80106051B0D4}"/>
              </a:ext>
            </a:extLst>
          </p:cNvPr>
          <p:cNvSpPr>
            <a:spLocks noGrp="1"/>
          </p:cNvSpPr>
          <p:nvPr/>
        </p:nvSpPr>
        <p:spPr>
          <a:xfrm>
            <a:off x="5189675" y="29505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5" name="9lfa_0_tuned_PredictedAtoms_22">
            <a:extLst>
              <a:ext uri="{FF2B5EF4-FFF2-40B4-BE49-F238E27FC236}">
                <a16:creationId xmlns:a16="http://schemas.microsoft.com/office/drawing/2014/main" id="{7C4332A3-AEFD-42F6-9DF1-95EA0D4F2A99}"/>
              </a:ext>
            </a:extLst>
          </p:cNvPr>
          <p:cNvSpPr>
            <a:spLocks noGrp="1"/>
          </p:cNvSpPr>
          <p:nvPr/>
        </p:nvSpPr>
        <p:spPr>
          <a:xfrm>
            <a:off x="5286687" y="30976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6" name="9lfa_0_tuned_PredictedAtoms_23">
            <a:extLst>
              <a:ext uri="{FF2B5EF4-FFF2-40B4-BE49-F238E27FC236}">
                <a16:creationId xmlns:a16="http://schemas.microsoft.com/office/drawing/2014/main" id="{1984CD70-7D57-48D9-B060-0FB94D4D46ED}"/>
              </a:ext>
            </a:extLst>
          </p:cNvPr>
          <p:cNvSpPr>
            <a:spLocks noGrp="1"/>
          </p:cNvSpPr>
          <p:nvPr/>
        </p:nvSpPr>
        <p:spPr>
          <a:xfrm>
            <a:off x="5419993" y="317150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7" name="9lfa_0_tuned_PredictedAtoms_24">
            <a:extLst>
              <a:ext uri="{FF2B5EF4-FFF2-40B4-BE49-F238E27FC236}">
                <a16:creationId xmlns:a16="http://schemas.microsoft.com/office/drawing/2014/main" id="{F70B828C-0FBD-4986-8616-99C85C76D18F}"/>
              </a:ext>
            </a:extLst>
          </p:cNvPr>
          <p:cNvSpPr>
            <a:spLocks noGrp="1"/>
          </p:cNvSpPr>
          <p:nvPr/>
        </p:nvSpPr>
        <p:spPr>
          <a:xfrm>
            <a:off x="5458950" y="31855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8" name="9lfa_0_tuned_PredictedAtoms_25">
            <a:extLst>
              <a:ext uri="{FF2B5EF4-FFF2-40B4-BE49-F238E27FC236}">
                <a16:creationId xmlns:a16="http://schemas.microsoft.com/office/drawing/2014/main" id="{E196195B-7F9B-4504-9F55-1A726D437856}"/>
              </a:ext>
            </a:extLst>
          </p:cNvPr>
          <p:cNvSpPr>
            <a:spLocks noGrp="1"/>
          </p:cNvSpPr>
          <p:nvPr/>
        </p:nvSpPr>
        <p:spPr>
          <a:xfrm>
            <a:off x="5511280" y="32408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9" name="9lfa_0_tuned_PredictedAtoms_26">
            <a:extLst>
              <a:ext uri="{FF2B5EF4-FFF2-40B4-BE49-F238E27FC236}">
                <a16:creationId xmlns:a16="http://schemas.microsoft.com/office/drawing/2014/main" id="{433C9BDA-B23B-4D17-8AB4-892CDAFC5180}"/>
              </a:ext>
            </a:extLst>
          </p:cNvPr>
          <p:cNvSpPr>
            <a:spLocks noGrp="1"/>
          </p:cNvSpPr>
          <p:nvPr/>
        </p:nvSpPr>
        <p:spPr>
          <a:xfrm>
            <a:off x="5468399" y="32424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0" name="9lfa_0_tuned_PredictedAtoms_27">
            <a:extLst>
              <a:ext uri="{FF2B5EF4-FFF2-40B4-BE49-F238E27FC236}">
                <a16:creationId xmlns:a16="http://schemas.microsoft.com/office/drawing/2014/main" id="{BEA15D55-4F10-4800-92D0-54E5C2F23781}"/>
              </a:ext>
            </a:extLst>
          </p:cNvPr>
          <p:cNvSpPr>
            <a:spLocks noGrp="1"/>
          </p:cNvSpPr>
          <p:nvPr/>
        </p:nvSpPr>
        <p:spPr>
          <a:xfrm>
            <a:off x="5330891" y="31838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1" name="9lfa_0_tuned_PredictedAtoms_28">
            <a:extLst>
              <a:ext uri="{FF2B5EF4-FFF2-40B4-BE49-F238E27FC236}">
                <a16:creationId xmlns:a16="http://schemas.microsoft.com/office/drawing/2014/main" id="{41BEAA88-0A15-40F6-95E1-5AC5027972BC}"/>
              </a:ext>
            </a:extLst>
          </p:cNvPr>
          <p:cNvSpPr>
            <a:spLocks noGrp="1"/>
          </p:cNvSpPr>
          <p:nvPr/>
        </p:nvSpPr>
        <p:spPr>
          <a:xfrm>
            <a:off x="5234885" y="31168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2" name="9lfa_0_tuned_PredictedAtoms_29">
            <a:extLst>
              <a:ext uri="{FF2B5EF4-FFF2-40B4-BE49-F238E27FC236}">
                <a16:creationId xmlns:a16="http://schemas.microsoft.com/office/drawing/2014/main" id="{9FFDD602-971B-4A65-B6A0-FDD711DE73E6}"/>
              </a:ext>
            </a:extLst>
          </p:cNvPr>
          <p:cNvSpPr>
            <a:spLocks noGrp="1"/>
          </p:cNvSpPr>
          <p:nvPr/>
        </p:nvSpPr>
        <p:spPr>
          <a:xfrm>
            <a:off x="5079881" y="30657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3" name="9lfa_0_tuned_PredictedAtoms_30">
            <a:extLst>
              <a:ext uri="{FF2B5EF4-FFF2-40B4-BE49-F238E27FC236}">
                <a16:creationId xmlns:a16="http://schemas.microsoft.com/office/drawing/2014/main" id="{630F1C2A-5664-473F-8F76-D7259768E268}"/>
              </a:ext>
            </a:extLst>
          </p:cNvPr>
          <p:cNvSpPr>
            <a:spLocks noGrp="1"/>
          </p:cNvSpPr>
          <p:nvPr/>
        </p:nvSpPr>
        <p:spPr>
          <a:xfrm>
            <a:off x="4794449" y="29365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4" name="9lfa_0_tuned_PredictedAtoms_31">
            <a:extLst>
              <a:ext uri="{FF2B5EF4-FFF2-40B4-BE49-F238E27FC236}">
                <a16:creationId xmlns:a16="http://schemas.microsoft.com/office/drawing/2014/main" id="{78FEEF0F-6A7D-4645-8DD7-F3134AB874FC}"/>
              </a:ext>
            </a:extLst>
          </p:cNvPr>
          <p:cNvSpPr>
            <a:spLocks noGrp="1"/>
          </p:cNvSpPr>
          <p:nvPr/>
        </p:nvSpPr>
        <p:spPr>
          <a:xfrm>
            <a:off x="4298114" y="28764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5" name="9lfa_0_tuned_PredictedAtoms_32">
            <a:extLst>
              <a:ext uri="{FF2B5EF4-FFF2-40B4-BE49-F238E27FC236}">
                <a16:creationId xmlns:a16="http://schemas.microsoft.com/office/drawing/2014/main" id="{7B6846B1-0E8E-4EE6-B619-2B9F787719FE}"/>
              </a:ext>
            </a:extLst>
          </p:cNvPr>
          <p:cNvSpPr>
            <a:spLocks noGrp="1"/>
          </p:cNvSpPr>
          <p:nvPr/>
        </p:nvSpPr>
        <p:spPr>
          <a:xfrm>
            <a:off x="4190357" y="29956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6" name="9lfa_0_tuned_PredictedAtoms_33">
            <a:extLst>
              <a:ext uri="{FF2B5EF4-FFF2-40B4-BE49-F238E27FC236}">
                <a16:creationId xmlns:a16="http://schemas.microsoft.com/office/drawing/2014/main" id="{0E7EDF1A-3377-4892-BBCC-AD37F99AE72F}"/>
              </a:ext>
            </a:extLst>
          </p:cNvPr>
          <p:cNvSpPr>
            <a:spLocks noGrp="1"/>
          </p:cNvSpPr>
          <p:nvPr/>
        </p:nvSpPr>
        <p:spPr>
          <a:xfrm>
            <a:off x="3947561" y="28929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7" name="9lfa_0_tuned_PredictedAtoms_34">
            <a:extLst>
              <a:ext uri="{FF2B5EF4-FFF2-40B4-BE49-F238E27FC236}">
                <a16:creationId xmlns:a16="http://schemas.microsoft.com/office/drawing/2014/main" id="{496F2762-69C2-4172-9FE0-8DA687524286}"/>
              </a:ext>
            </a:extLst>
          </p:cNvPr>
          <p:cNvSpPr>
            <a:spLocks noGrp="1"/>
          </p:cNvSpPr>
          <p:nvPr/>
        </p:nvSpPr>
        <p:spPr>
          <a:xfrm>
            <a:off x="3817243" y="29680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8" name="9lfa_0_tuned_PredictedAtoms_35">
            <a:extLst>
              <a:ext uri="{FF2B5EF4-FFF2-40B4-BE49-F238E27FC236}">
                <a16:creationId xmlns:a16="http://schemas.microsoft.com/office/drawing/2014/main" id="{DC2044D2-1705-43F8-A5CB-A6E73055CCDD}"/>
              </a:ext>
            </a:extLst>
          </p:cNvPr>
          <p:cNvSpPr>
            <a:spLocks noGrp="1"/>
          </p:cNvSpPr>
          <p:nvPr/>
        </p:nvSpPr>
        <p:spPr>
          <a:xfrm>
            <a:off x="3514280" y="30869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9" name="stage3-cases-alternatives_18">
            <a:extLst>
              <a:ext uri="{FF2B5EF4-FFF2-40B4-BE49-F238E27FC236}">
                <a16:creationId xmlns:a16="http://schemas.microsoft.com/office/drawing/2014/main" id="{D003B103-901A-472B-AD23-3FD6BA389259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0.78 Å   D 81%   Clash 0</a:t>
            </a:r>
          </a:p>
        </p:txBody>
      </p:sp>
      <p:sp>
        <p:nvSpPr>
          <p:cNvPr id="530" name="9lfa_0_build_Receptor">
            <a:extLst>
              <a:ext uri="{FF2B5EF4-FFF2-40B4-BE49-F238E27FC236}">
                <a16:creationId xmlns:a16="http://schemas.microsoft.com/office/drawing/2014/main" id="{F74A8DA4-96BE-4FD8-AC78-BC88D82DF9B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55074" y="805872"/>
                </a:moveTo>
                <a:lnTo>
                  <a:pt x="2650242" y="901348"/>
                </a:lnTo>
                <a:moveTo>
                  <a:pt x="1948399" y="509012"/>
                </a:moveTo>
                <a:lnTo>
                  <a:pt x="2065157" y="547881"/>
                </a:lnTo>
                <a:moveTo>
                  <a:pt x="2123186" y="705789"/>
                </a:moveTo>
                <a:lnTo>
                  <a:pt x="2259507" y="733410"/>
                </a:lnTo>
                <a:moveTo>
                  <a:pt x="2065157" y="547881"/>
                </a:moveTo>
                <a:lnTo>
                  <a:pt x="2123186" y="705789"/>
                </a:lnTo>
                <a:moveTo>
                  <a:pt x="2650242" y="901348"/>
                </a:moveTo>
                <a:lnTo>
                  <a:pt x="2570381" y="938542"/>
                </a:lnTo>
                <a:moveTo>
                  <a:pt x="1579960" y="710722"/>
                </a:moveTo>
                <a:lnTo>
                  <a:pt x="1707015" y="762930"/>
                </a:lnTo>
                <a:moveTo>
                  <a:pt x="1498707" y="626205"/>
                </a:moveTo>
                <a:lnTo>
                  <a:pt x="1579960" y="710722"/>
                </a:lnTo>
                <a:moveTo>
                  <a:pt x="2065157" y="547881"/>
                </a:moveTo>
                <a:lnTo>
                  <a:pt x="2003931" y="534570"/>
                </a:lnTo>
                <a:moveTo>
                  <a:pt x="1439319" y="483433"/>
                </a:moveTo>
                <a:lnTo>
                  <a:pt x="1498707" y="626205"/>
                </a:lnTo>
                <a:moveTo>
                  <a:pt x="2570381" y="938542"/>
                </a:moveTo>
                <a:lnTo>
                  <a:pt x="2578578" y="814358"/>
                </a:lnTo>
                <a:moveTo>
                  <a:pt x="1498707" y="626205"/>
                </a:moveTo>
                <a:lnTo>
                  <a:pt x="1371904" y="721584"/>
                </a:lnTo>
                <a:moveTo>
                  <a:pt x="2578578" y="814358"/>
                </a:moveTo>
                <a:lnTo>
                  <a:pt x="2534702" y="670251"/>
                </a:lnTo>
                <a:moveTo>
                  <a:pt x="2534702" y="670251"/>
                </a:moveTo>
                <a:lnTo>
                  <a:pt x="2542413" y="556399"/>
                </a:lnTo>
                <a:moveTo>
                  <a:pt x="2003931" y="534570"/>
                </a:moveTo>
                <a:lnTo>
                  <a:pt x="2102621" y="440331"/>
                </a:lnTo>
                <a:moveTo>
                  <a:pt x="2102621" y="440331"/>
                </a:moveTo>
                <a:lnTo>
                  <a:pt x="2231802" y="409529"/>
                </a:lnTo>
                <a:moveTo>
                  <a:pt x="1371904" y="721584"/>
                </a:moveTo>
                <a:lnTo>
                  <a:pt x="1298793" y="652666"/>
                </a:lnTo>
                <a:moveTo>
                  <a:pt x="2578578" y="814358"/>
                </a:moveTo>
                <a:lnTo>
                  <a:pt x="2631972" y="841493"/>
                </a:lnTo>
                <a:moveTo>
                  <a:pt x="2102621" y="440331"/>
                </a:moveTo>
                <a:lnTo>
                  <a:pt x="2042238" y="393473"/>
                </a:lnTo>
                <a:moveTo>
                  <a:pt x="2542413" y="556399"/>
                </a:moveTo>
                <a:lnTo>
                  <a:pt x="2595299" y="584918"/>
                </a:lnTo>
                <a:moveTo>
                  <a:pt x="426016" y="1225776"/>
                </a:moveTo>
                <a:lnTo>
                  <a:pt x="538784" y="1233365"/>
                </a:lnTo>
                <a:moveTo>
                  <a:pt x="2631972" y="841493"/>
                </a:moveTo>
                <a:lnTo>
                  <a:pt x="2639810" y="727565"/>
                </a:lnTo>
                <a:moveTo>
                  <a:pt x="1298793" y="652666"/>
                </a:moveTo>
                <a:lnTo>
                  <a:pt x="1388534" y="678570"/>
                </a:lnTo>
                <a:moveTo>
                  <a:pt x="2639810" y="727565"/>
                </a:moveTo>
                <a:lnTo>
                  <a:pt x="2595299" y="584918"/>
                </a:lnTo>
                <a:moveTo>
                  <a:pt x="789552" y="655484"/>
                </a:moveTo>
                <a:lnTo>
                  <a:pt x="929801" y="712453"/>
                </a:lnTo>
                <a:moveTo>
                  <a:pt x="668186" y="750123"/>
                </a:moveTo>
                <a:lnTo>
                  <a:pt x="789552" y="655484"/>
                </a:lnTo>
                <a:moveTo>
                  <a:pt x="517292" y="724174"/>
                </a:moveTo>
                <a:lnTo>
                  <a:pt x="668186" y="750123"/>
                </a:lnTo>
                <a:moveTo>
                  <a:pt x="440875" y="852730"/>
                </a:moveTo>
                <a:lnTo>
                  <a:pt x="517292" y="724174"/>
                </a:lnTo>
                <a:moveTo>
                  <a:pt x="951221" y="860546"/>
                </a:moveTo>
                <a:lnTo>
                  <a:pt x="929801" y="712453"/>
                </a:lnTo>
                <a:moveTo>
                  <a:pt x="686162" y="899662"/>
                </a:moveTo>
                <a:lnTo>
                  <a:pt x="668186" y="750123"/>
                </a:lnTo>
                <a:moveTo>
                  <a:pt x="1388534" y="678570"/>
                </a:moveTo>
                <a:lnTo>
                  <a:pt x="1486525" y="775256"/>
                </a:lnTo>
                <a:moveTo>
                  <a:pt x="539298" y="963047"/>
                </a:moveTo>
                <a:lnTo>
                  <a:pt x="440875" y="852730"/>
                </a:lnTo>
                <a:moveTo>
                  <a:pt x="538784" y="1233365"/>
                </a:moveTo>
                <a:lnTo>
                  <a:pt x="502291" y="1119233"/>
                </a:lnTo>
                <a:moveTo>
                  <a:pt x="539298" y="963047"/>
                </a:moveTo>
                <a:lnTo>
                  <a:pt x="686162" y="899662"/>
                </a:lnTo>
                <a:moveTo>
                  <a:pt x="831078" y="954794"/>
                </a:moveTo>
                <a:lnTo>
                  <a:pt x="951221" y="860546"/>
                </a:lnTo>
                <a:moveTo>
                  <a:pt x="686162" y="899662"/>
                </a:moveTo>
                <a:lnTo>
                  <a:pt x="831078" y="954794"/>
                </a:lnTo>
                <a:moveTo>
                  <a:pt x="1388534" y="678570"/>
                </a:moveTo>
                <a:lnTo>
                  <a:pt x="1356884" y="590965"/>
                </a:lnTo>
                <a:moveTo>
                  <a:pt x="502291" y="1119233"/>
                </a:moveTo>
                <a:lnTo>
                  <a:pt x="539298" y="963047"/>
                </a:lnTo>
                <a:moveTo>
                  <a:pt x="1128981" y="897494"/>
                </a:moveTo>
                <a:lnTo>
                  <a:pt x="1271185" y="871647"/>
                </a:lnTo>
                <a:moveTo>
                  <a:pt x="1376816" y="803503"/>
                </a:moveTo>
                <a:lnTo>
                  <a:pt x="1271185" y="871647"/>
                </a:lnTo>
                <a:moveTo>
                  <a:pt x="1092482" y="855072"/>
                </a:moveTo>
                <a:lnTo>
                  <a:pt x="1128981" y="897494"/>
                </a:lnTo>
                <a:moveTo>
                  <a:pt x="1339752" y="761212"/>
                </a:moveTo>
                <a:lnTo>
                  <a:pt x="1376816" y="803503"/>
                </a:lnTo>
                <a:moveTo>
                  <a:pt x="1197113" y="785801"/>
                </a:moveTo>
                <a:lnTo>
                  <a:pt x="1092482" y="855072"/>
                </a:lnTo>
                <a:moveTo>
                  <a:pt x="1197113" y="785801"/>
                </a:moveTo>
                <a:lnTo>
                  <a:pt x="1339752" y="761212"/>
                </a:lnTo>
                <a:moveTo>
                  <a:pt x="1157640" y="740468"/>
                </a:moveTo>
                <a:lnTo>
                  <a:pt x="1197113" y="785801"/>
                </a:lnTo>
                <a:moveTo>
                  <a:pt x="1575717" y="1151744"/>
                </a:moveTo>
                <a:lnTo>
                  <a:pt x="1452153" y="1125854"/>
                </a:lnTo>
                <a:moveTo>
                  <a:pt x="1719929" y="1111709"/>
                </a:moveTo>
                <a:lnTo>
                  <a:pt x="1575717" y="1151744"/>
                </a:lnTo>
                <a:moveTo>
                  <a:pt x="1224267" y="843833"/>
                </a:moveTo>
                <a:lnTo>
                  <a:pt x="1157640" y="740468"/>
                </a:lnTo>
                <a:moveTo>
                  <a:pt x="1784135" y="963500"/>
                </a:moveTo>
                <a:lnTo>
                  <a:pt x="1697559" y="828992"/>
                </a:lnTo>
                <a:moveTo>
                  <a:pt x="1719929" y="1111709"/>
                </a:moveTo>
                <a:lnTo>
                  <a:pt x="1784135" y="963500"/>
                </a:lnTo>
                <a:moveTo>
                  <a:pt x="1697559" y="828992"/>
                </a:moveTo>
                <a:lnTo>
                  <a:pt x="1749148" y="695558"/>
                </a:lnTo>
                <a:moveTo>
                  <a:pt x="1831665" y="1230203"/>
                </a:moveTo>
                <a:lnTo>
                  <a:pt x="1719929" y="1111709"/>
                </a:lnTo>
                <a:moveTo>
                  <a:pt x="2649407" y="447015"/>
                </a:moveTo>
                <a:lnTo>
                  <a:pt x="2589456" y="502511"/>
                </a:lnTo>
                <a:moveTo>
                  <a:pt x="1157519" y="993756"/>
                </a:moveTo>
                <a:lnTo>
                  <a:pt x="1224267" y="843833"/>
                </a:lnTo>
                <a:moveTo>
                  <a:pt x="1697559" y="828992"/>
                </a:moveTo>
                <a:lnTo>
                  <a:pt x="1585393" y="844434"/>
                </a:lnTo>
                <a:moveTo>
                  <a:pt x="1224267" y="843833"/>
                </a:moveTo>
                <a:lnTo>
                  <a:pt x="1209269" y="774553"/>
                </a:lnTo>
                <a:moveTo>
                  <a:pt x="1209269" y="774553"/>
                </a:moveTo>
                <a:lnTo>
                  <a:pt x="1195430" y="637838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31" name="9lfa_0_build_ExperimentalDensity">
            <a:extLst>
              <a:ext uri="{FF2B5EF4-FFF2-40B4-BE49-F238E27FC236}">
                <a16:creationId xmlns:a16="http://schemas.microsoft.com/office/drawing/2014/main" id="{C567832E-BD6A-4EC4-BDBE-4015F5C7AD3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765" y="401956"/>
                </a:moveTo>
                <a:lnTo>
                  <a:pt x="1652128" y="292515"/>
                </a:lnTo>
                <a:moveTo>
                  <a:pt x="1756560" y="294118"/>
                </a:moveTo>
                <a:lnTo>
                  <a:pt x="1652128" y="292515"/>
                </a:lnTo>
                <a:moveTo>
                  <a:pt x="1652128" y="292515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652128" y="292515"/>
                </a:lnTo>
                <a:moveTo>
                  <a:pt x="1747034" y="404348"/>
                </a:moveTo>
                <a:lnTo>
                  <a:pt x="1640765" y="401956"/>
                </a:lnTo>
                <a:moveTo>
                  <a:pt x="1756560" y="294118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756560" y="294118"/>
                </a:lnTo>
                <a:moveTo>
                  <a:pt x="1647481" y="169279"/>
                </a:moveTo>
                <a:lnTo>
                  <a:pt x="1756560" y="294118"/>
                </a:lnTo>
                <a:moveTo>
                  <a:pt x="1631670" y="152947"/>
                </a:moveTo>
                <a:lnTo>
                  <a:pt x="1635004" y="170848"/>
                </a:lnTo>
                <a:moveTo>
                  <a:pt x="1647481" y="169279"/>
                </a:moveTo>
                <a:lnTo>
                  <a:pt x="1635004" y="170848"/>
                </a:lnTo>
                <a:moveTo>
                  <a:pt x="1609625" y="479657"/>
                </a:moveTo>
                <a:lnTo>
                  <a:pt x="1640765" y="401956"/>
                </a:lnTo>
                <a:moveTo>
                  <a:pt x="1647481" y="169279"/>
                </a:moveTo>
                <a:lnTo>
                  <a:pt x="1631670" y="152947"/>
                </a:lnTo>
                <a:moveTo>
                  <a:pt x="1854560" y="407279"/>
                </a:moveTo>
                <a:lnTo>
                  <a:pt x="1756560" y="294118"/>
                </a:lnTo>
                <a:moveTo>
                  <a:pt x="1732993" y="215815"/>
                </a:moveTo>
                <a:lnTo>
                  <a:pt x="1756560" y="294118"/>
                </a:lnTo>
                <a:moveTo>
                  <a:pt x="1854560" y="407279"/>
                </a:moveTo>
                <a:lnTo>
                  <a:pt x="1747034" y="404348"/>
                </a:lnTo>
                <a:moveTo>
                  <a:pt x="1847984" y="290139"/>
                </a:moveTo>
                <a:lnTo>
                  <a:pt x="1756560" y="294118"/>
                </a:lnTo>
                <a:moveTo>
                  <a:pt x="1713844" y="499594"/>
                </a:moveTo>
                <a:lnTo>
                  <a:pt x="1640765" y="401956"/>
                </a:lnTo>
                <a:moveTo>
                  <a:pt x="1732993" y="215815"/>
                </a:moveTo>
                <a:lnTo>
                  <a:pt x="1647481" y="169279"/>
                </a:lnTo>
                <a:moveTo>
                  <a:pt x="2093959" y="423590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2093959" y="423590"/>
                </a:lnTo>
                <a:moveTo>
                  <a:pt x="1967058" y="413489"/>
                </a:moveTo>
                <a:lnTo>
                  <a:pt x="1854560" y="407279"/>
                </a:lnTo>
                <a:moveTo>
                  <a:pt x="1854560" y="40727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854560" y="407279"/>
                </a:lnTo>
                <a:moveTo>
                  <a:pt x="2203303" y="541619"/>
                </a:moveTo>
                <a:lnTo>
                  <a:pt x="2093959" y="423590"/>
                </a:lnTo>
                <a:moveTo>
                  <a:pt x="1713844" y="499594"/>
                </a:moveTo>
                <a:lnTo>
                  <a:pt x="1747034" y="404348"/>
                </a:lnTo>
                <a:moveTo>
                  <a:pt x="1967058" y="413489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1970509" y="413825"/>
                </a:lnTo>
                <a:moveTo>
                  <a:pt x="1969770" y="414755"/>
                </a:moveTo>
                <a:lnTo>
                  <a:pt x="1970509" y="413825"/>
                </a:lnTo>
                <a:moveTo>
                  <a:pt x="1967058" y="41348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967058" y="413489"/>
                </a:lnTo>
                <a:moveTo>
                  <a:pt x="1854560" y="407279"/>
                </a:moveTo>
                <a:lnTo>
                  <a:pt x="1847984" y="290139"/>
                </a:lnTo>
                <a:moveTo>
                  <a:pt x="1730114" y="504605"/>
                </a:moveTo>
                <a:lnTo>
                  <a:pt x="1747034" y="404348"/>
                </a:lnTo>
                <a:moveTo>
                  <a:pt x="2285210" y="546426"/>
                </a:moveTo>
                <a:lnTo>
                  <a:pt x="2326752" y="551384"/>
                </a:lnTo>
                <a:moveTo>
                  <a:pt x="1732993" y="215815"/>
                </a:moveTo>
                <a:lnTo>
                  <a:pt x="1847984" y="290139"/>
                </a:lnTo>
                <a:moveTo>
                  <a:pt x="1594872" y="119249"/>
                </a:moveTo>
                <a:lnTo>
                  <a:pt x="1631670" y="152947"/>
                </a:lnTo>
                <a:moveTo>
                  <a:pt x="2079504" y="352954"/>
                </a:moveTo>
                <a:lnTo>
                  <a:pt x="2093959" y="423590"/>
                </a:lnTo>
                <a:moveTo>
                  <a:pt x="1824825" y="508835"/>
                </a:moveTo>
                <a:lnTo>
                  <a:pt x="1747034" y="404348"/>
                </a:lnTo>
                <a:moveTo>
                  <a:pt x="2317517" y="533582"/>
                </a:moveTo>
                <a:lnTo>
                  <a:pt x="2326752" y="551384"/>
                </a:lnTo>
                <a:moveTo>
                  <a:pt x="2285210" y="546426"/>
                </a:moveTo>
                <a:lnTo>
                  <a:pt x="2203303" y="541619"/>
                </a:lnTo>
                <a:moveTo>
                  <a:pt x="2073748" y="529234"/>
                </a:moveTo>
                <a:lnTo>
                  <a:pt x="2093959" y="423590"/>
                </a:lnTo>
                <a:moveTo>
                  <a:pt x="2195359" y="423892"/>
                </a:moveTo>
                <a:lnTo>
                  <a:pt x="2093959" y="423590"/>
                </a:lnTo>
                <a:moveTo>
                  <a:pt x="2079504" y="352954"/>
                </a:moveTo>
                <a:lnTo>
                  <a:pt x="1970089" y="410015"/>
                </a:lnTo>
                <a:moveTo>
                  <a:pt x="2312814" y="603273"/>
                </a:moveTo>
                <a:lnTo>
                  <a:pt x="2326752" y="551384"/>
                </a:lnTo>
                <a:moveTo>
                  <a:pt x="2203303" y="541619"/>
                </a:moveTo>
                <a:lnTo>
                  <a:pt x="2317517" y="533582"/>
                </a:lnTo>
                <a:moveTo>
                  <a:pt x="1627351" y="153326"/>
                </a:moveTo>
                <a:lnTo>
                  <a:pt x="1631670" y="152947"/>
                </a:lnTo>
                <a:moveTo>
                  <a:pt x="2073748" y="529234"/>
                </a:moveTo>
                <a:lnTo>
                  <a:pt x="1970509" y="413825"/>
                </a:lnTo>
                <a:moveTo>
                  <a:pt x="2285210" y="546426"/>
                </a:moveTo>
                <a:lnTo>
                  <a:pt x="2317517" y="533582"/>
                </a:lnTo>
                <a:moveTo>
                  <a:pt x="2359751" y="547862"/>
                </a:moveTo>
                <a:lnTo>
                  <a:pt x="2326752" y="551384"/>
                </a:lnTo>
                <a:moveTo>
                  <a:pt x="1713844" y="499594"/>
                </a:moveTo>
                <a:lnTo>
                  <a:pt x="1609625" y="479657"/>
                </a:lnTo>
                <a:moveTo>
                  <a:pt x="1627351" y="153326"/>
                </a:moveTo>
                <a:lnTo>
                  <a:pt x="1647481" y="169279"/>
                </a:lnTo>
                <a:moveTo>
                  <a:pt x="2312814" y="603273"/>
                </a:moveTo>
                <a:lnTo>
                  <a:pt x="2203303" y="541619"/>
                </a:lnTo>
                <a:moveTo>
                  <a:pt x="2044198" y="526219"/>
                </a:moveTo>
                <a:lnTo>
                  <a:pt x="1970509" y="413825"/>
                </a:lnTo>
                <a:moveTo>
                  <a:pt x="2044198" y="526219"/>
                </a:moveTo>
                <a:lnTo>
                  <a:pt x="1969770" y="414755"/>
                </a:lnTo>
                <a:moveTo>
                  <a:pt x="2203303" y="541619"/>
                </a:moveTo>
                <a:lnTo>
                  <a:pt x="2073748" y="529234"/>
                </a:lnTo>
                <a:moveTo>
                  <a:pt x="2203303" y="541619"/>
                </a:moveTo>
                <a:lnTo>
                  <a:pt x="2195359" y="423892"/>
                </a:lnTo>
                <a:moveTo>
                  <a:pt x="2312814" y="603273"/>
                </a:moveTo>
                <a:lnTo>
                  <a:pt x="2285210" y="546426"/>
                </a:lnTo>
                <a:moveTo>
                  <a:pt x="1824825" y="50883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732993" y="215815"/>
                </a:lnTo>
                <a:moveTo>
                  <a:pt x="1942811" y="51625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847984" y="290139"/>
                </a:lnTo>
                <a:moveTo>
                  <a:pt x="2304597" y="656193"/>
                </a:moveTo>
                <a:lnTo>
                  <a:pt x="2203303" y="541619"/>
                </a:lnTo>
                <a:moveTo>
                  <a:pt x="2359751" y="547862"/>
                </a:moveTo>
                <a:lnTo>
                  <a:pt x="2317517" y="533582"/>
                </a:lnTo>
                <a:moveTo>
                  <a:pt x="2079504" y="352954"/>
                </a:moveTo>
                <a:lnTo>
                  <a:pt x="2195359" y="423892"/>
                </a:lnTo>
                <a:moveTo>
                  <a:pt x="1942811" y="516255"/>
                </a:moveTo>
                <a:lnTo>
                  <a:pt x="1969770" y="414755"/>
                </a:lnTo>
                <a:moveTo>
                  <a:pt x="1926040" y="285889"/>
                </a:moveTo>
                <a:lnTo>
                  <a:pt x="1854560" y="407279"/>
                </a:lnTo>
                <a:moveTo>
                  <a:pt x="737146" y="438787"/>
                </a:moveTo>
                <a:lnTo>
                  <a:pt x="759904" y="440747"/>
                </a:lnTo>
                <a:moveTo>
                  <a:pt x="2359751" y="547862"/>
                </a:moveTo>
                <a:lnTo>
                  <a:pt x="2312814" y="603273"/>
                </a:lnTo>
                <a:moveTo>
                  <a:pt x="756885" y="428886"/>
                </a:moveTo>
                <a:lnTo>
                  <a:pt x="759904" y="440747"/>
                </a:lnTo>
                <a:moveTo>
                  <a:pt x="1627351" y="153326"/>
                </a:moveTo>
                <a:lnTo>
                  <a:pt x="1732993" y="215815"/>
                </a:lnTo>
                <a:moveTo>
                  <a:pt x="2044198" y="526219"/>
                </a:moveTo>
                <a:lnTo>
                  <a:pt x="2073748" y="529234"/>
                </a:lnTo>
                <a:moveTo>
                  <a:pt x="737146" y="438787"/>
                </a:moveTo>
                <a:lnTo>
                  <a:pt x="756885" y="428886"/>
                </a:lnTo>
                <a:moveTo>
                  <a:pt x="1926040" y="285889"/>
                </a:moveTo>
                <a:lnTo>
                  <a:pt x="1970089" y="410015"/>
                </a:lnTo>
                <a:moveTo>
                  <a:pt x="2176681" y="644512"/>
                </a:moveTo>
                <a:lnTo>
                  <a:pt x="2203303" y="541619"/>
                </a:lnTo>
                <a:moveTo>
                  <a:pt x="2304597" y="656193"/>
                </a:moveTo>
                <a:lnTo>
                  <a:pt x="2312814" y="603273"/>
                </a:lnTo>
                <a:moveTo>
                  <a:pt x="1730114" y="504605"/>
                </a:moveTo>
                <a:lnTo>
                  <a:pt x="1713844" y="499594"/>
                </a:lnTo>
                <a:moveTo>
                  <a:pt x="1939194" y="288841"/>
                </a:moveTo>
                <a:lnTo>
                  <a:pt x="1970089" y="410015"/>
                </a:lnTo>
                <a:moveTo>
                  <a:pt x="1710044" y="502791"/>
                </a:moveTo>
                <a:lnTo>
                  <a:pt x="1713844" y="499594"/>
                </a:lnTo>
                <a:moveTo>
                  <a:pt x="2066157" y="550757"/>
                </a:moveTo>
                <a:lnTo>
                  <a:pt x="2073748" y="529234"/>
                </a:lnTo>
                <a:moveTo>
                  <a:pt x="2304597" y="656193"/>
                </a:moveTo>
                <a:lnTo>
                  <a:pt x="2359751" y="547862"/>
                </a:lnTo>
                <a:moveTo>
                  <a:pt x="632841" y="429431"/>
                </a:moveTo>
                <a:lnTo>
                  <a:pt x="737146" y="438787"/>
                </a:lnTo>
                <a:moveTo>
                  <a:pt x="385259" y="663933"/>
                </a:moveTo>
                <a:lnTo>
                  <a:pt x="278579" y="680473"/>
                </a:lnTo>
                <a:moveTo>
                  <a:pt x="1926040" y="285889"/>
                </a:moveTo>
                <a:lnTo>
                  <a:pt x="1847984" y="290139"/>
                </a:lnTo>
                <a:moveTo>
                  <a:pt x="1710044" y="502791"/>
                </a:moveTo>
                <a:lnTo>
                  <a:pt x="1730114" y="504605"/>
                </a:lnTo>
                <a:moveTo>
                  <a:pt x="868538" y="444153"/>
                </a:moveTo>
                <a:lnTo>
                  <a:pt x="759904" y="440747"/>
                </a:lnTo>
                <a:moveTo>
                  <a:pt x="2066157" y="550757"/>
                </a:moveTo>
                <a:lnTo>
                  <a:pt x="2044198" y="526219"/>
                </a:lnTo>
                <a:moveTo>
                  <a:pt x="2183033" y="383119"/>
                </a:moveTo>
                <a:lnTo>
                  <a:pt x="2079504" y="352954"/>
                </a:lnTo>
                <a:moveTo>
                  <a:pt x="1571357" y="467739"/>
                </a:moveTo>
                <a:lnTo>
                  <a:pt x="1609625" y="479657"/>
                </a:lnTo>
                <a:moveTo>
                  <a:pt x="2232444" y="418600"/>
                </a:moveTo>
                <a:lnTo>
                  <a:pt x="2203303" y="541619"/>
                </a:lnTo>
                <a:moveTo>
                  <a:pt x="2183033" y="383119"/>
                </a:moveTo>
                <a:lnTo>
                  <a:pt x="2195359" y="423892"/>
                </a:lnTo>
                <a:moveTo>
                  <a:pt x="756885" y="428886"/>
                </a:moveTo>
                <a:lnTo>
                  <a:pt x="868538" y="444153"/>
                </a:lnTo>
                <a:moveTo>
                  <a:pt x="1695540" y="191816"/>
                </a:moveTo>
                <a:lnTo>
                  <a:pt x="1732993" y="215815"/>
                </a:lnTo>
                <a:moveTo>
                  <a:pt x="506592" y="430251"/>
                </a:moveTo>
                <a:lnTo>
                  <a:pt x="400480" y="438367"/>
                </a:lnTo>
                <a:moveTo>
                  <a:pt x="1730114" y="504605"/>
                </a:moveTo>
                <a:lnTo>
                  <a:pt x="1824825" y="508835"/>
                </a:lnTo>
                <a:moveTo>
                  <a:pt x="1942811" y="516255"/>
                </a:moveTo>
                <a:lnTo>
                  <a:pt x="2044198" y="526219"/>
                </a:lnTo>
                <a:moveTo>
                  <a:pt x="2176681" y="644512"/>
                </a:moveTo>
                <a:lnTo>
                  <a:pt x="2073748" y="529234"/>
                </a:lnTo>
                <a:moveTo>
                  <a:pt x="867088" y="360131"/>
                </a:moveTo>
                <a:lnTo>
                  <a:pt x="756885" y="428886"/>
                </a:lnTo>
                <a:moveTo>
                  <a:pt x="867060" y="329201"/>
                </a:moveTo>
                <a:lnTo>
                  <a:pt x="756885" y="428886"/>
                </a:lnTo>
                <a:moveTo>
                  <a:pt x="2232444" y="418600"/>
                </a:moveTo>
                <a:lnTo>
                  <a:pt x="2317517" y="533582"/>
                </a:lnTo>
                <a:moveTo>
                  <a:pt x="2066157" y="550757"/>
                </a:moveTo>
                <a:lnTo>
                  <a:pt x="1942811" y="516255"/>
                </a:lnTo>
                <a:moveTo>
                  <a:pt x="382417" y="408388"/>
                </a:moveTo>
                <a:lnTo>
                  <a:pt x="400480" y="438367"/>
                </a:lnTo>
                <a:moveTo>
                  <a:pt x="156209" y="618958"/>
                </a:moveTo>
                <a:lnTo>
                  <a:pt x="278579" y="680473"/>
                </a:lnTo>
                <a:moveTo>
                  <a:pt x="2044532" y="292200"/>
                </a:moveTo>
                <a:lnTo>
                  <a:pt x="1970089" y="410015"/>
                </a:lnTo>
                <a:moveTo>
                  <a:pt x="2304597" y="656193"/>
                </a:moveTo>
                <a:lnTo>
                  <a:pt x="2176681" y="644512"/>
                </a:lnTo>
                <a:moveTo>
                  <a:pt x="2130550" y="639127"/>
                </a:moveTo>
                <a:lnTo>
                  <a:pt x="2073748" y="529234"/>
                </a:lnTo>
                <a:moveTo>
                  <a:pt x="506592" y="430251"/>
                </a:moveTo>
                <a:lnTo>
                  <a:pt x="632841" y="429431"/>
                </a:lnTo>
                <a:moveTo>
                  <a:pt x="499770" y="415537"/>
                </a:moveTo>
                <a:lnTo>
                  <a:pt x="400480" y="438367"/>
                </a:lnTo>
                <a:moveTo>
                  <a:pt x="2406740" y="542496"/>
                </a:moveTo>
                <a:lnTo>
                  <a:pt x="2317517" y="533582"/>
                </a:lnTo>
                <a:moveTo>
                  <a:pt x="1942811" y="516255"/>
                </a:moveTo>
                <a:lnTo>
                  <a:pt x="1824825" y="508835"/>
                </a:lnTo>
                <a:moveTo>
                  <a:pt x="2232444" y="418600"/>
                </a:moveTo>
                <a:lnTo>
                  <a:pt x="2195359" y="423892"/>
                </a:lnTo>
                <a:moveTo>
                  <a:pt x="1816346" y="544988"/>
                </a:moveTo>
                <a:lnTo>
                  <a:pt x="1730114" y="504605"/>
                </a:lnTo>
                <a:moveTo>
                  <a:pt x="1926040" y="285889"/>
                </a:moveTo>
                <a:lnTo>
                  <a:pt x="1835093" y="267150"/>
                </a:lnTo>
                <a:moveTo>
                  <a:pt x="522680" y="419091"/>
                </a:moveTo>
                <a:lnTo>
                  <a:pt x="632841" y="429431"/>
                </a:lnTo>
                <a:moveTo>
                  <a:pt x="1627351" y="153326"/>
                </a:moveTo>
                <a:lnTo>
                  <a:pt x="1594872" y="119249"/>
                </a:lnTo>
                <a:moveTo>
                  <a:pt x="1816346" y="544988"/>
                </a:moveTo>
                <a:lnTo>
                  <a:pt x="1710044" y="502791"/>
                </a:lnTo>
                <a:moveTo>
                  <a:pt x="867088" y="360131"/>
                </a:moveTo>
                <a:lnTo>
                  <a:pt x="868538" y="444153"/>
                </a:lnTo>
                <a:moveTo>
                  <a:pt x="255557" y="442612"/>
                </a:moveTo>
                <a:lnTo>
                  <a:pt x="400480" y="438367"/>
                </a:lnTo>
                <a:moveTo>
                  <a:pt x="2284378" y="445653"/>
                </a:moveTo>
                <a:lnTo>
                  <a:pt x="2317517" y="533582"/>
                </a:lnTo>
                <a:moveTo>
                  <a:pt x="2410079" y="658247"/>
                </a:moveTo>
                <a:lnTo>
                  <a:pt x="2304597" y="656193"/>
                </a:lnTo>
                <a:moveTo>
                  <a:pt x="801571" y="551272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713844" y="499594"/>
                </a:lnTo>
                <a:moveTo>
                  <a:pt x="2406740" y="542496"/>
                </a:moveTo>
                <a:lnTo>
                  <a:pt x="2359751" y="547862"/>
                </a:lnTo>
                <a:moveTo>
                  <a:pt x="867060" y="329201"/>
                </a:moveTo>
                <a:lnTo>
                  <a:pt x="867088" y="360131"/>
                </a:lnTo>
                <a:moveTo>
                  <a:pt x="1816346" y="544988"/>
                </a:moveTo>
                <a:lnTo>
                  <a:pt x="1824825" y="508835"/>
                </a:lnTo>
                <a:moveTo>
                  <a:pt x="2130550" y="639127"/>
                </a:moveTo>
                <a:lnTo>
                  <a:pt x="2066157" y="550757"/>
                </a:lnTo>
                <a:moveTo>
                  <a:pt x="801571" y="551272"/>
                </a:moveTo>
                <a:lnTo>
                  <a:pt x="742242" y="645898"/>
                </a:lnTo>
                <a:moveTo>
                  <a:pt x="506592" y="430251"/>
                </a:moveTo>
                <a:lnTo>
                  <a:pt x="522680" y="419091"/>
                </a:lnTo>
                <a:moveTo>
                  <a:pt x="897712" y="330634"/>
                </a:moveTo>
                <a:lnTo>
                  <a:pt x="867088" y="360131"/>
                </a:lnTo>
                <a:moveTo>
                  <a:pt x="859027" y="479604"/>
                </a:moveTo>
                <a:lnTo>
                  <a:pt x="868538" y="444153"/>
                </a:lnTo>
                <a:moveTo>
                  <a:pt x="897712" y="330634"/>
                </a:moveTo>
                <a:lnTo>
                  <a:pt x="867060" y="329201"/>
                </a:lnTo>
                <a:moveTo>
                  <a:pt x="1797444" y="246058"/>
                </a:moveTo>
                <a:lnTo>
                  <a:pt x="1732993" y="215815"/>
                </a:lnTo>
                <a:moveTo>
                  <a:pt x="2044532" y="292200"/>
                </a:moveTo>
                <a:lnTo>
                  <a:pt x="2079504" y="352954"/>
                </a:lnTo>
                <a:moveTo>
                  <a:pt x="2304597" y="656193"/>
                </a:moveTo>
                <a:lnTo>
                  <a:pt x="2406740" y="542496"/>
                </a:lnTo>
                <a:moveTo>
                  <a:pt x="737146" y="438787"/>
                </a:moveTo>
                <a:lnTo>
                  <a:pt x="730596" y="313851"/>
                </a:lnTo>
                <a:moveTo>
                  <a:pt x="615284" y="383894"/>
                </a:moveTo>
                <a:lnTo>
                  <a:pt x="632841" y="429431"/>
                </a:lnTo>
                <a:moveTo>
                  <a:pt x="735529" y="658921"/>
                </a:moveTo>
                <a:lnTo>
                  <a:pt x="742242" y="645898"/>
                </a:lnTo>
                <a:moveTo>
                  <a:pt x="1611755" y="486761"/>
                </a:moveTo>
                <a:lnTo>
                  <a:pt x="1713844" y="499594"/>
                </a:lnTo>
                <a:moveTo>
                  <a:pt x="905190" y="442023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468464" y="428159"/>
                </a:lnTo>
                <a:moveTo>
                  <a:pt x="730596" y="313851"/>
                </a:moveTo>
                <a:lnTo>
                  <a:pt x="756885" y="428886"/>
                </a:lnTo>
                <a:moveTo>
                  <a:pt x="499770" y="415537"/>
                </a:moveTo>
                <a:lnTo>
                  <a:pt x="506592" y="430251"/>
                </a:lnTo>
                <a:moveTo>
                  <a:pt x="2232444" y="418600"/>
                </a:moveTo>
                <a:lnTo>
                  <a:pt x="2183033" y="383119"/>
                </a:lnTo>
                <a:moveTo>
                  <a:pt x="801571" y="551272"/>
                </a:moveTo>
                <a:lnTo>
                  <a:pt x="859027" y="479604"/>
                </a:lnTo>
                <a:moveTo>
                  <a:pt x="238643" y="693276"/>
                </a:moveTo>
                <a:lnTo>
                  <a:pt x="278579" y="680473"/>
                </a:lnTo>
                <a:moveTo>
                  <a:pt x="2130550" y="639127"/>
                </a:moveTo>
                <a:lnTo>
                  <a:pt x="2176681" y="644512"/>
                </a:lnTo>
                <a:moveTo>
                  <a:pt x="490891" y="662931"/>
                </a:moveTo>
                <a:lnTo>
                  <a:pt x="385259" y="663933"/>
                </a:lnTo>
                <a:moveTo>
                  <a:pt x="499770" y="415537"/>
                </a:moveTo>
                <a:lnTo>
                  <a:pt x="522680" y="419091"/>
                </a:lnTo>
                <a:moveTo>
                  <a:pt x="1611755" y="486761"/>
                </a:moveTo>
                <a:lnTo>
                  <a:pt x="1710044" y="502791"/>
                </a:lnTo>
                <a:moveTo>
                  <a:pt x="1939194" y="288841"/>
                </a:moveTo>
                <a:lnTo>
                  <a:pt x="1926040" y="285889"/>
                </a:lnTo>
                <a:moveTo>
                  <a:pt x="632841" y="429431"/>
                </a:moveTo>
                <a:lnTo>
                  <a:pt x="730596" y="313851"/>
                </a:lnTo>
                <a:moveTo>
                  <a:pt x="499770" y="415537"/>
                </a:moveTo>
                <a:lnTo>
                  <a:pt x="382417" y="408388"/>
                </a:lnTo>
                <a:moveTo>
                  <a:pt x="1695540" y="191816"/>
                </a:moveTo>
                <a:lnTo>
                  <a:pt x="1627351" y="153326"/>
                </a:lnTo>
                <a:moveTo>
                  <a:pt x="1919679" y="578052"/>
                </a:moveTo>
                <a:lnTo>
                  <a:pt x="2066157" y="550757"/>
                </a:lnTo>
                <a:moveTo>
                  <a:pt x="522680" y="419091"/>
                </a:moveTo>
                <a:lnTo>
                  <a:pt x="615284" y="383894"/>
                </a:lnTo>
                <a:moveTo>
                  <a:pt x="712595" y="311504"/>
                </a:moveTo>
                <a:lnTo>
                  <a:pt x="632841" y="429431"/>
                </a:lnTo>
                <a:moveTo>
                  <a:pt x="2162902" y="681469"/>
                </a:moveTo>
                <a:lnTo>
                  <a:pt x="2176681" y="644512"/>
                </a:lnTo>
                <a:moveTo>
                  <a:pt x="1449374" y="132017"/>
                </a:moveTo>
                <a:lnTo>
                  <a:pt x="1594872" y="119249"/>
                </a:lnTo>
                <a:moveTo>
                  <a:pt x="156209" y="618958"/>
                </a:moveTo>
                <a:lnTo>
                  <a:pt x="189210" y="508349"/>
                </a:lnTo>
                <a:moveTo>
                  <a:pt x="905190" y="442023"/>
                </a:moveTo>
                <a:lnTo>
                  <a:pt x="859027" y="479604"/>
                </a:lnTo>
                <a:moveTo>
                  <a:pt x="2385502" y="511461"/>
                </a:moveTo>
                <a:lnTo>
                  <a:pt x="2317517" y="533582"/>
                </a:lnTo>
                <a:moveTo>
                  <a:pt x="1459251" y="134524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824825" y="508835"/>
                </a:lnTo>
                <a:moveTo>
                  <a:pt x="255557" y="442612"/>
                </a:moveTo>
                <a:lnTo>
                  <a:pt x="382417" y="408388"/>
                </a:lnTo>
                <a:moveTo>
                  <a:pt x="1566272" y="141351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942811" y="516255"/>
                </a:lnTo>
                <a:moveTo>
                  <a:pt x="867060" y="329201"/>
                </a:moveTo>
                <a:lnTo>
                  <a:pt x="730596" y="313851"/>
                </a:lnTo>
                <a:moveTo>
                  <a:pt x="189210" y="508349"/>
                </a:moveTo>
                <a:lnTo>
                  <a:pt x="255557" y="442612"/>
                </a:lnTo>
                <a:moveTo>
                  <a:pt x="2410079" y="658247"/>
                </a:moveTo>
                <a:lnTo>
                  <a:pt x="2406740" y="542496"/>
                </a:lnTo>
                <a:moveTo>
                  <a:pt x="2032891" y="626017"/>
                </a:moveTo>
                <a:lnTo>
                  <a:pt x="2066157" y="550757"/>
                </a:lnTo>
                <a:moveTo>
                  <a:pt x="1797444" y="246058"/>
                </a:moveTo>
                <a:lnTo>
                  <a:pt x="1835093" y="267150"/>
                </a:lnTo>
                <a:moveTo>
                  <a:pt x="2147847" y="325535"/>
                </a:moveTo>
                <a:lnTo>
                  <a:pt x="2079504" y="352954"/>
                </a:lnTo>
                <a:moveTo>
                  <a:pt x="1672633" y="531308"/>
                </a:moveTo>
                <a:lnTo>
                  <a:pt x="1710044" y="502791"/>
                </a:lnTo>
                <a:moveTo>
                  <a:pt x="2162902" y="681469"/>
                </a:moveTo>
                <a:lnTo>
                  <a:pt x="2130550" y="639127"/>
                </a:lnTo>
                <a:moveTo>
                  <a:pt x="843948" y="547918"/>
                </a:moveTo>
                <a:lnTo>
                  <a:pt x="801571" y="551272"/>
                </a:lnTo>
                <a:moveTo>
                  <a:pt x="2266682" y="707906"/>
                </a:moveTo>
                <a:lnTo>
                  <a:pt x="2304597" y="656193"/>
                </a:lnTo>
                <a:moveTo>
                  <a:pt x="343954" y="697032"/>
                </a:moveTo>
                <a:lnTo>
                  <a:pt x="278579" y="680473"/>
                </a:lnTo>
                <a:moveTo>
                  <a:pt x="726501" y="300126"/>
                </a:moveTo>
                <a:lnTo>
                  <a:pt x="867060" y="329201"/>
                </a:lnTo>
                <a:moveTo>
                  <a:pt x="1566272" y="141351"/>
                </a:moveTo>
                <a:lnTo>
                  <a:pt x="1627351" y="153326"/>
                </a:lnTo>
                <a:moveTo>
                  <a:pt x="327091" y="399759"/>
                </a:moveTo>
                <a:lnTo>
                  <a:pt x="382417" y="408388"/>
                </a:lnTo>
                <a:moveTo>
                  <a:pt x="1919679" y="578052"/>
                </a:moveTo>
                <a:lnTo>
                  <a:pt x="1816346" y="544988"/>
                </a:lnTo>
                <a:moveTo>
                  <a:pt x="2284378" y="445653"/>
                </a:moveTo>
                <a:lnTo>
                  <a:pt x="2232444" y="418600"/>
                </a:lnTo>
                <a:moveTo>
                  <a:pt x="843948" y="547918"/>
                </a:moveTo>
                <a:lnTo>
                  <a:pt x="859027" y="479604"/>
                </a:lnTo>
                <a:moveTo>
                  <a:pt x="2044532" y="292200"/>
                </a:moveTo>
                <a:lnTo>
                  <a:pt x="1939194" y="288841"/>
                </a:lnTo>
                <a:moveTo>
                  <a:pt x="365037" y="384583"/>
                </a:moveTo>
                <a:lnTo>
                  <a:pt x="382417" y="408388"/>
                </a:lnTo>
                <a:moveTo>
                  <a:pt x="1431451" y="397636"/>
                </a:moveTo>
                <a:lnTo>
                  <a:pt x="1468464" y="428159"/>
                </a:lnTo>
                <a:moveTo>
                  <a:pt x="1444855" y="134246"/>
                </a:moveTo>
                <a:lnTo>
                  <a:pt x="1339848" y="190729"/>
                </a:lnTo>
                <a:moveTo>
                  <a:pt x="843948" y="547918"/>
                </a:moveTo>
                <a:lnTo>
                  <a:pt x="905190" y="442023"/>
                </a:lnTo>
                <a:moveTo>
                  <a:pt x="1611755" y="486761"/>
                </a:moveTo>
                <a:lnTo>
                  <a:pt x="1571357" y="467739"/>
                </a:lnTo>
                <a:moveTo>
                  <a:pt x="2266682" y="707906"/>
                </a:moveTo>
                <a:lnTo>
                  <a:pt x="2176681" y="644512"/>
                </a:lnTo>
                <a:moveTo>
                  <a:pt x="365037" y="384583"/>
                </a:moveTo>
                <a:lnTo>
                  <a:pt x="499770" y="415537"/>
                </a:lnTo>
                <a:moveTo>
                  <a:pt x="327091" y="399759"/>
                </a:moveTo>
                <a:lnTo>
                  <a:pt x="255557" y="442612"/>
                </a:lnTo>
                <a:moveTo>
                  <a:pt x="1870853" y="269261"/>
                </a:moveTo>
                <a:lnTo>
                  <a:pt x="1835093" y="267150"/>
                </a:lnTo>
                <a:moveTo>
                  <a:pt x="238643" y="693276"/>
                </a:moveTo>
                <a:lnTo>
                  <a:pt x="156209" y="618958"/>
                </a:lnTo>
                <a:moveTo>
                  <a:pt x="2032891" y="626017"/>
                </a:moveTo>
                <a:lnTo>
                  <a:pt x="2130550" y="639127"/>
                </a:lnTo>
                <a:moveTo>
                  <a:pt x="1672633" y="531308"/>
                </a:moveTo>
                <a:lnTo>
                  <a:pt x="1816346" y="544988"/>
                </a:lnTo>
                <a:moveTo>
                  <a:pt x="837445" y="220403"/>
                </a:moveTo>
                <a:lnTo>
                  <a:pt x="867060" y="329201"/>
                </a:lnTo>
                <a:moveTo>
                  <a:pt x="615284" y="383894"/>
                </a:moveTo>
                <a:lnTo>
                  <a:pt x="712595" y="311504"/>
                </a:lnTo>
                <a:moveTo>
                  <a:pt x="961850" y="440984"/>
                </a:moveTo>
                <a:lnTo>
                  <a:pt x="905190" y="442023"/>
                </a:lnTo>
                <a:moveTo>
                  <a:pt x="1346456" y="354841"/>
                </a:moveTo>
                <a:lnTo>
                  <a:pt x="1331347" y="316716"/>
                </a:lnTo>
                <a:moveTo>
                  <a:pt x="2373815" y="684660"/>
                </a:moveTo>
                <a:lnTo>
                  <a:pt x="2304597" y="656193"/>
                </a:lnTo>
                <a:moveTo>
                  <a:pt x="1695540" y="191816"/>
                </a:moveTo>
                <a:lnTo>
                  <a:pt x="1566272" y="141351"/>
                </a:lnTo>
                <a:moveTo>
                  <a:pt x="343954" y="697032"/>
                </a:moveTo>
                <a:lnTo>
                  <a:pt x="385259" y="663933"/>
                </a:lnTo>
                <a:moveTo>
                  <a:pt x="2147847" y="325535"/>
                </a:moveTo>
                <a:lnTo>
                  <a:pt x="2183033" y="383119"/>
                </a:lnTo>
                <a:moveTo>
                  <a:pt x="875924" y="203404"/>
                </a:moveTo>
                <a:lnTo>
                  <a:pt x="867060" y="329201"/>
                </a:lnTo>
                <a:moveTo>
                  <a:pt x="471500" y="371261"/>
                </a:moveTo>
                <a:lnTo>
                  <a:pt x="522680" y="419091"/>
                </a:lnTo>
                <a:moveTo>
                  <a:pt x="712595" y="311504"/>
                </a:moveTo>
                <a:lnTo>
                  <a:pt x="730596" y="313851"/>
                </a:lnTo>
                <a:moveTo>
                  <a:pt x="1321913" y="351547"/>
                </a:moveTo>
                <a:lnTo>
                  <a:pt x="1331347" y="316716"/>
                </a:lnTo>
                <a:moveTo>
                  <a:pt x="2162902" y="681469"/>
                </a:moveTo>
                <a:lnTo>
                  <a:pt x="2032891" y="626017"/>
                </a:lnTo>
                <a:moveTo>
                  <a:pt x="726501" y="300126"/>
                </a:moveTo>
                <a:lnTo>
                  <a:pt x="730596" y="313851"/>
                </a:lnTo>
                <a:moveTo>
                  <a:pt x="1444855" y="134246"/>
                </a:moveTo>
                <a:lnTo>
                  <a:pt x="1449374" y="132017"/>
                </a:lnTo>
                <a:moveTo>
                  <a:pt x="1797444" y="246058"/>
                </a:moveTo>
                <a:lnTo>
                  <a:pt x="1695540" y="191816"/>
                </a:lnTo>
                <a:moveTo>
                  <a:pt x="1448085" y="133844"/>
                </a:moveTo>
                <a:lnTo>
                  <a:pt x="1444855" y="134246"/>
                </a:lnTo>
                <a:moveTo>
                  <a:pt x="1448085" y="133844"/>
                </a:moveTo>
                <a:lnTo>
                  <a:pt x="1449374" y="132017"/>
                </a:lnTo>
                <a:moveTo>
                  <a:pt x="327091" y="399759"/>
                </a:moveTo>
                <a:lnTo>
                  <a:pt x="365037" y="384583"/>
                </a:lnTo>
                <a:moveTo>
                  <a:pt x="1459251" y="134524"/>
                </a:moveTo>
                <a:lnTo>
                  <a:pt x="1449374" y="132017"/>
                </a:lnTo>
                <a:moveTo>
                  <a:pt x="843948" y="547918"/>
                </a:moveTo>
                <a:lnTo>
                  <a:pt x="961850" y="440984"/>
                </a:lnTo>
                <a:moveTo>
                  <a:pt x="712595" y="311504"/>
                </a:moveTo>
                <a:lnTo>
                  <a:pt x="726501" y="300126"/>
                </a:lnTo>
                <a:moveTo>
                  <a:pt x="1321913" y="351547"/>
                </a:moveTo>
                <a:lnTo>
                  <a:pt x="1346456" y="354841"/>
                </a:lnTo>
                <a:moveTo>
                  <a:pt x="1448085" y="133844"/>
                </a:moveTo>
                <a:lnTo>
                  <a:pt x="1459251" y="134524"/>
                </a:lnTo>
                <a:moveTo>
                  <a:pt x="2266682" y="707906"/>
                </a:moveTo>
                <a:lnTo>
                  <a:pt x="2162902" y="681469"/>
                </a:lnTo>
                <a:moveTo>
                  <a:pt x="471500" y="371261"/>
                </a:moveTo>
                <a:lnTo>
                  <a:pt x="499770" y="415537"/>
                </a:lnTo>
                <a:moveTo>
                  <a:pt x="1870853" y="269261"/>
                </a:moveTo>
                <a:lnTo>
                  <a:pt x="1926040" y="285889"/>
                </a:lnTo>
                <a:moveTo>
                  <a:pt x="748391" y="645928"/>
                </a:moveTo>
                <a:lnTo>
                  <a:pt x="742242" y="645898"/>
                </a:lnTo>
                <a:moveTo>
                  <a:pt x="1534330" y="437445"/>
                </a:moveTo>
                <a:lnTo>
                  <a:pt x="1468464" y="428159"/>
                </a:lnTo>
                <a:moveTo>
                  <a:pt x="1459251" y="134524"/>
                </a:moveTo>
                <a:lnTo>
                  <a:pt x="1566272" y="141351"/>
                </a:lnTo>
                <a:moveTo>
                  <a:pt x="1919679" y="578052"/>
                </a:moveTo>
                <a:lnTo>
                  <a:pt x="2032891" y="626017"/>
                </a:lnTo>
                <a:moveTo>
                  <a:pt x="1870853" y="269261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406740" y="542496"/>
                </a:lnTo>
                <a:moveTo>
                  <a:pt x="700916" y="679304"/>
                </a:moveTo>
                <a:lnTo>
                  <a:pt x="735529" y="658921"/>
                </a:lnTo>
                <a:moveTo>
                  <a:pt x="1672633" y="531308"/>
                </a:moveTo>
                <a:lnTo>
                  <a:pt x="1611755" y="486761"/>
                </a:lnTo>
                <a:moveTo>
                  <a:pt x="748391" y="645928"/>
                </a:moveTo>
                <a:lnTo>
                  <a:pt x="801571" y="551272"/>
                </a:lnTo>
                <a:moveTo>
                  <a:pt x="1553998" y="145958"/>
                </a:moveTo>
                <a:lnTo>
                  <a:pt x="1695540" y="191816"/>
                </a:lnTo>
                <a:moveTo>
                  <a:pt x="1081783" y="307278"/>
                </a:moveTo>
                <a:lnTo>
                  <a:pt x="1084653" y="336154"/>
                </a:lnTo>
                <a:moveTo>
                  <a:pt x="105309" y="604530"/>
                </a:moveTo>
                <a:lnTo>
                  <a:pt x="156209" y="618958"/>
                </a:lnTo>
                <a:moveTo>
                  <a:pt x="471500" y="371261"/>
                </a:moveTo>
                <a:lnTo>
                  <a:pt x="615284" y="383894"/>
                </a:lnTo>
                <a:moveTo>
                  <a:pt x="2373815" y="684660"/>
                </a:moveTo>
                <a:lnTo>
                  <a:pt x="2410079" y="658247"/>
                </a:lnTo>
                <a:moveTo>
                  <a:pt x="1774713" y="582938"/>
                </a:moveTo>
                <a:lnTo>
                  <a:pt x="1816346" y="544988"/>
                </a:lnTo>
                <a:moveTo>
                  <a:pt x="1078886" y="350215"/>
                </a:moveTo>
                <a:lnTo>
                  <a:pt x="1084653" y="336154"/>
                </a:lnTo>
                <a:moveTo>
                  <a:pt x="448892" y="706313"/>
                </a:moveTo>
                <a:lnTo>
                  <a:pt x="385259" y="663933"/>
                </a:lnTo>
                <a:moveTo>
                  <a:pt x="1978252" y="620629"/>
                </a:moveTo>
                <a:lnTo>
                  <a:pt x="1919679" y="578052"/>
                </a:lnTo>
                <a:moveTo>
                  <a:pt x="1900779" y="279109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284378" y="445653"/>
                </a:lnTo>
                <a:moveTo>
                  <a:pt x="748391" y="645928"/>
                </a:moveTo>
                <a:lnTo>
                  <a:pt x="735529" y="658921"/>
                </a:lnTo>
                <a:moveTo>
                  <a:pt x="961850" y="440984"/>
                </a:moveTo>
                <a:lnTo>
                  <a:pt x="1078886" y="350215"/>
                </a:lnTo>
                <a:moveTo>
                  <a:pt x="2020230" y="652357"/>
                </a:moveTo>
                <a:lnTo>
                  <a:pt x="2162902" y="681469"/>
                </a:lnTo>
                <a:moveTo>
                  <a:pt x="2422997" y="533514"/>
                </a:moveTo>
                <a:lnTo>
                  <a:pt x="2406740" y="542496"/>
                </a:lnTo>
                <a:moveTo>
                  <a:pt x="1431451" y="397636"/>
                </a:moveTo>
                <a:lnTo>
                  <a:pt x="1346456" y="354841"/>
                </a:lnTo>
                <a:moveTo>
                  <a:pt x="100396" y="598582"/>
                </a:moveTo>
                <a:lnTo>
                  <a:pt x="156209" y="618958"/>
                </a:lnTo>
                <a:moveTo>
                  <a:pt x="810989" y="612480"/>
                </a:moveTo>
                <a:lnTo>
                  <a:pt x="801571" y="551272"/>
                </a:lnTo>
                <a:moveTo>
                  <a:pt x="169614" y="492406"/>
                </a:moveTo>
                <a:lnTo>
                  <a:pt x="189210" y="508349"/>
                </a:lnTo>
                <a:moveTo>
                  <a:pt x="837445" y="220403"/>
                </a:moveTo>
                <a:lnTo>
                  <a:pt x="726501" y="300126"/>
                </a:lnTo>
                <a:moveTo>
                  <a:pt x="1193797" y="339779"/>
                </a:moveTo>
                <a:lnTo>
                  <a:pt x="1084653" y="336154"/>
                </a:lnTo>
                <a:moveTo>
                  <a:pt x="1978252" y="620629"/>
                </a:moveTo>
                <a:lnTo>
                  <a:pt x="2032891" y="626017"/>
                </a:lnTo>
                <a:moveTo>
                  <a:pt x="169614" y="492406"/>
                </a:moveTo>
                <a:lnTo>
                  <a:pt x="156209" y="618958"/>
                </a:lnTo>
                <a:moveTo>
                  <a:pt x="2147847" y="325535"/>
                </a:moveTo>
                <a:lnTo>
                  <a:pt x="2044532" y="292200"/>
                </a:lnTo>
                <a:moveTo>
                  <a:pt x="1321913" y="351547"/>
                </a:moveTo>
                <a:lnTo>
                  <a:pt x="1193797" y="339779"/>
                </a:lnTo>
                <a:moveTo>
                  <a:pt x="1553998" y="145958"/>
                </a:moveTo>
                <a:lnTo>
                  <a:pt x="1448085" y="133844"/>
                </a:lnTo>
                <a:moveTo>
                  <a:pt x="1553998" y="145958"/>
                </a:moveTo>
                <a:lnTo>
                  <a:pt x="1459251" y="134524"/>
                </a:lnTo>
                <a:moveTo>
                  <a:pt x="1431451" y="397636"/>
                </a:moveTo>
                <a:lnTo>
                  <a:pt x="1321913" y="351547"/>
                </a:lnTo>
                <a:moveTo>
                  <a:pt x="1300662" y="192418"/>
                </a:moveTo>
                <a:lnTo>
                  <a:pt x="1339848" y="190729"/>
                </a:lnTo>
                <a:moveTo>
                  <a:pt x="1553998" y="145958"/>
                </a:moveTo>
                <a:lnTo>
                  <a:pt x="1566272" y="141351"/>
                </a:lnTo>
                <a:moveTo>
                  <a:pt x="215708" y="454131"/>
                </a:moveTo>
                <a:lnTo>
                  <a:pt x="189210" y="508349"/>
                </a:lnTo>
                <a:moveTo>
                  <a:pt x="1081783" y="307278"/>
                </a:moveTo>
                <a:lnTo>
                  <a:pt x="1193797" y="339779"/>
                </a:lnTo>
                <a:moveTo>
                  <a:pt x="2484192" y="646838"/>
                </a:moveTo>
                <a:lnTo>
                  <a:pt x="2410079" y="658247"/>
                </a:lnTo>
                <a:moveTo>
                  <a:pt x="471500" y="371261"/>
                </a:moveTo>
                <a:lnTo>
                  <a:pt x="365037" y="384583"/>
                </a:lnTo>
                <a:moveTo>
                  <a:pt x="1534330" y="437445"/>
                </a:moveTo>
                <a:lnTo>
                  <a:pt x="1571357" y="467739"/>
                </a:lnTo>
                <a:moveTo>
                  <a:pt x="2481734" y="649772"/>
                </a:moveTo>
                <a:lnTo>
                  <a:pt x="2410079" y="658247"/>
                </a:lnTo>
                <a:moveTo>
                  <a:pt x="1189872" y="269865"/>
                </a:moveTo>
                <a:lnTo>
                  <a:pt x="1321913" y="351547"/>
                </a:lnTo>
                <a:moveTo>
                  <a:pt x="343954" y="697032"/>
                </a:moveTo>
                <a:lnTo>
                  <a:pt x="238643" y="693276"/>
                </a:lnTo>
                <a:moveTo>
                  <a:pt x="2020230" y="652357"/>
                </a:moveTo>
                <a:lnTo>
                  <a:pt x="2032891" y="626017"/>
                </a:lnTo>
                <a:moveTo>
                  <a:pt x="238643" y="693276"/>
                </a:moveTo>
                <a:lnTo>
                  <a:pt x="105309" y="604530"/>
                </a:lnTo>
                <a:moveTo>
                  <a:pt x="215708" y="454131"/>
                </a:moveTo>
                <a:lnTo>
                  <a:pt x="255557" y="442612"/>
                </a:lnTo>
                <a:moveTo>
                  <a:pt x="1656632" y="189383"/>
                </a:moveTo>
                <a:lnTo>
                  <a:pt x="1695540" y="191816"/>
                </a:lnTo>
                <a:moveTo>
                  <a:pt x="1189872" y="269865"/>
                </a:moveTo>
                <a:lnTo>
                  <a:pt x="1081783" y="307278"/>
                </a:lnTo>
                <a:moveTo>
                  <a:pt x="448892" y="706313"/>
                </a:moveTo>
                <a:lnTo>
                  <a:pt x="490891" y="662931"/>
                </a:lnTo>
                <a:moveTo>
                  <a:pt x="1183785" y="360075"/>
                </a:moveTo>
                <a:lnTo>
                  <a:pt x="1084653" y="336154"/>
                </a:lnTo>
                <a:moveTo>
                  <a:pt x="2484192" y="646838"/>
                </a:moveTo>
                <a:lnTo>
                  <a:pt x="2406740" y="542496"/>
                </a:lnTo>
                <a:moveTo>
                  <a:pt x="1774713" y="582938"/>
                </a:moveTo>
                <a:lnTo>
                  <a:pt x="1919679" y="578052"/>
                </a:lnTo>
                <a:moveTo>
                  <a:pt x="2005430" y="292637"/>
                </a:moveTo>
                <a:lnTo>
                  <a:pt x="1939194" y="288841"/>
                </a:lnTo>
                <a:moveTo>
                  <a:pt x="1187189" y="222625"/>
                </a:moveTo>
                <a:lnTo>
                  <a:pt x="1081783" y="307278"/>
                </a:lnTo>
                <a:moveTo>
                  <a:pt x="2020230" y="652357"/>
                </a:moveTo>
                <a:lnTo>
                  <a:pt x="1978252" y="620629"/>
                </a:lnTo>
                <a:moveTo>
                  <a:pt x="217600" y="723823"/>
                </a:moveTo>
                <a:lnTo>
                  <a:pt x="238643" y="693276"/>
                </a:lnTo>
                <a:moveTo>
                  <a:pt x="2121616" y="714281"/>
                </a:moveTo>
                <a:lnTo>
                  <a:pt x="2162902" y="681469"/>
                </a:lnTo>
                <a:moveTo>
                  <a:pt x="837445" y="220403"/>
                </a:moveTo>
                <a:lnTo>
                  <a:pt x="875924" y="203404"/>
                </a:lnTo>
                <a:moveTo>
                  <a:pt x="99313" y="614635"/>
                </a:moveTo>
                <a:lnTo>
                  <a:pt x="238643" y="693276"/>
                </a:lnTo>
                <a:moveTo>
                  <a:pt x="1870853" y="269261"/>
                </a:moveTo>
                <a:lnTo>
                  <a:pt x="1797444" y="246058"/>
                </a:lnTo>
                <a:moveTo>
                  <a:pt x="1408846" y="153601"/>
                </a:moveTo>
                <a:lnTo>
                  <a:pt x="1339848" y="190729"/>
                </a:lnTo>
                <a:moveTo>
                  <a:pt x="337133" y="388954"/>
                </a:moveTo>
                <a:lnTo>
                  <a:pt x="327091" y="399759"/>
                </a:lnTo>
                <a:moveTo>
                  <a:pt x="1183785" y="360075"/>
                </a:moveTo>
                <a:lnTo>
                  <a:pt x="1078886" y="350215"/>
                </a:lnTo>
                <a:moveTo>
                  <a:pt x="1189872" y="26986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961850" y="440984"/>
                </a:lnTo>
                <a:moveTo>
                  <a:pt x="810989" y="612480"/>
                </a:moveTo>
                <a:lnTo>
                  <a:pt x="843948" y="547918"/>
                </a:lnTo>
                <a:moveTo>
                  <a:pt x="2373815" y="684660"/>
                </a:moveTo>
                <a:lnTo>
                  <a:pt x="2266682" y="707906"/>
                </a:lnTo>
                <a:moveTo>
                  <a:pt x="1611205" y="471185"/>
                </a:moveTo>
                <a:lnTo>
                  <a:pt x="1571357" y="467739"/>
                </a:lnTo>
                <a:moveTo>
                  <a:pt x="1774713" y="582938"/>
                </a:moveTo>
                <a:lnTo>
                  <a:pt x="1672633" y="531308"/>
                </a:lnTo>
                <a:moveTo>
                  <a:pt x="337133" y="388954"/>
                </a:moveTo>
                <a:lnTo>
                  <a:pt x="365037" y="384583"/>
                </a:lnTo>
                <a:moveTo>
                  <a:pt x="2422997" y="533514"/>
                </a:moveTo>
                <a:lnTo>
                  <a:pt x="2385502" y="511461"/>
                </a:lnTo>
                <a:moveTo>
                  <a:pt x="325518" y="391201"/>
                </a:moveTo>
                <a:lnTo>
                  <a:pt x="255557" y="442612"/>
                </a:lnTo>
                <a:moveTo>
                  <a:pt x="1183785" y="36007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1078886" y="350215"/>
                </a:lnTo>
                <a:moveTo>
                  <a:pt x="650749" y="294747"/>
                </a:moveTo>
                <a:lnTo>
                  <a:pt x="712595" y="311504"/>
                </a:lnTo>
                <a:moveTo>
                  <a:pt x="1881836" y="604405"/>
                </a:moveTo>
                <a:lnTo>
                  <a:pt x="1919679" y="578052"/>
                </a:lnTo>
                <a:moveTo>
                  <a:pt x="1861510" y="602815"/>
                </a:moveTo>
                <a:lnTo>
                  <a:pt x="1919679" y="578052"/>
                </a:lnTo>
                <a:moveTo>
                  <a:pt x="1611205" y="471185"/>
                </a:moveTo>
                <a:lnTo>
                  <a:pt x="1611755" y="486761"/>
                </a:lnTo>
                <a:moveTo>
                  <a:pt x="1187189" y="222625"/>
                </a:moveTo>
                <a:lnTo>
                  <a:pt x="1189872" y="269865"/>
                </a:lnTo>
                <a:moveTo>
                  <a:pt x="552678" y="732679"/>
                </a:moveTo>
                <a:lnTo>
                  <a:pt x="490891" y="662931"/>
                </a:lnTo>
                <a:moveTo>
                  <a:pt x="2005430" y="292637"/>
                </a:moveTo>
                <a:lnTo>
                  <a:pt x="2044532" y="292200"/>
                </a:lnTo>
                <a:moveTo>
                  <a:pt x="923143" y="538690"/>
                </a:moveTo>
                <a:lnTo>
                  <a:pt x="843948" y="547918"/>
                </a:lnTo>
                <a:moveTo>
                  <a:pt x="1408846" y="153601"/>
                </a:moveTo>
                <a:lnTo>
                  <a:pt x="1444855" y="134246"/>
                </a:lnTo>
                <a:moveTo>
                  <a:pt x="1758250" y="247871"/>
                </a:moveTo>
                <a:lnTo>
                  <a:pt x="1695540" y="191816"/>
                </a:lnTo>
                <a:moveTo>
                  <a:pt x="689780" y="265282"/>
                </a:moveTo>
                <a:lnTo>
                  <a:pt x="712595" y="311504"/>
                </a:lnTo>
                <a:moveTo>
                  <a:pt x="325518" y="391201"/>
                </a:moveTo>
                <a:lnTo>
                  <a:pt x="327091" y="399759"/>
                </a:lnTo>
                <a:moveTo>
                  <a:pt x="921214" y="543401"/>
                </a:moveTo>
                <a:lnTo>
                  <a:pt x="843948" y="547918"/>
                </a:lnTo>
                <a:moveTo>
                  <a:pt x="689780" y="265282"/>
                </a:moveTo>
                <a:lnTo>
                  <a:pt x="726501" y="300126"/>
                </a:lnTo>
                <a:moveTo>
                  <a:pt x="1408846" y="153601"/>
                </a:moveTo>
                <a:lnTo>
                  <a:pt x="1448085" y="133844"/>
                </a:lnTo>
                <a:moveTo>
                  <a:pt x="1286685" y="399571"/>
                </a:moveTo>
                <a:lnTo>
                  <a:pt x="1321913" y="351547"/>
                </a:lnTo>
                <a:moveTo>
                  <a:pt x="1534330" y="437445"/>
                </a:moveTo>
                <a:lnTo>
                  <a:pt x="1431451" y="397636"/>
                </a:lnTo>
                <a:moveTo>
                  <a:pt x="217600" y="723823"/>
                </a:moveTo>
                <a:lnTo>
                  <a:pt x="343954" y="697032"/>
                </a:lnTo>
                <a:moveTo>
                  <a:pt x="2226640" y="722292"/>
                </a:moveTo>
                <a:lnTo>
                  <a:pt x="2162902" y="681469"/>
                </a:lnTo>
                <a:moveTo>
                  <a:pt x="96830" y="602249"/>
                </a:moveTo>
                <a:lnTo>
                  <a:pt x="105309" y="604530"/>
                </a:lnTo>
                <a:moveTo>
                  <a:pt x="923143" y="538690"/>
                </a:moveTo>
                <a:lnTo>
                  <a:pt x="961850" y="440984"/>
                </a:lnTo>
                <a:moveTo>
                  <a:pt x="100396" y="598582"/>
                </a:moveTo>
                <a:lnTo>
                  <a:pt x="105309" y="604530"/>
                </a:lnTo>
                <a:moveTo>
                  <a:pt x="99313" y="614635"/>
                </a:moveTo>
                <a:lnTo>
                  <a:pt x="105309" y="604530"/>
                </a:lnTo>
                <a:moveTo>
                  <a:pt x="1900779" y="279109"/>
                </a:moveTo>
                <a:lnTo>
                  <a:pt x="1870853" y="269261"/>
                </a:lnTo>
                <a:moveTo>
                  <a:pt x="748391" y="645928"/>
                </a:moveTo>
                <a:lnTo>
                  <a:pt x="700916" y="679304"/>
                </a:lnTo>
                <a:moveTo>
                  <a:pt x="1656632" y="189383"/>
                </a:moveTo>
                <a:lnTo>
                  <a:pt x="1553998" y="145958"/>
                </a:lnTo>
                <a:moveTo>
                  <a:pt x="1881836" y="604405"/>
                </a:moveTo>
                <a:lnTo>
                  <a:pt x="1978252" y="620629"/>
                </a:lnTo>
                <a:moveTo>
                  <a:pt x="2348758" y="476958"/>
                </a:moveTo>
                <a:lnTo>
                  <a:pt x="2284378" y="445653"/>
                </a:lnTo>
                <a:moveTo>
                  <a:pt x="96830" y="602249"/>
                </a:moveTo>
                <a:lnTo>
                  <a:pt x="100396" y="598582"/>
                </a:lnTo>
                <a:moveTo>
                  <a:pt x="99313" y="614635"/>
                </a:moveTo>
                <a:lnTo>
                  <a:pt x="96830" y="602249"/>
                </a:lnTo>
                <a:moveTo>
                  <a:pt x="99313" y="614635"/>
                </a:moveTo>
                <a:lnTo>
                  <a:pt x="217600" y="723823"/>
                </a:lnTo>
                <a:moveTo>
                  <a:pt x="1057535" y="438833"/>
                </a:moveTo>
                <a:lnTo>
                  <a:pt x="1183785" y="360075"/>
                </a:lnTo>
                <a:moveTo>
                  <a:pt x="1611205" y="471185"/>
                </a:moveTo>
                <a:lnTo>
                  <a:pt x="1672633" y="531308"/>
                </a:lnTo>
                <a:moveTo>
                  <a:pt x="448892" y="706313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93797" y="339779"/>
                </a:lnTo>
                <a:moveTo>
                  <a:pt x="1286685" y="399571"/>
                </a:moveTo>
                <a:lnTo>
                  <a:pt x="1431451" y="397636"/>
                </a:lnTo>
                <a:moveTo>
                  <a:pt x="169614" y="492406"/>
                </a:moveTo>
                <a:lnTo>
                  <a:pt x="100396" y="598582"/>
                </a:lnTo>
                <a:moveTo>
                  <a:pt x="689780" y="265282"/>
                </a:moveTo>
                <a:lnTo>
                  <a:pt x="837445" y="220403"/>
                </a:lnTo>
                <a:moveTo>
                  <a:pt x="2121616" y="714281"/>
                </a:moveTo>
                <a:lnTo>
                  <a:pt x="2020230" y="652357"/>
                </a:lnTo>
                <a:moveTo>
                  <a:pt x="2422997" y="533514"/>
                </a:moveTo>
                <a:lnTo>
                  <a:pt x="2484192" y="646838"/>
                </a:lnTo>
                <a:moveTo>
                  <a:pt x="809791" y="190305"/>
                </a:moveTo>
                <a:lnTo>
                  <a:pt x="837445" y="220403"/>
                </a:lnTo>
                <a:moveTo>
                  <a:pt x="1636467" y="488231"/>
                </a:moveTo>
                <a:lnTo>
                  <a:pt x="1672633" y="531308"/>
                </a:lnTo>
                <a:moveTo>
                  <a:pt x="2482264" y="641917"/>
                </a:moveTo>
                <a:lnTo>
                  <a:pt x="2422997" y="533514"/>
                </a:lnTo>
                <a:moveTo>
                  <a:pt x="2020230" y="652357"/>
                </a:moveTo>
                <a:lnTo>
                  <a:pt x="1881836" y="604405"/>
                </a:lnTo>
                <a:moveTo>
                  <a:pt x="2108507" y="329503"/>
                </a:moveTo>
                <a:lnTo>
                  <a:pt x="2044532" y="292200"/>
                </a:lnTo>
                <a:moveTo>
                  <a:pt x="1408846" y="153601"/>
                </a:moveTo>
                <a:lnTo>
                  <a:pt x="1553998" y="145958"/>
                </a:lnTo>
                <a:moveTo>
                  <a:pt x="93004" y="599248"/>
                </a:moveTo>
                <a:lnTo>
                  <a:pt x="96830" y="602249"/>
                </a:lnTo>
                <a:moveTo>
                  <a:pt x="93004" y="599248"/>
                </a:moveTo>
                <a:lnTo>
                  <a:pt x="100396" y="598582"/>
                </a:lnTo>
                <a:moveTo>
                  <a:pt x="748391" y="645928"/>
                </a:moveTo>
                <a:lnTo>
                  <a:pt x="810989" y="612480"/>
                </a:lnTo>
                <a:moveTo>
                  <a:pt x="99313" y="614635"/>
                </a:moveTo>
                <a:lnTo>
                  <a:pt x="93004" y="599248"/>
                </a:lnTo>
                <a:moveTo>
                  <a:pt x="2481734" y="649772"/>
                </a:moveTo>
                <a:lnTo>
                  <a:pt x="2373815" y="684660"/>
                </a:lnTo>
                <a:moveTo>
                  <a:pt x="1758250" y="247871"/>
                </a:moveTo>
                <a:lnTo>
                  <a:pt x="1797444" y="246058"/>
                </a:lnTo>
                <a:moveTo>
                  <a:pt x="809791" y="190305"/>
                </a:moveTo>
                <a:lnTo>
                  <a:pt x="875924" y="203404"/>
                </a:lnTo>
                <a:moveTo>
                  <a:pt x="1878647" y="607110"/>
                </a:moveTo>
                <a:lnTo>
                  <a:pt x="2020230" y="652357"/>
                </a:lnTo>
                <a:moveTo>
                  <a:pt x="1765963" y="251675"/>
                </a:moveTo>
                <a:lnTo>
                  <a:pt x="1797444" y="246058"/>
                </a:lnTo>
                <a:moveTo>
                  <a:pt x="2226640" y="722292"/>
                </a:moveTo>
                <a:lnTo>
                  <a:pt x="2266682" y="707906"/>
                </a:lnTo>
                <a:moveTo>
                  <a:pt x="126183" y="714060"/>
                </a:moveTo>
                <a:lnTo>
                  <a:pt x="217600" y="723823"/>
                </a:lnTo>
                <a:moveTo>
                  <a:pt x="169614" y="492406"/>
                </a:moveTo>
                <a:lnTo>
                  <a:pt x="215708" y="454131"/>
                </a:lnTo>
                <a:moveTo>
                  <a:pt x="431733" y="381565"/>
                </a:moveTo>
                <a:lnTo>
                  <a:pt x="365037" y="384583"/>
                </a:lnTo>
                <a:moveTo>
                  <a:pt x="126183" y="714060"/>
                </a:moveTo>
                <a:lnTo>
                  <a:pt x="99313" y="614635"/>
                </a:lnTo>
                <a:moveTo>
                  <a:pt x="320140" y="724615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83785" y="360075"/>
                </a:lnTo>
                <a:moveTo>
                  <a:pt x="1861510" y="602815"/>
                </a:moveTo>
                <a:lnTo>
                  <a:pt x="1774713" y="582938"/>
                </a:lnTo>
                <a:moveTo>
                  <a:pt x="2005430" y="292637"/>
                </a:moveTo>
                <a:lnTo>
                  <a:pt x="1900779" y="279109"/>
                </a:lnTo>
                <a:moveTo>
                  <a:pt x="2348758" y="476958"/>
                </a:moveTo>
                <a:lnTo>
                  <a:pt x="2385502" y="511461"/>
                </a:lnTo>
                <a:moveTo>
                  <a:pt x="320140" y="724615"/>
                </a:moveTo>
                <a:lnTo>
                  <a:pt x="217600" y="723823"/>
                </a:lnTo>
                <a:moveTo>
                  <a:pt x="801262" y="177586"/>
                </a:moveTo>
                <a:lnTo>
                  <a:pt x="875924" y="203404"/>
                </a:lnTo>
                <a:moveTo>
                  <a:pt x="2482264" y="641917"/>
                </a:moveTo>
                <a:lnTo>
                  <a:pt x="2484192" y="646838"/>
                </a:lnTo>
                <a:moveTo>
                  <a:pt x="1159987" y="439587"/>
                </a:moveTo>
                <a:lnTo>
                  <a:pt x="1183785" y="360075"/>
                </a:lnTo>
                <a:moveTo>
                  <a:pt x="1390224" y="429583"/>
                </a:moveTo>
                <a:lnTo>
                  <a:pt x="1431451" y="397636"/>
                </a:lnTo>
                <a:moveTo>
                  <a:pt x="2481734" y="649772"/>
                </a:moveTo>
                <a:lnTo>
                  <a:pt x="2484192" y="646838"/>
                </a:lnTo>
                <a:moveTo>
                  <a:pt x="923143" y="538690"/>
                </a:moveTo>
                <a:lnTo>
                  <a:pt x="1057535" y="438833"/>
                </a:lnTo>
                <a:moveTo>
                  <a:pt x="1408846" y="153601"/>
                </a:moveTo>
                <a:lnTo>
                  <a:pt x="1300662" y="192418"/>
                </a:lnTo>
                <a:moveTo>
                  <a:pt x="1515304" y="140360"/>
                </a:moveTo>
                <a:lnTo>
                  <a:pt x="1553998" y="145958"/>
                </a:lnTo>
                <a:moveTo>
                  <a:pt x="1765963" y="251675"/>
                </a:moveTo>
                <a:lnTo>
                  <a:pt x="1870853" y="269261"/>
                </a:lnTo>
                <a:moveTo>
                  <a:pt x="195721" y="750336"/>
                </a:moveTo>
                <a:lnTo>
                  <a:pt x="217600" y="723823"/>
                </a:lnTo>
                <a:moveTo>
                  <a:pt x="2506355" y="646365"/>
                </a:moveTo>
                <a:lnTo>
                  <a:pt x="2484192" y="646838"/>
                </a:lnTo>
                <a:moveTo>
                  <a:pt x="1611205" y="471185"/>
                </a:moveTo>
                <a:lnTo>
                  <a:pt x="1534330" y="437445"/>
                </a:lnTo>
                <a:moveTo>
                  <a:pt x="1738417" y="541795"/>
                </a:moveTo>
                <a:lnTo>
                  <a:pt x="1672633" y="531308"/>
                </a:lnTo>
                <a:moveTo>
                  <a:pt x="2108507" y="329503"/>
                </a:moveTo>
                <a:lnTo>
                  <a:pt x="2147847" y="325535"/>
                </a:lnTo>
                <a:moveTo>
                  <a:pt x="2333734" y="699613"/>
                </a:moveTo>
                <a:lnTo>
                  <a:pt x="2266682" y="707906"/>
                </a:lnTo>
                <a:moveTo>
                  <a:pt x="1159987" y="439587"/>
                </a:moveTo>
                <a:lnTo>
                  <a:pt x="1057535" y="438833"/>
                </a:lnTo>
                <a:moveTo>
                  <a:pt x="2506355" y="646365"/>
                </a:moveTo>
                <a:lnTo>
                  <a:pt x="2482264" y="641917"/>
                </a:lnTo>
                <a:moveTo>
                  <a:pt x="2506355" y="646365"/>
                </a:moveTo>
                <a:lnTo>
                  <a:pt x="2481734" y="649772"/>
                </a:lnTo>
                <a:moveTo>
                  <a:pt x="431733" y="381565"/>
                </a:moveTo>
                <a:lnTo>
                  <a:pt x="471500" y="371261"/>
                </a:lnTo>
                <a:moveTo>
                  <a:pt x="921214" y="543401"/>
                </a:moveTo>
                <a:lnTo>
                  <a:pt x="810989" y="612480"/>
                </a:lnTo>
                <a:moveTo>
                  <a:pt x="325518" y="391201"/>
                </a:moveTo>
                <a:lnTo>
                  <a:pt x="337133" y="388954"/>
                </a:lnTo>
                <a:moveTo>
                  <a:pt x="325518" y="391201"/>
                </a:moveTo>
                <a:lnTo>
                  <a:pt x="215708" y="454131"/>
                </a:lnTo>
                <a:moveTo>
                  <a:pt x="1765963" y="251675"/>
                </a:moveTo>
                <a:lnTo>
                  <a:pt x="1900779" y="279109"/>
                </a:lnTo>
                <a:moveTo>
                  <a:pt x="320140" y="724615"/>
                </a:moveTo>
                <a:lnTo>
                  <a:pt x="448892" y="706313"/>
                </a:lnTo>
                <a:moveTo>
                  <a:pt x="1981084" y="653458"/>
                </a:moveTo>
                <a:lnTo>
                  <a:pt x="2020230" y="652357"/>
                </a:lnTo>
                <a:moveTo>
                  <a:pt x="1861510" y="602815"/>
                </a:moveTo>
                <a:lnTo>
                  <a:pt x="1881836" y="604405"/>
                </a:lnTo>
                <a:moveTo>
                  <a:pt x="650749" y="294747"/>
                </a:moveTo>
                <a:lnTo>
                  <a:pt x="689780" y="265282"/>
                </a:lnTo>
                <a:moveTo>
                  <a:pt x="1868670" y="598754"/>
                </a:moveTo>
                <a:lnTo>
                  <a:pt x="1774713" y="582938"/>
                </a:lnTo>
                <a:moveTo>
                  <a:pt x="2422229" y="517934"/>
                </a:moveTo>
                <a:lnTo>
                  <a:pt x="2385502" y="511461"/>
                </a:lnTo>
                <a:moveTo>
                  <a:pt x="1878647" y="607110"/>
                </a:moveTo>
                <a:lnTo>
                  <a:pt x="1881836" y="604405"/>
                </a:lnTo>
                <a:moveTo>
                  <a:pt x="788556" y="638463"/>
                </a:moveTo>
                <a:lnTo>
                  <a:pt x="748391" y="645928"/>
                </a:lnTo>
                <a:moveTo>
                  <a:pt x="1878647" y="607110"/>
                </a:moveTo>
                <a:lnTo>
                  <a:pt x="1861510" y="602815"/>
                </a:lnTo>
                <a:moveTo>
                  <a:pt x="1758250" y="247871"/>
                </a:moveTo>
                <a:lnTo>
                  <a:pt x="1656632" y="189383"/>
                </a:lnTo>
                <a:moveTo>
                  <a:pt x="195721" y="750336"/>
                </a:moveTo>
                <a:lnTo>
                  <a:pt x="126183" y="714060"/>
                </a:lnTo>
                <a:moveTo>
                  <a:pt x="689780" y="265282"/>
                </a:moveTo>
                <a:lnTo>
                  <a:pt x="809791" y="190305"/>
                </a:lnTo>
                <a:moveTo>
                  <a:pt x="552678" y="732679"/>
                </a:moveTo>
                <a:lnTo>
                  <a:pt x="448892" y="706313"/>
                </a:lnTo>
                <a:moveTo>
                  <a:pt x="386243" y="385333"/>
                </a:moveTo>
                <a:lnTo>
                  <a:pt x="337133" y="388954"/>
                </a:lnTo>
                <a:moveTo>
                  <a:pt x="1494992" y="441391"/>
                </a:moveTo>
                <a:lnTo>
                  <a:pt x="1431451" y="397636"/>
                </a:lnTo>
                <a:moveTo>
                  <a:pt x="1028977" y="510821"/>
                </a:moveTo>
                <a:lnTo>
                  <a:pt x="1057535" y="438833"/>
                </a:lnTo>
                <a:moveTo>
                  <a:pt x="921214" y="543401"/>
                </a:moveTo>
                <a:lnTo>
                  <a:pt x="923143" y="538690"/>
                </a:lnTo>
                <a:moveTo>
                  <a:pt x="2169927" y="386265"/>
                </a:moveTo>
                <a:lnTo>
                  <a:pt x="2147847" y="325535"/>
                </a:lnTo>
                <a:moveTo>
                  <a:pt x="657999" y="736279"/>
                </a:moveTo>
                <a:lnTo>
                  <a:pt x="700916" y="679304"/>
                </a:lnTo>
                <a:moveTo>
                  <a:pt x="1159987" y="439587"/>
                </a:moveTo>
                <a:lnTo>
                  <a:pt x="1286685" y="399571"/>
                </a:lnTo>
                <a:moveTo>
                  <a:pt x="934956" y="538276"/>
                </a:moveTo>
                <a:lnTo>
                  <a:pt x="923143" y="538690"/>
                </a:lnTo>
                <a:moveTo>
                  <a:pt x="2422229" y="517934"/>
                </a:moveTo>
                <a:lnTo>
                  <a:pt x="2422997" y="533514"/>
                </a:lnTo>
                <a:moveTo>
                  <a:pt x="2226640" y="722292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53998" y="145958"/>
                </a:lnTo>
                <a:moveTo>
                  <a:pt x="301082" y="753352"/>
                </a:moveTo>
                <a:lnTo>
                  <a:pt x="217600" y="723823"/>
                </a:lnTo>
                <a:moveTo>
                  <a:pt x="2333734" y="699613"/>
                </a:moveTo>
                <a:lnTo>
                  <a:pt x="2373815" y="684660"/>
                </a:lnTo>
                <a:moveTo>
                  <a:pt x="788556" y="638463"/>
                </a:moveTo>
                <a:lnTo>
                  <a:pt x="810989" y="612480"/>
                </a:lnTo>
                <a:moveTo>
                  <a:pt x="189473" y="483117"/>
                </a:moveTo>
                <a:lnTo>
                  <a:pt x="169614" y="492406"/>
                </a:lnTo>
                <a:moveTo>
                  <a:pt x="934956" y="538276"/>
                </a:moveTo>
                <a:lnTo>
                  <a:pt x="921214" y="543401"/>
                </a:lnTo>
                <a:moveTo>
                  <a:pt x="431733" y="381565"/>
                </a:moveTo>
                <a:lnTo>
                  <a:pt x="337133" y="388954"/>
                </a:lnTo>
                <a:moveTo>
                  <a:pt x="1636467" y="488231"/>
                </a:moveTo>
                <a:lnTo>
                  <a:pt x="1611205" y="471185"/>
                </a:lnTo>
                <a:moveTo>
                  <a:pt x="1738417" y="541795"/>
                </a:moveTo>
                <a:lnTo>
                  <a:pt x="1774713" y="582938"/>
                </a:lnTo>
                <a:moveTo>
                  <a:pt x="791361" y="186210"/>
                </a:moveTo>
                <a:lnTo>
                  <a:pt x="689780" y="265282"/>
                </a:lnTo>
                <a:moveTo>
                  <a:pt x="189473" y="483117"/>
                </a:moveTo>
                <a:lnTo>
                  <a:pt x="215708" y="454131"/>
                </a:lnTo>
                <a:moveTo>
                  <a:pt x="1868670" y="598754"/>
                </a:moveTo>
                <a:lnTo>
                  <a:pt x="1861510" y="602815"/>
                </a:lnTo>
                <a:moveTo>
                  <a:pt x="75443" y="586272"/>
                </a:moveTo>
                <a:lnTo>
                  <a:pt x="100396" y="598582"/>
                </a:lnTo>
                <a:moveTo>
                  <a:pt x="791361" y="186210"/>
                </a:moveTo>
                <a:lnTo>
                  <a:pt x="809791" y="190305"/>
                </a:lnTo>
                <a:moveTo>
                  <a:pt x="1860139" y="302337"/>
                </a:moveTo>
                <a:lnTo>
                  <a:pt x="1900779" y="279109"/>
                </a:lnTo>
                <a:moveTo>
                  <a:pt x="75443" y="586272"/>
                </a:moveTo>
                <a:lnTo>
                  <a:pt x="99313" y="614635"/>
                </a:lnTo>
                <a:moveTo>
                  <a:pt x="801262" y="177586"/>
                </a:moveTo>
                <a:lnTo>
                  <a:pt x="809791" y="190305"/>
                </a:lnTo>
                <a:moveTo>
                  <a:pt x="674435" y="289748"/>
                </a:moveTo>
                <a:lnTo>
                  <a:pt x="650749" y="294747"/>
                </a:lnTo>
                <a:moveTo>
                  <a:pt x="2083355" y="702260"/>
                </a:moveTo>
                <a:lnTo>
                  <a:pt x="2020230" y="652357"/>
                </a:lnTo>
                <a:moveTo>
                  <a:pt x="1878647" y="607110"/>
                </a:moveTo>
                <a:lnTo>
                  <a:pt x="1868670" y="598754"/>
                </a:lnTo>
                <a:moveTo>
                  <a:pt x="1390224" y="429583"/>
                </a:moveTo>
                <a:lnTo>
                  <a:pt x="1286685" y="399571"/>
                </a:lnTo>
                <a:moveTo>
                  <a:pt x="75443" y="586272"/>
                </a:moveTo>
                <a:lnTo>
                  <a:pt x="169614" y="492406"/>
                </a:lnTo>
                <a:moveTo>
                  <a:pt x="325518" y="391201"/>
                </a:moveTo>
                <a:lnTo>
                  <a:pt x="386243" y="385333"/>
                </a:lnTo>
                <a:moveTo>
                  <a:pt x="1268890" y="443109"/>
                </a:moveTo>
                <a:lnTo>
                  <a:pt x="1286685" y="399571"/>
                </a:lnTo>
                <a:moveTo>
                  <a:pt x="674435" y="289748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00916" y="679304"/>
                </a:lnTo>
                <a:moveTo>
                  <a:pt x="1515304" y="140360"/>
                </a:moveTo>
                <a:lnTo>
                  <a:pt x="1408846" y="153601"/>
                </a:lnTo>
                <a:moveTo>
                  <a:pt x="2108507" y="329503"/>
                </a:moveTo>
                <a:lnTo>
                  <a:pt x="2005430" y="292637"/>
                </a:lnTo>
                <a:moveTo>
                  <a:pt x="1028977" y="510821"/>
                </a:moveTo>
                <a:lnTo>
                  <a:pt x="923143" y="538690"/>
                </a:lnTo>
                <a:moveTo>
                  <a:pt x="418988" y="723821"/>
                </a:moveTo>
                <a:lnTo>
                  <a:pt x="448892" y="706313"/>
                </a:lnTo>
                <a:moveTo>
                  <a:pt x="75443" y="586272"/>
                </a:moveTo>
                <a:lnTo>
                  <a:pt x="93004" y="599248"/>
                </a:lnTo>
                <a:moveTo>
                  <a:pt x="1133088" y="532360"/>
                </a:moveTo>
                <a:lnTo>
                  <a:pt x="1057535" y="438833"/>
                </a:lnTo>
                <a:moveTo>
                  <a:pt x="1981084" y="653458"/>
                </a:moveTo>
                <a:lnTo>
                  <a:pt x="1878647" y="607110"/>
                </a:lnTo>
                <a:moveTo>
                  <a:pt x="1765963" y="251675"/>
                </a:moveTo>
                <a:lnTo>
                  <a:pt x="1758250" y="247871"/>
                </a:lnTo>
                <a:moveTo>
                  <a:pt x="1494992" y="441391"/>
                </a:moveTo>
                <a:lnTo>
                  <a:pt x="1534330" y="437445"/>
                </a:lnTo>
                <a:moveTo>
                  <a:pt x="1614024" y="461582"/>
                </a:moveTo>
                <a:lnTo>
                  <a:pt x="1534330" y="437445"/>
                </a:lnTo>
                <a:moveTo>
                  <a:pt x="2422229" y="517934"/>
                </a:moveTo>
                <a:lnTo>
                  <a:pt x="2482264" y="641917"/>
                </a:lnTo>
                <a:moveTo>
                  <a:pt x="2440189" y="686417"/>
                </a:moveTo>
                <a:lnTo>
                  <a:pt x="2373815" y="684660"/>
                </a:lnTo>
                <a:moveTo>
                  <a:pt x="791361" y="186210"/>
                </a:moveTo>
                <a:lnTo>
                  <a:pt x="801262" y="177586"/>
                </a:lnTo>
                <a:moveTo>
                  <a:pt x="934956" y="538276"/>
                </a:moveTo>
                <a:lnTo>
                  <a:pt x="1028977" y="510821"/>
                </a:lnTo>
                <a:moveTo>
                  <a:pt x="767379" y="679741"/>
                </a:moveTo>
                <a:lnTo>
                  <a:pt x="748391" y="645928"/>
                </a:lnTo>
                <a:moveTo>
                  <a:pt x="75443" y="586272"/>
                </a:moveTo>
                <a:lnTo>
                  <a:pt x="126183" y="714060"/>
                </a:lnTo>
                <a:moveTo>
                  <a:pt x="1268890" y="443109"/>
                </a:moveTo>
                <a:lnTo>
                  <a:pt x="1159987" y="439587"/>
                </a:lnTo>
                <a:moveTo>
                  <a:pt x="1619405" y="162053"/>
                </a:moveTo>
                <a:lnTo>
                  <a:pt x="1656632" y="189383"/>
                </a:lnTo>
                <a:moveTo>
                  <a:pt x="172917" y="509253"/>
                </a:moveTo>
                <a:lnTo>
                  <a:pt x="169614" y="492406"/>
                </a:lnTo>
                <a:moveTo>
                  <a:pt x="429278" y="385284"/>
                </a:moveTo>
                <a:lnTo>
                  <a:pt x="325518" y="391201"/>
                </a:lnTo>
                <a:moveTo>
                  <a:pt x="301082" y="753352"/>
                </a:moveTo>
                <a:lnTo>
                  <a:pt x="320140" y="724615"/>
                </a:lnTo>
                <a:moveTo>
                  <a:pt x="1841704" y="575550"/>
                </a:moveTo>
                <a:lnTo>
                  <a:pt x="1774713" y="582938"/>
                </a:lnTo>
                <a:moveTo>
                  <a:pt x="795672" y="184245"/>
                </a:moveTo>
                <a:lnTo>
                  <a:pt x="791361" y="186210"/>
                </a:lnTo>
                <a:moveTo>
                  <a:pt x="418988" y="723821"/>
                </a:moveTo>
                <a:lnTo>
                  <a:pt x="320140" y="724615"/>
                </a:lnTo>
                <a:moveTo>
                  <a:pt x="2448686" y="560491"/>
                </a:moveTo>
                <a:lnTo>
                  <a:pt x="2482264" y="641917"/>
                </a:lnTo>
                <a:moveTo>
                  <a:pt x="795672" y="184245"/>
                </a:moveTo>
                <a:lnTo>
                  <a:pt x="801262" y="177586"/>
                </a:lnTo>
                <a:moveTo>
                  <a:pt x="1963290" y="338117"/>
                </a:moveTo>
                <a:lnTo>
                  <a:pt x="1900779" y="279109"/>
                </a:lnTo>
                <a:moveTo>
                  <a:pt x="301082" y="753352"/>
                </a:moveTo>
                <a:lnTo>
                  <a:pt x="195721" y="750336"/>
                </a:lnTo>
                <a:moveTo>
                  <a:pt x="386243" y="385333"/>
                </a:moveTo>
                <a:lnTo>
                  <a:pt x="431733" y="381565"/>
                </a:lnTo>
                <a:moveTo>
                  <a:pt x="88307" y="697765"/>
                </a:moveTo>
                <a:lnTo>
                  <a:pt x="126183" y="714060"/>
                </a:lnTo>
                <a:moveTo>
                  <a:pt x="2083355" y="702260"/>
                </a:moveTo>
                <a:lnTo>
                  <a:pt x="2121616" y="714281"/>
                </a:lnTo>
                <a:moveTo>
                  <a:pt x="1738417" y="541795"/>
                </a:moveTo>
                <a:lnTo>
                  <a:pt x="1636467" y="488231"/>
                </a:lnTo>
                <a:moveTo>
                  <a:pt x="429278" y="385284"/>
                </a:moveTo>
                <a:lnTo>
                  <a:pt x="386243" y="385333"/>
                </a:lnTo>
                <a:moveTo>
                  <a:pt x="1745750" y="246263"/>
                </a:moveTo>
                <a:lnTo>
                  <a:pt x="1758250" y="247871"/>
                </a:lnTo>
                <a:moveTo>
                  <a:pt x="1268890" y="443109"/>
                </a:moveTo>
                <a:lnTo>
                  <a:pt x="1390224" y="429583"/>
                </a:lnTo>
                <a:moveTo>
                  <a:pt x="1614024" y="461582"/>
                </a:moveTo>
                <a:lnTo>
                  <a:pt x="1611205" y="471185"/>
                </a:lnTo>
                <a:moveTo>
                  <a:pt x="1745750" y="246263"/>
                </a:moveTo>
                <a:lnTo>
                  <a:pt x="1765963" y="251675"/>
                </a:lnTo>
                <a:moveTo>
                  <a:pt x="910712" y="119990"/>
                </a:moveTo>
                <a:lnTo>
                  <a:pt x="801262" y="177586"/>
                </a:lnTo>
                <a:moveTo>
                  <a:pt x="418988" y="723821"/>
                </a:moveTo>
                <a:lnTo>
                  <a:pt x="552678" y="732679"/>
                </a:lnTo>
                <a:moveTo>
                  <a:pt x="657999" y="736279"/>
                </a:moveTo>
                <a:lnTo>
                  <a:pt x="552678" y="732679"/>
                </a:lnTo>
                <a:moveTo>
                  <a:pt x="2440189" y="686417"/>
                </a:moveTo>
                <a:lnTo>
                  <a:pt x="2481734" y="649772"/>
                </a:lnTo>
                <a:moveTo>
                  <a:pt x="2333734" y="699613"/>
                </a:moveTo>
                <a:lnTo>
                  <a:pt x="2226640" y="722292"/>
                </a:lnTo>
                <a:moveTo>
                  <a:pt x="1600397" y="443755"/>
                </a:moveTo>
                <a:lnTo>
                  <a:pt x="1534330" y="437445"/>
                </a:lnTo>
                <a:moveTo>
                  <a:pt x="2440189" y="686417"/>
                </a:moveTo>
                <a:lnTo>
                  <a:pt x="2506355" y="646365"/>
                </a:lnTo>
                <a:moveTo>
                  <a:pt x="1133088" y="532360"/>
                </a:moveTo>
                <a:lnTo>
                  <a:pt x="1159987" y="439587"/>
                </a:lnTo>
                <a:moveTo>
                  <a:pt x="1860139" y="302337"/>
                </a:moveTo>
                <a:lnTo>
                  <a:pt x="1765963" y="251675"/>
                </a:lnTo>
                <a:moveTo>
                  <a:pt x="1636467" y="488231"/>
                </a:moveTo>
                <a:lnTo>
                  <a:pt x="1614024" y="461582"/>
                </a:lnTo>
                <a:moveTo>
                  <a:pt x="429278" y="385284"/>
                </a:moveTo>
                <a:lnTo>
                  <a:pt x="431733" y="381565"/>
                </a:lnTo>
                <a:moveTo>
                  <a:pt x="878999" y="589991"/>
                </a:moveTo>
                <a:lnTo>
                  <a:pt x="810989" y="612480"/>
                </a:lnTo>
                <a:moveTo>
                  <a:pt x="407645" y="738560"/>
                </a:moveTo>
                <a:lnTo>
                  <a:pt x="320140" y="724615"/>
                </a:lnTo>
                <a:moveTo>
                  <a:pt x="2422229" y="517934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215708" y="454131"/>
                </a:lnTo>
                <a:moveTo>
                  <a:pt x="1619405" y="162053"/>
                </a:moveTo>
                <a:lnTo>
                  <a:pt x="1758250" y="247871"/>
                </a:lnTo>
                <a:moveTo>
                  <a:pt x="531377" y="72883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159987" y="439587"/>
                </a:lnTo>
                <a:moveTo>
                  <a:pt x="646107" y="333467"/>
                </a:moveTo>
                <a:lnTo>
                  <a:pt x="650749" y="294747"/>
                </a:lnTo>
                <a:moveTo>
                  <a:pt x="88307" y="697765"/>
                </a:moveTo>
                <a:lnTo>
                  <a:pt x="195721" y="750336"/>
                </a:lnTo>
                <a:moveTo>
                  <a:pt x="1246777" y="547936"/>
                </a:moveTo>
                <a:lnTo>
                  <a:pt x="1159987" y="439587"/>
                </a:lnTo>
                <a:moveTo>
                  <a:pt x="1377521" y="446514"/>
                </a:moveTo>
                <a:lnTo>
                  <a:pt x="1390224" y="429583"/>
                </a:lnTo>
                <a:moveTo>
                  <a:pt x="1963290" y="338117"/>
                </a:moveTo>
                <a:lnTo>
                  <a:pt x="2005430" y="292637"/>
                </a:lnTo>
                <a:moveTo>
                  <a:pt x="2549888" y="625154"/>
                </a:moveTo>
                <a:lnTo>
                  <a:pt x="2482264" y="641917"/>
                </a:lnTo>
                <a:moveTo>
                  <a:pt x="1377521" y="446514"/>
                </a:moveTo>
                <a:lnTo>
                  <a:pt x="1268890" y="443109"/>
                </a:lnTo>
                <a:moveTo>
                  <a:pt x="2169927" y="386265"/>
                </a:moveTo>
                <a:lnTo>
                  <a:pt x="2108507" y="329503"/>
                </a:lnTo>
                <a:moveTo>
                  <a:pt x="1862289" y="587265"/>
                </a:moveTo>
                <a:lnTo>
                  <a:pt x="1878647" y="607110"/>
                </a:lnTo>
                <a:moveTo>
                  <a:pt x="1494992" y="441391"/>
                </a:moveTo>
                <a:lnTo>
                  <a:pt x="1390224" y="429583"/>
                </a:lnTo>
                <a:moveTo>
                  <a:pt x="2187757" y="719488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15304" y="140360"/>
                </a:lnTo>
                <a:moveTo>
                  <a:pt x="1133088" y="532360"/>
                </a:moveTo>
                <a:lnTo>
                  <a:pt x="1028977" y="510821"/>
                </a:lnTo>
                <a:moveTo>
                  <a:pt x="878999" y="589991"/>
                </a:moveTo>
                <a:lnTo>
                  <a:pt x="921214" y="543401"/>
                </a:lnTo>
                <a:moveTo>
                  <a:pt x="1860139" y="302337"/>
                </a:moveTo>
                <a:lnTo>
                  <a:pt x="1745750" y="246263"/>
                </a:lnTo>
                <a:moveTo>
                  <a:pt x="707214" y="280270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88556" y="638463"/>
                </a:lnTo>
                <a:moveTo>
                  <a:pt x="281458" y="465131"/>
                </a:moveTo>
                <a:lnTo>
                  <a:pt x="325518" y="391201"/>
                </a:lnTo>
                <a:moveTo>
                  <a:pt x="1841704" y="575550"/>
                </a:moveTo>
                <a:lnTo>
                  <a:pt x="1868670" y="598754"/>
                </a:lnTo>
                <a:moveTo>
                  <a:pt x="157562" y="736818"/>
                </a:moveTo>
                <a:lnTo>
                  <a:pt x="195721" y="750336"/>
                </a:lnTo>
                <a:moveTo>
                  <a:pt x="2083355" y="702260"/>
                </a:moveTo>
                <a:lnTo>
                  <a:pt x="1981084" y="653458"/>
                </a:lnTo>
                <a:moveTo>
                  <a:pt x="172917" y="509253"/>
                </a:moveTo>
                <a:lnTo>
                  <a:pt x="189473" y="483117"/>
                </a:lnTo>
                <a:moveTo>
                  <a:pt x="815115" y="631648"/>
                </a:moveTo>
                <a:lnTo>
                  <a:pt x="788556" y="638463"/>
                </a:lnTo>
                <a:moveTo>
                  <a:pt x="1246777" y="547936"/>
                </a:moveTo>
                <a:lnTo>
                  <a:pt x="1268890" y="443109"/>
                </a:lnTo>
                <a:moveTo>
                  <a:pt x="531377" y="728839"/>
                </a:moveTo>
                <a:lnTo>
                  <a:pt x="418988" y="723821"/>
                </a:lnTo>
                <a:moveTo>
                  <a:pt x="1862289" y="587265"/>
                </a:moveTo>
                <a:lnTo>
                  <a:pt x="1868670" y="598754"/>
                </a:lnTo>
                <a:moveTo>
                  <a:pt x="1706481" y="234965"/>
                </a:moveTo>
                <a:lnTo>
                  <a:pt x="1758250" y="247871"/>
                </a:lnTo>
                <a:moveTo>
                  <a:pt x="2448686" y="560491"/>
                </a:moveTo>
                <a:lnTo>
                  <a:pt x="2422229" y="517934"/>
                </a:lnTo>
                <a:moveTo>
                  <a:pt x="407645" y="738560"/>
                </a:moveTo>
                <a:lnTo>
                  <a:pt x="301082" y="753352"/>
                </a:lnTo>
                <a:moveTo>
                  <a:pt x="532068" y="386182"/>
                </a:moveTo>
                <a:lnTo>
                  <a:pt x="429278" y="385284"/>
                </a:lnTo>
                <a:moveTo>
                  <a:pt x="326598" y="479864"/>
                </a:moveTo>
                <a:lnTo>
                  <a:pt x="325518" y="391201"/>
                </a:lnTo>
                <a:moveTo>
                  <a:pt x="1377521" y="446514"/>
                </a:moveTo>
                <a:lnTo>
                  <a:pt x="1494992" y="441391"/>
                </a:lnTo>
                <a:moveTo>
                  <a:pt x="1944384" y="618303"/>
                </a:moveTo>
                <a:lnTo>
                  <a:pt x="1878647" y="607110"/>
                </a:lnTo>
                <a:moveTo>
                  <a:pt x="1017315" y="104610"/>
                </a:moveTo>
                <a:lnTo>
                  <a:pt x="910712" y="119990"/>
                </a:lnTo>
                <a:moveTo>
                  <a:pt x="407645" y="738560"/>
                </a:moveTo>
                <a:lnTo>
                  <a:pt x="418988" y="723821"/>
                </a:lnTo>
                <a:moveTo>
                  <a:pt x="707214" y="280270"/>
                </a:moveTo>
                <a:lnTo>
                  <a:pt x="791361" y="186210"/>
                </a:lnTo>
                <a:moveTo>
                  <a:pt x="767379" y="679741"/>
                </a:moveTo>
                <a:lnTo>
                  <a:pt x="657999" y="736279"/>
                </a:lnTo>
                <a:moveTo>
                  <a:pt x="1963290" y="338117"/>
                </a:moveTo>
                <a:lnTo>
                  <a:pt x="2108507" y="329503"/>
                </a:lnTo>
                <a:moveTo>
                  <a:pt x="646107" y="333467"/>
                </a:moveTo>
                <a:lnTo>
                  <a:pt x="674435" y="289748"/>
                </a:lnTo>
                <a:moveTo>
                  <a:pt x="988855" y="526380"/>
                </a:moveTo>
                <a:lnTo>
                  <a:pt x="921214" y="543401"/>
                </a:lnTo>
                <a:moveTo>
                  <a:pt x="990383" y="524332"/>
                </a:moveTo>
                <a:lnTo>
                  <a:pt x="934956" y="538276"/>
                </a:lnTo>
                <a:moveTo>
                  <a:pt x="878999" y="589991"/>
                </a:moveTo>
                <a:lnTo>
                  <a:pt x="788556" y="638463"/>
                </a:lnTo>
                <a:moveTo>
                  <a:pt x="1711386" y="460151"/>
                </a:moveTo>
                <a:lnTo>
                  <a:pt x="1636467" y="488231"/>
                </a:lnTo>
                <a:moveTo>
                  <a:pt x="88307" y="697765"/>
                </a:moveTo>
                <a:lnTo>
                  <a:pt x="75443" y="586272"/>
                </a:lnTo>
                <a:moveTo>
                  <a:pt x="2187757" y="719488"/>
                </a:moveTo>
                <a:lnTo>
                  <a:pt x="2226640" y="722292"/>
                </a:lnTo>
                <a:moveTo>
                  <a:pt x="2440189" y="686417"/>
                </a:moveTo>
                <a:lnTo>
                  <a:pt x="2333734" y="699613"/>
                </a:lnTo>
                <a:moveTo>
                  <a:pt x="75443" y="586272"/>
                </a:moveTo>
                <a:lnTo>
                  <a:pt x="172917" y="509253"/>
                </a:lnTo>
                <a:moveTo>
                  <a:pt x="988855" y="526380"/>
                </a:moveTo>
                <a:lnTo>
                  <a:pt x="934956" y="538276"/>
                </a:lnTo>
                <a:moveTo>
                  <a:pt x="243705" y="478268"/>
                </a:moveTo>
                <a:lnTo>
                  <a:pt x="189473" y="483117"/>
                </a:lnTo>
                <a:moveTo>
                  <a:pt x="2079249" y="374061"/>
                </a:moveTo>
                <a:lnTo>
                  <a:pt x="2108507" y="329503"/>
                </a:lnTo>
                <a:moveTo>
                  <a:pt x="758757" y="228464"/>
                </a:moveTo>
                <a:lnTo>
                  <a:pt x="791361" y="186210"/>
                </a:lnTo>
                <a:moveTo>
                  <a:pt x="2208622" y="410271"/>
                </a:moveTo>
                <a:lnTo>
                  <a:pt x="2169927" y="386265"/>
                </a:lnTo>
                <a:moveTo>
                  <a:pt x="1080019" y="652315"/>
                </a:moveTo>
                <a:lnTo>
                  <a:pt x="1131489" y="556067"/>
                </a:lnTo>
                <a:moveTo>
                  <a:pt x="1841704" y="575550"/>
                </a:moveTo>
                <a:lnTo>
                  <a:pt x="1738417" y="541795"/>
                </a:lnTo>
                <a:moveTo>
                  <a:pt x="707214" y="280270"/>
                </a:moveTo>
                <a:lnTo>
                  <a:pt x="674435" y="289748"/>
                </a:lnTo>
                <a:moveTo>
                  <a:pt x="2310186" y="469555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189473" y="483117"/>
                </a:lnTo>
                <a:moveTo>
                  <a:pt x="1155530" y="542524"/>
                </a:moveTo>
                <a:lnTo>
                  <a:pt x="1133088" y="532360"/>
                </a:lnTo>
                <a:moveTo>
                  <a:pt x="263703" y="728269"/>
                </a:moveTo>
                <a:lnTo>
                  <a:pt x="195721" y="750336"/>
                </a:lnTo>
                <a:moveTo>
                  <a:pt x="2008394" y="367589"/>
                </a:moveTo>
                <a:lnTo>
                  <a:pt x="2108507" y="329503"/>
                </a:lnTo>
                <a:moveTo>
                  <a:pt x="1155530" y="542524"/>
                </a:moveTo>
                <a:lnTo>
                  <a:pt x="1131489" y="556067"/>
                </a:lnTo>
                <a:moveTo>
                  <a:pt x="1706481" y="234965"/>
                </a:moveTo>
                <a:lnTo>
                  <a:pt x="1745750" y="246263"/>
                </a:lnTo>
                <a:moveTo>
                  <a:pt x="1963290" y="338117"/>
                </a:moveTo>
                <a:lnTo>
                  <a:pt x="1860139" y="302337"/>
                </a:lnTo>
                <a:moveTo>
                  <a:pt x="758757" y="228464"/>
                </a:moveTo>
                <a:lnTo>
                  <a:pt x="795672" y="184245"/>
                </a:lnTo>
                <a:moveTo>
                  <a:pt x="990383" y="524332"/>
                </a:moveTo>
                <a:lnTo>
                  <a:pt x="1028977" y="510821"/>
                </a:lnTo>
                <a:moveTo>
                  <a:pt x="620565" y="71200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246777" y="547936"/>
                </a:lnTo>
                <a:moveTo>
                  <a:pt x="1718103" y="263810"/>
                </a:moveTo>
                <a:lnTo>
                  <a:pt x="1745750" y="246263"/>
                </a:lnTo>
                <a:moveTo>
                  <a:pt x="513638" y="732199"/>
                </a:moveTo>
                <a:lnTo>
                  <a:pt x="418988" y="723821"/>
                </a:lnTo>
                <a:moveTo>
                  <a:pt x="871311" y="124877"/>
                </a:moveTo>
                <a:lnTo>
                  <a:pt x="801262" y="177586"/>
                </a:lnTo>
                <a:moveTo>
                  <a:pt x="2079249" y="374061"/>
                </a:moveTo>
                <a:lnTo>
                  <a:pt x="2169927" y="386265"/>
                </a:lnTo>
                <a:moveTo>
                  <a:pt x="326598" y="479864"/>
                </a:moveTo>
                <a:lnTo>
                  <a:pt x="429278" y="385284"/>
                </a:lnTo>
                <a:moveTo>
                  <a:pt x="818455" y="171167"/>
                </a:moveTo>
                <a:lnTo>
                  <a:pt x="795672" y="184245"/>
                </a:lnTo>
                <a:moveTo>
                  <a:pt x="2294098" y="707983"/>
                </a:moveTo>
                <a:lnTo>
                  <a:pt x="2226640" y="722292"/>
                </a:lnTo>
                <a:moveTo>
                  <a:pt x="815115" y="631648"/>
                </a:moveTo>
                <a:lnTo>
                  <a:pt x="767379" y="679741"/>
                </a:lnTo>
                <a:moveTo>
                  <a:pt x="1944384" y="618303"/>
                </a:moveTo>
                <a:lnTo>
                  <a:pt x="1981084" y="653458"/>
                </a:lnTo>
                <a:moveTo>
                  <a:pt x="1600397" y="443755"/>
                </a:moveTo>
                <a:lnTo>
                  <a:pt x="1494992" y="441391"/>
                </a:lnTo>
                <a:moveTo>
                  <a:pt x="1600397" y="443755"/>
                </a:moveTo>
                <a:lnTo>
                  <a:pt x="1614024" y="461582"/>
                </a:lnTo>
                <a:moveTo>
                  <a:pt x="1718103" y="263810"/>
                </a:moveTo>
                <a:lnTo>
                  <a:pt x="1860139" y="302337"/>
                </a:lnTo>
                <a:moveTo>
                  <a:pt x="1476562" y="445803"/>
                </a:moveTo>
                <a:lnTo>
                  <a:pt x="1377521" y="446514"/>
                </a:lnTo>
                <a:moveTo>
                  <a:pt x="1738417" y="541795"/>
                </a:moveTo>
                <a:lnTo>
                  <a:pt x="1711386" y="460151"/>
                </a:lnTo>
                <a:moveTo>
                  <a:pt x="1706481" y="234965"/>
                </a:moveTo>
                <a:lnTo>
                  <a:pt x="1619405" y="162053"/>
                </a:lnTo>
                <a:moveTo>
                  <a:pt x="243705" y="478268"/>
                </a:moveTo>
                <a:lnTo>
                  <a:pt x="172917" y="509253"/>
                </a:lnTo>
                <a:moveTo>
                  <a:pt x="2391241" y="501772"/>
                </a:moveTo>
                <a:lnTo>
                  <a:pt x="2348758" y="476958"/>
                </a:lnTo>
                <a:moveTo>
                  <a:pt x="389811" y="482664"/>
                </a:moveTo>
                <a:lnTo>
                  <a:pt x="429278" y="385284"/>
                </a:lnTo>
                <a:moveTo>
                  <a:pt x="407645" y="738560"/>
                </a:moveTo>
                <a:lnTo>
                  <a:pt x="399970" y="715659"/>
                </a:lnTo>
                <a:moveTo>
                  <a:pt x="871311" y="124877"/>
                </a:moveTo>
                <a:lnTo>
                  <a:pt x="795672" y="184245"/>
                </a:lnTo>
                <a:moveTo>
                  <a:pt x="1476562" y="445803"/>
                </a:moveTo>
                <a:lnTo>
                  <a:pt x="1494992" y="441391"/>
                </a:lnTo>
                <a:moveTo>
                  <a:pt x="2549888" y="625154"/>
                </a:moveTo>
                <a:lnTo>
                  <a:pt x="2448686" y="560491"/>
                </a:lnTo>
                <a:moveTo>
                  <a:pt x="513638" y="732199"/>
                </a:moveTo>
                <a:lnTo>
                  <a:pt x="531377" y="728839"/>
                </a:lnTo>
                <a:moveTo>
                  <a:pt x="157562" y="736818"/>
                </a:moveTo>
                <a:lnTo>
                  <a:pt x="88307" y="697765"/>
                </a:lnTo>
                <a:moveTo>
                  <a:pt x="2208622" y="410271"/>
                </a:moveTo>
                <a:lnTo>
                  <a:pt x="2079249" y="374061"/>
                </a:lnTo>
                <a:moveTo>
                  <a:pt x="532068" y="386182"/>
                </a:moveTo>
                <a:lnTo>
                  <a:pt x="646107" y="333467"/>
                </a:lnTo>
                <a:moveTo>
                  <a:pt x="263703" y="728269"/>
                </a:moveTo>
                <a:lnTo>
                  <a:pt x="301082" y="753352"/>
                </a:lnTo>
                <a:moveTo>
                  <a:pt x="1829842" y="353455"/>
                </a:moveTo>
                <a:lnTo>
                  <a:pt x="1860139" y="302337"/>
                </a:lnTo>
                <a:moveTo>
                  <a:pt x="1862289" y="587265"/>
                </a:moveTo>
                <a:lnTo>
                  <a:pt x="1841704" y="575550"/>
                </a:lnTo>
                <a:moveTo>
                  <a:pt x="1711386" y="460151"/>
                </a:moveTo>
                <a:lnTo>
                  <a:pt x="1614024" y="461582"/>
                </a:lnTo>
                <a:moveTo>
                  <a:pt x="513638" y="732199"/>
                </a:moveTo>
                <a:lnTo>
                  <a:pt x="407645" y="738560"/>
                </a:lnTo>
                <a:moveTo>
                  <a:pt x="815115" y="631648"/>
                </a:moveTo>
                <a:lnTo>
                  <a:pt x="878999" y="589991"/>
                </a:lnTo>
                <a:moveTo>
                  <a:pt x="871311" y="124877"/>
                </a:moveTo>
                <a:lnTo>
                  <a:pt x="910712" y="119990"/>
                </a:lnTo>
                <a:moveTo>
                  <a:pt x="550829" y="722238"/>
                </a:moveTo>
                <a:lnTo>
                  <a:pt x="531377" y="728839"/>
                </a:lnTo>
                <a:moveTo>
                  <a:pt x="2187757" y="719488"/>
                </a:moveTo>
                <a:lnTo>
                  <a:pt x="2083355" y="702260"/>
                </a:lnTo>
                <a:moveTo>
                  <a:pt x="512282" y="720644"/>
                </a:moveTo>
                <a:lnTo>
                  <a:pt x="407645" y="738560"/>
                </a:lnTo>
                <a:moveTo>
                  <a:pt x="1095535" y="509849"/>
                </a:moveTo>
                <a:lnTo>
                  <a:pt x="1028977" y="510821"/>
                </a:lnTo>
                <a:moveTo>
                  <a:pt x="1122739" y="106683"/>
                </a:moveTo>
                <a:lnTo>
                  <a:pt x="1017315" y="104610"/>
                </a:lnTo>
                <a:moveTo>
                  <a:pt x="620565" y="712009"/>
                </a:moveTo>
                <a:lnTo>
                  <a:pt x="657999" y="736279"/>
                </a:lnTo>
                <a:moveTo>
                  <a:pt x="501174" y="487241"/>
                </a:moveTo>
                <a:lnTo>
                  <a:pt x="429278" y="385284"/>
                </a:lnTo>
                <a:moveTo>
                  <a:pt x="2310186" y="469555"/>
                </a:moveTo>
                <a:lnTo>
                  <a:pt x="2208622" y="410271"/>
                </a:lnTo>
                <a:moveTo>
                  <a:pt x="2294098" y="707983"/>
                </a:moveTo>
                <a:lnTo>
                  <a:pt x="2333734" y="699613"/>
                </a:lnTo>
                <a:moveTo>
                  <a:pt x="2521183" y="742330"/>
                </a:moveTo>
                <a:lnTo>
                  <a:pt x="2440189" y="686417"/>
                </a:lnTo>
                <a:moveTo>
                  <a:pt x="243705" y="478268"/>
                </a:moveTo>
                <a:lnTo>
                  <a:pt x="281458" y="465131"/>
                </a:lnTo>
                <a:moveTo>
                  <a:pt x="2391241" y="501772"/>
                </a:moveTo>
                <a:lnTo>
                  <a:pt x="2422229" y="517934"/>
                </a:lnTo>
                <a:moveTo>
                  <a:pt x="2046578" y="668246"/>
                </a:moveTo>
                <a:lnTo>
                  <a:pt x="1981084" y="653458"/>
                </a:lnTo>
                <a:moveTo>
                  <a:pt x="1816630" y="462102"/>
                </a:moveTo>
                <a:lnTo>
                  <a:pt x="1738417" y="541795"/>
                </a:lnTo>
                <a:moveTo>
                  <a:pt x="140670" y="576490"/>
                </a:moveTo>
                <a:lnTo>
                  <a:pt x="75443" y="586272"/>
                </a:lnTo>
                <a:moveTo>
                  <a:pt x="707214" y="280270"/>
                </a:moveTo>
                <a:lnTo>
                  <a:pt x="646107" y="333467"/>
                </a:lnTo>
                <a:moveTo>
                  <a:pt x="2008394" y="367589"/>
                </a:moveTo>
                <a:lnTo>
                  <a:pt x="1963290" y="338117"/>
                </a:lnTo>
                <a:moveTo>
                  <a:pt x="137808" y="689579"/>
                </a:moveTo>
                <a:lnTo>
                  <a:pt x="75443" y="586272"/>
                </a:lnTo>
                <a:moveTo>
                  <a:pt x="620565" y="712009"/>
                </a:moveTo>
                <a:lnTo>
                  <a:pt x="531377" y="728839"/>
                </a:lnTo>
                <a:moveTo>
                  <a:pt x="512282" y="720644"/>
                </a:moveTo>
                <a:lnTo>
                  <a:pt x="399970" y="715659"/>
                </a:lnTo>
                <a:moveTo>
                  <a:pt x="2064865" y="397227"/>
                </a:moveTo>
                <a:lnTo>
                  <a:pt x="2208622" y="410271"/>
                </a:lnTo>
                <a:moveTo>
                  <a:pt x="263703" y="728269"/>
                </a:moveTo>
                <a:lnTo>
                  <a:pt x="407645" y="738560"/>
                </a:lnTo>
                <a:moveTo>
                  <a:pt x="275455" y="476801"/>
                </a:moveTo>
                <a:lnTo>
                  <a:pt x="243705" y="478268"/>
                </a:lnTo>
                <a:moveTo>
                  <a:pt x="2008394" y="367589"/>
                </a:moveTo>
                <a:lnTo>
                  <a:pt x="2079249" y="374061"/>
                </a:lnTo>
                <a:moveTo>
                  <a:pt x="2391241" y="501772"/>
                </a:moveTo>
                <a:lnTo>
                  <a:pt x="2448686" y="560491"/>
                </a:lnTo>
                <a:moveTo>
                  <a:pt x="731566" y="631442"/>
                </a:moveTo>
                <a:lnTo>
                  <a:pt x="657999" y="736279"/>
                </a:lnTo>
                <a:moveTo>
                  <a:pt x="1718103" y="263810"/>
                </a:moveTo>
                <a:lnTo>
                  <a:pt x="1706481" y="234965"/>
                </a:lnTo>
                <a:moveTo>
                  <a:pt x="1951025" y="362247"/>
                </a:moveTo>
                <a:lnTo>
                  <a:pt x="1963290" y="338117"/>
                </a:lnTo>
                <a:moveTo>
                  <a:pt x="978637" y="98769"/>
                </a:moveTo>
                <a:lnTo>
                  <a:pt x="910712" y="119990"/>
                </a:lnTo>
                <a:moveTo>
                  <a:pt x="1600397" y="443755"/>
                </a:moveTo>
                <a:lnTo>
                  <a:pt x="1711386" y="460151"/>
                </a:lnTo>
                <a:moveTo>
                  <a:pt x="2554932" y="631735"/>
                </a:moveTo>
                <a:lnTo>
                  <a:pt x="2549888" y="625154"/>
                </a:lnTo>
                <a:moveTo>
                  <a:pt x="1829842" y="353455"/>
                </a:moveTo>
                <a:lnTo>
                  <a:pt x="1963290" y="338117"/>
                </a:lnTo>
                <a:moveTo>
                  <a:pt x="1944384" y="618303"/>
                </a:moveTo>
                <a:lnTo>
                  <a:pt x="1862289" y="587265"/>
                </a:lnTo>
                <a:moveTo>
                  <a:pt x="512282" y="720644"/>
                </a:moveTo>
                <a:lnTo>
                  <a:pt x="513638" y="732199"/>
                </a:lnTo>
                <a:moveTo>
                  <a:pt x="275455" y="476801"/>
                </a:moveTo>
                <a:lnTo>
                  <a:pt x="281458" y="465131"/>
                </a:lnTo>
                <a:moveTo>
                  <a:pt x="2412268" y="521158"/>
                </a:moveTo>
                <a:lnTo>
                  <a:pt x="2448686" y="560491"/>
                </a:lnTo>
                <a:moveTo>
                  <a:pt x="625859" y="383219"/>
                </a:moveTo>
                <a:lnTo>
                  <a:pt x="532068" y="386182"/>
                </a:lnTo>
                <a:moveTo>
                  <a:pt x="326598" y="479864"/>
                </a:moveTo>
                <a:lnTo>
                  <a:pt x="281458" y="465131"/>
                </a:lnTo>
                <a:moveTo>
                  <a:pt x="1095535" y="509849"/>
                </a:moveTo>
                <a:lnTo>
                  <a:pt x="1133088" y="532360"/>
                </a:lnTo>
                <a:moveTo>
                  <a:pt x="140670" y="576490"/>
                </a:moveTo>
                <a:lnTo>
                  <a:pt x="172917" y="509253"/>
                </a:lnTo>
                <a:moveTo>
                  <a:pt x="137808" y="689579"/>
                </a:moveTo>
                <a:lnTo>
                  <a:pt x="88307" y="697765"/>
                </a:lnTo>
                <a:moveTo>
                  <a:pt x="988855" y="526380"/>
                </a:moveTo>
                <a:lnTo>
                  <a:pt x="878999" y="589991"/>
                </a:lnTo>
                <a:moveTo>
                  <a:pt x="2399576" y="709258"/>
                </a:moveTo>
                <a:lnTo>
                  <a:pt x="2333734" y="699613"/>
                </a:lnTo>
                <a:moveTo>
                  <a:pt x="707214" y="280270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600397" y="443755"/>
                </a:lnTo>
                <a:moveTo>
                  <a:pt x="550829" y="722238"/>
                </a:moveTo>
                <a:lnTo>
                  <a:pt x="513638" y="732199"/>
                </a:lnTo>
                <a:moveTo>
                  <a:pt x="263703" y="728269"/>
                </a:moveTo>
                <a:lnTo>
                  <a:pt x="399970" y="715659"/>
                </a:lnTo>
                <a:moveTo>
                  <a:pt x="501174" y="487241"/>
                </a:moveTo>
                <a:lnTo>
                  <a:pt x="532068" y="386182"/>
                </a:lnTo>
                <a:moveTo>
                  <a:pt x="1060881" y="636381"/>
                </a:moveTo>
                <a:lnTo>
                  <a:pt x="1080019" y="652315"/>
                </a:lnTo>
                <a:moveTo>
                  <a:pt x="512282" y="720644"/>
                </a:moveTo>
                <a:lnTo>
                  <a:pt x="550829" y="722238"/>
                </a:lnTo>
                <a:moveTo>
                  <a:pt x="1951025" y="362247"/>
                </a:moveTo>
                <a:lnTo>
                  <a:pt x="2008394" y="367589"/>
                </a:lnTo>
                <a:moveTo>
                  <a:pt x="1060881" y="636381"/>
                </a:moveTo>
                <a:lnTo>
                  <a:pt x="1131489" y="556067"/>
                </a:lnTo>
                <a:moveTo>
                  <a:pt x="2064865" y="397227"/>
                </a:moveTo>
                <a:lnTo>
                  <a:pt x="2079249" y="374061"/>
                </a:lnTo>
                <a:moveTo>
                  <a:pt x="1210661" y="532436"/>
                </a:moveTo>
                <a:lnTo>
                  <a:pt x="1133088" y="532360"/>
                </a:lnTo>
                <a:moveTo>
                  <a:pt x="1090997" y="577103"/>
                </a:moveTo>
                <a:lnTo>
                  <a:pt x="1131489" y="556067"/>
                </a:lnTo>
                <a:moveTo>
                  <a:pt x="295047" y="701746"/>
                </a:moveTo>
                <a:lnTo>
                  <a:pt x="399970" y="715659"/>
                </a:lnTo>
                <a:moveTo>
                  <a:pt x="263703" y="728269"/>
                </a:moveTo>
                <a:lnTo>
                  <a:pt x="157562" y="736818"/>
                </a:lnTo>
                <a:moveTo>
                  <a:pt x="1718103" y="263810"/>
                </a:moveTo>
                <a:lnTo>
                  <a:pt x="1829842" y="353455"/>
                </a:lnTo>
                <a:moveTo>
                  <a:pt x="275455" y="476801"/>
                </a:moveTo>
                <a:lnTo>
                  <a:pt x="326598" y="479864"/>
                </a:lnTo>
                <a:moveTo>
                  <a:pt x="625859" y="383219"/>
                </a:moveTo>
                <a:lnTo>
                  <a:pt x="646107" y="333467"/>
                </a:lnTo>
                <a:moveTo>
                  <a:pt x="1841704" y="575550"/>
                </a:moveTo>
                <a:lnTo>
                  <a:pt x="1816630" y="462102"/>
                </a:lnTo>
                <a:moveTo>
                  <a:pt x="2539441" y="779968"/>
                </a:moveTo>
                <a:lnTo>
                  <a:pt x="2521183" y="742330"/>
                </a:lnTo>
                <a:moveTo>
                  <a:pt x="2046578" y="668246"/>
                </a:moveTo>
                <a:lnTo>
                  <a:pt x="2083355" y="702260"/>
                </a:lnTo>
                <a:moveTo>
                  <a:pt x="731566" y="631442"/>
                </a:moveTo>
                <a:lnTo>
                  <a:pt x="767379" y="679741"/>
                </a:lnTo>
                <a:moveTo>
                  <a:pt x="2575976" y="743385"/>
                </a:moveTo>
                <a:lnTo>
                  <a:pt x="2554932" y="631735"/>
                </a:lnTo>
                <a:moveTo>
                  <a:pt x="1210661" y="532436"/>
                </a:moveTo>
                <a:lnTo>
                  <a:pt x="1155530" y="542524"/>
                </a:lnTo>
                <a:moveTo>
                  <a:pt x="140670" y="576490"/>
                </a:moveTo>
                <a:lnTo>
                  <a:pt x="243705" y="478268"/>
                </a:lnTo>
                <a:moveTo>
                  <a:pt x="1711386" y="460151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2008394" y="367589"/>
                </a:lnTo>
                <a:moveTo>
                  <a:pt x="399970" y="715659"/>
                </a:moveTo>
                <a:lnTo>
                  <a:pt x="379168" y="592414"/>
                </a:lnTo>
                <a:moveTo>
                  <a:pt x="1760995" y="347260"/>
                </a:moveTo>
                <a:lnTo>
                  <a:pt x="1718103" y="263810"/>
                </a:lnTo>
                <a:moveTo>
                  <a:pt x="818455" y="171167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711386" y="460151"/>
                </a:lnTo>
                <a:moveTo>
                  <a:pt x="1951025" y="362247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1017315" y="104610"/>
                </a:lnTo>
                <a:moveTo>
                  <a:pt x="988855" y="526380"/>
                </a:moveTo>
                <a:lnTo>
                  <a:pt x="990383" y="524332"/>
                </a:lnTo>
                <a:moveTo>
                  <a:pt x="2166901" y="449523"/>
                </a:moveTo>
                <a:lnTo>
                  <a:pt x="2208622" y="410271"/>
                </a:lnTo>
                <a:moveTo>
                  <a:pt x="731566" y="631442"/>
                </a:moveTo>
                <a:lnTo>
                  <a:pt x="815115" y="631648"/>
                </a:lnTo>
                <a:moveTo>
                  <a:pt x="1564703" y="393683"/>
                </a:moveTo>
                <a:lnTo>
                  <a:pt x="1494992" y="441391"/>
                </a:lnTo>
                <a:moveTo>
                  <a:pt x="326598" y="479864"/>
                </a:moveTo>
                <a:lnTo>
                  <a:pt x="389811" y="482664"/>
                </a:lnTo>
                <a:moveTo>
                  <a:pt x="743037" y="614694"/>
                </a:moveTo>
                <a:lnTo>
                  <a:pt x="815115" y="631648"/>
                </a:lnTo>
                <a:moveTo>
                  <a:pt x="625859" y="383219"/>
                </a:moveTo>
                <a:lnTo>
                  <a:pt x="707214" y="280270"/>
                </a:lnTo>
                <a:moveTo>
                  <a:pt x="997367" y="523913"/>
                </a:moveTo>
                <a:lnTo>
                  <a:pt x="990383" y="524332"/>
                </a:lnTo>
                <a:moveTo>
                  <a:pt x="157562" y="736818"/>
                </a:moveTo>
                <a:lnTo>
                  <a:pt x="137808" y="689579"/>
                </a:lnTo>
                <a:moveTo>
                  <a:pt x="988855" y="526380"/>
                </a:moveTo>
                <a:lnTo>
                  <a:pt x="988389" y="523476"/>
                </a:lnTo>
                <a:moveTo>
                  <a:pt x="988855" y="526380"/>
                </a:moveTo>
                <a:lnTo>
                  <a:pt x="997367" y="523913"/>
                </a:lnTo>
                <a:moveTo>
                  <a:pt x="2294098" y="707983"/>
                </a:moveTo>
                <a:lnTo>
                  <a:pt x="2187757" y="719488"/>
                </a:lnTo>
                <a:moveTo>
                  <a:pt x="1707424" y="422068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1951025" y="362247"/>
                </a:lnTo>
                <a:moveTo>
                  <a:pt x="988389" y="523476"/>
                </a:moveTo>
                <a:lnTo>
                  <a:pt x="997367" y="523913"/>
                </a:lnTo>
                <a:moveTo>
                  <a:pt x="1227906" y="112582"/>
                </a:moveTo>
                <a:lnTo>
                  <a:pt x="1122739" y="106683"/>
                </a:lnTo>
                <a:moveTo>
                  <a:pt x="2539441" y="779968"/>
                </a:moveTo>
                <a:lnTo>
                  <a:pt x="2575976" y="743385"/>
                </a:lnTo>
                <a:moveTo>
                  <a:pt x="1201145" y="509182"/>
                </a:moveTo>
                <a:lnTo>
                  <a:pt x="1133088" y="532360"/>
                </a:lnTo>
                <a:moveTo>
                  <a:pt x="2399576" y="709258"/>
                </a:moveTo>
                <a:lnTo>
                  <a:pt x="2440189" y="686417"/>
                </a:lnTo>
                <a:moveTo>
                  <a:pt x="550829" y="722238"/>
                </a:moveTo>
                <a:lnTo>
                  <a:pt x="620565" y="712009"/>
                </a:lnTo>
                <a:moveTo>
                  <a:pt x="743143" y="276020"/>
                </a:moveTo>
                <a:lnTo>
                  <a:pt x="707214" y="280270"/>
                </a:lnTo>
                <a:moveTo>
                  <a:pt x="1760995" y="347260"/>
                </a:moveTo>
                <a:lnTo>
                  <a:pt x="1829842" y="353455"/>
                </a:lnTo>
                <a:moveTo>
                  <a:pt x="2391241" y="501772"/>
                </a:moveTo>
                <a:lnTo>
                  <a:pt x="2310186" y="469555"/>
                </a:lnTo>
                <a:moveTo>
                  <a:pt x="2514023" y="577623"/>
                </a:moveTo>
                <a:lnTo>
                  <a:pt x="2448686" y="560491"/>
                </a:lnTo>
                <a:moveTo>
                  <a:pt x="512282" y="720644"/>
                </a:moveTo>
                <a:lnTo>
                  <a:pt x="379168" y="592414"/>
                </a:lnTo>
                <a:moveTo>
                  <a:pt x="252822" y="695724"/>
                </a:moveTo>
                <a:lnTo>
                  <a:pt x="157562" y="736818"/>
                </a:lnTo>
                <a:moveTo>
                  <a:pt x="1198925" y="542086"/>
                </a:moveTo>
                <a:lnTo>
                  <a:pt x="1131489" y="556067"/>
                </a:lnTo>
                <a:moveTo>
                  <a:pt x="1760995" y="347260"/>
                </a:moveTo>
                <a:lnTo>
                  <a:pt x="1707424" y="422068"/>
                </a:lnTo>
                <a:moveTo>
                  <a:pt x="140670" y="576490"/>
                </a:moveTo>
                <a:lnTo>
                  <a:pt x="275455" y="476801"/>
                </a:lnTo>
                <a:moveTo>
                  <a:pt x="605245" y="488689"/>
                </a:moveTo>
                <a:lnTo>
                  <a:pt x="532068" y="386182"/>
                </a:lnTo>
                <a:moveTo>
                  <a:pt x="512282" y="720644"/>
                </a:moveTo>
                <a:lnTo>
                  <a:pt x="496768" y="599668"/>
                </a:lnTo>
                <a:moveTo>
                  <a:pt x="1454598" y="460974"/>
                </a:moveTo>
                <a:lnTo>
                  <a:pt x="1476562" y="445803"/>
                </a:lnTo>
                <a:moveTo>
                  <a:pt x="818455" y="171167"/>
                </a:moveTo>
                <a:lnTo>
                  <a:pt x="871311" y="124877"/>
                </a:lnTo>
                <a:moveTo>
                  <a:pt x="374345" y="592029"/>
                </a:moveTo>
                <a:lnTo>
                  <a:pt x="275455" y="476801"/>
                </a:lnTo>
                <a:moveTo>
                  <a:pt x="2514205" y="730821"/>
                </a:moveTo>
                <a:lnTo>
                  <a:pt x="2440189" y="686417"/>
                </a:lnTo>
                <a:moveTo>
                  <a:pt x="844751" y="518505"/>
                </a:moveTo>
                <a:lnTo>
                  <a:pt x="815115" y="631648"/>
                </a:lnTo>
                <a:moveTo>
                  <a:pt x="1816630" y="462102"/>
                </a:moveTo>
                <a:lnTo>
                  <a:pt x="1711386" y="460151"/>
                </a:lnTo>
                <a:moveTo>
                  <a:pt x="1198925" y="542086"/>
                </a:moveTo>
                <a:lnTo>
                  <a:pt x="1155530" y="542524"/>
                </a:lnTo>
                <a:moveTo>
                  <a:pt x="743143" y="276020"/>
                </a:moveTo>
                <a:lnTo>
                  <a:pt x="758757" y="228464"/>
                </a:lnTo>
                <a:moveTo>
                  <a:pt x="374345" y="592029"/>
                </a:moveTo>
                <a:lnTo>
                  <a:pt x="326598" y="479864"/>
                </a:lnTo>
                <a:moveTo>
                  <a:pt x="1920592" y="577822"/>
                </a:moveTo>
                <a:lnTo>
                  <a:pt x="1841704" y="575550"/>
                </a:lnTo>
                <a:moveTo>
                  <a:pt x="295047" y="701746"/>
                </a:moveTo>
                <a:lnTo>
                  <a:pt x="263703" y="728269"/>
                </a:lnTo>
                <a:moveTo>
                  <a:pt x="1694174" y="338446"/>
                </a:moveTo>
                <a:lnTo>
                  <a:pt x="1718103" y="263810"/>
                </a:lnTo>
                <a:moveTo>
                  <a:pt x="1490509" y="437730"/>
                </a:moveTo>
                <a:lnTo>
                  <a:pt x="1476562" y="445803"/>
                </a:lnTo>
                <a:moveTo>
                  <a:pt x="2150037" y="699461"/>
                </a:moveTo>
                <a:lnTo>
                  <a:pt x="2083355" y="702260"/>
                </a:lnTo>
                <a:moveTo>
                  <a:pt x="1816630" y="462102"/>
                </a:moveTo>
                <a:lnTo>
                  <a:pt x="1829842" y="353455"/>
                </a:lnTo>
                <a:moveTo>
                  <a:pt x="1920592" y="577822"/>
                </a:moveTo>
                <a:lnTo>
                  <a:pt x="1862289" y="587265"/>
                </a:lnTo>
                <a:moveTo>
                  <a:pt x="501174" y="487241"/>
                </a:moveTo>
                <a:lnTo>
                  <a:pt x="389811" y="482664"/>
                </a:lnTo>
                <a:moveTo>
                  <a:pt x="1095535" y="509849"/>
                </a:moveTo>
                <a:lnTo>
                  <a:pt x="990383" y="524332"/>
                </a:lnTo>
                <a:moveTo>
                  <a:pt x="379168" y="592414"/>
                </a:moveTo>
                <a:lnTo>
                  <a:pt x="389811" y="482664"/>
                </a:lnTo>
                <a:moveTo>
                  <a:pt x="374345" y="592029"/>
                </a:moveTo>
                <a:lnTo>
                  <a:pt x="389811" y="482664"/>
                </a:lnTo>
                <a:moveTo>
                  <a:pt x="743143" y="276020"/>
                </a:moveTo>
                <a:lnTo>
                  <a:pt x="818455" y="171167"/>
                </a:lnTo>
                <a:moveTo>
                  <a:pt x="1083209" y="113473"/>
                </a:moveTo>
                <a:lnTo>
                  <a:pt x="1017315" y="104610"/>
                </a:lnTo>
                <a:moveTo>
                  <a:pt x="1564703" y="393683"/>
                </a:moveTo>
                <a:lnTo>
                  <a:pt x="1600397" y="443755"/>
                </a:lnTo>
                <a:moveTo>
                  <a:pt x="844751" y="518505"/>
                </a:moveTo>
                <a:lnTo>
                  <a:pt x="878999" y="589991"/>
                </a:lnTo>
                <a:moveTo>
                  <a:pt x="496768" y="599668"/>
                </a:moveTo>
                <a:lnTo>
                  <a:pt x="389811" y="482664"/>
                </a:lnTo>
                <a:moveTo>
                  <a:pt x="997367" y="523913"/>
                </a:moveTo>
                <a:lnTo>
                  <a:pt x="1095535" y="509849"/>
                </a:lnTo>
                <a:moveTo>
                  <a:pt x="2166901" y="449523"/>
                </a:moveTo>
                <a:lnTo>
                  <a:pt x="2310186" y="469555"/>
                </a:lnTo>
                <a:moveTo>
                  <a:pt x="2046578" y="668246"/>
                </a:moveTo>
                <a:lnTo>
                  <a:pt x="1944384" y="618303"/>
                </a:lnTo>
                <a:moveTo>
                  <a:pt x="295047" y="701746"/>
                </a:moveTo>
                <a:lnTo>
                  <a:pt x="379168" y="592414"/>
                </a:lnTo>
                <a:moveTo>
                  <a:pt x="295047" y="701746"/>
                </a:moveTo>
                <a:lnTo>
                  <a:pt x="374345" y="592029"/>
                </a:lnTo>
                <a:moveTo>
                  <a:pt x="2505232" y="707902"/>
                </a:moveTo>
                <a:lnTo>
                  <a:pt x="2440189" y="686417"/>
                </a:lnTo>
                <a:moveTo>
                  <a:pt x="512282" y="720644"/>
                </a:moveTo>
                <a:lnTo>
                  <a:pt x="605947" y="603309"/>
                </a:lnTo>
                <a:moveTo>
                  <a:pt x="1564703" y="393683"/>
                </a:moveTo>
                <a:lnTo>
                  <a:pt x="1476562" y="445803"/>
                </a:lnTo>
                <a:moveTo>
                  <a:pt x="1694174" y="338446"/>
                </a:moveTo>
                <a:lnTo>
                  <a:pt x="1707424" y="422068"/>
                </a:lnTo>
                <a:moveTo>
                  <a:pt x="625859" y="383219"/>
                </a:moveTo>
                <a:lnTo>
                  <a:pt x="743143" y="276020"/>
                </a:lnTo>
                <a:moveTo>
                  <a:pt x="252822" y="695724"/>
                </a:moveTo>
                <a:lnTo>
                  <a:pt x="263703" y="728269"/>
                </a:lnTo>
                <a:moveTo>
                  <a:pt x="1664324" y="218588"/>
                </a:moveTo>
                <a:lnTo>
                  <a:pt x="1706481" y="234965"/>
                </a:lnTo>
                <a:moveTo>
                  <a:pt x="247401" y="579080"/>
                </a:moveTo>
                <a:lnTo>
                  <a:pt x="275455" y="476801"/>
                </a:lnTo>
                <a:moveTo>
                  <a:pt x="550829" y="722238"/>
                </a:moveTo>
                <a:lnTo>
                  <a:pt x="605947" y="603309"/>
                </a:lnTo>
                <a:moveTo>
                  <a:pt x="137808" y="689579"/>
                </a:moveTo>
                <a:lnTo>
                  <a:pt x="140670" y="576490"/>
                </a:lnTo>
                <a:moveTo>
                  <a:pt x="1694174" y="338446"/>
                </a:moveTo>
                <a:lnTo>
                  <a:pt x="1760995" y="347260"/>
                </a:lnTo>
                <a:moveTo>
                  <a:pt x="374345" y="592029"/>
                </a:moveTo>
                <a:lnTo>
                  <a:pt x="379168" y="592414"/>
                </a:lnTo>
                <a:moveTo>
                  <a:pt x="2412268" y="521158"/>
                </a:moveTo>
                <a:lnTo>
                  <a:pt x="2391241" y="501772"/>
                </a:lnTo>
                <a:moveTo>
                  <a:pt x="252822" y="695724"/>
                </a:moveTo>
                <a:lnTo>
                  <a:pt x="295047" y="701746"/>
                </a:lnTo>
                <a:moveTo>
                  <a:pt x="1636355" y="329294"/>
                </a:moveTo>
                <a:lnTo>
                  <a:pt x="1706481" y="234965"/>
                </a:lnTo>
                <a:moveTo>
                  <a:pt x="2514205" y="730821"/>
                </a:moveTo>
                <a:lnTo>
                  <a:pt x="2521183" y="742330"/>
                </a:lnTo>
                <a:moveTo>
                  <a:pt x="2514023" y="577623"/>
                </a:moveTo>
                <a:lnTo>
                  <a:pt x="2549888" y="625154"/>
                </a:lnTo>
                <a:moveTo>
                  <a:pt x="731566" y="631442"/>
                </a:moveTo>
                <a:lnTo>
                  <a:pt x="620565" y="712009"/>
                </a:lnTo>
                <a:moveTo>
                  <a:pt x="496768" y="599668"/>
                </a:moveTo>
                <a:lnTo>
                  <a:pt x="501174" y="487241"/>
                </a:lnTo>
                <a:moveTo>
                  <a:pt x="1922893" y="464492"/>
                </a:moveTo>
                <a:lnTo>
                  <a:pt x="1951025" y="362247"/>
                </a:lnTo>
                <a:moveTo>
                  <a:pt x="496768" y="599668"/>
                </a:moveTo>
                <a:lnTo>
                  <a:pt x="379168" y="592414"/>
                </a:lnTo>
                <a:moveTo>
                  <a:pt x="2166901" y="449523"/>
                </a:moveTo>
                <a:lnTo>
                  <a:pt x="2064865" y="397227"/>
                </a:lnTo>
                <a:moveTo>
                  <a:pt x="2277559" y="487056"/>
                </a:moveTo>
                <a:lnTo>
                  <a:pt x="2310186" y="469555"/>
                </a:lnTo>
                <a:moveTo>
                  <a:pt x="1922893" y="464492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871311" y="124877"/>
                </a:lnTo>
                <a:moveTo>
                  <a:pt x="1944384" y="618303"/>
                </a:moveTo>
                <a:lnTo>
                  <a:pt x="1920592" y="577822"/>
                </a:lnTo>
                <a:moveTo>
                  <a:pt x="853025" y="165644"/>
                </a:moveTo>
                <a:lnTo>
                  <a:pt x="818455" y="171167"/>
                </a:lnTo>
                <a:moveTo>
                  <a:pt x="1636355" y="329294"/>
                </a:moveTo>
                <a:lnTo>
                  <a:pt x="1718103" y="263810"/>
                </a:lnTo>
                <a:moveTo>
                  <a:pt x="844751" y="518505"/>
                </a:moveTo>
                <a:lnTo>
                  <a:pt x="988855" y="526380"/>
                </a:lnTo>
                <a:moveTo>
                  <a:pt x="252822" y="695724"/>
                </a:moveTo>
                <a:lnTo>
                  <a:pt x="140670" y="576490"/>
                </a:lnTo>
                <a:moveTo>
                  <a:pt x="728624" y="612742"/>
                </a:moveTo>
                <a:lnTo>
                  <a:pt x="620565" y="712009"/>
                </a:lnTo>
                <a:moveTo>
                  <a:pt x="844751" y="518505"/>
                </a:moveTo>
                <a:lnTo>
                  <a:pt x="988389" y="523476"/>
                </a:lnTo>
                <a:moveTo>
                  <a:pt x="252822" y="695724"/>
                </a:moveTo>
                <a:lnTo>
                  <a:pt x="137808" y="689579"/>
                </a:lnTo>
                <a:moveTo>
                  <a:pt x="2150037" y="699461"/>
                </a:moveTo>
                <a:lnTo>
                  <a:pt x="2187757" y="719488"/>
                </a:lnTo>
                <a:moveTo>
                  <a:pt x="2539441" y="779968"/>
                </a:moveTo>
                <a:lnTo>
                  <a:pt x="2514205" y="730821"/>
                </a:lnTo>
                <a:moveTo>
                  <a:pt x="857038" y="505645"/>
                </a:moveTo>
                <a:lnTo>
                  <a:pt x="988389" y="523476"/>
                </a:lnTo>
                <a:moveTo>
                  <a:pt x="1564703" y="393683"/>
                </a:moveTo>
                <a:lnTo>
                  <a:pt x="1707424" y="422068"/>
                </a:lnTo>
                <a:moveTo>
                  <a:pt x="2532822" y="615744"/>
                </a:moveTo>
                <a:lnTo>
                  <a:pt x="2549888" y="625154"/>
                </a:lnTo>
                <a:moveTo>
                  <a:pt x="1083209" y="113473"/>
                </a:moveTo>
                <a:lnTo>
                  <a:pt x="1122739" y="106683"/>
                </a:lnTo>
                <a:moveTo>
                  <a:pt x="2532822" y="615744"/>
                </a:moveTo>
                <a:lnTo>
                  <a:pt x="2554932" y="631735"/>
                </a:lnTo>
                <a:moveTo>
                  <a:pt x="2247260" y="483434"/>
                </a:moveTo>
                <a:lnTo>
                  <a:pt x="2310186" y="469555"/>
                </a:lnTo>
                <a:moveTo>
                  <a:pt x="620565" y="712009"/>
                </a:moveTo>
                <a:lnTo>
                  <a:pt x="605947" y="603309"/>
                </a:lnTo>
                <a:moveTo>
                  <a:pt x="2514205" y="730821"/>
                </a:moveTo>
                <a:lnTo>
                  <a:pt x="2575976" y="743385"/>
                </a:lnTo>
                <a:moveTo>
                  <a:pt x="2399576" y="709258"/>
                </a:moveTo>
                <a:lnTo>
                  <a:pt x="2294098" y="707983"/>
                </a:lnTo>
                <a:moveTo>
                  <a:pt x="295047" y="701746"/>
                </a:moveTo>
                <a:lnTo>
                  <a:pt x="247401" y="579080"/>
                </a:lnTo>
                <a:moveTo>
                  <a:pt x="853025" y="165644"/>
                </a:moveTo>
                <a:lnTo>
                  <a:pt x="871311" y="124877"/>
                </a:lnTo>
                <a:moveTo>
                  <a:pt x="1490509" y="437730"/>
                </a:moveTo>
                <a:lnTo>
                  <a:pt x="1454598" y="460974"/>
                </a:lnTo>
                <a:moveTo>
                  <a:pt x="2033118" y="468581"/>
                </a:moveTo>
                <a:lnTo>
                  <a:pt x="1951025" y="362247"/>
                </a:lnTo>
                <a:moveTo>
                  <a:pt x="605245" y="488689"/>
                </a:moveTo>
                <a:lnTo>
                  <a:pt x="625859" y="383219"/>
                </a:lnTo>
                <a:moveTo>
                  <a:pt x="247401" y="579080"/>
                </a:moveTo>
                <a:lnTo>
                  <a:pt x="140670" y="576490"/>
                </a:lnTo>
                <a:moveTo>
                  <a:pt x="605947" y="603309"/>
                </a:moveTo>
                <a:lnTo>
                  <a:pt x="501174" y="487241"/>
                </a:lnTo>
                <a:moveTo>
                  <a:pt x="1060881" y="636381"/>
                </a:moveTo>
                <a:lnTo>
                  <a:pt x="1090997" y="577103"/>
                </a:lnTo>
                <a:moveTo>
                  <a:pt x="743037" y="614694"/>
                </a:moveTo>
                <a:lnTo>
                  <a:pt x="731566" y="631442"/>
                </a:lnTo>
                <a:moveTo>
                  <a:pt x="247401" y="579080"/>
                </a:moveTo>
                <a:lnTo>
                  <a:pt x="374345" y="592029"/>
                </a:lnTo>
                <a:moveTo>
                  <a:pt x="743143" y="276020"/>
                </a:moveTo>
                <a:lnTo>
                  <a:pt x="853025" y="165644"/>
                </a:lnTo>
                <a:moveTo>
                  <a:pt x="605947" y="603309"/>
                </a:moveTo>
                <a:lnTo>
                  <a:pt x="496768" y="599668"/>
                </a:lnTo>
                <a:moveTo>
                  <a:pt x="1922893" y="464492"/>
                </a:moveTo>
                <a:lnTo>
                  <a:pt x="1816630" y="462102"/>
                </a:lnTo>
                <a:moveTo>
                  <a:pt x="728624" y="612742"/>
                </a:moveTo>
                <a:lnTo>
                  <a:pt x="731566" y="631442"/>
                </a:lnTo>
                <a:moveTo>
                  <a:pt x="1920592" y="577822"/>
                </a:moveTo>
                <a:lnTo>
                  <a:pt x="1816630" y="462102"/>
                </a:lnTo>
                <a:moveTo>
                  <a:pt x="605245" y="488689"/>
                </a:moveTo>
                <a:lnTo>
                  <a:pt x="501174" y="487241"/>
                </a:lnTo>
                <a:moveTo>
                  <a:pt x="955559" y="440786"/>
                </a:moveTo>
                <a:lnTo>
                  <a:pt x="988389" y="523476"/>
                </a:lnTo>
                <a:moveTo>
                  <a:pt x="728624" y="612742"/>
                </a:moveTo>
                <a:lnTo>
                  <a:pt x="743037" y="614694"/>
                </a:lnTo>
                <a:moveTo>
                  <a:pt x="2532822" y="615744"/>
                </a:moveTo>
                <a:lnTo>
                  <a:pt x="2575976" y="743385"/>
                </a:lnTo>
                <a:moveTo>
                  <a:pt x="2277559" y="487056"/>
                </a:moveTo>
                <a:lnTo>
                  <a:pt x="2391241" y="501772"/>
                </a:lnTo>
                <a:moveTo>
                  <a:pt x="2033118" y="468581"/>
                </a:moveTo>
                <a:lnTo>
                  <a:pt x="2064865" y="397227"/>
                </a:lnTo>
                <a:moveTo>
                  <a:pt x="252822" y="695724"/>
                </a:moveTo>
                <a:lnTo>
                  <a:pt x="247401" y="579080"/>
                </a:lnTo>
                <a:moveTo>
                  <a:pt x="2505232" y="707902"/>
                </a:moveTo>
                <a:lnTo>
                  <a:pt x="2575976" y="743385"/>
                </a:lnTo>
                <a:moveTo>
                  <a:pt x="720115" y="380455"/>
                </a:moveTo>
                <a:lnTo>
                  <a:pt x="625859" y="383219"/>
                </a:lnTo>
                <a:moveTo>
                  <a:pt x="2255540" y="700359"/>
                </a:moveTo>
                <a:lnTo>
                  <a:pt x="2187757" y="719488"/>
                </a:lnTo>
                <a:moveTo>
                  <a:pt x="988389" y="523476"/>
                </a:moveTo>
                <a:lnTo>
                  <a:pt x="1071456" y="401592"/>
                </a:lnTo>
                <a:moveTo>
                  <a:pt x="2412268" y="521158"/>
                </a:moveTo>
                <a:lnTo>
                  <a:pt x="2277559" y="487056"/>
                </a:lnTo>
                <a:moveTo>
                  <a:pt x="997367" y="523913"/>
                </a:moveTo>
                <a:lnTo>
                  <a:pt x="1071456" y="401592"/>
                </a:lnTo>
                <a:moveTo>
                  <a:pt x="1201145" y="509182"/>
                </a:moveTo>
                <a:lnTo>
                  <a:pt x="1095535" y="509849"/>
                </a:lnTo>
                <a:moveTo>
                  <a:pt x="1564703" y="393683"/>
                </a:moveTo>
                <a:lnTo>
                  <a:pt x="1694174" y="338446"/>
                </a:lnTo>
                <a:moveTo>
                  <a:pt x="743037" y="614694"/>
                </a:moveTo>
                <a:lnTo>
                  <a:pt x="844751" y="518505"/>
                </a:lnTo>
                <a:moveTo>
                  <a:pt x="2514023" y="577623"/>
                </a:moveTo>
                <a:lnTo>
                  <a:pt x="2412268" y="521158"/>
                </a:lnTo>
                <a:moveTo>
                  <a:pt x="853025" y="165644"/>
                </a:moveTo>
                <a:lnTo>
                  <a:pt x="978637" y="98769"/>
                </a:lnTo>
                <a:moveTo>
                  <a:pt x="728624" y="612742"/>
                </a:moveTo>
                <a:lnTo>
                  <a:pt x="605947" y="603309"/>
                </a:lnTo>
                <a:moveTo>
                  <a:pt x="1441265" y="430655"/>
                </a:moveTo>
                <a:lnTo>
                  <a:pt x="1454598" y="460974"/>
                </a:lnTo>
                <a:moveTo>
                  <a:pt x="1490509" y="437730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060881" y="636381"/>
                </a:lnTo>
                <a:moveTo>
                  <a:pt x="1186202" y="151585"/>
                </a:moveTo>
                <a:lnTo>
                  <a:pt x="1122739" y="106683"/>
                </a:lnTo>
                <a:moveTo>
                  <a:pt x="1031701" y="397764"/>
                </a:moveTo>
                <a:lnTo>
                  <a:pt x="988389" y="523476"/>
                </a:lnTo>
                <a:moveTo>
                  <a:pt x="1079502" y="633681"/>
                </a:moveTo>
                <a:lnTo>
                  <a:pt x="1090997" y="577103"/>
                </a:lnTo>
                <a:moveTo>
                  <a:pt x="720115" y="380455"/>
                </a:moveTo>
                <a:lnTo>
                  <a:pt x="743143" y="276020"/>
                </a:lnTo>
                <a:moveTo>
                  <a:pt x="713080" y="491753"/>
                </a:moveTo>
                <a:lnTo>
                  <a:pt x="625859" y="383219"/>
                </a:lnTo>
                <a:moveTo>
                  <a:pt x="1201145" y="509182"/>
                </a:moveTo>
                <a:lnTo>
                  <a:pt x="1210661" y="532436"/>
                </a:lnTo>
                <a:moveTo>
                  <a:pt x="728624" y="612742"/>
                </a:moveTo>
                <a:lnTo>
                  <a:pt x="605245" y="488689"/>
                </a:lnTo>
                <a:moveTo>
                  <a:pt x="743037" y="614694"/>
                </a:moveTo>
                <a:lnTo>
                  <a:pt x="841478" y="503642"/>
                </a:lnTo>
                <a:moveTo>
                  <a:pt x="1198925" y="542086"/>
                </a:moveTo>
                <a:lnTo>
                  <a:pt x="1090997" y="577103"/>
                </a:lnTo>
                <a:moveTo>
                  <a:pt x="1441265" y="430655"/>
                </a:moveTo>
                <a:lnTo>
                  <a:pt x="1490509" y="437730"/>
                </a:lnTo>
                <a:moveTo>
                  <a:pt x="1198925" y="542086"/>
                </a:moveTo>
                <a:lnTo>
                  <a:pt x="1210661" y="532436"/>
                </a:lnTo>
                <a:moveTo>
                  <a:pt x="1636355" y="329294"/>
                </a:moveTo>
                <a:lnTo>
                  <a:pt x="1694174" y="338446"/>
                </a:lnTo>
                <a:moveTo>
                  <a:pt x="728624" y="612742"/>
                </a:moveTo>
                <a:lnTo>
                  <a:pt x="841478" y="503642"/>
                </a:lnTo>
                <a:moveTo>
                  <a:pt x="605947" y="603309"/>
                </a:moveTo>
                <a:lnTo>
                  <a:pt x="605245" y="488689"/>
                </a:lnTo>
                <a:moveTo>
                  <a:pt x="2150037" y="699461"/>
                </a:moveTo>
                <a:lnTo>
                  <a:pt x="2046578" y="668246"/>
                </a:lnTo>
                <a:moveTo>
                  <a:pt x="2269122" y="499077"/>
                </a:moveTo>
                <a:lnTo>
                  <a:pt x="2412268" y="521158"/>
                </a:lnTo>
                <a:moveTo>
                  <a:pt x="1920592" y="577822"/>
                </a:moveTo>
                <a:lnTo>
                  <a:pt x="1922893" y="464492"/>
                </a:lnTo>
                <a:moveTo>
                  <a:pt x="2006511" y="574478"/>
                </a:moveTo>
                <a:lnTo>
                  <a:pt x="1944384" y="618303"/>
                </a:lnTo>
                <a:moveTo>
                  <a:pt x="857038" y="505645"/>
                </a:moveTo>
                <a:lnTo>
                  <a:pt x="844751" y="518505"/>
                </a:lnTo>
                <a:moveTo>
                  <a:pt x="2013644" y="577292"/>
                </a:moveTo>
                <a:lnTo>
                  <a:pt x="1944384" y="618303"/>
                </a:lnTo>
                <a:moveTo>
                  <a:pt x="1083209" y="113473"/>
                </a:moveTo>
                <a:lnTo>
                  <a:pt x="978637" y="98769"/>
                </a:lnTo>
                <a:moveTo>
                  <a:pt x="2247260" y="483434"/>
                </a:moveTo>
                <a:lnTo>
                  <a:pt x="2166901" y="449523"/>
                </a:lnTo>
                <a:moveTo>
                  <a:pt x="1095535" y="509849"/>
                </a:moveTo>
                <a:lnTo>
                  <a:pt x="1071456" y="401592"/>
                </a:lnTo>
                <a:moveTo>
                  <a:pt x="841478" y="503642"/>
                </a:moveTo>
                <a:lnTo>
                  <a:pt x="844751" y="518505"/>
                </a:lnTo>
                <a:moveTo>
                  <a:pt x="1190626" y="409520"/>
                </a:moveTo>
                <a:lnTo>
                  <a:pt x="1095535" y="509849"/>
                </a:lnTo>
                <a:moveTo>
                  <a:pt x="2255540" y="700359"/>
                </a:moveTo>
                <a:lnTo>
                  <a:pt x="2294098" y="707983"/>
                </a:lnTo>
                <a:moveTo>
                  <a:pt x="2033118" y="468581"/>
                </a:moveTo>
                <a:lnTo>
                  <a:pt x="2166901" y="449523"/>
                </a:lnTo>
                <a:moveTo>
                  <a:pt x="841478" y="503642"/>
                </a:moveTo>
                <a:lnTo>
                  <a:pt x="857038" y="505645"/>
                </a:lnTo>
                <a:moveTo>
                  <a:pt x="1636355" y="329294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198925" y="542086"/>
                </a:lnTo>
                <a:moveTo>
                  <a:pt x="2150028" y="475539"/>
                </a:moveTo>
                <a:lnTo>
                  <a:pt x="2166901" y="449523"/>
                </a:lnTo>
                <a:moveTo>
                  <a:pt x="728624" y="612742"/>
                </a:moveTo>
                <a:lnTo>
                  <a:pt x="713080" y="491753"/>
                </a:lnTo>
                <a:moveTo>
                  <a:pt x="828877" y="269599"/>
                </a:moveTo>
                <a:lnTo>
                  <a:pt x="743143" y="276020"/>
                </a:lnTo>
                <a:moveTo>
                  <a:pt x="2505232" y="707902"/>
                </a:moveTo>
                <a:lnTo>
                  <a:pt x="2399576" y="709258"/>
                </a:lnTo>
                <a:moveTo>
                  <a:pt x="1186202" y="151585"/>
                </a:moveTo>
                <a:lnTo>
                  <a:pt x="1227906" y="112582"/>
                </a:lnTo>
                <a:moveTo>
                  <a:pt x="2033118" y="468581"/>
                </a:moveTo>
                <a:lnTo>
                  <a:pt x="1922893" y="464492"/>
                </a:lnTo>
                <a:moveTo>
                  <a:pt x="1920592" y="577822"/>
                </a:moveTo>
                <a:lnTo>
                  <a:pt x="2033118" y="468581"/>
                </a:lnTo>
                <a:moveTo>
                  <a:pt x="1636355" y="329294"/>
                </a:moveTo>
                <a:lnTo>
                  <a:pt x="1664324" y="218588"/>
                </a:lnTo>
                <a:moveTo>
                  <a:pt x="823247" y="381500"/>
                </a:moveTo>
                <a:lnTo>
                  <a:pt x="743143" y="276020"/>
                </a:lnTo>
                <a:moveTo>
                  <a:pt x="841478" y="503642"/>
                </a:moveTo>
                <a:lnTo>
                  <a:pt x="720115" y="380455"/>
                </a:lnTo>
                <a:moveTo>
                  <a:pt x="857038" y="505645"/>
                </a:moveTo>
                <a:lnTo>
                  <a:pt x="955559" y="440786"/>
                </a:lnTo>
                <a:moveTo>
                  <a:pt x="2247260" y="483434"/>
                </a:moveTo>
                <a:lnTo>
                  <a:pt x="2277559" y="487056"/>
                </a:lnTo>
                <a:moveTo>
                  <a:pt x="2505232" y="707902"/>
                </a:moveTo>
                <a:lnTo>
                  <a:pt x="2514205" y="730821"/>
                </a:lnTo>
                <a:moveTo>
                  <a:pt x="713080" y="491753"/>
                </a:moveTo>
                <a:lnTo>
                  <a:pt x="605245" y="488689"/>
                </a:lnTo>
                <a:moveTo>
                  <a:pt x="2532822" y="615744"/>
                </a:moveTo>
                <a:lnTo>
                  <a:pt x="2514023" y="577623"/>
                </a:lnTo>
                <a:moveTo>
                  <a:pt x="2372547" y="530781"/>
                </a:moveTo>
                <a:lnTo>
                  <a:pt x="2412268" y="521158"/>
                </a:lnTo>
                <a:moveTo>
                  <a:pt x="2269122" y="499077"/>
                </a:moveTo>
                <a:lnTo>
                  <a:pt x="2277559" y="487056"/>
                </a:lnTo>
                <a:moveTo>
                  <a:pt x="841478" y="503642"/>
                </a:moveTo>
                <a:lnTo>
                  <a:pt x="713080" y="491753"/>
                </a:lnTo>
                <a:moveTo>
                  <a:pt x="1310314" y="455760"/>
                </a:moveTo>
                <a:lnTo>
                  <a:pt x="1201145" y="509182"/>
                </a:lnTo>
                <a:moveTo>
                  <a:pt x="1201145" y="509182"/>
                </a:moveTo>
                <a:lnTo>
                  <a:pt x="1190626" y="409520"/>
                </a:lnTo>
                <a:moveTo>
                  <a:pt x="2013644" y="577292"/>
                </a:moveTo>
                <a:lnTo>
                  <a:pt x="2046578" y="668246"/>
                </a:lnTo>
                <a:moveTo>
                  <a:pt x="2360650" y="707103"/>
                </a:moveTo>
                <a:lnTo>
                  <a:pt x="2294098" y="707983"/>
                </a:lnTo>
                <a:moveTo>
                  <a:pt x="828877" y="269599"/>
                </a:moveTo>
                <a:lnTo>
                  <a:pt x="853025" y="165644"/>
                </a:lnTo>
                <a:moveTo>
                  <a:pt x="2150028" y="475539"/>
                </a:moveTo>
                <a:lnTo>
                  <a:pt x="2247260" y="483434"/>
                </a:lnTo>
                <a:moveTo>
                  <a:pt x="2269122" y="499077"/>
                </a:moveTo>
                <a:lnTo>
                  <a:pt x="2247260" y="483434"/>
                </a:lnTo>
                <a:moveTo>
                  <a:pt x="2532822" y="615744"/>
                </a:moveTo>
                <a:lnTo>
                  <a:pt x="2505232" y="707902"/>
                </a:lnTo>
                <a:moveTo>
                  <a:pt x="713080" y="491753"/>
                </a:moveTo>
                <a:lnTo>
                  <a:pt x="720115" y="380455"/>
                </a:lnTo>
                <a:moveTo>
                  <a:pt x="944708" y="161776"/>
                </a:moveTo>
                <a:lnTo>
                  <a:pt x="978637" y="98769"/>
                </a:lnTo>
                <a:moveTo>
                  <a:pt x="2150028" y="475539"/>
                </a:moveTo>
                <a:lnTo>
                  <a:pt x="2033118" y="468581"/>
                </a:lnTo>
                <a:moveTo>
                  <a:pt x="1360584" y="419663"/>
                </a:moveTo>
                <a:lnTo>
                  <a:pt x="1441265" y="430655"/>
                </a:lnTo>
                <a:moveTo>
                  <a:pt x="1490509" y="437730"/>
                </a:moveTo>
                <a:lnTo>
                  <a:pt x="1536807" y="314125"/>
                </a:lnTo>
                <a:moveTo>
                  <a:pt x="1304806" y="415307"/>
                </a:moveTo>
                <a:lnTo>
                  <a:pt x="1201145" y="509182"/>
                </a:lnTo>
                <a:moveTo>
                  <a:pt x="2269122" y="499077"/>
                </a:moveTo>
                <a:lnTo>
                  <a:pt x="2150028" y="475539"/>
                </a:lnTo>
                <a:moveTo>
                  <a:pt x="2006511" y="574478"/>
                </a:moveTo>
                <a:lnTo>
                  <a:pt x="1920592" y="577822"/>
                </a:lnTo>
                <a:moveTo>
                  <a:pt x="944708" y="161776"/>
                </a:moveTo>
                <a:lnTo>
                  <a:pt x="853025" y="165644"/>
                </a:lnTo>
                <a:moveTo>
                  <a:pt x="2014033" y="571515"/>
                </a:moveTo>
                <a:lnTo>
                  <a:pt x="1920592" y="577822"/>
                </a:lnTo>
                <a:moveTo>
                  <a:pt x="857038" y="505645"/>
                </a:moveTo>
                <a:lnTo>
                  <a:pt x="941638" y="389094"/>
                </a:lnTo>
                <a:moveTo>
                  <a:pt x="841478" y="503642"/>
                </a:moveTo>
                <a:lnTo>
                  <a:pt x="823247" y="381500"/>
                </a:lnTo>
                <a:moveTo>
                  <a:pt x="1031701" y="397764"/>
                </a:moveTo>
                <a:lnTo>
                  <a:pt x="955559" y="440786"/>
                </a:lnTo>
                <a:moveTo>
                  <a:pt x="1420380" y="389046"/>
                </a:moveTo>
                <a:lnTo>
                  <a:pt x="1441265" y="430655"/>
                </a:lnTo>
                <a:moveTo>
                  <a:pt x="2255540" y="700359"/>
                </a:moveTo>
                <a:lnTo>
                  <a:pt x="2150037" y="699461"/>
                </a:lnTo>
                <a:moveTo>
                  <a:pt x="841478" y="503642"/>
                </a:moveTo>
                <a:lnTo>
                  <a:pt x="941638" y="389094"/>
                </a:lnTo>
                <a:moveTo>
                  <a:pt x="2476831" y="549759"/>
                </a:moveTo>
                <a:lnTo>
                  <a:pt x="2412268" y="521158"/>
                </a:lnTo>
                <a:moveTo>
                  <a:pt x="1190626" y="409520"/>
                </a:moveTo>
                <a:lnTo>
                  <a:pt x="1071456" y="401592"/>
                </a:lnTo>
                <a:moveTo>
                  <a:pt x="1536807" y="314125"/>
                </a:moveTo>
                <a:lnTo>
                  <a:pt x="1564703" y="393683"/>
                </a:lnTo>
                <a:moveTo>
                  <a:pt x="823247" y="381500"/>
                </a:moveTo>
                <a:lnTo>
                  <a:pt x="720115" y="380455"/>
                </a:lnTo>
                <a:moveTo>
                  <a:pt x="2360650" y="707103"/>
                </a:moveTo>
                <a:lnTo>
                  <a:pt x="2399576" y="709258"/>
                </a:lnTo>
                <a:moveTo>
                  <a:pt x="2118562" y="586873"/>
                </a:moveTo>
                <a:lnTo>
                  <a:pt x="2046578" y="668246"/>
                </a:lnTo>
                <a:moveTo>
                  <a:pt x="1031701" y="397764"/>
                </a:moveTo>
                <a:lnTo>
                  <a:pt x="1071456" y="401592"/>
                </a:lnTo>
                <a:moveTo>
                  <a:pt x="1360584" y="419663"/>
                </a:moveTo>
                <a:lnTo>
                  <a:pt x="1310314" y="455760"/>
                </a:lnTo>
                <a:moveTo>
                  <a:pt x="1441265" y="430655"/>
                </a:moveTo>
                <a:lnTo>
                  <a:pt x="1536807" y="314125"/>
                </a:lnTo>
                <a:moveTo>
                  <a:pt x="1186202" y="151585"/>
                </a:moveTo>
                <a:lnTo>
                  <a:pt x="1083209" y="113473"/>
                </a:lnTo>
                <a:moveTo>
                  <a:pt x="1543709" y="200699"/>
                </a:moveTo>
                <a:lnTo>
                  <a:pt x="1664324" y="218588"/>
                </a:lnTo>
                <a:moveTo>
                  <a:pt x="1304806" y="415307"/>
                </a:moveTo>
                <a:lnTo>
                  <a:pt x="1310314" y="455760"/>
                </a:lnTo>
                <a:moveTo>
                  <a:pt x="2014033" y="571515"/>
                </a:moveTo>
                <a:lnTo>
                  <a:pt x="2033118" y="468581"/>
                </a:lnTo>
                <a:moveTo>
                  <a:pt x="944708" y="161776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955559" y="440786"/>
                </a:lnTo>
                <a:moveTo>
                  <a:pt x="1304806" y="415307"/>
                </a:moveTo>
                <a:lnTo>
                  <a:pt x="1190626" y="409520"/>
                </a:lnTo>
                <a:moveTo>
                  <a:pt x="1536807" y="314125"/>
                </a:moveTo>
                <a:lnTo>
                  <a:pt x="1636355" y="329294"/>
                </a:lnTo>
                <a:moveTo>
                  <a:pt x="1065573" y="374849"/>
                </a:moveTo>
                <a:lnTo>
                  <a:pt x="1071456" y="401592"/>
                </a:lnTo>
                <a:moveTo>
                  <a:pt x="1065573" y="374849"/>
                </a:moveTo>
                <a:lnTo>
                  <a:pt x="1190626" y="409520"/>
                </a:lnTo>
                <a:moveTo>
                  <a:pt x="1543709" y="200699"/>
                </a:moveTo>
                <a:lnTo>
                  <a:pt x="1636355" y="329294"/>
                </a:lnTo>
                <a:moveTo>
                  <a:pt x="1518552" y="311460"/>
                </a:moveTo>
                <a:lnTo>
                  <a:pt x="1441265" y="430655"/>
                </a:lnTo>
                <a:moveTo>
                  <a:pt x="1536984" y="225437"/>
                </a:moveTo>
                <a:lnTo>
                  <a:pt x="1636355" y="329294"/>
                </a:lnTo>
                <a:moveTo>
                  <a:pt x="929373" y="269513"/>
                </a:moveTo>
                <a:lnTo>
                  <a:pt x="853025" y="165644"/>
                </a:lnTo>
                <a:moveTo>
                  <a:pt x="2372547" y="530781"/>
                </a:moveTo>
                <a:lnTo>
                  <a:pt x="2269122" y="499077"/>
                </a:lnTo>
                <a:moveTo>
                  <a:pt x="1031701" y="397764"/>
                </a:moveTo>
                <a:lnTo>
                  <a:pt x="1065573" y="374849"/>
                </a:lnTo>
                <a:moveTo>
                  <a:pt x="1304806" y="415307"/>
                </a:moveTo>
                <a:lnTo>
                  <a:pt x="1360584" y="419663"/>
                </a:lnTo>
                <a:moveTo>
                  <a:pt x="1056783" y="166659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1031701" y="397764"/>
                </a:lnTo>
                <a:moveTo>
                  <a:pt x="1360584" y="419663"/>
                </a:moveTo>
                <a:lnTo>
                  <a:pt x="1420380" y="389046"/>
                </a:lnTo>
                <a:moveTo>
                  <a:pt x="2469702" y="655409"/>
                </a:moveTo>
                <a:lnTo>
                  <a:pt x="2399576" y="709258"/>
                </a:lnTo>
                <a:moveTo>
                  <a:pt x="823247" y="381500"/>
                </a:moveTo>
                <a:lnTo>
                  <a:pt x="828877" y="269599"/>
                </a:lnTo>
                <a:moveTo>
                  <a:pt x="941638" y="389094"/>
                </a:moveTo>
                <a:lnTo>
                  <a:pt x="828877" y="269599"/>
                </a:lnTo>
                <a:moveTo>
                  <a:pt x="2476831" y="549759"/>
                </a:moveTo>
                <a:lnTo>
                  <a:pt x="2514023" y="577623"/>
                </a:lnTo>
                <a:moveTo>
                  <a:pt x="1174633" y="323035"/>
                </a:moveTo>
                <a:lnTo>
                  <a:pt x="1190626" y="409520"/>
                </a:lnTo>
                <a:moveTo>
                  <a:pt x="2118562" y="586873"/>
                </a:moveTo>
                <a:lnTo>
                  <a:pt x="2150037" y="699461"/>
                </a:lnTo>
                <a:moveTo>
                  <a:pt x="2119623" y="571142"/>
                </a:moveTo>
                <a:lnTo>
                  <a:pt x="2033118" y="468581"/>
                </a:lnTo>
                <a:moveTo>
                  <a:pt x="941638" y="389094"/>
                </a:moveTo>
                <a:lnTo>
                  <a:pt x="823247" y="381500"/>
                </a:lnTo>
                <a:moveTo>
                  <a:pt x="2006511" y="574478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06511" y="574478"/>
                </a:lnTo>
                <a:moveTo>
                  <a:pt x="2119623" y="571142"/>
                </a:moveTo>
                <a:lnTo>
                  <a:pt x="2150028" y="475539"/>
                </a:lnTo>
                <a:moveTo>
                  <a:pt x="2119623" y="571142"/>
                </a:moveTo>
                <a:lnTo>
                  <a:pt x="2269122" y="499077"/>
                </a:lnTo>
                <a:moveTo>
                  <a:pt x="2494889" y="599448"/>
                </a:moveTo>
                <a:lnTo>
                  <a:pt x="2514023" y="577623"/>
                </a:lnTo>
                <a:moveTo>
                  <a:pt x="2012735" y="574151"/>
                </a:moveTo>
                <a:lnTo>
                  <a:pt x="2006511" y="574478"/>
                </a:lnTo>
                <a:moveTo>
                  <a:pt x="1174633" y="323035"/>
                </a:moveTo>
                <a:lnTo>
                  <a:pt x="1304806" y="415307"/>
                </a:lnTo>
                <a:moveTo>
                  <a:pt x="2012735" y="574151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12735" y="574151"/>
                </a:lnTo>
                <a:moveTo>
                  <a:pt x="1174633" y="323035"/>
                </a:moveTo>
                <a:lnTo>
                  <a:pt x="1065573" y="374849"/>
                </a:lnTo>
                <a:moveTo>
                  <a:pt x="2469702" y="655409"/>
                </a:moveTo>
                <a:lnTo>
                  <a:pt x="2532822" y="615744"/>
                </a:lnTo>
                <a:moveTo>
                  <a:pt x="2494889" y="599448"/>
                </a:moveTo>
                <a:lnTo>
                  <a:pt x="2532822" y="615744"/>
                </a:lnTo>
                <a:moveTo>
                  <a:pt x="2360650" y="707103"/>
                </a:moveTo>
                <a:lnTo>
                  <a:pt x="2255540" y="700359"/>
                </a:lnTo>
                <a:moveTo>
                  <a:pt x="1177131" y="175093"/>
                </a:moveTo>
                <a:lnTo>
                  <a:pt x="1186202" y="151585"/>
                </a:lnTo>
                <a:moveTo>
                  <a:pt x="2469702" y="655409"/>
                </a:moveTo>
                <a:lnTo>
                  <a:pt x="2505232" y="707902"/>
                </a:lnTo>
                <a:moveTo>
                  <a:pt x="1056783" y="166659"/>
                </a:moveTo>
                <a:lnTo>
                  <a:pt x="1186202" y="151585"/>
                </a:lnTo>
                <a:moveTo>
                  <a:pt x="1518552" y="311460"/>
                </a:moveTo>
                <a:lnTo>
                  <a:pt x="1420380" y="389046"/>
                </a:lnTo>
                <a:moveTo>
                  <a:pt x="1543709" y="200699"/>
                </a:moveTo>
                <a:lnTo>
                  <a:pt x="1539582" y="186938"/>
                </a:lnTo>
                <a:moveTo>
                  <a:pt x="1257181" y="179616"/>
                </a:moveTo>
                <a:lnTo>
                  <a:pt x="1186202" y="151585"/>
                </a:lnTo>
                <a:moveTo>
                  <a:pt x="1537624" y="200158"/>
                </a:moveTo>
                <a:lnTo>
                  <a:pt x="1539582" y="186938"/>
                </a:lnTo>
                <a:moveTo>
                  <a:pt x="929373" y="269513"/>
                </a:moveTo>
                <a:lnTo>
                  <a:pt x="828877" y="269599"/>
                </a:lnTo>
                <a:moveTo>
                  <a:pt x="1056783" y="166659"/>
                </a:moveTo>
                <a:lnTo>
                  <a:pt x="944708" y="161776"/>
                </a:lnTo>
                <a:moveTo>
                  <a:pt x="1536984" y="225437"/>
                </a:moveTo>
                <a:lnTo>
                  <a:pt x="1536807" y="314125"/>
                </a:lnTo>
                <a:moveTo>
                  <a:pt x="1537624" y="200158"/>
                </a:moveTo>
                <a:lnTo>
                  <a:pt x="1543709" y="200699"/>
                </a:lnTo>
                <a:moveTo>
                  <a:pt x="1543709" y="200699"/>
                </a:moveTo>
                <a:lnTo>
                  <a:pt x="1536984" y="225437"/>
                </a:lnTo>
                <a:moveTo>
                  <a:pt x="2118562" y="586873"/>
                </a:moveTo>
                <a:lnTo>
                  <a:pt x="2255540" y="700359"/>
                </a:lnTo>
                <a:moveTo>
                  <a:pt x="1031701" y="397764"/>
                </a:moveTo>
                <a:lnTo>
                  <a:pt x="1044477" y="275696"/>
                </a:lnTo>
                <a:moveTo>
                  <a:pt x="1537624" y="200158"/>
                </a:moveTo>
                <a:lnTo>
                  <a:pt x="1536984" y="225437"/>
                </a:lnTo>
                <a:moveTo>
                  <a:pt x="1518552" y="311460"/>
                </a:moveTo>
                <a:lnTo>
                  <a:pt x="1536807" y="314125"/>
                </a:lnTo>
                <a:moveTo>
                  <a:pt x="2226861" y="579616"/>
                </a:moveTo>
                <a:lnTo>
                  <a:pt x="2269122" y="499077"/>
                </a:lnTo>
                <a:moveTo>
                  <a:pt x="1165344" y="284352"/>
                </a:moveTo>
                <a:lnTo>
                  <a:pt x="1065573" y="374849"/>
                </a:lnTo>
                <a:moveTo>
                  <a:pt x="1518552" y="311460"/>
                </a:moveTo>
                <a:lnTo>
                  <a:pt x="1537624" y="200158"/>
                </a:lnTo>
                <a:moveTo>
                  <a:pt x="1518552" y="311460"/>
                </a:moveTo>
                <a:lnTo>
                  <a:pt x="1536984" y="225437"/>
                </a:lnTo>
                <a:moveTo>
                  <a:pt x="941638" y="389094"/>
                </a:moveTo>
                <a:lnTo>
                  <a:pt x="929373" y="269513"/>
                </a:lnTo>
                <a:moveTo>
                  <a:pt x="1065573" y="374849"/>
                </a:moveTo>
                <a:lnTo>
                  <a:pt x="1044477" y="275696"/>
                </a:lnTo>
                <a:moveTo>
                  <a:pt x="1282298" y="291913"/>
                </a:moveTo>
                <a:lnTo>
                  <a:pt x="1304806" y="415307"/>
                </a:lnTo>
                <a:moveTo>
                  <a:pt x="1283878" y="291375"/>
                </a:moveTo>
                <a:lnTo>
                  <a:pt x="1304806" y="415307"/>
                </a:lnTo>
                <a:moveTo>
                  <a:pt x="2119623" y="571142"/>
                </a:moveTo>
                <a:lnTo>
                  <a:pt x="2014033" y="571515"/>
                </a:lnTo>
                <a:moveTo>
                  <a:pt x="929373" y="269513"/>
                </a:moveTo>
                <a:lnTo>
                  <a:pt x="944708" y="161776"/>
                </a:lnTo>
                <a:moveTo>
                  <a:pt x="1360584" y="419663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056783" y="166659"/>
                </a:lnTo>
                <a:moveTo>
                  <a:pt x="2118562" y="586873"/>
                </a:moveTo>
                <a:lnTo>
                  <a:pt x="2013644" y="577292"/>
                </a:lnTo>
                <a:moveTo>
                  <a:pt x="2012735" y="574151"/>
                </a:moveTo>
                <a:lnTo>
                  <a:pt x="2119623" y="571142"/>
                </a:lnTo>
                <a:moveTo>
                  <a:pt x="1410488" y="188811"/>
                </a:moveTo>
                <a:lnTo>
                  <a:pt x="1539582" y="186938"/>
                </a:lnTo>
                <a:moveTo>
                  <a:pt x="1304806" y="415307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257181" y="179616"/>
                </a:lnTo>
                <a:moveTo>
                  <a:pt x="2116868" y="575626"/>
                </a:moveTo>
                <a:lnTo>
                  <a:pt x="2013644" y="577292"/>
                </a:lnTo>
                <a:moveTo>
                  <a:pt x="941638" y="389094"/>
                </a:moveTo>
                <a:lnTo>
                  <a:pt x="1044477" y="275696"/>
                </a:lnTo>
                <a:moveTo>
                  <a:pt x="2476831" y="549759"/>
                </a:moveTo>
                <a:lnTo>
                  <a:pt x="2372547" y="530781"/>
                </a:lnTo>
                <a:moveTo>
                  <a:pt x="1537624" y="200158"/>
                </a:moveTo>
                <a:lnTo>
                  <a:pt x="1410488" y="188811"/>
                </a:lnTo>
                <a:moveTo>
                  <a:pt x="2116868" y="575626"/>
                </a:moveTo>
                <a:lnTo>
                  <a:pt x="2012735" y="574151"/>
                </a:lnTo>
                <a:moveTo>
                  <a:pt x="1044477" y="275696"/>
                </a:moveTo>
                <a:lnTo>
                  <a:pt x="944708" y="161776"/>
                </a:lnTo>
                <a:moveTo>
                  <a:pt x="1257181" y="179616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420380" y="389046"/>
                </a:lnTo>
                <a:moveTo>
                  <a:pt x="2255540" y="700359"/>
                </a:moveTo>
                <a:lnTo>
                  <a:pt x="2226861" y="579616"/>
                </a:lnTo>
                <a:moveTo>
                  <a:pt x="1410488" y="188811"/>
                </a:moveTo>
                <a:lnTo>
                  <a:pt x="1293385" y="181770"/>
                </a:lnTo>
                <a:moveTo>
                  <a:pt x="1174633" y="323035"/>
                </a:moveTo>
                <a:lnTo>
                  <a:pt x="1165344" y="284352"/>
                </a:lnTo>
                <a:moveTo>
                  <a:pt x="1165344" y="284352"/>
                </a:moveTo>
                <a:lnTo>
                  <a:pt x="1177131" y="175093"/>
                </a:lnTo>
                <a:moveTo>
                  <a:pt x="1165344" y="284352"/>
                </a:moveTo>
                <a:lnTo>
                  <a:pt x="1056783" y="166659"/>
                </a:lnTo>
                <a:moveTo>
                  <a:pt x="1282298" y="291913"/>
                </a:moveTo>
                <a:lnTo>
                  <a:pt x="1174633" y="323035"/>
                </a:lnTo>
                <a:moveTo>
                  <a:pt x="1282683" y="286208"/>
                </a:moveTo>
                <a:lnTo>
                  <a:pt x="1177131" y="175093"/>
                </a:lnTo>
                <a:moveTo>
                  <a:pt x="1044477" y="275696"/>
                </a:moveTo>
                <a:lnTo>
                  <a:pt x="1056783" y="166659"/>
                </a:lnTo>
                <a:moveTo>
                  <a:pt x="1282124" y="291255"/>
                </a:moveTo>
                <a:lnTo>
                  <a:pt x="1174633" y="323035"/>
                </a:lnTo>
                <a:moveTo>
                  <a:pt x="1282124" y="291255"/>
                </a:moveTo>
                <a:lnTo>
                  <a:pt x="1177131" y="175093"/>
                </a:lnTo>
                <a:moveTo>
                  <a:pt x="1399152" y="298264"/>
                </a:moveTo>
                <a:lnTo>
                  <a:pt x="1537624" y="200158"/>
                </a:lnTo>
                <a:moveTo>
                  <a:pt x="2226861" y="579616"/>
                </a:moveTo>
                <a:lnTo>
                  <a:pt x="2372547" y="530781"/>
                </a:lnTo>
                <a:moveTo>
                  <a:pt x="1282683" y="286208"/>
                </a:moveTo>
                <a:lnTo>
                  <a:pt x="1257181" y="179616"/>
                </a:lnTo>
                <a:moveTo>
                  <a:pt x="1282683" y="286208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518552" y="311460"/>
                </a:lnTo>
                <a:moveTo>
                  <a:pt x="1283878" y="291375"/>
                </a:moveTo>
                <a:lnTo>
                  <a:pt x="1293385" y="181770"/>
                </a:lnTo>
                <a:moveTo>
                  <a:pt x="2116868" y="575626"/>
                </a:moveTo>
                <a:lnTo>
                  <a:pt x="2119623" y="571142"/>
                </a:lnTo>
                <a:moveTo>
                  <a:pt x="2469702" y="655409"/>
                </a:moveTo>
                <a:lnTo>
                  <a:pt x="2360650" y="707103"/>
                </a:lnTo>
                <a:moveTo>
                  <a:pt x="2336849" y="583603"/>
                </a:moveTo>
                <a:lnTo>
                  <a:pt x="2255540" y="700359"/>
                </a:lnTo>
                <a:moveTo>
                  <a:pt x="2116868" y="575626"/>
                </a:moveTo>
                <a:lnTo>
                  <a:pt x="2118562" y="586873"/>
                </a:lnTo>
                <a:moveTo>
                  <a:pt x="1044477" y="275696"/>
                </a:moveTo>
                <a:lnTo>
                  <a:pt x="929373" y="269513"/>
                </a:lnTo>
                <a:moveTo>
                  <a:pt x="1399152" y="298264"/>
                </a:moveTo>
                <a:lnTo>
                  <a:pt x="1293385" y="181770"/>
                </a:lnTo>
                <a:moveTo>
                  <a:pt x="2165275" y="577535"/>
                </a:moveTo>
                <a:lnTo>
                  <a:pt x="2119623" y="571142"/>
                </a:lnTo>
                <a:moveTo>
                  <a:pt x="1399152" y="298264"/>
                </a:moveTo>
                <a:lnTo>
                  <a:pt x="1410488" y="188811"/>
                </a:lnTo>
                <a:moveTo>
                  <a:pt x="1165344" y="284352"/>
                </a:moveTo>
                <a:lnTo>
                  <a:pt x="1044477" y="275696"/>
                </a:lnTo>
                <a:moveTo>
                  <a:pt x="2165275" y="577535"/>
                </a:moveTo>
                <a:lnTo>
                  <a:pt x="2118562" y="586873"/>
                </a:lnTo>
                <a:moveTo>
                  <a:pt x="1282124" y="291255"/>
                </a:moveTo>
                <a:lnTo>
                  <a:pt x="1165344" y="284352"/>
                </a:lnTo>
                <a:moveTo>
                  <a:pt x="2336849" y="583603"/>
                </a:moveTo>
                <a:lnTo>
                  <a:pt x="2372547" y="530781"/>
                </a:lnTo>
                <a:moveTo>
                  <a:pt x="2116868" y="575626"/>
                </a:moveTo>
                <a:lnTo>
                  <a:pt x="2165275" y="577535"/>
                </a:lnTo>
                <a:moveTo>
                  <a:pt x="2494889" y="599448"/>
                </a:moveTo>
                <a:lnTo>
                  <a:pt x="2476831" y="549759"/>
                </a:lnTo>
                <a:moveTo>
                  <a:pt x="1283878" y="291375"/>
                </a:moveTo>
                <a:lnTo>
                  <a:pt x="1282683" y="286208"/>
                </a:lnTo>
                <a:moveTo>
                  <a:pt x="1282124" y="291255"/>
                </a:moveTo>
                <a:lnTo>
                  <a:pt x="1282683" y="286208"/>
                </a:lnTo>
                <a:moveTo>
                  <a:pt x="1283878" y="29137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3878" y="291375"/>
                </a:lnTo>
                <a:moveTo>
                  <a:pt x="2119623" y="571142"/>
                </a:moveTo>
                <a:lnTo>
                  <a:pt x="2226861" y="579616"/>
                </a:lnTo>
                <a:moveTo>
                  <a:pt x="2118562" y="586873"/>
                </a:moveTo>
                <a:lnTo>
                  <a:pt x="2226861" y="579616"/>
                </a:lnTo>
                <a:moveTo>
                  <a:pt x="1283878" y="291375"/>
                </a:moveTo>
                <a:lnTo>
                  <a:pt x="1399152" y="298264"/>
                </a:lnTo>
                <a:moveTo>
                  <a:pt x="2494889" y="599448"/>
                </a:moveTo>
                <a:lnTo>
                  <a:pt x="2469702" y="655409"/>
                </a:lnTo>
                <a:moveTo>
                  <a:pt x="2360650" y="707103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757499" y="665361"/>
                </a:lnTo>
                <a:moveTo>
                  <a:pt x="2455565" y="591337"/>
                </a:moveTo>
                <a:lnTo>
                  <a:pt x="2360650" y="707103"/>
                </a:lnTo>
                <a:moveTo>
                  <a:pt x="2165275" y="577535"/>
                </a:moveTo>
                <a:lnTo>
                  <a:pt x="2226861" y="579616"/>
                </a:lnTo>
                <a:moveTo>
                  <a:pt x="2336849" y="583603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69702" y="655409"/>
                </a:lnTo>
                <a:moveTo>
                  <a:pt x="2455565" y="591337"/>
                </a:moveTo>
                <a:lnTo>
                  <a:pt x="2494889" y="599448"/>
                </a:lnTo>
                <a:moveTo>
                  <a:pt x="2336849" y="583603"/>
                </a:moveTo>
                <a:lnTo>
                  <a:pt x="2226861" y="579616"/>
                </a:lnTo>
                <a:moveTo>
                  <a:pt x="1757499" y="665361"/>
                </a:moveTo>
                <a:lnTo>
                  <a:pt x="1837930" y="542346"/>
                </a:lnTo>
                <a:moveTo>
                  <a:pt x="2455565" y="591337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7930" y="542346"/>
                </a:lnTo>
                <a:moveTo>
                  <a:pt x="1832992" y="532002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2992" y="532002"/>
                </a:lnTo>
                <a:moveTo>
                  <a:pt x="1850028" y="540334"/>
                </a:moveTo>
                <a:lnTo>
                  <a:pt x="1837930" y="542346"/>
                </a:lnTo>
                <a:moveTo>
                  <a:pt x="1850028" y="540334"/>
                </a:moveTo>
                <a:lnTo>
                  <a:pt x="1832992" y="53200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32" name="9lfa_0_build_ReferenceLigand_0">
            <a:extLst>
              <a:ext uri="{FF2B5EF4-FFF2-40B4-BE49-F238E27FC236}">
                <a16:creationId xmlns:a16="http://schemas.microsoft.com/office/drawing/2014/main" id="{DC15DB02-A507-4D26-ABA8-A309B77C2E1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5689" y="293908"/>
                </a:moveTo>
                <a:lnTo>
                  <a:pt x="1741569" y="3590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3" name="9lfa_0_build_ReferenceLigand_1">
            <a:extLst>
              <a:ext uri="{FF2B5EF4-FFF2-40B4-BE49-F238E27FC236}">
                <a16:creationId xmlns:a16="http://schemas.microsoft.com/office/drawing/2014/main" id="{CF5EFCE9-5B70-4559-BFA6-A9F76840236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1499" y="281863"/>
                </a:moveTo>
                <a:lnTo>
                  <a:pt x="1605689" y="2939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4" name="9lfa_0_build_ReferenceLigand_2">
            <a:extLst>
              <a:ext uri="{FF2B5EF4-FFF2-40B4-BE49-F238E27FC236}">
                <a16:creationId xmlns:a16="http://schemas.microsoft.com/office/drawing/2014/main" id="{252DA959-BC8C-47F6-9F99-9EE25D909E7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037691" y="4748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5" name="9lfa_0_build_ReferenceLigand_3">
            <a:extLst>
              <a:ext uri="{FF2B5EF4-FFF2-40B4-BE49-F238E27FC236}">
                <a16:creationId xmlns:a16="http://schemas.microsoft.com/office/drawing/2014/main" id="{DE17DC46-8FB3-4219-8619-DD0844357C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569" y="359028"/>
                </a:moveTo>
                <a:lnTo>
                  <a:pt x="1761979" y="413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6" name="9lfa_0_build_ReferenceLigand_4">
            <a:extLst>
              <a:ext uri="{FF2B5EF4-FFF2-40B4-BE49-F238E27FC236}">
                <a16:creationId xmlns:a16="http://schemas.microsoft.com/office/drawing/2014/main" id="{B3B14CF4-43D4-4FEE-ABB6-BC09F43C7E6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3507" y="596329"/>
                </a:moveTo>
                <a:lnTo>
                  <a:pt x="423177" y="556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7" name="9lfa_0_build_ReferenceLigand_5">
            <a:extLst>
              <a:ext uri="{FF2B5EF4-FFF2-40B4-BE49-F238E27FC236}">
                <a16:creationId xmlns:a16="http://schemas.microsoft.com/office/drawing/2014/main" id="{862DBFBB-475A-464A-BFFD-5593D53A1AC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2579" y="6030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8" name="9lfa_0_build_ReferenceLigand_6">
            <a:extLst>
              <a:ext uri="{FF2B5EF4-FFF2-40B4-BE49-F238E27FC236}">
                <a16:creationId xmlns:a16="http://schemas.microsoft.com/office/drawing/2014/main" id="{B82F058C-5C7B-476B-BA3E-B9C22BAEDA5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717" y="500506"/>
                </a:moveTo>
                <a:lnTo>
                  <a:pt x="812028" y="354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9" name="9lfa_0_build_ReferenceLigand_7">
            <a:extLst>
              <a:ext uri="{FF2B5EF4-FFF2-40B4-BE49-F238E27FC236}">
                <a16:creationId xmlns:a16="http://schemas.microsoft.com/office/drawing/2014/main" id="{C18238DB-825E-49E6-8A1A-2BABEB31027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77" y="681250"/>
                </a:moveTo>
                <a:lnTo>
                  <a:pt x="273507" y="5963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0" name="9lfa_0_build_ReferenceLigand_8">
            <a:extLst>
              <a:ext uri="{FF2B5EF4-FFF2-40B4-BE49-F238E27FC236}">
                <a16:creationId xmlns:a16="http://schemas.microsoft.com/office/drawing/2014/main" id="{4230D316-CC59-4A0E-B885-D6E38E22777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3177" y="556473"/>
                </a:moveTo>
                <a:lnTo>
                  <a:pt x="508460" y="6073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1" name="9lfa_0_build_ReferenceLigand_9">
            <a:extLst>
              <a:ext uri="{FF2B5EF4-FFF2-40B4-BE49-F238E27FC236}">
                <a16:creationId xmlns:a16="http://schemas.microsoft.com/office/drawing/2014/main" id="{38B24884-5567-40A8-8CA4-E0754852E1E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360" y="336972"/>
                </a:moveTo>
                <a:lnTo>
                  <a:pt x="1491499" y="2818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2" name="9lfa_0_build_ReferenceLigand_10">
            <a:extLst>
              <a:ext uri="{FF2B5EF4-FFF2-40B4-BE49-F238E27FC236}">
                <a16:creationId xmlns:a16="http://schemas.microsoft.com/office/drawing/2014/main" id="{3257CFF3-A35F-44D8-B476-E970C74A4F7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0650" y="570093"/>
                </a:moveTo>
                <a:lnTo>
                  <a:pt x="741717" y="500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3" name="9lfa_0_build_ReferenceLigand_11">
            <a:extLst>
              <a:ext uri="{FF2B5EF4-FFF2-40B4-BE49-F238E27FC236}">
                <a16:creationId xmlns:a16="http://schemas.microsoft.com/office/drawing/2014/main" id="{1C4D9FE1-7319-47EA-BE19-B7E0A2D090D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9362" y="480864"/>
                </a:moveTo>
                <a:lnTo>
                  <a:pt x="2024745" y="506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lfa_0_build_ReferenceLigand_12">
            <a:extLst>
              <a:ext uri="{FF2B5EF4-FFF2-40B4-BE49-F238E27FC236}">
                <a16:creationId xmlns:a16="http://schemas.microsoft.com/office/drawing/2014/main" id="{075F62EE-90C5-4E47-BEFC-D539CFA50E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lfa_0_build_ReferenceLigand_13">
            <a:extLst>
              <a:ext uri="{FF2B5EF4-FFF2-40B4-BE49-F238E27FC236}">
                <a16:creationId xmlns:a16="http://schemas.microsoft.com/office/drawing/2014/main" id="{9D43D05E-6D30-405B-956B-ED176EE5288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lfa_0_build_ReferenceLigand_14">
            <a:extLst>
              <a:ext uri="{FF2B5EF4-FFF2-40B4-BE49-F238E27FC236}">
                <a16:creationId xmlns:a16="http://schemas.microsoft.com/office/drawing/2014/main" id="{9A71ACDD-7201-409F-ABE4-A21FC3C9389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737" y="574642"/>
                </a:moveTo>
                <a:lnTo>
                  <a:pt x="2284233" y="6203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lfa_0_build_ReferenceLigand_15">
            <a:extLst>
              <a:ext uri="{FF2B5EF4-FFF2-40B4-BE49-F238E27FC236}">
                <a16:creationId xmlns:a16="http://schemas.microsoft.com/office/drawing/2014/main" id="{090C5E2F-8916-4717-876C-BC227F39336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862" y="405468"/>
                </a:moveTo>
                <a:lnTo>
                  <a:pt x="1040679" y="490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lfa_0_build_ReferenceLigand_16">
            <a:extLst>
              <a:ext uri="{FF2B5EF4-FFF2-40B4-BE49-F238E27FC236}">
                <a16:creationId xmlns:a16="http://schemas.microsoft.com/office/drawing/2014/main" id="{146E49BD-6C52-4DD5-AF22-7AB42DEAF15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647112" y="4017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lfa_0_build_ReferenceLigand_17">
            <a:extLst>
              <a:ext uri="{FF2B5EF4-FFF2-40B4-BE49-F238E27FC236}">
                <a16:creationId xmlns:a16="http://schemas.microsoft.com/office/drawing/2014/main" id="{FF513F50-1C8A-4CAA-B7C9-D41BFAC862C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2028" y="354686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lfa_0_build_ReferenceLigand_18">
            <a:extLst>
              <a:ext uri="{FF2B5EF4-FFF2-40B4-BE49-F238E27FC236}">
                <a16:creationId xmlns:a16="http://schemas.microsoft.com/office/drawing/2014/main" id="{614ED865-A6CE-4C56-9BDB-4BCC34D86C3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lfa_0_build_ReferenceLigand_19">
            <a:extLst>
              <a:ext uri="{FF2B5EF4-FFF2-40B4-BE49-F238E27FC236}">
                <a16:creationId xmlns:a16="http://schemas.microsoft.com/office/drawing/2014/main" id="{83E78386-D57B-4828-A8B1-A0777C9E238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7112" y="401762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lfa_0_build_ReferenceLigand_20">
            <a:extLst>
              <a:ext uri="{FF2B5EF4-FFF2-40B4-BE49-F238E27FC236}">
                <a16:creationId xmlns:a16="http://schemas.microsoft.com/office/drawing/2014/main" id="{E84297F6-33B3-410F-BAFD-0C6F8F65FAE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9118" y="729250"/>
                </a:moveTo>
                <a:lnTo>
                  <a:pt x="205677" y="681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lfa_0_build_ReferenceLigand_21">
            <a:extLst>
              <a:ext uri="{FF2B5EF4-FFF2-40B4-BE49-F238E27FC236}">
                <a16:creationId xmlns:a16="http://schemas.microsoft.com/office/drawing/2014/main" id="{B5EDDDDA-D5CB-479B-A012-3ADFE5B9A45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176862" y="40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lfa_0_build_ReferenceLigand_22">
            <a:extLst>
              <a:ext uri="{FF2B5EF4-FFF2-40B4-BE49-F238E27FC236}">
                <a16:creationId xmlns:a16="http://schemas.microsoft.com/office/drawing/2014/main" id="{D5D560F7-0D18-4B78-986C-2701417B398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8715" y="6811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lfa_0_build_ReferenceLigand_23">
            <a:extLst>
              <a:ext uri="{FF2B5EF4-FFF2-40B4-BE49-F238E27FC236}">
                <a16:creationId xmlns:a16="http://schemas.microsoft.com/office/drawing/2014/main" id="{6C9752DF-32AB-4279-9EE5-A6AE92DEC0B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679" y="490862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lfa_0_build_ReferenceLigand_24">
            <a:extLst>
              <a:ext uri="{FF2B5EF4-FFF2-40B4-BE49-F238E27FC236}">
                <a16:creationId xmlns:a16="http://schemas.microsoft.com/office/drawing/2014/main" id="{C6E4A693-44A4-482F-8D59-1F20CABEC8E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439585" y="6959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lfa_0_build_ReferenceLigand_25">
            <a:extLst>
              <a:ext uri="{FF2B5EF4-FFF2-40B4-BE49-F238E27FC236}">
                <a16:creationId xmlns:a16="http://schemas.microsoft.com/office/drawing/2014/main" id="{2A1366E8-55C5-4618-AEDB-A9218DE3701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531" y="531578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lfa_0_build_ReferenceLigand_26">
            <a:extLst>
              <a:ext uri="{FF2B5EF4-FFF2-40B4-BE49-F238E27FC236}">
                <a16:creationId xmlns:a16="http://schemas.microsoft.com/office/drawing/2014/main" id="{F27B62DB-9B0E-4647-B24D-4C50E6F783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lfa_0_build_ReferenceLigand_27">
            <a:extLst>
              <a:ext uri="{FF2B5EF4-FFF2-40B4-BE49-F238E27FC236}">
                <a16:creationId xmlns:a16="http://schemas.microsoft.com/office/drawing/2014/main" id="{3BBE69AB-415A-4182-81E3-5DEB8967C08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187" y="596344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lfa_0_build_ReferenceLigand_28">
            <a:extLst>
              <a:ext uri="{FF2B5EF4-FFF2-40B4-BE49-F238E27FC236}">
                <a16:creationId xmlns:a16="http://schemas.microsoft.com/office/drawing/2014/main" id="{249E3229-3DD0-48BA-9367-6A9F57277DD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lfa_0_build_ReferenceLigand_29">
            <a:extLst>
              <a:ext uri="{FF2B5EF4-FFF2-40B4-BE49-F238E27FC236}">
                <a16:creationId xmlns:a16="http://schemas.microsoft.com/office/drawing/2014/main" id="{395E59E0-B115-452A-8207-E9210F018BB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987981" y="2316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lfa_0_build_ReferenceLigand_30">
            <a:extLst>
              <a:ext uri="{FF2B5EF4-FFF2-40B4-BE49-F238E27FC236}">
                <a16:creationId xmlns:a16="http://schemas.microsoft.com/office/drawing/2014/main" id="{995CF542-F15F-477E-8DEA-6D1CEF9C2CA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9585" y="695965"/>
                </a:moveTo>
                <a:lnTo>
                  <a:pt x="289118" y="72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lfa_0_build_ReferenceLigand_31">
            <a:extLst>
              <a:ext uri="{FF2B5EF4-FFF2-40B4-BE49-F238E27FC236}">
                <a16:creationId xmlns:a16="http://schemas.microsoft.com/office/drawing/2014/main" id="{1515C882-2EFF-4ED5-A201-AF6BFB1DCE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393101" y="328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lfa_0_build_ReferenceLigand_32">
            <a:extLst>
              <a:ext uri="{FF2B5EF4-FFF2-40B4-BE49-F238E27FC236}">
                <a16:creationId xmlns:a16="http://schemas.microsoft.com/office/drawing/2014/main" id="{B4C734C0-484F-438F-948B-F862915F2B2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822000" y="4516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lfa_0_build_ReferenceLigand_33">
            <a:extLst>
              <a:ext uri="{FF2B5EF4-FFF2-40B4-BE49-F238E27FC236}">
                <a16:creationId xmlns:a16="http://schemas.microsoft.com/office/drawing/2014/main" id="{90E6817C-AE24-44C6-A267-C0626C053A9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8817" y="248816"/>
                </a:moveTo>
                <a:lnTo>
                  <a:pt x="1246786" y="32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lfa_0_build_ReferenceLigand_34">
            <a:extLst>
              <a:ext uri="{FF2B5EF4-FFF2-40B4-BE49-F238E27FC236}">
                <a16:creationId xmlns:a16="http://schemas.microsoft.com/office/drawing/2014/main" id="{F2FDC51A-5DF9-4403-A5C1-EBB02FE7CDD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1918531" y="531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lfa_0_build_ReferenceLigand_35">
            <a:extLst>
              <a:ext uri="{FF2B5EF4-FFF2-40B4-BE49-F238E27FC236}">
                <a16:creationId xmlns:a16="http://schemas.microsoft.com/office/drawing/2014/main" id="{DDF99E23-42AA-4253-8826-50F68B076E2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981" y="231670"/>
                </a:moveTo>
                <a:lnTo>
                  <a:pt x="1138817" y="248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lfa_0_build_ReferenceLigand_36">
            <a:extLst>
              <a:ext uri="{FF2B5EF4-FFF2-40B4-BE49-F238E27FC236}">
                <a16:creationId xmlns:a16="http://schemas.microsoft.com/office/drawing/2014/main" id="{6CF1CB33-307D-421F-A7D6-C289728952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715" y="681145"/>
                </a:moveTo>
                <a:lnTo>
                  <a:pt x="2306591" y="695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lfa_0_build_ReferenceLigand_37">
            <a:extLst>
              <a:ext uri="{FF2B5EF4-FFF2-40B4-BE49-F238E27FC236}">
                <a16:creationId xmlns:a16="http://schemas.microsoft.com/office/drawing/2014/main" id="{2CCA1CF1-40F9-457D-953C-13A96085990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000" y="451604"/>
                </a:moveTo>
                <a:lnTo>
                  <a:pt x="750187" y="5963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lfa_0_build_ReferenceLigand_38">
            <a:extLst>
              <a:ext uri="{FF2B5EF4-FFF2-40B4-BE49-F238E27FC236}">
                <a16:creationId xmlns:a16="http://schemas.microsoft.com/office/drawing/2014/main" id="{ED4B8321-C443-406E-A6E1-2254E08B7F6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435395" y="3240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lfa_0_build_ReferenceLigand_39">
            <a:extLst>
              <a:ext uri="{FF2B5EF4-FFF2-40B4-BE49-F238E27FC236}">
                <a16:creationId xmlns:a16="http://schemas.microsoft.com/office/drawing/2014/main" id="{3AD9D444-DE7F-4870-852A-9C0A951F04A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0337" y="650108"/>
                </a:moveTo>
                <a:lnTo>
                  <a:pt x="2076377" y="589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lfa_0_build_ReferenceLigand_40">
            <a:extLst>
              <a:ext uri="{FF2B5EF4-FFF2-40B4-BE49-F238E27FC236}">
                <a16:creationId xmlns:a16="http://schemas.microsoft.com/office/drawing/2014/main" id="{49768157-9946-42BF-AC99-D232EBAAF88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6591" y="695368"/>
                </a:moveTo>
                <a:lnTo>
                  <a:pt x="2160337" y="650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lfa_0_build_PredictedLigand_0">
            <a:extLst>
              <a:ext uri="{FF2B5EF4-FFF2-40B4-BE49-F238E27FC236}">
                <a16:creationId xmlns:a16="http://schemas.microsoft.com/office/drawing/2014/main" id="{B4CF182F-72B2-4181-B6FD-D9D634B3308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653" y="360223"/>
                </a:moveTo>
                <a:lnTo>
                  <a:pt x="1646307" y="3471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4" name="9lfa_0_build_PredictedLigand_1">
            <a:extLst>
              <a:ext uri="{FF2B5EF4-FFF2-40B4-BE49-F238E27FC236}">
                <a16:creationId xmlns:a16="http://schemas.microsoft.com/office/drawing/2014/main" id="{3B7F54FC-CE83-4371-ABE3-47FC41938CB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6436" y="637127"/>
                </a:moveTo>
                <a:lnTo>
                  <a:pt x="2250645" y="631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5" name="9lfa_0_build_PredictedLigand_2">
            <a:extLst>
              <a:ext uri="{FF2B5EF4-FFF2-40B4-BE49-F238E27FC236}">
                <a16:creationId xmlns:a16="http://schemas.microsoft.com/office/drawing/2014/main" id="{62D69315-221D-46D3-846C-9EED2A07211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3096" y="302767"/>
                </a:moveTo>
                <a:lnTo>
                  <a:pt x="1251241" y="3919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6" name="9lfa_0_build_PredictedLigand_3">
            <a:extLst>
              <a:ext uri="{FF2B5EF4-FFF2-40B4-BE49-F238E27FC236}">
                <a16:creationId xmlns:a16="http://schemas.microsoft.com/office/drawing/2014/main" id="{221661BB-11E3-4B64-AF2F-BE31024830E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6973" y="320767"/>
                </a:moveTo>
                <a:lnTo>
                  <a:pt x="1383096" y="3027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7" name="9lfa_0_build_PredictedLigand_4">
            <a:extLst>
              <a:ext uri="{FF2B5EF4-FFF2-40B4-BE49-F238E27FC236}">
                <a16:creationId xmlns:a16="http://schemas.microsoft.com/office/drawing/2014/main" id="{2DF46443-1DAF-48D7-9676-8BF6D9C82F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653" y="360223"/>
                </a:moveTo>
                <a:lnTo>
                  <a:pt x="1760573" y="4071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8" name="9lfa_0_build_PredictedLigand_5">
            <a:extLst>
              <a:ext uri="{FF2B5EF4-FFF2-40B4-BE49-F238E27FC236}">
                <a16:creationId xmlns:a16="http://schemas.microsoft.com/office/drawing/2014/main" id="{5095CDC8-2268-4E5B-B32F-F1147636CC9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6973" y="320767"/>
                </a:moveTo>
                <a:lnTo>
                  <a:pt x="1640653" y="3602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9" name="9lfa_0_build_PredictedLigand_6">
            <a:extLst>
              <a:ext uri="{FF2B5EF4-FFF2-40B4-BE49-F238E27FC236}">
                <a16:creationId xmlns:a16="http://schemas.microsoft.com/office/drawing/2014/main" id="{973DDAEB-50E0-4F53-BE0D-8F547FE676A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1338" y="371305"/>
                </a:moveTo>
                <a:lnTo>
                  <a:pt x="1760573" y="4071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0" name="9lfa_0_build_PredictedLigand_7">
            <a:extLst>
              <a:ext uri="{FF2B5EF4-FFF2-40B4-BE49-F238E27FC236}">
                <a16:creationId xmlns:a16="http://schemas.microsoft.com/office/drawing/2014/main" id="{7B1B4267-13DB-4022-B093-7D377668347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0645" y="631337"/>
                </a:moveTo>
                <a:lnTo>
                  <a:pt x="2158559" y="6303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1" name="9lfa_0_build_PredictedLigand_8">
            <a:extLst>
              <a:ext uri="{FF2B5EF4-FFF2-40B4-BE49-F238E27FC236}">
                <a16:creationId xmlns:a16="http://schemas.microsoft.com/office/drawing/2014/main" id="{22EBC1EC-AFC3-4E0B-97B8-7360EAC975E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48994" y="485612"/>
                </a:moveTo>
                <a:lnTo>
                  <a:pt x="2406436" y="6371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2" name="9lfa_0_build_PredictedLigand_9">
            <a:extLst>
              <a:ext uri="{FF2B5EF4-FFF2-40B4-BE49-F238E27FC236}">
                <a16:creationId xmlns:a16="http://schemas.microsoft.com/office/drawing/2014/main" id="{E2F5D86A-545E-45BB-894E-E3B2F7A4B63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3050" y="557980"/>
                </a:moveTo>
                <a:lnTo>
                  <a:pt x="1981338" y="3713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3" name="9lfa_0_build_PredictedLigand_10">
            <a:extLst>
              <a:ext uri="{FF2B5EF4-FFF2-40B4-BE49-F238E27FC236}">
                <a16:creationId xmlns:a16="http://schemas.microsoft.com/office/drawing/2014/main" id="{2FC9DCB0-EC48-49FC-BC7C-E9B4A77E543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6436" y="637127"/>
                </a:moveTo>
                <a:lnTo>
                  <a:pt x="2350700" y="7577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4" name="9lfa_0_build_PredictedLigand_11">
            <a:extLst>
              <a:ext uri="{FF2B5EF4-FFF2-40B4-BE49-F238E27FC236}">
                <a16:creationId xmlns:a16="http://schemas.microsoft.com/office/drawing/2014/main" id="{F81202EB-D37D-4C14-B792-ACA8016D725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3050" y="557980"/>
                </a:moveTo>
                <a:lnTo>
                  <a:pt x="2158559" y="6303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5" name="9lfa_0_build_PredictedLigand_12">
            <a:extLst>
              <a:ext uri="{FF2B5EF4-FFF2-40B4-BE49-F238E27FC236}">
                <a16:creationId xmlns:a16="http://schemas.microsoft.com/office/drawing/2014/main" id="{342FEAB4-0657-42C2-8D6A-A1D126AD66B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241" y="391918"/>
                </a:moveTo>
                <a:lnTo>
                  <a:pt x="1194894" y="3623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6" name="9lfa_0_build_PredictedLigand_13">
            <a:extLst>
              <a:ext uri="{FF2B5EF4-FFF2-40B4-BE49-F238E27FC236}">
                <a16:creationId xmlns:a16="http://schemas.microsoft.com/office/drawing/2014/main" id="{F1C914EB-ADF6-4390-AC14-D327077A602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0573" y="407174"/>
                </a:moveTo>
                <a:lnTo>
                  <a:pt x="1783249" y="4602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7" name="9lfa_0_build_PredictedLigand_14">
            <a:extLst>
              <a:ext uri="{FF2B5EF4-FFF2-40B4-BE49-F238E27FC236}">
                <a16:creationId xmlns:a16="http://schemas.microsoft.com/office/drawing/2014/main" id="{F814F983-3EF2-4722-A7E1-0BB721F249C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4178" y="273716"/>
                </a:moveTo>
                <a:lnTo>
                  <a:pt x="1516973" y="3207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8" name="9lfa_0_build_PredictedLigand_15">
            <a:extLst>
              <a:ext uri="{FF2B5EF4-FFF2-40B4-BE49-F238E27FC236}">
                <a16:creationId xmlns:a16="http://schemas.microsoft.com/office/drawing/2014/main" id="{0B7F10F0-387D-4012-8CEF-7C820A22D23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608" y="518257"/>
                </a:moveTo>
                <a:lnTo>
                  <a:pt x="2448994" y="4856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9" name="9lfa_0_build_PredictedLigand_16">
            <a:extLst>
              <a:ext uri="{FF2B5EF4-FFF2-40B4-BE49-F238E27FC236}">
                <a16:creationId xmlns:a16="http://schemas.microsoft.com/office/drawing/2014/main" id="{B14DD260-CEB6-417C-90BF-D071FBECA7B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559" y="630335"/>
                </a:moveTo>
                <a:lnTo>
                  <a:pt x="2209516" y="7057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0" name="9lfa_0_build_PredictedLigand_17">
            <a:extLst>
              <a:ext uri="{FF2B5EF4-FFF2-40B4-BE49-F238E27FC236}">
                <a16:creationId xmlns:a16="http://schemas.microsoft.com/office/drawing/2014/main" id="{11D83689-A256-4D7A-88E5-55570D81241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5124" y="419565"/>
                </a:moveTo>
                <a:lnTo>
                  <a:pt x="2023050" y="5579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1" name="9lfa_0_build_PredictedLigand_18">
            <a:extLst>
              <a:ext uri="{FF2B5EF4-FFF2-40B4-BE49-F238E27FC236}">
                <a16:creationId xmlns:a16="http://schemas.microsoft.com/office/drawing/2014/main" id="{359C7C5D-B745-4457-A0F3-46140DEBEE1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9516" y="705772"/>
                </a:moveTo>
                <a:lnTo>
                  <a:pt x="2350700" y="7577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2" name="9lfa_0_build_PredictedLigand_19">
            <a:extLst>
              <a:ext uri="{FF2B5EF4-FFF2-40B4-BE49-F238E27FC236}">
                <a16:creationId xmlns:a16="http://schemas.microsoft.com/office/drawing/2014/main" id="{A02E11F9-78D6-4D84-8A5D-681F542813A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9702" y="208167"/>
                </a:moveTo>
                <a:lnTo>
                  <a:pt x="1194894" y="3623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3" name="9lfa_0_build_PredictedLigand_20">
            <a:extLst>
              <a:ext uri="{FF2B5EF4-FFF2-40B4-BE49-F238E27FC236}">
                <a16:creationId xmlns:a16="http://schemas.microsoft.com/office/drawing/2014/main" id="{B2BB0A61-A2AF-43B2-841F-74CAF0BD14B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894" y="362306"/>
                </a:moveTo>
                <a:lnTo>
                  <a:pt x="1089455" y="4958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4" name="9lfa_0_build_PredictedLigand_21">
            <a:extLst>
              <a:ext uri="{FF2B5EF4-FFF2-40B4-BE49-F238E27FC236}">
                <a16:creationId xmlns:a16="http://schemas.microsoft.com/office/drawing/2014/main" id="{B79408AE-2B32-4E09-AF7C-4D12C693150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670" y="235942"/>
                </a:moveTo>
                <a:lnTo>
                  <a:pt x="567640" y="2950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5" name="9lfa_0_build_PredictedLigand_22">
            <a:extLst>
              <a:ext uri="{FF2B5EF4-FFF2-40B4-BE49-F238E27FC236}">
                <a16:creationId xmlns:a16="http://schemas.microsoft.com/office/drawing/2014/main" id="{26D44C80-402E-41D5-A219-D98F3E46278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894" y="362306"/>
                </a:moveTo>
                <a:lnTo>
                  <a:pt x="1319921" y="3595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6" name="9lfa_0_build_PredictedLigand_23">
            <a:extLst>
              <a:ext uri="{FF2B5EF4-FFF2-40B4-BE49-F238E27FC236}">
                <a16:creationId xmlns:a16="http://schemas.microsoft.com/office/drawing/2014/main" id="{2A65523E-FD69-4E3A-AB68-120806DA537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6983" y="199532"/>
                </a:moveTo>
                <a:lnTo>
                  <a:pt x="1109702" y="2081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7" name="9lfa_0_build_PredictedLigand_24">
            <a:extLst>
              <a:ext uri="{FF2B5EF4-FFF2-40B4-BE49-F238E27FC236}">
                <a16:creationId xmlns:a16="http://schemas.microsoft.com/office/drawing/2014/main" id="{48BCDDCD-9B3B-4AED-A4E6-AE0C1E6C781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7640" y="295033"/>
                </a:moveTo>
                <a:lnTo>
                  <a:pt x="712690" y="3143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8" name="9lfa_0_build_PredictedLigand_25">
            <a:extLst>
              <a:ext uri="{FF2B5EF4-FFF2-40B4-BE49-F238E27FC236}">
                <a16:creationId xmlns:a16="http://schemas.microsoft.com/office/drawing/2014/main" id="{80651803-9309-4232-89F2-A46941B28C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21" y="359502"/>
                </a:moveTo>
                <a:lnTo>
                  <a:pt x="1474178" y="2737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9" name="9lfa_0_build_PredictedLigand_26">
            <a:extLst>
              <a:ext uri="{FF2B5EF4-FFF2-40B4-BE49-F238E27FC236}">
                <a16:creationId xmlns:a16="http://schemas.microsoft.com/office/drawing/2014/main" id="{FC4BFE88-6754-4306-857B-D8F46F30206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9516" y="705772"/>
                </a:moveTo>
                <a:lnTo>
                  <a:pt x="2164644" y="7387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0" name="9lfa_0_build_PredictedLigand_27">
            <a:extLst>
              <a:ext uri="{FF2B5EF4-FFF2-40B4-BE49-F238E27FC236}">
                <a16:creationId xmlns:a16="http://schemas.microsoft.com/office/drawing/2014/main" id="{4F3A9378-0AF7-406B-AC42-8B63ADEA235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3249" y="460260"/>
                </a:moveTo>
                <a:lnTo>
                  <a:pt x="1979246" y="3878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1" name="9lfa_0_build_PredictedLigand_28">
            <a:extLst>
              <a:ext uri="{FF2B5EF4-FFF2-40B4-BE49-F238E27FC236}">
                <a16:creationId xmlns:a16="http://schemas.microsoft.com/office/drawing/2014/main" id="{C72811BA-273E-496A-A773-44D0F7CE0C6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9246" y="387832"/>
                </a:moveTo>
                <a:lnTo>
                  <a:pt x="2055124" y="4195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2" name="9lfa_0_build_PredictedLigand_29">
            <a:extLst>
              <a:ext uri="{FF2B5EF4-FFF2-40B4-BE49-F238E27FC236}">
                <a16:creationId xmlns:a16="http://schemas.microsoft.com/office/drawing/2014/main" id="{A502F781-7B4A-4068-9A19-5AB58AF31E9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9455" y="495805"/>
                </a:moveTo>
                <a:lnTo>
                  <a:pt x="946941" y="4613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3" name="9lfa_0_build_PredictedLigand_30">
            <a:extLst>
              <a:ext uri="{FF2B5EF4-FFF2-40B4-BE49-F238E27FC236}">
                <a16:creationId xmlns:a16="http://schemas.microsoft.com/office/drawing/2014/main" id="{FEA3C4F0-E243-4215-A1C8-DD36BAD5DCB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50700" y="757782"/>
                </a:moveTo>
                <a:lnTo>
                  <a:pt x="2368039" y="587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4" name="9lfa_0_build_PredictedLigand_31">
            <a:extLst>
              <a:ext uri="{FF2B5EF4-FFF2-40B4-BE49-F238E27FC236}">
                <a16:creationId xmlns:a16="http://schemas.microsoft.com/office/drawing/2014/main" id="{C75B0209-F345-4796-A7F8-68E45331A68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5470" y="619407"/>
                </a:moveTo>
                <a:lnTo>
                  <a:pt x="2511608" y="5182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5" name="9lfa_0_build_PredictedLigand_32">
            <a:extLst>
              <a:ext uri="{FF2B5EF4-FFF2-40B4-BE49-F238E27FC236}">
                <a16:creationId xmlns:a16="http://schemas.microsoft.com/office/drawing/2014/main" id="{AD0F59D8-7573-4C41-8FC9-7F6CB1B0EAB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098" y="311940"/>
                </a:moveTo>
                <a:lnTo>
                  <a:pt x="956983" y="1995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6" name="9lfa_0_build_PredictedLigand_33">
            <a:extLst>
              <a:ext uri="{FF2B5EF4-FFF2-40B4-BE49-F238E27FC236}">
                <a16:creationId xmlns:a16="http://schemas.microsoft.com/office/drawing/2014/main" id="{B93DA628-F630-4877-B0F2-3C9B7F9B4A8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5328" y="103151"/>
                </a:moveTo>
                <a:lnTo>
                  <a:pt x="398670" y="2359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7" name="9lfa_0_build_PredictedLigand_34">
            <a:extLst>
              <a:ext uri="{FF2B5EF4-FFF2-40B4-BE49-F238E27FC236}">
                <a16:creationId xmlns:a16="http://schemas.microsoft.com/office/drawing/2014/main" id="{B5E0CE4C-1C1B-4B00-9041-7BB12C10BA8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690" y="314390"/>
                </a:moveTo>
                <a:lnTo>
                  <a:pt x="866098" y="311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8" name="9lfa_0_build_PredictedLigand_35">
            <a:extLst>
              <a:ext uri="{FF2B5EF4-FFF2-40B4-BE49-F238E27FC236}">
                <a16:creationId xmlns:a16="http://schemas.microsoft.com/office/drawing/2014/main" id="{57D76E60-304F-483F-B043-012B410A86D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6941" y="461372"/>
                </a:moveTo>
                <a:lnTo>
                  <a:pt x="866098" y="311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9" name="9lfa_0_build_PredictedLigand_36">
            <a:extLst>
              <a:ext uri="{FF2B5EF4-FFF2-40B4-BE49-F238E27FC236}">
                <a16:creationId xmlns:a16="http://schemas.microsoft.com/office/drawing/2014/main" id="{4C283534-202B-483A-8895-07514D98A2C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039" y="587440"/>
                </a:moveTo>
                <a:lnTo>
                  <a:pt x="2505470" y="6194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0" name="9lfa_0_build_PredictedLigand_37">
            <a:extLst>
              <a:ext uri="{FF2B5EF4-FFF2-40B4-BE49-F238E27FC236}">
                <a16:creationId xmlns:a16="http://schemas.microsoft.com/office/drawing/2014/main" id="{8E916E3E-62CC-47AD-A0AE-A52B54830CB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217" y="81722"/>
                </a:moveTo>
                <a:lnTo>
                  <a:pt x="425328" y="1031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1" name="9lfa_0_build_PredictedLigand_38">
            <a:extLst>
              <a:ext uri="{FF2B5EF4-FFF2-40B4-BE49-F238E27FC236}">
                <a16:creationId xmlns:a16="http://schemas.microsoft.com/office/drawing/2014/main" id="{B955ADDC-53A0-49ED-BCB2-CC4E0C82C1F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690" y="314390"/>
                </a:moveTo>
                <a:lnTo>
                  <a:pt x="685251" y="1599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2" name="9lfa_0_build_PredictedLigand_39">
            <a:extLst>
              <a:ext uri="{FF2B5EF4-FFF2-40B4-BE49-F238E27FC236}">
                <a16:creationId xmlns:a16="http://schemas.microsoft.com/office/drawing/2014/main" id="{0AED6B89-78D9-40C1-9863-2B0939C55B0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5251" y="159919"/>
                </a:moveTo>
                <a:lnTo>
                  <a:pt x="549217" y="817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3" name="9lfa_0_build_PredictedLigand_40">
            <a:extLst>
              <a:ext uri="{FF2B5EF4-FFF2-40B4-BE49-F238E27FC236}">
                <a16:creationId xmlns:a16="http://schemas.microsoft.com/office/drawing/2014/main" id="{EBC6BA1F-2B1F-4115-8AC2-CED6EDE4EE9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039" y="587440"/>
                </a:moveTo>
                <a:lnTo>
                  <a:pt x="2366190" y="708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4" name="9lfa_0_build_PredictedAtoms_0">
            <a:extLst>
              <a:ext uri="{FF2B5EF4-FFF2-40B4-BE49-F238E27FC236}">
                <a16:creationId xmlns:a16="http://schemas.microsoft.com/office/drawing/2014/main" id="{A3F6F372-271B-43D1-B287-BBE27A4748F9}"/>
              </a:ext>
            </a:extLst>
          </p:cNvPr>
          <p:cNvSpPr>
            <a:spLocks noGrp="1"/>
          </p:cNvSpPr>
          <p:nvPr/>
        </p:nvSpPr>
        <p:spPr>
          <a:xfrm>
            <a:off x="6705225" y="26468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5" name="9lfa_0_build_PredictedAtoms_1">
            <a:extLst>
              <a:ext uri="{FF2B5EF4-FFF2-40B4-BE49-F238E27FC236}">
                <a16:creationId xmlns:a16="http://schemas.microsoft.com/office/drawing/2014/main" id="{23386B55-857B-4CCF-A583-8D0D4A07C708}"/>
              </a:ext>
            </a:extLst>
          </p:cNvPr>
          <p:cNvSpPr>
            <a:spLocks noGrp="1"/>
          </p:cNvSpPr>
          <p:nvPr/>
        </p:nvSpPr>
        <p:spPr>
          <a:xfrm>
            <a:off x="6581336" y="26682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6" name="9lfa_0_build_PredictedAtoms_2">
            <a:extLst>
              <a:ext uri="{FF2B5EF4-FFF2-40B4-BE49-F238E27FC236}">
                <a16:creationId xmlns:a16="http://schemas.microsoft.com/office/drawing/2014/main" id="{83E8884E-06C0-4DB7-B34F-CB8E86442916}"/>
              </a:ext>
            </a:extLst>
          </p:cNvPr>
          <p:cNvSpPr>
            <a:spLocks noGrp="1"/>
          </p:cNvSpPr>
          <p:nvPr/>
        </p:nvSpPr>
        <p:spPr>
          <a:xfrm>
            <a:off x="6554677" y="280102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7" name="9lfa_0_build_PredictedAtoms_3">
            <a:extLst>
              <a:ext uri="{FF2B5EF4-FFF2-40B4-BE49-F238E27FC236}">
                <a16:creationId xmlns:a16="http://schemas.microsoft.com/office/drawing/2014/main" id="{79D4798F-CD06-4F35-91AD-CD1F21A3FEE8}"/>
              </a:ext>
            </a:extLst>
          </p:cNvPr>
          <p:cNvSpPr>
            <a:spLocks noGrp="1"/>
          </p:cNvSpPr>
          <p:nvPr/>
        </p:nvSpPr>
        <p:spPr>
          <a:xfrm>
            <a:off x="6723647" y="28601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8" name="9lfa_0_build_PredictedAtoms_4">
            <a:extLst>
              <a:ext uri="{FF2B5EF4-FFF2-40B4-BE49-F238E27FC236}">
                <a16:creationId xmlns:a16="http://schemas.microsoft.com/office/drawing/2014/main" id="{8D251225-E43A-484C-B207-27A442957A32}"/>
              </a:ext>
            </a:extLst>
          </p:cNvPr>
          <p:cNvSpPr>
            <a:spLocks noGrp="1"/>
          </p:cNvSpPr>
          <p:nvPr/>
        </p:nvSpPr>
        <p:spPr>
          <a:xfrm>
            <a:off x="6868698" y="28794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9" name="9lfa_0_build_PredictedAtoms_5">
            <a:extLst>
              <a:ext uri="{FF2B5EF4-FFF2-40B4-BE49-F238E27FC236}">
                <a16:creationId xmlns:a16="http://schemas.microsoft.com/office/drawing/2014/main" id="{2E33F746-276C-46CB-9076-40FAF588B0E7}"/>
              </a:ext>
            </a:extLst>
          </p:cNvPr>
          <p:cNvSpPr>
            <a:spLocks noGrp="1"/>
          </p:cNvSpPr>
          <p:nvPr/>
        </p:nvSpPr>
        <p:spPr>
          <a:xfrm>
            <a:off x="7022106" y="28770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0" name="9lfa_0_build_PredictedAtoms_6">
            <a:extLst>
              <a:ext uri="{FF2B5EF4-FFF2-40B4-BE49-F238E27FC236}">
                <a16:creationId xmlns:a16="http://schemas.microsoft.com/office/drawing/2014/main" id="{DDF46323-3905-4176-A4F4-25BC04FEDC1A}"/>
              </a:ext>
            </a:extLst>
          </p:cNvPr>
          <p:cNvSpPr>
            <a:spLocks noGrp="1"/>
          </p:cNvSpPr>
          <p:nvPr/>
        </p:nvSpPr>
        <p:spPr>
          <a:xfrm>
            <a:off x="7112990" y="27646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1" name="9lfa_0_build_PredictedAtoms_7">
            <a:extLst>
              <a:ext uri="{FF2B5EF4-FFF2-40B4-BE49-F238E27FC236}">
                <a16:creationId xmlns:a16="http://schemas.microsoft.com/office/drawing/2014/main" id="{B5B2FA54-E16A-410C-8BBA-FE6677F6615C}"/>
              </a:ext>
            </a:extLst>
          </p:cNvPr>
          <p:cNvSpPr>
            <a:spLocks noGrp="1"/>
          </p:cNvSpPr>
          <p:nvPr/>
        </p:nvSpPr>
        <p:spPr>
          <a:xfrm>
            <a:off x="7265710" y="27732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2" name="9lfa_0_build_PredictedAtoms_8">
            <a:extLst>
              <a:ext uri="{FF2B5EF4-FFF2-40B4-BE49-F238E27FC236}">
                <a16:creationId xmlns:a16="http://schemas.microsoft.com/office/drawing/2014/main" id="{36408EE6-1051-4BEE-A5E8-0D447BE234A2}"/>
              </a:ext>
            </a:extLst>
          </p:cNvPr>
          <p:cNvSpPr>
            <a:spLocks noGrp="1"/>
          </p:cNvSpPr>
          <p:nvPr/>
        </p:nvSpPr>
        <p:spPr>
          <a:xfrm>
            <a:off x="7350901" y="29273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3" name="9lfa_0_build_PredictedAtoms_9">
            <a:extLst>
              <a:ext uri="{FF2B5EF4-FFF2-40B4-BE49-F238E27FC236}">
                <a16:creationId xmlns:a16="http://schemas.microsoft.com/office/drawing/2014/main" id="{000C7A50-B0F7-4106-A9FC-2689EC88C571}"/>
              </a:ext>
            </a:extLst>
          </p:cNvPr>
          <p:cNvSpPr>
            <a:spLocks noGrp="1"/>
          </p:cNvSpPr>
          <p:nvPr/>
        </p:nvSpPr>
        <p:spPr>
          <a:xfrm>
            <a:off x="7475928" y="292458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4" name="9lfa_0_build_PredictedAtoms_10">
            <a:extLst>
              <a:ext uri="{FF2B5EF4-FFF2-40B4-BE49-F238E27FC236}">
                <a16:creationId xmlns:a16="http://schemas.microsoft.com/office/drawing/2014/main" id="{637E01FF-A677-41FE-8DE2-1D8EE18B3028}"/>
              </a:ext>
            </a:extLst>
          </p:cNvPr>
          <p:cNvSpPr>
            <a:spLocks noGrp="1"/>
          </p:cNvSpPr>
          <p:nvPr/>
        </p:nvSpPr>
        <p:spPr>
          <a:xfrm>
            <a:off x="7630186" y="28387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5" name="9lfa_0_build_PredictedAtoms_11">
            <a:extLst>
              <a:ext uri="{FF2B5EF4-FFF2-40B4-BE49-F238E27FC236}">
                <a16:creationId xmlns:a16="http://schemas.microsoft.com/office/drawing/2014/main" id="{13EA1E1D-902F-4023-A0A2-F9F119131B47}"/>
              </a:ext>
            </a:extLst>
          </p:cNvPr>
          <p:cNvSpPr>
            <a:spLocks noGrp="1"/>
          </p:cNvSpPr>
          <p:nvPr/>
        </p:nvSpPr>
        <p:spPr>
          <a:xfrm>
            <a:off x="7672981" y="28858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6" name="9lfa_0_build_PredictedAtoms_12">
            <a:extLst>
              <a:ext uri="{FF2B5EF4-FFF2-40B4-BE49-F238E27FC236}">
                <a16:creationId xmlns:a16="http://schemas.microsoft.com/office/drawing/2014/main" id="{15BEAC4C-7E59-421E-BC73-D3705A2A82A7}"/>
              </a:ext>
            </a:extLst>
          </p:cNvPr>
          <p:cNvSpPr>
            <a:spLocks noGrp="1"/>
          </p:cNvSpPr>
          <p:nvPr/>
        </p:nvSpPr>
        <p:spPr>
          <a:xfrm>
            <a:off x="7796661" y="29253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7" name="9lfa_0_build_PredictedAtoms_13">
            <a:extLst>
              <a:ext uri="{FF2B5EF4-FFF2-40B4-BE49-F238E27FC236}">
                <a16:creationId xmlns:a16="http://schemas.microsoft.com/office/drawing/2014/main" id="{D5B5E015-2810-4E4C-83FA-E09123E92199}"/>
              </a:ext>
            </a:extLst>
          </p:cNvPr>
          <p:cNvSpPr>
            <a:spLocks noGrp="1"/>
          </p:cNvSpPr>
          <p:nvPr/>
        </p:nvSpPr>
        <p:spPr>
          <a:xfrm>
            <a:off x="7802314" y="29122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8" name="9lfa_0_build_PredictedAtoms_14">
            <a:extLst>
              <a:ext uri="{FF2B5EF4-FFF2-40B4-BE49-F238E27FC236}">
                <a16:creationId xmlns:a16="http://schemas.microsoft.com/office/drawing/2014/main" id="{8212A84C-7591-41B3-BA11-F4A49FF650C0}"/>
              </a:ext>
            </a:extLst>
          </p:cNvPr>
          <p:cNvSpPr>
            <a:spLocks noGrp="1"/>
          </p:cNvSpPr>
          <p:nvPr/>
        </p:nvSpPr>
        <p:spPr>
          <a:xfrm>
            <a:off x="7916580" y="29722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9" name="9lfa_0_build_PredictedAtoms_15">
            <a:extLst>
              <a:ext uri="{FF2B5EF4-FFF2-40B4-BE49-F238E27FC236}">
                <a16:creationId xmlns:a16="http://schemas.microsoft.com/office/drawing/2014/main" id="{82486A6B-DF91-4CF1-B734-A11732F21A2E}"/>
              </a:ext>
            </a:extLst>
          </p:cNvPr>
          <p:cNvSpPr>
            <a:spLocks noGrp="1"/>
          </p:cNvSpPr>
          <p:nvPr/>
        </p:nvSpPr>
        <p:spPr>
          <a:xfrm>
            <a:off x="7939257" y="30253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0" name="9lfa_0_build_PredictedAtoms_16">
            <a:extLst>
              <a:ext uri="{FF2B5EF4-FFF2-40B4-BE49-F238E27FC236}">
                <a16:creationId xmlns:a16="http://schemas.microsoft.com/office/drawing/2014/main" id="{D9F7C144-B2A5-454C-B0E5-2E40FD233081}"/>
              </a:ext>
            </a:extLst>
          </p:cNvPr>
          <p:cNvSpPr>
            <a:spLocks noGrp="1"/>
          </p:cNvSpPr>
          <p:nvPr/>
        </p:nvSpPr>
        <p:spPr>
          <a:xfrm>
            <a:off x="8135253" y="29529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1" name="9lfa_0_build_PredictedAtoms_17">
            <a:extLst>
              <a:ext uri="{FF2B5EF4-FFF2-40B4-BE49-F238E27FC236}">
                <a16:creationId xmlns:a16="http://schemas.microsoft.com/office/drawing/2014/main" id="{DA21AFDC-7A16-45EC-930A-5F9CC1BF7B89}"/>
              </a:ext>
            </a:extLst>
          </p:cNvPr>
          <p:cNvSpPr>
            <a:spLocks noGrp="1"/>
          </p:cNvSpPr>
          <p:nvPr/>
        </p:nvSpPr>
        <p:spPr>
          <a:xfrm>
            <a:off x="8211132" y="29846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2" name="9lfa_0_build_PredictedAtoms_18">
            <a:extLst>
              <a:ext uri="{FF2B5EF4-FFF2-40B4-BE49-F238E27FC236}">
                <a16:creationId xmlns:a16="http://schemas.microsoft.com/office/drawing/2014/main" id="{57D914C0-6646-4EE8-854A-2128DE9FBB9B}"/>
              </a:ext>
            </a:extLst>
          </p:cNvPr>
          <p:cNvSpPr>
            <a:spLocks noGrp="1"/>
          </p:cNvSpPr>
          <p:nvPr/>
        </p:nvSpPr>
        <p:spPr>
          <a:xfrm>
            <a:off x="8179058" y="31230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3" name="9lfa_0_build_PredictedAtoms_19">
            <a:extLst>
              <a:ext uri="{FF2B5EF4-FFF2-40B4-BE49-F238E27FC236}">
                <a16:creationId xmlns:a16="http://schemas.microsoft.com/office/drawing/2014/main" id="{EB742B0F-E3B1-4A20-A530-ABCAC18C206F}"/>
              </a:ext>
            </a:extLst>
          </p:cNvPr>
          <p:cNvSpPr>
            <a:spLocks noGrp="1"/>
          </p:cNvSpPr>
          <p:nvPr/>
        </p:nvSpPr>
        <p:spPr>
          <a:xfrm>
            <a:off x="8314567" y="31954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4" name="9lfa_0_build_PredictedAtoms_20">
            <a:extLst>
              <a:ext uri="{FF2B5EF4-FFF2-40B4-BE49-F238E27FC236}">
                <a16:creationId xmlns:a16="http://schemas.microsoft.com/office/drawing/2014/main" id="{EB2D2F18-F43E-456D-935D-AB2A93273E0C}"/>
              </a:ext>
            </a:extLst>
          </p:cNvPr>
          <p:cNvSpPr>
            <a:spLocks noGrp="1"/>
          </p:cNvSpPr>
          <p:nvPr/>
        </p:nvSpPr>
        <p:spPr>
          <a:xfrm>
            <a:off x="8365523" y="32708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5" name="9lfa_0_build_PredictedAtoms_21">
            <a:extLst>
              <a:ext uri="{FF2B5EF4-FFF2-40B4-BE49-F238E27FC236}">
                <a16:creationId xmlns:a16="http://schemas.microsoft.com/office/drawing/2014/main" id="{EAC006B7-CEFE-4CA5-AE28-5A67D41A1B75}"/>
              </a:ext>
            </a:extLst>
          </p:cNvPr>
          <p:cNvSpPr>
            <a:spLocks noGrp="1"/>
          </p:cNvSpPr>
          <p:nvPr/>
        </p:nvSpPr>
        <p:spPr>
          <a:xfrm>
            <a:off x="8320651" y="33038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6" name="9lfa_0_build_PredictedAtoms_22">
            <a:extLst>
              <a:ext uri="{FF2B5EF4-FFF2-40B4-BE49-F238E27FC236}">
                <a16:creationId xmlns:a16="http://schemas.microsoft.com/office/drawing/2014/main" id="{DAA54F58-0EA6-436C-A157-2AB4F7C84DD5}"/>
              </a:ext>
            </a:extLst>
          </p:cNvPr>
          <p:cNvSpPr>
            <a:spLocks noGrp="1"/>
          </p:cNvSpPr>
          <p:nvPr/>
        </p:nvSpPr>
        <p:spPr>
          <a:xfrm>
            <a:off x="8506707" y="33228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7" name="9lfa_0_build_PredictedAtoms_23">
            <a:extLst>
              <a:ext uri="{FF2B5EF4-FFF2-40B4-BE49-F238E27FC236}">
                <a16:creationId xmlns:a16="http://schemas.microsoft.com/office/drawing/2014/main" id="{83D88343-D371-4B2C-A6C5-081E326FE3EB}"/>
              </a:ext>
            </a:extLst>
          </p:cNvPr>
          <p:cNvSpPr>
            <a:spLocks noGrp="1"/>
          </p:cNvSpPr>
          <p:nvPr/>
        </p:nvSpPr>
        <p:spPr>
          <a:xfrm>
            <a:off x="8524047" y="31525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8" name="9lfa_0_build_PredictedAtoms_24">
            <a:extLst>
              <a:ext uri="{FF2B5EF4-FFF2-40B4-BE49-F238E27FC236}">
                <a16:creationId xmlns:a16="http://schemas.microsoft.com/office/drawing/2014/main" id="{FA250E65-18D3-45ED-9070-A6F5C76AAAB7}"/>
              </a:ext>
            </a:extLst>
          </p:cNvPr>
          <p:cNvSpPr>
            <a:spLocks noGrp="1"/>
          </p:cNvSpPr>
          <p:nvPr/>
        </p:nvSpPr>
        <p:spPr>
          <a:xfrm>
            <a:off x="8522197" y="32737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9" name="9lfa_0_build_PredictedAtoms_25">
            <a:extLst>
              <a:ext uri="{FF2B5EF4-FFF2-40B4-BE49-F238E27FC236}">
                <a16:creationId xmlns:a16="http://schemas.microsoft.com/office/drawing/2014/main" id="{F84BF145-6C16-4F47-AF26-65F7DAB086C4}"/>
              </a:ext>
            </a:extLst>
          </p:cNvPr>
          <p:cNvSpPr>
            <a:spLocks noGrp="1"/>
          </p:cNvSpPr>
          <p:nvPr/>
        </p:nvSpPr>
        <p:spPr>
          <a:xfrm>
            <a:off x="8661478" y="31844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0" name="9lfa_0_build_PredictedAtoms_26">
            <a:extLst>
              <a:ext uri="{FF2B5EF4-FFF2-40B4-BE49-F238E27FC236}">
                <a16:creationId xmlns:a16="http://schemas.microsoft.com/office/drawing/2014/main" id="{7119809C-727D-44AE-8C82-7689D21F498F}"/>
              </a:ext>
            </a:extLst>
          </p:cNvPr>
          <p:cNvSpPr>
            <a:spLocks noGrp="1"/>
          </p:cNvSpPr>
          <p:nvPr/>
        </p:nvSpPr>
        <p:spPr>
          <a:xfrm>
            <a:off x="8667616" y="30833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1" name="9lfa_0_build_PredictedAtoms_27">
            <a:extLst>
              <a:ext uri="{FF2B5EF4-FFF2-40B4-BE49-F238E27FC236}">
                <a16:creationId xmlns:a16="http://schemas.microsoft.com/office/drawing/2014/main" id="{3CCDC2A8-1B89-4C20-96FC-FE0F558773C5}"/>
              </a:ext>
            </a:extLst>
          </p:cNvPr>
          <p:cNvSpPr>
            <a:spLocks noGrp="1"/>
          </p:cNvSpPr>
          <p:nvPr/>
        </p:nvSpPr>
        <p:spPr>
          <a:xfrm>
            <a:off x="8605001" y="30506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2" name="9lfa_0_build_PredictedAtoms_28">
            <a:extLst>
              <a:ext uri="{FF2B5EF4-FFF2-40B4-BE49-F238E27FC236}">
                <a16:creationId xmlns:a16="http://schemas.microsoft.com/office/drawing/2014/main" id="{FB628C74-499F-4A0B-AF01-CE5722A007CC}"/>
              </a:ext>
            </a:extLst>
          </p:cNvPr>
          <p:cNvSpPr>
            <a:spLocks noGrp="1"/>
          </p:cNvSpPr>
          <p:nvPr/>
        </p:nvSpPr>
        <p:spPr>
          <a:xfrm>
            <a:off x="8562444" y="32022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3" name="9lfa_0_build_PredictedAtoms_29">
            <a:extLst>
              <a:ext uri="{FF2B5EF4-FFF2-40B4-BE49-F238E27FC236}">
                <a16:creationId xmlns:a16="http://schemas.microsoft.com/office/drawing/2014/main" id="{7D5A1D76-4A71-49EF-ACE4-19775340BDE9}"/>
              </a:ext>
            </a:extLst>
          </p:cNvPr>
          <p:cNvSpPr>
            <a:spLocks noGrp="1"/>
          </p:cNvSpPr>
          <p:nvPr/>
        </p:nvSpPr>
        <p:spPr>
          <a:xfrm>
            <a:off x="8406652" y="3196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4" name="9lfa_0_build_PredictedAtoms_30">
            <a:extLst>
              <a:ext uri="{FF2B5EF4-FFF2-40B4-BE49-F238E27FC236}">
                <a16:creationId xmlns:a16="http://schemas.microsoft.com/office/drawing/2014/main" id="{DA8608A5-18C4-4D27-BEEB-301AC0BA0AB7}"/>
              </a:ext>
            </a:extLst>
          </p:cNvPr>
          <p:cNvSpPr>
            <a:spLocks noGrp="1"/>
          </p:cNvSpPr>
          <p:nvPr/>
        </p:nvSpPr>
        <p:spPr>
          <a:xfrm>
            <a:off x="8137346" y="29363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5" name="9lfa_0_build_PredictedAtoms_31">
            <a:extLst>
              <a:ext uri="{FF2B5EF4-FFF2-40B4-BE49-F238E27FC236}">
                <a16:creationId xmlns:a16="http://schemas.microsoft.com/office/drawing/2014/main" id="{8473B395-05D6-4DEF-A3FB-D526555C39B9}"/>
              </a:ext>
            </a:extLst>
          </p:cNvPr>
          <p:cNvSpPr>
            <a:spLocks noGrp="1"/>
          </p:cNvSpPr>
          <p:nvPr/>
        </p:nvSpPr>
        <p:spPr>
          <a:xfrm>
            <a:off x="7539104" y="28678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6" name="9lfa_0_build_PredictedAtoms_32">
            <a:extLst>
              <a:ext uri="{FF2B5EF4-FFF2-40B4-BE49-F238E27FC236}">
                <a16:creationId xmlns:a16="http://schemas.microsoft.com/office/drawing/2014/main" id="{A4A9957A-7E88-46F2-BF11-3DFDACEC0CCE}"/>
              </a:ext>
            </a:extLst>
          </p:cNvPr>
          <p:cNvSpPr>
            <a:spLocks noGrp="1"/>
          </p:cNvSpPr>
          <p:nvPr/>
        </p:nvSpPr>
        <p:spPr>
          <a:xfrm>
            <a:off x="7407248" y="295700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7" name="9lfa_0_build_PredictedAtoms_33">
            <a:extLst>
              <a:ext uri="{FF2B5EF4-FFF2-40B4-BE49-F238E27FC236}">
                <a16:creationId xmlns:a16="http://schemas.microsoft.com/office/drawing/2014/main" id="{413B888B-C9FB-49AA-B1C6-86D9AC2B61A6}"/>
              </a:ext>
            </a:extLst>
          </p:cNvPr>
          <p:cNvSpPr>
            <a:spLocks noGrp="1"/>
          </p:cNvSpPr>
          <p:nvPr/>
        </p:nvSpPr>
        <p:spPr>
          <a:xfrm>
            <a:off x="7245463" y="30608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8" name="9lfa_0_build_PredictedAtoms_34">
            <a:extLst>
              <a:ext uri="{FF2B5EF4-FFF2-40B4-BE49-F238E27FC236}">
                <a16:creationId xmlns:a16="http://schemas.microsoft.com/office/drawing/2014/main" id="{01E7E9A7-0510-4DE3-9EDE-1215D70ECE2F}"/>
              </a:ext>
            </a:extLst>
          </p:cNvPr>
          <p:cNvSpPr>
            <a:spLocks noGrp="1"/>
          </p:cNvSpPr>
          <p:nvPr/>
        </p:nvSpPr>
        <p:spPr>
          <a:xfrm>
            <a:off x="7102949" y="30264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9" name="9lfa_0_build_PredictedAtoms_35">
            <a:extLst>
              <a:ext uri="{FF2B5EF4-FFF2-40B4-BE49-F238E27FC236}">
                <a16:creationId xmlns:a16="http://schemas.microsoft.com/office/drawing/2014/main" id="{1E275D5E-BF70-4D24-8B2F-0E728700E842}"/>
              </a:ext>
            </a:extLst>
          </p:cNvPr>
          <p:cNvSpPr>
            <a:spLocks noGrp="1"/>
          </p:cNvSpPr>
          <p:nvPr/>
        </p:nvSpPr>
        <p:spPr>
          <a:xfrm>
            <a:off x="6841259" y="27250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0" name="9lfa_0_build_Clashes_0">
            <a:extLst>
              <a:ext uri="{FF2B5EF4-FFF2-40B4-BE49-F238E27FC236}">
                <a16:creationId xmlns:a16="http://schemas.microsoft.com/office/drawing/2014/main" id="{83EDD6A4-5FC4-4A74-A5A7-7A67946EE60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039" y="587440"/>
                </a:moveTo>
                <a:lnTo>
                  <a:pt x="2589456" y="50251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1" name="9lfa_0_build_Clashes_1">
            <a:extLst>
              <a:ext uri="{FF2B5EF4-FFF2-40B4-BE49-F238E27FC236}">
                <a16:creationId xmlns:a16="http://schemas.microsoft.com/office/drawing/2014/main" id="{470C9470-431A-49E1-8D42-9B753D9478B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5470" y="619407"/>
                </a:moveTo>
                <a:lnTo>
                  <a:pt x="2589456" y="50251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2" name="9lfa_0_build_Clashes_2">
            <a:extLst>
              <a:ext uri="{FF2B5EF4-FFF2-40B4-BE49-F238E27FC236}">
                <a16:creationId xmlns:a16="http://schemas.microsoft.com/office/drawing/2014/main" id="{4CCF7B25-AAE4-4CDF-A8D8-11189A5E69C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608" y="518257"/>
                </a:moveTo>
                <a:lnTo>
                  <a:pt x="2654813" y="4934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3" name="9lfa_0_build_Clashes_3">
            <a:extLst>
              <a:ext uri="{FF2B5EF4-FFF2-40B4-BE49-F238E27FC236}">
                <a16:creationId xmlns:a16="http://schemas.microsoft.com/office/drawing/2014/main" id="{2382015E-DB3C-46A7-AA4D-E57E0ED66DD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48994" y="485612"/>
                </a:moveTo>
                <a:lnTo>
                  <a:pt x="2654813" y="4934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4" name="9lfa_0_build_ClashingReceptorAtoms_0">
            <a:extLst>
              <a:ext uri="{FF2B5EF4-FFF2-40B4-BE49-F238E27FC236}">
                <a16:creationId xmlns:a16="http://schemas.microsoft.com/office/drawing/2014/main" id="{53A6F839-EFAA-4464-8061-5B335006A466}"/>
              </a:ext>
            </a:extLst>
          </p:cNvPr>
          <p:cNvSpPr>
            <a:spLocks noGrp="1"/>
          </p:cNvSpPr>
          <p:nvPr/>
        </p:nvSpPr>
        <p:spPr>
          <a:xfrm>
            <a:off x="8737844" y="305997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655" name="stage3-cases-alternatives_20">
            <a:extLst>
              <a:ext uri="{FF2B5EF4-FFF2-40B4-BE49-F238E27FC236}">
                <a16:creationId xmlns:a16="http://schemas.microsoft.com/office/drawing/2014/main" id="{C6A25C90-1640-4373-9486-CF581DABBDBC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3.70 Å   D 58%   Clash 4</a:t>
            </a:r>
          </a:p>
        </p:txBody>
      </p:sp>
      <p:sp>
        <p:nvSpPr>
          <p:cNvPr id="656" name="stage3-cases-alternatives_21">
            <a:extLst>
              <a:ext uri="{FF2B5EF4-FFF2-40B4-BE49-F238E27FC236}">
                <a16:creationId xmlns:a16="http://schemas.microsoft.com/office/drawing/2014/main" id="{9A8FC47E-0E71-4C25-B515-C8E2E901BDBC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c  9U7J · GDU (A:801)</a:t>
            </a:r>
          </a:p>
        </p:txBody>
      </p:sp>
      <p:sp>
        <p:nvSpPr>
          <p:cNvPr id="657" name="stage3-cases-alternatives_22">
            <a:extLst>
              <a:ext uri="{FF2B5EF4-FFF2-40B4-BE49-F238E27FC236}">
                <a16:creationId xmlns:a16="http://schemas.microsoft.com/office/drawing/2014/main" id="{4D7E1FF3-6696-4CB2-9D0F-E6935146DC1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17919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58" name="stage3-cases-alternatives_23">
            <a:extLst>
              <a:ext uri="{FF2B5EF4-FFF2-40B4-BE49-F238E27FC236}">
                <a16:creationId xmlns:a16="http://schemas.microsoft.com/office/drawing/2014/main" id="{6AAA78F5-DB0F-41B5-8857-4D8A94606734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59" name="9u7j_2_official_Receptor">
            <a:extLst>
              <a:ext uri="{FF2B5EF4-FFF2-40B4-BE49-F238E27FC236}">
                <a16:creationId xmlns:a16="http://schemas.microsoft.com/office/drawing/2014/main" id="{2246E858-3E87-42D4-B88A-9EF4976D195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660" name="9u7j_2_official_ExperimentalDensity">
            <a:extLst>
              <a:ext uri="{FF2B5EF4-FFF2-40B4-BE49-F238E27FC236}">
                <a16:creationId xmlns:a16="http://schemas.microsoft.com/office/drawing/2014/main" id="{825FDA72-5564-48E5-8DA2-62FA6D9DA97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61" name="9u7j_2_official_ReferenceLigand_0">
            <a:extLst>
              <a:ext uri="{FF2B5EF4-FFF2-40B4-BE49-F238E27FC236}">
                <a16:creationId xmlns:a16="http://schemas.microsoft.com/office/drawing/2014/main" id="{82535836-098B-46FE-9F09-A31EF3EBD20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2" name="9u7j_2_official_ReferenceLigand_1">
            <a:extLst>
              <a:ext uri="{FF2B5EF4-FFF2-40B4-BE49-F238E27FC236}">
                <a16:creationId xmlns:a16="http://schemas.microsoft.com/office/drawing/2014/main" id="{5E02E834-D77E-4721-93A9-003810A9DFD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3" name="9u7j_2_official_ReferenceLigand_2">
            <a:extLst>
              <a:ext uri="{FF2B5EF4-FFF2-40B4-BE49-F238E27FC236}">
                <a16:creationId xmlns:a16="http://schemas.microsoft.com/office/drawing/2014/main" id="{E9BF969C-6B40-4C38-B9C8-9B19F6AA228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4" name="9u7j_2_official_ReferenceLigand_3">
            <a:extLst>
              <a:ext uri="{FF2B5EF4-FFF2-40B4-BE49-F238E27FC236}">
                <a16:creationId xmlns:a16="http://schemas.microsoft.com/office/drawing/2014/main" id="{4CD915F8-1581-40BA-BFB2-0F98830AC9F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5" name="9u7j_2_official_ReferenceLigand_4">
            <a:extLst>
              <a:ext uri="{FF2B5EF4-FFF2-40B4-BE49-F238E27FC236}">
                <a16:creationId xmlns:a16="http://schemas.microsoft.com/office/drawing/2014/main" id="{09F9BB60-D2BB-49B7-9EDF-EE5D6F24750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6" name="9u7j_2_official_ReferenceLigand_5">
            <a:extLst>
              <a:ext uri="{FF2B5EF4-FFF2-40B4-BE49-F238E27FC236}">
                <a16:creationId xmlns:a16="http://schemas.microsoft.com/office/drawing/2014/main" id="{3AFA909E-9C7A-4502-8D5E-92AD9423A80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7" name="9u7j_2_official_ReferenceLigand_6">
            <a:extLst>
              <a:ext uri="{FF2B5EF4-FFF2-40B4-BE49-F238E27FC236}">
                <a16:creationId xmlns:a16="http://schemas.microsoft.com/office/drawing/2014/main" id="{27CF226F-8314-4560-9438-930BB16DAE5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8" name="9u7j_2_official_ReferenceLigand_7">
            <a:extLst>
              <a:ext uri="{FF2B5EF4-FFF2-40B4-BE49-F238E27FC236}">
                <a16:creationId xmlns:a16="http://schemas.microsoft.com/office/drawing/2014/main" id="{75E45E21-CBD8-4E13-AE30-6CE4A5C1854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9" name="9u7j_2_official_ReferenceLigand_8">
            <a:extLst>
              <a:ext uri="{FF2B5EF4-FFF2-40B4-BE49-F238E27FC236}">
                <a16:creationId xmlns:a16="http://schemas.microsoft.com/office/drawing/2014/main" id="{3A1872A4-8ABD-4BDD-975F-09C34979021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0" name="9u7j_2_official_ReferenceLigand_9">
            <a:extLst>
              <a:ext uri="{FF2B5EF4-FFF2-40B4-BE49-F238E27FC236}">
                <a16:creationId xmlns:a16="http://schemas.microsoft.com/office/drawing/2014/main" id="{D81E8C5E-1540-407B-BE6C-DF58D459BA6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1" name="9u7j_2_official_ReferenceLigand_10">
            <a:extLst>
              <a:ext uri="{FF2B5EF4-FFF2-40B4-BE49-F238E27FC236}">
                <a16:creationId xmlns:a16="http://schemas.microsoft.com/office/drawing/2014/main" id="{2801BAFE-706A-44E6-98D3-9FC545C30F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2" name="9u7j_2_official_ReferenceLigand_11">
            <a:extLst>
              <a:ext uri="{FF2B5EF4-FFF2-40B4-BE49-F238E27FC236}">
                <a16:creationId xmlns:a16="http://schemas.microsoft.com/office/drawing/2014/main" id="{9CE286CC-0A20-440A-A3AB-2D371B9563F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3" name="9u7j_2_official_ReferenceLigand_12">
            <a:extLst>
              <a:ext uri="{FF2B5EF4-FFF2-40B4-BE49-F238E27FC236}">
                <a16:creationId xmlns:a16="http://schemas.microsoft.com/office/drawing/2014/main" id="{AF9AC846-3B03-4B92-BBF2-4548508BF92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4" name="9u7j_2_official_ReferenceLigand_13">
            <a:extLst>
              <a:ext uri="{FF2B5EF4-FFF2-40B4-BE49-F238E27FC236}">
                <a16:creationId xmlns:a16="http://schemas.microsoft.com/office/drawing/2014/main" id="{9085B296-6A91-40DF-B71D-51CAAB9226D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5" name="9u7j_2_official_ReferenceLigand_14">
            <a:extLst>
              <a:ext uri="{FF2B5EF4-FFF2-40B4-BE49-F238E27FC236}">
                <a16:creationId xmlns:a16="http://schemas.microsoft.com/office/drawing/2014/main" id="{A2544499-9D07-49A7-A1EE-78477F3DDBA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6" name="9u7j_2_official_ReferenceLigand_15">
            <a:extLst>
              <a:ext uri="{FF2B5EF4-FFF2-40B4-BE49-F238E27FC236}">
                <a16:creationId xmlns:a16="http://schemas.microsoft.com/office/drawing/2014/main" id="{7D915B66-D2BC-49B8-BDA2-C40D0BB02D7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7" name="9u7j_2_official_ReferenceLigand_16">
            <a:extLst>
              <a:ext uri="{FF2B5EF4-FFF2-40B4-BE49-F238E27FC236}">
                <a16:creationId xmlns:a16="http://schemas.microsoft.com/office/drawing/2014/main" id="{551C6451-961B-4856-9551-D548087204F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8" name="9u7j_2_official_ReferenceLigand_17">
            <a:extLst>
              <a:ext uri="{FF2B5EF4-FFF2-40B4-BE49-F238E27FC236}">
                <a16:creationId xmlns:a16="http://schemas.microsoft.com/office/drawing/2014/main" id="{2A1723FA-C677-4CB5-8437-92A102FE48F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9" name="9u7j_2_official_ReferenceLigand_18">
            <a:extLst>
              <a:ext uri="{FF2B5EF4-FFF2-40B4-BE49-F238E27FC236}">
                <a16:creationId xmlns:a16="http://schemas.microsoft.com/office/drawing/2014/main" id="{E105C553-2CFD-49A4-B80E-79C9DAF0485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0" name="9u7j_2_official_ReferenceLigand_19">
            <a:extLst>
              <a:ext uri="{FF2B5EF4-FFF2-40B4-BE49-F238E27FC236}">
                <a16:creationId xmlns:a16="http://schemas.microsoft.com/office/drawing/2014/main" id="{87053A2D-7EBF-4282-923F-3AA51E98E69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1" name="9u7j_2_official_ReferenceLigand_20">
            <a:extLst>
              <a:ext uri="{FF2B5EF4-FFF2-40B4-BE49-F238E27FC236}">
                <a16:creationId xmlns:a16="http://schemas.microsoft.com/office/drawing/2014/main" id="{E1A98A0A-95C8-404A-97C7-F63A7BBCD64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2" name="9u7j_2_official_ReferenceLigand_21">
            <a:extLst>
              <a:ext uri="{FF2B5EF4-FFF2-40B4-BE49-F238E27FC236}">
                <a16:creationId xmlns:a16="http://schemas.microsoft.com/office/drawing/2014/main" id="{28214375-4EDD-43CD-A78C-7801B719C17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3" name="9u7j_2_official_ReferenceLigand_22">
            <a:extLst>
              <a:ext uri="{FF2B5EF4-FFF2-40B4-BE49-F238E27FC236}">
                <a16:creationId xmlns:a16="http://schemas.microsoft.com/office/drawing/2014/main" id="{3777E13F-587F-4A44-9174-CCFE3885633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4" name="9u7j_2_official_ReferenceLigand_23">
            <a:extLst>
              <a:ext uri="{FF2B5EF4-FFF2-40B4-BE49-F238E27FC236}">
                <a16:creationId xmlns:a16="http://schemas.microsoft.com/office/drawing/2014/main" id="{28980782-B2D2-4752-97A6-B1180A8CF3E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5" name="9u7j_2_official_ReferenceLigand_24">
            <a:extLst>
              <a:ext uri="{FF2B5EF4-FFF2-40B4-BE49-F238E27FC236}">
                <a16:creationId xmlns:a16="http://schemas.microsoft.com/office/drawing/2014/main" id="{99B13A0B-0005-4632-AEC6-CAB79FEAEB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6" name="9u7j_2_official_ReferenceLigand_25">
            <a:extLst>
              <a:ext uri="{FF2B5EF4-FFF2-40B4-BE49-F238E27FC236}">
                <a16:creationId xmlns:a16="http://schemas.microsoft.com/office/drawing/2014/main" id="{4DB13FAB-09CF-4CB0-B995-C0950524D7C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7" name="9u7j_2_official_ReferenceLigand_26">
            <a:extLst>
              <a:ext uri="{FF2B5EF4-FFF2-40B4-BE49-F238E27FC236}">
                <a16:creationId xmlns:a16="http://schemas.microsoft.com/office/drawing/2014/main" id="{1BDF09D8-5E1D-4830-9AB2-4101CD50C5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8" name="9u7j_2_official_ReferenceLigand_27">
            <a:extLst>
              <a:ext uri="{FF2B5EF4-FFF2-40B4-BE49-F238E27FC236}">
                <a16:creationId xmlns:a16="http://schemas.microsoft.com/office/drawing/2014/main" id="{BC317477-D7A6-43A7-A290-4F8D149F286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9" name="9u7j_2_official_ReferenceLigand_28">
            <a:extLst>
              <a:ext uri="{FF2B5EF4-FFF2-40B4-BE49-F238E27FC236}">
                <a16:creationId xmlns:a16="http://schemas.microsoft.com/office/drawing/2014/main" id="{99C6E192-CD02-4C83-AE61-CA6A6821603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0" name="9u7j_2_official_ReferenceLigand_29">
            <a:extLst>
              <a:ext uri="{FF2B5EF4-FFF2-40B4-BE49-F238E27FC236}">
                <a16:creationId xmlns:a16="http://schemas.microsoft.com/office/drawing/2014/main" id="{E0223627-E47F-443C-BD63-30F48FEB06B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1" name="9u7j_2_official_ReferenceLigand_30">
            <a:extLst>
              <a:ext uri="{FF2B5EF4-FFF2-40B4-BE49-F238E27FC236}">
                <a16:creationId xmlns:a16="http://schemas.microsoft.com/office/drawing/2014/main" id="{DFED034F-C717-491A-9C8D-3D7236E2862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2" name="9u7j_2_official_ReferenceLigand_31">
            <a:extLst>
              <a:ext uri="{FF2B5EF4-FFF2-40B4-BE49-F238E27FC236}">
                <a16:creationId xmlns:a16="http://schemas.microsoft.com/office/drawing/2014/main" id="{10A1E424-EC57-487C-B011-962D748CDF2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3" name="9u7j_2_official_ReferenceLigand_32">
            <a:extLst>
              <a:ext uri="{FF2B5EF4-FFF2-40B4-BE49-F238E27FC236}">
                <a16:creationId xmlns:a16="http://schemas.microsoft.com/office/drawing/2014/main" id="{8ACDF422-B1EF-43AD-BF45-DF083BBECDB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4" name="9u7j_2_official_ReferenceLigand_33">
            <a:extLst>
              <a:ext uri="{FF2B5EF4-FFF2-40B4-BE49-F238E27FC236}">
                <a16:creationId xmlns:a16="http://schemas.microsoft.com/office/drawing/2014/main" id="{5B21D06B-A2E9-472F-8F1B-89D826FF376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5" name="9u7j_2_official_ReferenceLigand_34">
            <a:extLst>
              <a:ext uri="{FF2B5EF4-FFF2-40B4-BE49-F238E27FC236}">
                <a16:creationId xmlns:a16="http://schemas.microsoft.com/office/drawing/2014/main" id="{CD6E7078-4F75-449A-8627-AB82C3A42B5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6" name="9u7j_2_official_ReferenceLigand_35">
            <a:extLst>
              <a:ext uri="{FF2B5EF4-FFF2-40B4-BE49-F238E27FC236}">
                <a16:creationId xmlns:a16="http://schemas.microsoft.com/office/drawing/2014/main" id="{9C2247BA-B2DE-4652-840E-AC093802E74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7" name="9u7j_2_official_ReferenceLigand_36">
            <a:extLst>
              <a:ext uri="{FF2B5EF4-FFF2-40B4-BE49-F238E27FC236}">
                <a16:creationId xmlns:a16="http://schemas.microsoft.com/office/drawing/2014/main" id="{55ED28AB-15E7-439D-BA84-18F64C3AA9A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8" name="9u7j_2_official_ReferenceLigand_37">
            <a:extLst>
              <a:ext uri="{FF2B5EF4-FFF2-40B4-BE49-F238E27FC236}">
                <a16:creationId xmlns:a16="http://schemas.microsoft.com/office/drawing/2014/main" id="{E17B4362-7B3F-49C0-B69D-B7A1AD8473C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9" name="9u7j_2_official_PredictedLigand_0">
            <a:extLst>
              <a:ext uri="{FF2B5EF4-FFF2-40B4-BE49-F238E27FC236}">
                <a16:creationId xmlns:a16="http://schemas.microsoft.com/office/drawing/2014/main" id="{E9439D7C-A50C-49F9-A21E-F4674F0E907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381072" y="3595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u7j_2_official_PredictedLigand_1">
            <a:extLst>
              <a:ext uri="{FF2B5EF4-FFF2-40B4-BE49-F238E27FC236}">
                <a16:creationId xmlns:a16="http://schemas.microsoft.com/office/drawing/2014/main" id="{DB0D8D36-E295-4872-90D3-551535DBD92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275818" y="133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u7j_2_official_PredictedLigand_2">
            <a:extLst>
              <a:ext uri="{FF2B5EF4-FFF2-40B4-BE49-F238E27FC236}">
                <a16:creationId xmlns:a16="http://schemas.microsoft.com/office/drawing/2014/main" id="{781CF16F-7534-4C1C-A661-3924F647BD9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603" y="926111"/>
                </a:moveTo>
                <a:lnTo>
                  <a:pt x="731427" y="8116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u7j_2_official_PredictedLigand_3">
            <a:extLst>
              <a:ext uri="{FF2B5EF4-FFF2-40B4-BE49-F238E27FC236}">
                <a16:creationId xmlns:a16="http://schemas.microsoft.com/office/drawing/2014/main" id="{3098BFD8-BF1C-42EC-AFBC-65FF599969E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8203" y="360075"/>
                </a:moveTo>
                <a:lnTo>
                  <a:pt x="1333496" y="272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u7j_2_official_PredictedLigand_4">
            <a:extLst>
              <a:ext uri="{FF2B5EF4-FFF2-40B4-BE49-F238E27FC236}">
                <a16:creationId xmlns:a16="http://schemas.microsoft.com/office/drawing/2014/main" id="{B8366F86-73AA-4348-8260-12FE2B91AAD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466901" y="2381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u7j_2_official_PredictedLigand_5">
            <a:extLst>
              <a:ext uri="{FF2B5EF4-FFF2-40B4-BE49-F238E27FC236}">
                <a16:creationId xmlns:a16="http://schemas.microsoft.com/office/drawing/2014/main" id="{1632B336-A228-41E6-A1F6-5336B59C829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968004" y="3795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5" name="9u7j_2_official_PredictedLigand_6">
            <a:extLst>
              <a:ext uri="{FF2B5EF4-FFF2-40B4-BE49-F238E27FC236}">
                <a16:creationId xmlns:a16="http://schemas.microsoft.com/office/drawing/2014/main" id="{22208AE5-3B56-4709-A947-3CF8C167DA6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1427" y="811660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6" name="9u7j_2_official_PredictedLigand_7">
            <a:extLst>
              <a:ext uri="{FF2B5EF4-FFF2-40B4-BE49-F238E27FC236}">
                <a16:creationId xmlns:a16="http://schemas.microsoft.com/office/drawing/2014/main" id="{114C5A04-1BE2-4A95-BCAB-EBB75356F6D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14313" y="9012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7" name="9u7j_2_official_PredictedLigand_8">
            <a:extLst>
              <a:ext uri="{FF2B5EF4-FFF2-40B4-BE49-F238E27FC236}">
                <a16:creationId xmlns:a16="http://schemas.microsoft.com/office/drawing/2014/main" id="{B54B974F-D5CA-446F-BC1F-ACF9AC979A3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218203" y="3600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8" name="9u7j_2_official_PredictedLigand_9">
            <a:extLst>
              <a:ext uri="{FF2B5EF4-FFF2-40B4-BE49-F238E27FC236}">
                <a16:creationId xmlns:a16="http://schemas.microsoft.com/office/drawing/2014/main" id="{95D16679-2CA8-4A03-B117-8DF99010938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8737" y="680907"/>
                </a:moveTo>
                <a:lnTo>
                  <a:pt x="1796822" y="7869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9" name="9u7j_2_official_PredictedLigand_10">
            <a:extLst>
              <a:ext uri="{FF2B5EF4-FFF2-40B4-BE49-F238E27FC236}">
                <a16:creationId xmlns:a16="http://schemas.microsoft.com/office/drawing/2014/main" id="{1CE48073-AA32-4B73-8B20-138726DE64F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3605" y="551875"/>
                </a:moveTo>
                <a:lnTo>
                  <a:pt x="1708737" y="68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0" name="9u7j_2_official_PredictedLigand_11">
            <a:extLst>
              <a:ext uri="{FF2B5EF4-FFF2-40B4-BE49-F238E27FC236}">
                <a16:creationId xmlns:a16="http://schemas.microsoft.com/office/drawing/2014/main" id="{3748D80E-DF54-4C77-9799-417E7E11772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027235" y="176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1" name="9u7j_2_official_PredictedLigand_12">
            <a:extLst>
              <a:ext uri="{FF2B5EF4-FFF2-40B4-BE49-F238E27FC236}">
                <a16:creationId xmlns:a16="http://schemas.microsoft.com/office/drawing/2014/main" id="{A8BE0182-D2C0-4806-90AF-70F1E53ADA5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8815" y="774859"/>
                </a:moveTo>
                <a:lnTo>
                  <a:pt x="876822" y="628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2" name="9u7j_2_official_PredictedLigand_13">
            <a:extLst>
              <a:ext uri="{FF2B5EF4-FFF2-40B4-BE49-F238E27FC236}">
                <a16:creationId xmlns:a16="http://schemas.microsoft.com/office/drawing/2014/main" id="{10F1FF71-15F5-4CCD-A284-58579460241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901" y="238169"/>
                </a:moveTo>
                <a:lnTo>
                  <a:pt x="1461518" y="1846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3" name="9u7j_2_official_PredictedLigand_14">
            <a:extLst>
              <a:ext uri="{FF2B5EF4-FFF2-40B4-BE49-F238E27FC236}">
                <a16:creationId xmlns:a16="http://schemas.microsoft.com/office/drawing/2014/main" id="{30E835A2-4E1F-43F2-BAFF-0C14EFA0C5E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752" y="430876"/>
                </a:moveTo>
                <a:lnTo>
                  <a:pt x="1054291" y="3362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4" name="9u7j_2_official_PredictedLigand_15">
            <a:extLst>
              <a:ext uri="{FF2B5EF4-FFF2-40B4-BE49-F238E27FC236}">
                <a16:creationId xmlns:a16="http://schemas.microsoft.com/office/drawing/2014/main" id="{917CE09A-6EF9-4ADA-8EBC-5CECEBD02B9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6822" y="628071"/>
                </a:moveTo>
                <a:lnTo>
                  <a:pt x="1001986" y="5852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5" name="9u7j_2_official_PredictedLigand_16">
            <a:extLst>
              <a:ext uri="{FF2B5EF4-FFF2-40B4-BE49-F238E27FC236}">
                <a16:creationId xmlns:a16="http://schemas.microsoft.com/office/drawing/2014/main" id="{3E71B68C-54F8-4CEE-B172-349996FD824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69486" y="7609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6" name="9u7j_2_official_PredictedLigand_17">
            <a:extLst>
              <a:ext uri="{FF2B5EF4-FFF2-40B4-BE49-F238E27FC236}">
                <a16:creationId xmlns:a16="http://schemas.microsoft.com/office/drawing/2014/main" id="{2E41442F-A024-49F8-AAFF-7E3E5E26D80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7" name="9u7j_2_official_PredictedLigand_18">
            <a:extLst>
              <a:ext uri="{FF2B5EF4-FFF2-40B4-BE49-F238E27FC236}">
                <a16:creationId xmlns:a16="http://schemas.microsoft.com/office/drawing/2014/main" id="{BE21AE19-F239-4F01-BD49-1616F22784D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47" y="535914"/>
                </a:moveTo>
                <a:lnTo>
                  <a:pt x="1693605" y="5518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8" name="9u7j_2_official_PredictedLigand_19">
            <a:extLst>
              <a:ext uri="{FF2B5EF4-FFF2-40B4-BE49-F238E27FC236}">
                <a16:creationId xmlns:a16="http://schemas.microsoft.com/office/drawing/2014/main" id="{60E321A1-8376-439F-AB92-BA0CDDC86F5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3752" y="4308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9" name="9u7j_2_official_PredictedLigand_20">
            <a:extLst>
              <a:ext uri="{FF2B5EF4-FFF2-40B4-BE49-F238E27FC236}">
                <a16:creationId xmlns:a16="http://schemas.microsoft.com/office/drawing/2014/main" id="{0A16635D-4DED-4FC7-AD68-EC952D1E899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790279" y="987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0" name="9u7j_2_official_PredictedLigand_21">
            <a:extLst>
              <a:ext uri="{FF2B5EF4-FFF2-40B4-BE49-F238E27FC236}">
                <a16:creationId xmlns:a16="http://schemas.microsoft.com/office/drawing/2014/main" id="{51805C10-0E16-4221-951C-F0BD914C2E1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518" y="184667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1" name="9u7j_2_official_PredictedLigand_22">
            <a:extLst>
              <a:ext uri="{FF2B5EF4-FFF2-40B4-BE49-F238E27FC236}">
                <a16:creationId xmlns:a16="http://schemas.microsoft.com/office/drawing/2014/main" id="{99B50612-52BF-46F4-8104-73115DA8626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9486" y="760951"/>
                </a:moveTo>
                <a:lnTo>
                  <a:pt x="1853578" y="6378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2" name="9u7j_2_official_PredictedLigand_23">
            <a:extLst>
              <a:ext uri="{FF2B5EF4-FFF2-40B4-BE49-F238E27FC236}">
                <a16:creationId xmlns:a16="http://schemas.microsoft.com/office/drawing/2014/main" id="{E38C466A-6144-4A3F-855C-FAA69B13C2A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4501" y="66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3" name="9u7j_2_official_PredictedLigand_24">
            <a:extLst>
              <a:ext uri="{FF2B5EF4-FFF2-40B4-BE49-F238E27FC236}">
                <a16:creationId xmlns:a16="http://schemas.microsoft.com/office/drawing/2014/main" id="{5E02F6D6-2AD4-4F45-BD60-75F18B8134C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677" y="200366"/>
                </a:moveTo>
                <a:lnTo>
                  <a:pt x="1696899" y="289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4" name="9u7j_2_official_PredictedLigand_25">
            <a:extLst>
              <a:ext uri="{FF2B5EF4-FFF2-40B4-BE49-F238E27FC236}">
                <a16:creationId xmlns:a16="http://schemas.microsoft.com/office/drawing/2014/main" id="{FF94FED8-4AB5-404B-8552-B08E48CC50D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5" name="9u7j_2_official_PredictedLigand_26">
            <a:extLst>
              <a:ext uri="{FF2B5EF4-FFF2-40B4-BE49-F238E27FC236}">
                <a16:creationId xmlns:a16="http://schemas.microsoft.com/office/drawing/2014/main" id="{88B793C3-0993-4CC7-B323-3D17A5811A7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853921" y="8495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6" name="9u7j_2_official_PredictedLigand_27">
            <a:extLst>
              <a:ext uri="{FF2B5EF4-FFF2-40B4-BE49-F238E27FC236}">
                <a16:creationId xmlns:a16="http://schemas.microsoft.com/office/drawing/2014/main" id="{067E9F3D-677C-4566-875E-7AD57458B4C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6899" y="289739"/>
                </a:moveTo>
                <a:lnTo>
                  <a:pt x="1734564" y="404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7" name="9u7j_2_official_PredictedLigand_28">
            <a:extLst>
              <a:ext uri="{FF2B5EF4-FFF2-40B4-BE49-F238E27FC236}">
                <a16:creationId xmlns:a16="http://schemas.microsoft.com/office/drawing/2014/main" id="{98C56FF9-728C-488D-9347-053962DEF91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8" name="9u7j_2_official_PredictedLigand_29">
            <a:extLst>
              <a:ext uri="{FF2B5EF4-FFF2-40B4-BE49-F238E27FC236}">
                <a16:creationId xmlns:a16="http://schemas.microsoft.com/office/drawing/2014/main" id="{2E6C0D21-E61B-4F9B-B237-959753817DF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94902" y="821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9" name="9u7j_2_official_PredictedLigand_30">
            <a:extLst>
              <a:ext uri="{FF2B5EF4-FFF2-40B4-BE49-F238E27FC236}">
                <a16:creationId xmlns:a16="http://schemas.microsoft.com/office/drawing/2014/main" id="{EE31BB7D-6749-44F5-8BBA-EAC004196E2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926887" y="6244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0" name="9u7j_2_official_PredictedLigand_31">
            <a:extLst>
              <a:ext uri="{FF2B5EF4-FFF2-40B4-BE49-F238E27FC236}">
                <a16:creationId xmlns:a16="http://schemas.microsoft.com/office/drawing/2014/main" id="{E15D9497-6581-4C45-979C-FCC46ADAB17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1" name="9u7j_2_official_PredictedLigand_32">
            <a:extLst>
              <a:ext uri="{FF2B5EF4-FFF2-40B4-BE49-F238E27FC236}">
                <a16:creationId xmlns:a16="http://schemas.microsoft.com/office/drawing/2014/main" id="{2C9CDFC5-EC69-4488-88C4-A57469C50AA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618717" y="4083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2" name="9u7j_2_official_PredictedLigand_33">
            <a:extLst>
              <a:ext uri="{FF2B5EF4-FFF2-40B4-BE49-F238E27FC236}">
                <a16:creationId xmlns:a16="http://schemas.microsoft.com/office/drawing/2014/main" id="{8B348C9E-E818-4178-8EBD-056F4ADA233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997485" y="8922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3" name="9u7j_2_official_PredictedLigand_34">
            <a:extLst>
              <a:ext uri="{FF2B5EF4-FFF2-40B4-BE49-F238E27FC236}">
                <a16:creationId xmlns:a16="http://schemas.microsoft.com/office/drawing/2014/main" id="{B0032D8E-8E7D-45C2-AD7E-BC3B8486AF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31844" y="615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4" name="9u7j_2_official_PredictedLigand_35">
            <a:extLst>
              <a:ext uri="{FF2B5EF4-FFF2-40B4-BE49-F238E27FC236}">
                <a16:creationId xmlns:a16="http://schemas.microsoft.com/office/drawing/2014/main" id="{FB8AA137-71AD-4035-AAE4-E4438D69AC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562229" y="2581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5" name="9u7j_2_official_PredictedLigand_36">
            <a:extLst>
              <a:ext uri="{FF2B5EF4-FFF2-40B4-BE49-F238E27FC236}">
                <a16:creationId xmlns:a16="http://schemas.microsoft.com/office/drawing/2014/main" id="{C9AE8182-C778-4500-B140-32D5E496512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625907" y="1918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6" name="9u7j_2_official_PredictedLigand_37">
            <a:extLst>
              <a:ext uri="{FF2B5EF4-FFF2-40B4-BE49-F238E27FC236}">
                <a16:creationId xmlns:a16="http://schemas.microsoft.com/office/drawing/2014/main" id="{26ED3CA5-B2B1-46B4-B57A-07B173BD48D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644070" y="4633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7" name="9u7j_2_official_PredictedAtoms_0">
            <a:extLst>
              <a:ext uri="{FF2B5EF4-FFF2-40B4-BE49-F238E27FC236}">
                <a16:creationId xmlns:a16="http://schemas.microsoft.com/office/drawing/2014/main" id="{C314B380-EE35-4B28-A4D9-80A5ECA71106}"/>
              </a:ext>
            </a:extLst>
          </p:cNvPr>
          <p:cNvSpPr>
            <a:spLocks noGrp="1"/>
          </p:cNvSpPr>
          <p:nvPr/>
        </p:nvSpPr>
        <p:spPr>
          <a:xfrm>
            <a:off x="972011" y="528189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8" name="9u7j_2_official_PredictedAtoms_1">
            <a:extLst>
              <a:ext uri="{FF2B5EF4-FFF2-40B4-BE49-F238E27FC236}">
                <a16:creationId xmlns:a16="http://schemas.microsoft.com/office/drawing/2014/main" id="{CE8FB2EB-724B-4293-87F8-B38DDC30C3EE}"/>
              </a:ext>
            </a:extLst>
          </p:cNvPr>
          <p:cNvSpPr>
            <a:spLocks noGrp="1"/>
          </p:cNvSpPr>
          <p:nvPr/>
        </p:nvSpPr>
        <p:spPr>
          <a:xfrm>
            <a:off x="943835" y="51674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9" name="9u7j_2_official_PredictedAtoms_2">
            <a:extLst>
              <a:ext uri="{FF2B5EF4-FFF2-40B4-BE49-F238E27FC236}">
                <a16:creationId xmlns:a16="http://schemas.microsoft.com/office/drawing/2014/main" id="{2FF6719F-E978-4419-AC24-9179A302AA45}"/>
              </a:ext>
            </a:extLst>
          </p:cNvPr>
          <p:cNvSpPr>
            <a:spLocks noGrp="1"/>
          </p:cNvSpPr>
          <p:nvPr/>
        </p:nvSpPr>
        <p:spPr>
          <a:xfrm>
            <a:off x="1071223" y="51306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0" name="9u7j_2_official_PredictedAtoms_3">
            <a:extLst>
              <a:ext uri="{FF2B5EF4-FFF2-40B4-BE49-F238E27FC236}">
                <a16:creationId xmlns:a16="http://schemas.microsoft.com/office/drawing/2014/main" id="{1F4C19E4-A2DC-41CD-B6E4-CE6E6083BA54}"/>
              </a:ext>
            </a:extLst>
          </p:cNvPr>
          <p:cNvSpPr>
            <a:spLocks noGrp="1"/>
          </p:cNvSpPr>
          <p:nvPr/>
        </p:nvSpPr>
        <p:spPr>
          <a:xfrm>
            <a:off x="1089230" y="49838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1" name="9u7j_2_official_PredictedAtoms_4">
            <a:extLst>
              <a:ext uri="{FF2B5EF4-FFF2-40B4-BE49-F238E27FC236}">
                <a16:creationId xmlns:a16="http://schemas.microsoft.com/office/drawing/2014/main" id="{A33179F2-C94D-4478-A7FA-BAD40C79ADFD}"/>
              </a:ext>
            </a:extLst>
          </p:cNvPr>
          <p:cNvSpPr>
            <a:spLocks noGrp="1"/>
          </p:cNvSpPr>
          <p:nvPr/>
        </p:nvSpPr>
        <p:spPr>
          <a:xfrm>
            <a:off x="1214394" y="49410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2" name="9u7j_2_official_PredictedAtoms_5">
            <a:extLst>
              <a:ext uri="{FF2B5EF4-FFF2-40B4-BE49-F238E27FC236}">
                <a16:creationId xmlns:a16="http://schemas.microsoft.com/office/drawing/2014/main" id="{635DE1D3-C907-466C-BC45-6609C07B89F1}"/>
              </a:ext>
            </a:extLst>
          </p:cNvPr>
          <p:cNvSpPr>
            <a:spLocks noGrp="1"/>
          </p:cNvSpPr>
          <p:nvPr/>
        </p:nvSpPr>
        <p:spPr>
          <a:xfrm>
            <a:off x="1226160" y="47866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3" name="9u7j_2_official_PredictedAtoms_6">
            <a:extLst>
              <a:ext uri="{FF2B5EF4-FFF2-40B4-BE49-F238E27FC236}">
                <a16:creationId xmlns:a16="http://schemas.microsoft.com/office/drawing/2014/main" id="{4EDECA96-9B21-4441-8FF8-4F8E5689D9E7}"/>
              </a:ext>
            </a:extLst>
          </p:cNvPr>
          <p:cNvSpPr>
            <a:spLocks noGrp="1"/>
          </p:cNvSpPr>
          <p:nvPr/>
        </p:nvSpPr>
        <p:spPr>
          <a:xfrm>
            <a:off x="1266698" y="46920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4" name="9u7j_2_official_PredictedAtoms_7">
            <a:extLst>
              <a:ext uri="{FF2B5EF4-FFF2-40B4-BE49-F238E27FC236}">
                <a16:creationId xmlns:a16="http://schemas.microsoft.com/office/drawing/2014/main" id="{EC408ACA-18EC-4C32-857C-C77FE29AE6F6}"/>
              </a:ext>
            </a:extLst>
          </p:cNvPr>
          <p:cNvSpPr>
            <a:spLocks noGrp="1"/>
          </p:cNvSpPr>
          <p:nvPr/>
        </p:nvSpPr>
        <p:spPr>
          <a:xfrm>
            <a:off x="1180412" y="47353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5" name="9u7j_2_official_PredictedAtoms_8">
            <a:extLst>
              <a:ext uri="{FF2B5EF4-FFF2-40B4-BE49-F238E27FC236}">
                <a16:creationId xmlns:a16="http://schemas.microsoft.com/office/drawing/2014/main" id="{73619608-7BB0-4AA4-BD9A-2EE9499A7776}"/>
              </a:ext>
            </a:extLst>
          </p:cNvPr>
          <p:cNvSpPr>
            <a:spLocks noGrp="1"/>
          </p:cNvSpPr>
          <p:nvPr/>
        </p:nvSpPr>
        <p:spPr>
          <a:xfrm>
            <a:off x="1239643" y="45325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6" name="9u7j_2_official_PredictedAtoms_9">
            <a:extLst>
              <a:ext uri="{FF2B5EF4-FFF2-40B4-BE49-F238E27FC236}">
                <a16:creationId xmlns:a16="http://schemas.microsoft.com/office/drawing/2014/main" id="{15DCB45C-86FD-4BF3-8C93-7C884733B295}"/>
              </a:ext>
            </a:extLst>
          </p:cNvPr>
          <p:cNvSpPr>
            <a:spLocks noGrp="1"/>
          </p:cNvSpPr>
          <p:nvPr/>
        </p:nvSpPr>
        <p:spPr>
          <a:xfrm>
            <a:off x="1430610" y="47158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7" name="9u7j_2_official_PredictedAtoms_10">
            <a:extLst>
              <a:ext uri="{FF2B5EF4-FFF2-40B4-BE49-F238E27FC236}">
                <a16:creationId xmlns:a16="http://schemas.microsoft.com/office/drawing/2014/main" id="{BF8BD6AC-AF0D-40E5-81CA-473E801A09A6}"/>
              </a:ext>
            </a:extLst>
          </p:cNvPr>
          <p:cNvSpPr>
            <a:spLocks noGrp="1"/>
          </p:cNvSpPr>
          <p:nvPr/>
        </p:nvSpPr>
        <p:spPr>
          <a:xfrm>
            <a:off x="1545904" y="46278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8" name="9u7j_2_official_PredictedAtoms_11">
            <a:extLst>
              <a:ext uri="{FF2B5EF4-FFF2-40B4-BE49-F238E27FC236}">
                <a16:creationId xmlns:a16="http://schemas.microsoft.com/office/drawing/2014/main" id="{2897AC37-AF8A-4ACE-BE92-3EB654657DFB}"/>
              </a:ext>
            </a:extLst>
          </p:cNvPr>
          <p:cNvSpPr>
            <a:spLocks noGrp="1"/>
          </p:cNvSpPr>
          <p:nvPr/>
        </p:nvSpPr>
        <p:spPr>
          <a:xfrm>
            <a:off x="1488225" y="44896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9" name="9u7j_2_official_PredictedAtoms_12">
            <a:extLst>
              <a:ext uri="{FF2B5EF4-FFF2-40B4-BE49-F238E27FC236}">
                <a16:creationId xmlns:a16="http://schemas.microsoft.com/office/drawing/2014/main" id="{3F3B17D2-BE90-4726-8CE0-02124E70FF1A}"/>
              </a:ext>
            </a:extLst>
          </p:cNvPr>
          <p:cNvSpPr>
            <a:spLocks noGrp="1"/>
          </p:cNvSpPr>
          <p:nvPr/>
        </p:nvSpPr>
        <p:spPr>
          <a:xfrm>
            <a:off x="1593479" y="47153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0" name="9u7j_2_official_PredictedAtoms_13">
            <a:extLst>
              <a:ext uri="{FF2B5EF4-FFF2-40B4-BE49-F238E27FC236}">
                <a16:creationId xmlns:a16="http://schemas.microsoft.com/office/drawing/2014/main" id="{C208DA89-C5E7-4BCA-AFC3-12763EDD21B8}"/>
              </a:ext>
            </a:extLst>
          </p:cNvPr>
          <p:cNvSpPr>
            <a:spLocks noGrp="1"/>
          </p:cNvSpPr>
          <p:nvPr/>
        </p:nvSpPr>
        <p:spPr>
          <a:xfrm>
            <a:off x="1679309" y="45939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1" name="9u7j_2_official_PredictedAtoms_14">
            <a:extLst>
              <a:ext uri="{FF2B5EF4-FFF2-40B4-BE49-F238E27FC236}">
                <a16:creationId xmlns:a16="http://schemas.microsoft.com/office/drawing/2014/main" id="{F79CC47F-67C0-4736-955F-1122FA267368}"/>
              </a:ext>
            </a:extLst>
          </p:cNvPr>
          <p:cNvSpPr>
            <a:spLocks noGrp="1"/>
          </p:cNvSpPr>
          <p:nvPr/>
        </p:nvSpPr>
        <p:spPr>
          <a:xfrm>
            <a:off x="1673926" y="45404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2" name="9u7j_2_official_PredictedAtoms_15">
            <a:extLst>
              <a:ext uri="{FF2B5EF4-FFF2-40B4-BE49-F238E27FC236}">
                <a16:creationId xmlns:a16="http://schemas.microsoft.com/office/drawing/2014/main" id="{5D2D7034-4954-49D8-BE0D-D5470F432938}"/>
              </a:ext>
            </a:extLst>
          </p:cNvPr>
          <p:cNvSpPr>
            <a:spLocks noGrp="1"/>
          </p:cNvSpPr>
          <p:nvPr/>
        </p:nvSpPr>
        <p:spPr>
          <a:xfrm>
            <a:off x="1804084" y="45561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3" name="9u7j_2_official_PredictedAtoms_16">
            <a:extLst>
              <a:ext uri="{FF2B5EF4-FFF2-40B4-BE49-F238E27FC236}">
                <a16:creationId xmlns:a16="http://schemas.microsoft.com/office/drawing/2014/main" id="{0B501931-3C98-4363-804F-A36CE5B9DA6D}"/>
              </a:ext>
            </a:extLst>
          </p:cNvPr>
          <p:cNvSpPr>
            <a:spLocks noGrp="1"/>
          </p:cNvSpPr>
          <p:nvPr/>
        </p:nvSpPr>
        <p:spPr>
          <a:xfrm>
            <a:off x="1909306" y="46455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4" name="9u7j_2_official_PredictedAtoms_17">
            <a:extLst>
              <a:ext uri="{FF2B5EF4-FFF2-40B4-BE49-F238E27FC236}">
                <a16:creationId xmlns:a16="http://schemas.microsoft.com/office/drawing/2014/main" id="{5FEEA3C2-577F-4BD4-9C61-9B2B1701F152}"/>
              </a:ext>
            </a:extLst>
          </p:cNvPr>
          <p:cNvSpPr>
            <a:spLocks noGrp="1"/>
          </p:cNvSpPr>
          <p:nvPr/>
        </p:nvSpPr>
        <p:spPr>
          <a:xfrm>
            <a:off x="1946971" y="47600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5" name="9u7j_2_official_PredictedAtoms_18">
            <a:extLst>
              <a:ext uri="{FF2B5EF4-FFF2-40B4-BE49-F238E27FC236}">
                <a16:creationId xmlns:a16="http://schemas.microsoft.com/office/drawing/2014/main" id="{3D725F10-2B45-4A88-817D-3C47B700A774}"/>
              </a:ext>
            </a:extLst>
          </p:cNvPr>
          <p:cNvSpPr>
            <a:spLocks noGrp="1"/>
          </p:cNvSpPr>
          <p:nvPr/>
        </p:nvSpPr>
        <p:spPr>
          <a:xfrm>
            <a:off x="1977055" y="48916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6" name="9u7j_2_official_PredictedAtoms_19">
            <a:extLst>
              <a:ext uri="{FF2B5EF4-FFF2-40B4-BE49-F238E27FC236}">
                <a16:creationId xmlns:a16="http://schemas.microsoft.com/office/drawing/2014/main" id="{5E8FCCE9-C19F-4C4A-93D8-A57930DC860F}"/>
              </a:ext>
            </a:extLst>
          </p:cNvPr>
          <p:cNvSpPr>
            <a:spLocks noGrp="1"/>
          </p:cNvSpPr>
          <p:nvPr/>
        </p:nvSpPr>
        <p:spPr>
          <a:xfrm>
            <a:off x="1906013" y="49076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7" name="9u7j_2_official_PredictedAtoms_20">
            <a:extLst>
              <a:ext uri="{FF2B5EF4-FFF2-40B4-BE49-F238E27FC236}">
                <a16:creationId xmlns:a16="http://schemas.microsoft.com/office/drawing/2014/main" id="{7DCC2CFE-B6FA-49AD-B0DE-CB154C881D4B}"/>
              </a:ext>
            </a:extLst>
          </p:cNvPr>
          <p:cNvSpPr>
            <a:spLocks noGrp="1"/>
          </p:cNvSpPr>
          <p:nvPr/>
        </p:nvSpPr>
        <p:spPr>
          <a:xfrm>
            <a:off x="1921145" y="50366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8" name="9u7j_2_official_PredictedAtoms_21">
            <a:extLst>
              <a:ext uri="{FF2B5EF4-FFF2-40B4-BE49-F238E27FC236}">
                <a16:creationId xmlns:a16="http://schemas.microsoft.com/office/drawing/2014/main" id="{695A2FC0-BC35-44AF-9DDF-A5CE4FD5C7B4}"/>
              </a:ext>
            </a:extLst>
          </p:cNvPr>
          <p:cNvSpPr>
            <a:spLocks noGrp="1"/>
          </p:cNvSpPr>
          <p:nvPr/>
        </p:nvSpPr>
        <p:spPr>
          <a:xfrm>
            <a:off x="2009229" y="51427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9" name="9u7j_2_official_PredictedAtoms_22">
            <a:extLst>
              <a:ext uri="{FF2B5EF4-FFF2-40B4-BE49-F238E27FC236}">
                <a16:creationId xmlns:a16="http://schemas.microsoft.com/office/drawing/2014/main" id="{2ACBE56C-511D-4499-82A9-BC9758570955}"/>
              </a:ext>
            </a:extLst>
          </p:cNvPr>
          <p:cNvSpPr>
            <a:spLocks noGrp="1"/>
          </p:cNvSpPr>
          <p:nvPr/>
        </p:nvSpPr>
        <p:spPr>
          <a:xfrm>
            <a:off x="2026720" y="52570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0" name="9u7j_2_official_PredictedAtoms_23">
            <a:extLst>
              <a:ext uri="{FF2B5EF4-FFF2-40B4-BE49-F238E27FC236}">
                <a16:creationId xmlns:a16="http://schemas.microsoft.com/office/drawing/2014/main" id="{FCCF6CA9-0B37-4FBE-B6D5-426A66225A26}"/>
              </a:ext>
            </a:extLst>
          </p:cNvPr>
          <p:cNvSpPr>
            <a:spLocks noGrp="1"/>
          </p:cNvSpPr>
          <p:nvPr/>
        </p:nvSpPr>
        <p:spPr>
          <a:xfrm>
            <a:off x="2081893" y="51167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1" name="9u7j_2_official_PredictedAtoms_24">
            <a:extLst>
              <a:ext uri="{FF2B5EF4-FFF2-40B4-BE49-F238E27FC236}">
                <a16:creationId xmlns:a16="http://schemas.microsoft.com/office/drawing/2014/main" id="{7E99BC04-FE15-473F-9A5F-1F5DC7826F08}"/>
              </a:ext>
            </a:extLst>
          </p:cNvPr>
          <p:cNvSpPr>
            <a:spLocks noGrp="1"/>
          </p:cNvSpPr>
          <p:nvPr/>
        </p:nvSpPr>
        <p:spPr>
          <a:xfrm>
            <a:off x="2065985" y="49936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2" name="9u7j_2_official_PredictedAtoms_25">
            <a:extLst>
              <a:ext uri="{FF2B5EF4-FFF2-40B4-BE49-F238E27FC236}">
                <a16:creationId xmlns:a16="http://schemas.microsoft.com/office/drawing/2014/main" id="{FFD5C440-8DE1-48F1-BEBB-6F7151C4EA55}"/>
              </a:ext>
            </a:extLst>
          </p:cNvPr>
          <p:cNvSpPr>
            <a:spLocks noGrp="1"/>
          </p:cNvSpPr>
          <p:nvPr/>
        </p:nvSpPr>
        <p:spPr>
          <a:xfrm>
            <a:off x="2139295" y="49802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3" name="9u7j_2_official_PredictedAtoms_26">
            <a:extLst>
              <a:ext uri="{FF2B5EF4-FFF2-40B4-BE49-F238E27FC236}">
                <a16:creationId xmlns:a16="http://schemas.microsoft.com/office/drawing/2014/main" id="{083580AE-C4D9-4D60-9593-D91736678E78}"/>
              </a:ext>
            </a:extLst>
          </p:cNvPr>
          <p:cNvSpPr>
            <a:spLocks noGrp="1"/>
          </p:cNvSpPr>
          <p:nvPr/>
        </p:nvSpPr>
        <p:spPr>
          <a:xfrm>
            <a:off x="1831125" y="47640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4" name="9u7j_2_official_PredictedAtoms_27">
            <a:extLst>
              <a:ext uri="{FF2B5EF4-FFF2-40B4-BE49-F238E27FC236}">
                <a16:creationId xmlns:a16="http://schemas.microsoft.com/office/drawing/2014/main" id="{0C3DBDFB-52EF-4C67-AFF0-F3DDC632F39F}"/>
              </a:ext>
            </a:extLst>
          </p:cNvPr>
          <p:cNvSpPr>
            <a:spLocks noGrp="1"/>
          </p:cNvSpPr>
          <p:nvPr/>
        </p:nvSpPr>
        <p:spPr>
          <a:xfrm>
            <a:off x="1856478" y="48191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5" name="9u7j_2_official_PredictedAtoms_28">
            <a:extLst>
              <a:ext uri="{FF2B5EF4-FFF2-40B4-BE49-F238E27FC236}">
                <a16:creationId xmlns:a16="http://schemas.microsoft.com/office/drawing/2014/main" id="{6B3BD97D-AE99-4912-8C2D-84E3C6FB8B8E}"/>
              </a:ext>
            </a:extLst>
          </p:cNvPr>
          <p:cNvSpPr>
            <a:spLocks noGrp="1"/>
          </p:cNvSpPr>
          <p:nvPr/>
        </p:nvSpPr>
        <p:spPr>
          <a:xfrm>
            <a:off x="1774637" y="46139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6" name="9u7j_2_official_PredictedAtoms_29">
            <a:extLst>
              <a:ext uri="{FF2B5EF4-FFF2-40B4-BE49-F238E27FC236}">
                <a16:creationId xmlns:a16="http://schemas.microsoft.com/office/drawing/2014/main" id="{D26278E7-2F52-483D-B7A9-9695F108C7F5}"/>
              </a:ext>
            </a:extLst>
          </p:cNvPr>
          <p:cNvSpPr>
            <a:spLocks noGrp="1"/>
          </p:cNvSpPr>
          <p:nvPr/>
        </p:nvSpPr>
        <p:spPr>
          <a:xfrm>
            <a:off x="1838315" y="45475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7" name="9u7j_2_official_PredictedAtoms_30">
            <a:extLst>
              <a:ext uri="{FF2B5EF4-FFF2-40B4-BE49-F238E27FC236}">
                <a16:creationId xmlns:a16="http://schemas.microsoft.com/office/drawing/2014/main" id="{C57E9F3E-C87F-4677-84B5-3F5C39A795F8}"/>
              </a:ext>
            </a:extLst>
          </p:cNvPr>
          <p:cNvSpPr>
            <a:spLocks noGrp="1"/>
          </p:cNvSpPr>
          <p:nvPr/>
        </p:nvSpPr>
        <p:spPr>
          <a:xfrm>
            <a:off x="1226909" y="50192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8" name="9u7j_2_official_PredictedAtoms_31">
            <a:extLst>
              <a:ext uri="{FF2B5EF4-FFF2-40B4-BE49-F238E27FC236}">
                <a16:creationId xmlns:a16="http://schemas.microsoft.com/office/drawing/2014/main" id="{35B8D4D6-B8D6-4F8A-9C0D-FDC3D5F1470E}"/>
              </a:ext>
            </a:extLst>
          </p:cNvPr>
          <p:cNvSpPr>
            <a:spLocks noGrp="1"/>
          </p:cNvSpPr>
          <p:nvPr/>
        </p:nvSpPr>
        <p:spPr>
          <a:xfrm>
            <a:off x="1144252" y="49711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9" name="9u7j_2_official_PredictedAtoms_32">
            <a:extLst>
              <a:ext uri="{FF2B5EF4-FFF2-40B4-BE49-F238E27FC236}">
                <a16:creationId xmlns:a16="http://schemas.microsoft.com/office/drawing/2014/main" id="{7E5F11D9-C910-450B-A22E-84BAB78285A1}"/>
              </a:ext>
            </a:extLst>
          </p:cNvPr>
          <p:cNvSpPr>
            <a:spLocks noGrp="1"/>
          </p:cNvSpPr>
          <p:nvPr/>
        </p:nvSpPr>
        <p:spPr>
          <a:xfrm>
            <a:off x="1207310" y="51770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0" name="9u7j_2_official_PredictedAtoms_33">
            <a:extLst>
              <a:ext uri="{FF2B5EF4-FFF2-40B4-BE49-F238E27FC236}">
                <a16:creationId xmlns:a16="http://schemas.microsoft.com/office/drawing/2014/main" id="{87243734-714C-4CD2-8140-44C6B06944C6}"/>
              </a:ext>
            </a:extLst>
          </p:cNvPr>
          <p:cNvSpPr>
            <a:spLocks noGrp="1"/>
          </p:cNvSpPr>
          <p:nvPr/>
        </p:nvSpPr>
        <p:spPr>
          <a:xfrm>
            <a:off x="1209893" y="52480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1" name="9u7j_2_official_PredictedAtoms_34">
            <a:extLst>
              <a:ext uri="{FF2B5EF4-FFF2-40B4-BE49-F238E27FC236}">
                <a16:creationId xmlns:a16="http://schemas.microsoft.com/office/drawing/2014/main" id="{2508547A-C91E-42A5-BA33-FB8DA01FFD63}"/>
              </a:ext>
            </a:extLst>
          </p:cNvPr>
          <p:cNvSpPr>
            <a:spLocks noGrp="1"/>
          </p:cNvSpPr>
          <p:nvPr/>
        </p:nvSpPr>
        <p:spPr>
          <a:xfrm>
            <a:off x="1066329" y="5205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2" name="9u7j_2_official_PredictedAtoms_35">
            <a:extLst>
              <a:ext uri="{FF2B5EF4-FFF2-40B4-BE49-F238E27FC236}">
                <a16:creationId xmlns:a16="http://schemas.microsoft.com/office/drawing/2014/main" id="{6F88D75C-8E86-4975-BFD9-AB7BE1C2E327}"/>
              </a:ext>
            </a:extLst>
          </p:cNvPr>
          <p:cNvSpPr>
            <a:spLocks noGrp="1"/>
          </p:cNvSpPr>
          <p:nvPr/>
        </p:nvSpPr>
        <p:spPr>
          <a:xfrm>
            <a:off x="1002687" y="53428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3" name="stage3-cases-alternatives_25">
            <a:extLst>
              <a:ext uri="{FF2B5EF4-FFF2-40B4-BE49-F238E27FC236}">
                <a16:creationId xmlns:a16="http://schemas.microsoft.com/office/drawing/2014/main" id="{3EFB2E96-63B3-4A73-8674-7ADDDDBA5F50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2.03 Å   D 64%   Clash 0</a:t>
            </a:r>
          </a:p>
        </p:txBody>
      </p:sp>
      <p:sp>
        <p:nvSpPr>
          <p:cNvPr id="774" name="9u7j_2_tuned_Receptor">
            <a:extLst>
              <a:ext uri="{FF2B5EF4-FFF2-40B4-BE49-F238E27FC236}">
                <a16:creationId xmlns:a16="http://schemas.microsoft.com/office/drawing/2014/main" id="{AC53BC75-DD2E-421B-9538-3E82E633A51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75" name="9u7j_2_tuned_ExperimentalDensity">
            <a:extLst>
              <a:ext uri="{FF2B5EF4-FFF2-40B4-BE49-F238E27FC236}">
                <a16:creationId xmlns:a16="http://schemas.microsoft.com/office/drawing/2014/main" id="{F11B69A4-59CE-4FC9-81B9-542BE0D38A8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76" name="9u7j_2_tuned_ReferenceLigand_0">
            <a:extLst>
              <a:ext uri="{FF2B5EF4-FFF2-40B4-BE49-F238E27FC236}">
                <a16:creationId xmlns:a16="http://schemas.microsoft.com/office/drawing/2014/main" id="{2FBF81FF-8DA3-42FA-92CC-EFE492DC53D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u7j_2_tuned_ReferenceLigand_1">
            <a:extLst>
              <a:ext uri="{FF2B5EF4-FFF2-40B4-BE49-F238E27FC236}">
                <a16:creationId xmlns:a16="http://schemas.microsoft.com/office/drawing/2014/main" id="{D0C2956C-66D5-4B93-9FBB-6D186066A1B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u7j_2_tuned_ReferenceLigand_2">
            <a:extLst>
              <a:ext uri="{FF2B5EF4-FFF2-40B4-BE49-F238E27FC236}">
                <a16:creationId xmlns:a16="http://schemas.microsoft.com/office/drawing/2014/main" id="{558D7E46-86A8-4DB3-8DFE-4B48CA73B74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u7j_2_tuned_ReferenceLigand_3">
            <a:extLst>
              <a:ext uri="{FF2B5EF4-FFF2-40B4-BE49-F238E27FC236}">
                <a16:creationId xmlns:a16="http://schemas.microsoft.com/office/drawing/2014/main" id="{99A43837-B6CF-42E8-A6EA-37513C40160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u7j_2_tuned_ReferenceLigand_4">
            <a:extLst>
              <a:ext uri="{FF2B5EF4-FFF2-40B4-BE49-F238E27FC236}">
                <a16:creationId xmlns:a16="http://schemas.microsoft.com/office/drawing/2014/main" id="{32D0620E-3D8C-4B32-A0BC-533B400C5BE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u7j_2_tuned_ReferenceLigand_5">
            <a:extLst>
              <a:ext uri="{FF2B5EF4-FFF2-40B4-BE49-F238E27FC236}">
                <a16:creationId xmlns:a16="http://schemas.microsoft.com/office/drawing/2014/main" id="{4F01B760-489F-49F2-8969-1AC83AA1DBB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u7j_2_tuned_ReferenceLigand_6">
            <a:extLst>
              <a:ext uri="{FF2B5EF4-FFF2-40B4-BE49-F238E27FC236}">
                <a16:creationId xmlns:a16="http://schemas.microsoft.com/office/drawing/2014/main" id="{2B2AE47D-962E-4DC6-AB79-0DDE23285FB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u7j_2_tuned_ReferenceLigand_7">
            <a:extLst>
              <a:ext uri="{FF2B5EF4-FFF2-40B4-BE49-F238E27FC236}">
                <a16:creationId xmlns:a16="http://schemas.microsoft.com/office/drawing/2014/main" id="{1822910C-A55A-43C0-8164-140B9A04D8B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u7j_2_tuned_ReferenceLigand_8">
            <a:extLst>
              <a:ext uri="{FF2B5EF4-FFF2-40B4-BE49-F238E27FC236}">
                <a16:creationId xmlns:a16="http://schemas.microsoft.com/office/drawing/2014/main" id="{D78751AA-D52F-4C45-A3D9-F9F983428B6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u7j_2_tuned_ReferenceLigand_9">
            <a:extLst>
              <a:ext uri="{FF2B5EF4-FFF2-40B4-BE49-F238E27FC236}">
                <a16:creationId xmlns:a16="http://schemas.microsoft.com/office/drawing/2014/main" id="{A009FDB8-93CC-47C1-A73F-032B925796D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6" name="9u7j_2_tuned_ReferenceLigand_10">
            <a:extLst>
              <a:ext uri="{FF2B5EF4-FFF2-40B4-BE49-F238E27FC236}">
                <a16:creationId xmlns:a16="http://schemas.microsoft.com/office/drawing/2014/main" id="{0A3AFFEF-27FA-4DA0-9595-17772A93B1A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7" name="9u7j_2_tuned_ReferenceLigand_11">
            <a:extLst>
              <a:ext uri="{FF2B5EF4-FFF2-40B4-BE49-F238E27FC236}">
                <a16:creationId xmlns:a16="http://schemas.microsoft.com/office/drawing/2014/main" id="{4BA1725B-8065-4588-9803-3C402376EC3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8" name="9u7j_2_tuned_ReferenceLigand_12">
            <a:extLst>
              <a:ext uri="{FF2B5EF4-FFF2-40B4-BE49-F238E27FC236}">
                <a16:creationId xmlns:a16="http://schemas.microsoft.com/office/drawing/2014/main" id="{8FCB87F2-436F-4416-8BE9-2C2E265D77E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9" name="9u7j_2_tuned_ReferenceLigand_13">
            <a:extLst>
              <a:ext uri="{FF2B5EF4-FFF2-40B4-BE49-F238E27FC236}">
                <a16:creationId xmlns:a16="http://schemas.microsoft.com/office/drawing/2014/main" id="{8A497A51-3B5F-4C57-A55F-0BEB095AE92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0" name="9u7j_2_tuned_ReferenceLigand_14">
            <a:extLst>
              <a:ext uri="{FF2B5EF4-FFF2-40B4-BE49-F238E27FC236}">
                <a16:creationId xmlns:a16="http://schemas.microsoft.com/office/drawing/2014/main" id="{C7EBDDA1-4A8F-402A-85EA-EAF9E786C76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1" name="9u7j_2_tuned_ReferenceLigand_15">
            <a:extLst>
              <a:ext uri="{FF2B5EF4-FFF2-40B4-BE49-F238E27FC236}">
                <a16:creationId xmlns:a16="http://schemas.microsoft.com/office/drawing/2014/main" id="{DE132445-69A1-4739-AB8C-A19F5C193F9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2" name="9u7j_2_tuned_ReferenceLigand_16">
            <a:extLst>
              <a:ext uri="{FF2B5EF4-FFF2-40B4-BE49-F238E27FC236}">
                <a16:creationId xmlns:a16="http://schemas.microsoft.com/office/drawing/2014/main" id="{64305D44-CF90-419C-80CB-CAE58206AB9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3" name="9u7j_2_tuned_ReferenceLigand_17">
            <a:extLst>
              <a:ext uri="{FF2B5EF4-FFF2-40B4-BE49-F238E27FC236}">
                <a16:creationId xmlns:a16="http://schemas.microsoft.com/office/drawing/2014/main" id="{0D636AF8-29D8-4CA8-AFA8-79AF0CD5DC5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4" name="9u7j_2_tuned_ReferenceLigand_18">
            <a:extLst>
              <a:ext uri="{FF2B5EF4-FFF2-40B4-BE49-F238E27FC236}">
                <a16:creationId xmlns:a16="http://schemas.microsoft.com/office/drawing/2014/main" id="{5C8A6EB5-5AE4-40DF-A7E3-D46C2A3BC3C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5" name="9u7j_2_tuned_ReferenceLigand_19">
            <a:extLst>
              <a:ext uri="{FF2B5EF4-FFF2-40B4-BE49-F238E27FC236}">
                <a16:creationId xmlns:a16="http://schemas.microsoft.com/office/drawing/2014/main" id="{965D2D8B-4771-4C41-AF82-53F2F8C9C25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6" name="9u7j_2_tuned_ReferenceLigand_20">
            <a:extLst>
              <a:ext uri="{FF2B5EF4-FFF2-40B4-BE49-F238E27FC236}">
                <a16:creationId xmlns:a16="http://schemas.microsoft.com/office/drawing/2014/main" id="{D04E976C-46CC-4300-830E-C388C1B8BB5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7" name="9u7j_2_tuned_ReferenceLigand_21">
            <a:extLst>
              <a:ext uri="{FF2B5EF4-FFF2-40B4-BE49-F238E27FC236}">
                <a16:creationId xmlns:a16="http://schemas.microsoft.com/office/drawing/2014/main" id="{CA4FE522-73D6-4C17-89D9-6739F165D2B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8" name="9u7j_2_tuned_ReferenceLigand_22">
            <a:extLst>
              <a:ext uri="{FF2B5EF4-FFF2-40B4-BE49-F238E27FC236}">
                <a16:creationId xmlns:a16="http://schemas.microsoft.com/office/drawing/2014/main" id="{0A60D8BB-A7F2-4763-936E-BE0B819A686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9" name="9u7j_2_tuned_ReferenceLigand_23">
            <a:extLst>
              <a:ext uri="{FF2B5EF4-FFF2-40B4-BE49-F238E27FC236}">
                <a16:creationId xmlns:a16="http://schemas.microsoft.com/office/drawing/2014/main" id="{E8978D7A-5003-411E-822D-4103E796111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0" name="9u7j_2_tuned_ReferenceLigand_24">
            <a:extLst>
              <a:ext uri="{FF2B5EF4-FFF2-40B4-BE49-F238E27FC236}">
                <a16:creationId xmlns:a16="http://schemas.microsoft.com/office/drawing/2014/main" id="{AA19697F-CCE9-475F-8077-1248FCA7045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1" name="9u7j_2_tuned_ReferenceLigand_25">
            <a:extLst>
              <a:ext uri="{FF2B5EF4-FFF2-40B4-BE49-F238E27FC236}">
                <a16:creationId xmlns:a16="http://schemas.microsoft.com/office/drawing/2014/main" id="{478AAF1D-9150-47CE-9692-72BEE4E99F9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2" name="9u7j_2_tuned_ReferenceLigand_26">
            <a:extLst>
              <a:ext uri="{FF2B5EF4-FFF2-40B4-BE49-F238E27FC236}">
                <a16:creationId xmlns:a16="http://schemas.microsoft.com/office/drawing/2014/main" id="{6B6EFB61-9760-4D07-B0A4-E0939D15CC6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3" name="9u7j_2_tuned_ReferenceLigand_27">
            <a:extLst>
              <a:ext uri="{FF2B5EF4-FFF2-40B4-BE49-F238E27FC236}">
                <a16:creationId xmlns:a16="http://schemas.microsoft.com/office/drawing/2014/main" id="{117184FC-06A2-4779-A312-871A2DB26B2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4" name="9u7j_2_tuned_ReferenceLigand_28">
            <a:extLst>
              <a:ext uri="{FF2B5EF4-FFF2-40B4-BE49-F238E27FC236}">
                <a16:creationId xmlns:a16="http://schemas.microsoft.com/office/drawing/2014/main" id="{1A4B2A65-E14E-42E0-A4EF-07613023C8E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5" name="9u7j_2_tuned_ReferenceLigand_29">
            <a:extLst>
              <a:ext uri="{FF2B5EF4-FFF2-40B4-BE49-F238E27FC236}">
                <a16:creationId xmlns:a16="http://schemas.microsoft.com/office/drawing/2014/main" id="{24267F06-CDCB-419F-B486-717C7F6F12E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6" name="9u7j_2_tuned_ReferenceLigand_30">
            <a:extLst>
              <a:ext uri="{FF2B5EF4-FFF2-40B4-BE49-F238E27FC236}">
                <a16:creationId xmlns:a16="http://schemas.microsoft.com/office/drawing/2014/main" id="{D9AC0D78-D599-4CF9-ABAB-74FD57CCB1F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7" name="9u7j_2_tuned_ReferenceLigand_31">
            <a:extLst>
              <a:ext uri="{FF2B5EF4-FFF2-40B4-BE49-F238E27FC236}">
                <a16:creationId xmlns:a16="http://schemas.microsoft.com/office/drawing/2014/main" id="{43F95E98-2161-44DB-9588-DBDD69A1BC3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8" name="9u7j_2_tuned_ReferenceLigand_32">
            <a:extLst>
              <a:ext uri="{FF2B5EF4-FFF2-40B4-BE49-F238E27FC236}">
                <a16:creationId xmlns:a16="http://schemas.microsoft.com/office/drawing/2014/main" id="{2145E7C1-D77E-4683-8664-155F2120EAC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9" name="9u7j_2_tuned_ReferenceLigand_33">
            <a:extLst>
              <a:ext uri="{FF2B5EF4-FFF2-40B4-BE49-F238E27FC236}">
                <a16:creationId xmlns:a16="http://schemas.microsoft.com/office/drawing/2014/main" id="{A6EAD3DC-242A-436C-8840-358A208C110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10" name="9u7j_2_tuned_ReferenceLigand_34">
            <a:extLst>
              <a:ext uri="{FF2B5EF4-FFF2-40B4-BE49-F238E27FC236}">
                <a16:creationId xmlns:a16="http://schemas.microsoft.com/office/drawing/2014/main" id="{A987D8A2-196D-426F-B5BE-1DB168C53D2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11" name="9u7j_2_tuned_ReferenceLigand_35">
            <a:extLst>
              <a:ext uri="{FF2B5EF4-FFF2-40B4-BE49-F238E27FC236}">
                <a16:creationId xmlns:a16="http://schemas.microsoft.com/office/drawing/2014/main" id="{E8B05530-02D9-4491-841E-58123E9DC4B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12" name="9u7j_2_tuned_ReferenceLigand_36">
            <a:extLst>
              <a:ext uri="{FF2B5EF4-FFF2-40B4-BE49-F238E27FC236}">
                <a16:creationId xmlns:a16="http://schemas.microsoft.com/office/drawing/2014/main" id="{97654764-8A71-4777-8DDF-147A35652C7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13" name="9u7j_2_tuned_ReferenceLigand_37">
            <a:extLst>
              <a:ext uri="{FF2B5EF4-FFF2-40B4-BE49-F238E27FC236}">
                <a16:creationId xmlns:a16="http://schemas.microsoft.com/office/drawing/2014/main" id="{69AC27EC-7CE0-43EB-AE1D-7AEE3B8C2DF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14" name="9u7j_2_tuned_PredictedLigand_0">
            <a:extLst>
              <a:ext uri="{FF2B5EF4-FFF2-40B4-BE49-F238E27FC236}">
                <a16:creationId xmlns:a16="http://schemas.microsoft.com/office/drawing/2014/main" id="{AB4F103F-53D9-4961-9DAF-F564407C557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994371" y="3058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u7j_2_tuned_PredictedLigand_1">
            <a:extLst>
              <a:ext uri="{FF2B5EF4-FFF2-40B4-BE49-F238E27FC236}">
                <a16:creationId xmlns:a16="http://schemas.microsoft.com/office/drawing/2014/main" id="{26C04CD9-3E4D-452B-B177-2CFE4F03EDE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77470" y="9767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u7j_2_tuned_PredictedLigand_2">
            <a:extLst>
              <a:ext uri="{FF2B5EF4-FFF2-40B4-BE49-F238E27FC236}">
                <a16:creationId xmlns:a16="http://schemas.microsoft.com/office/drawing/2014/main" id="{1B2E1EFC-28A5-486F-BB58-A16E66119C0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8914" y="845979"/>
                </a:moveTo>
                <a:lnTo>
                  <a:pt x="1913074" y="891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7" name="9u7j_2_tuned_PredictedLigand_3">
            <a:extLst>
              <a:ext uri="{FF2B5EF4-FFF2-40B4-BE49-F238E27FC236}">
                <a16:creationId xmlns:a16="http://schemas.microsoft.com/office/drawing/2014/main" id="{3D84F66D-2C27-47B2-BEA8-E2152DE9A3B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177443" y="4204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8" name="9u7j_2_tuned_PredictedLigand_4">
            <a:extLst>
              <a:ext uri="{FF2B5EF4-FFF2-40B4-BE49-F238E27FC236}">
                <a16:creationId xmlns:a16="http://schemas.microsoft.com/office/drawing/2014/main" id="{B022F979-15D7-4EDC-8CE9-003706F46BE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68" y="752257"/>
                </a:moveTo>
                <a:lnTo>
                  <a:pt x="1768914" y="8459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9" name="9u7j_2_tuned_PredictedLigand_5">
            <a:extLst>
              <a:ext uri="{FF2B5EF4-FFF2-40B4-BE49-F238E27FC236}">
                <a16:creationId xmlns:a16="http://schemas.microsoft.com/office/drawing/2014/main" id="{50EE304A-3749-4992-B7E6-C30C9BB11C9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1680" y="897665"/>
                </a:moveTo>
                <a:lnTo>
                  <a:pt x="927107" y="903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0" name="9u7j_2_tuned_PredictedLigand_6">
            <a:extLst>
              <a:ext uri="{FF2B5EF4-FFF2-40B4-BE49-F238E27FC236}">
                <a16:creationId xmlns:a16="http://schemas.microsoft.com/office/drawing/2014/main" id="{6A85E31D-FFB1-4ABD-8B49-3F679D5F26E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073916" y="1665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1" name="9u7j_2_tuned_PredictedLigand_7">
            <a:extLst>
              <a:ext uri="{FF2B5EF4-FFF2-40B4-BE49-F238E27FC236}">
                <a16:creationId xmlns:a16="http://schemas.microsoft.com/office/drawing/2014/main" id="{954AF476-EA67-46F2-909A-6CAB124A94E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448764" y="4283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2" name="9u7j_2_tuned_PredictedLigand_8">
            <a:extLst>
              <a:ext uri="{FF2B5EF4-FFF2-40B4-BE49-F238E27FC236}">
                <a16:creationId xmlns:a16="http://schemas.microsoft.com/office/drawing/2014/main" id="{49983B44-38C1-43CE-A54F-175F56220D6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4128" y="379510"/>
                </a:moveTo>
                <a:lnTo>
                  <a:pt x="1042685" y="3095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3" name="9u7j_2_tuned_PredictedLigand_9">
            <a:extLst>
              <a:ext uri="{FF2B5EF4-FFF2-40B4-BE49-F238E27FC236}">
                <a16:creationId xmlns:a16="http://schemas.microsoft.com/office/drawing/2014/main" id="{E418AE7A-E480-45F4-AF8F-8A490DF29B4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81090" y="8336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4" name="9u7j_2_tuned_PredictedLigand_10">
            <a:extLst>
              <a:ext uri="{FF2B5EF4-FFF2-40B4-BE49-F238E27FC236}">
                <a16:creationId xmlns:a16="http://schemas.microsoft.com/office/drawing/2014/main" id="{24B84354-25C7-42D1-ABFA-01C55AD467F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7443" y="420456"/>
                </a:moveTo>
                <a:lnTo>
                  <a:pt x="1336856" y="3956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5" name="9u7j_2_tuned_PredictedLigand_11">
            <a:extLst>
              <a:ext uri="{FF2B5EF4-FFF2-40B4-BE49-F238E27FC236}">
                <a16:creationId xmlns:a16="http://schemas.microsoft.com/office/drawing/2014/main" id="{F1D2EF5F-8E75-456E-98C1-BB2F56A93B0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2251" y="2379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6" name="9u7j_2_tuned_PredictedLigand_12">
            <a:extLst>
              <a:ext uri="{FF2B5EF4-FFF2-40B4-BE49-F238E27FC236}">
                <a16:creationId xmlns:a16="http://schemas.microsoft.com/office/drawing/2014/main" id="{CE6B99C0-97D1-47A8-902C-B15D8ECCA53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3514" y="661756"/>
                </a:moveTo>
                <a:lnTo>
                  <a:pt x="933143" y="52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7" name="9u7j_2_tuned_PredictedLigand_13">
            <a:extLst>
              <a:ext uri="{FF2B5EF4-FFF2-40B4-BE49-F238E27FC236}">
                <a16:creationId xmlns:a16="http://schemas.microsoft.com/office/drawing/2014/main" id="{A8F8EE86-C939-494F-AD00-07A195CB5A6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914128" y="3795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8" name="9u7j_2_tuned_PredictedLigand_14">
            <a:extLst>
              <a:ext uri="{FF2B5EF4-FFF2-40B4-BE49-F238E27FC236}">
                <a16:creationId xmlns:a16="http://schemas.microsoft.com/office/drawing/2014/main" id="{99AED4B3-356F-4A2D-8A83-5F8B2EF3FC8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107" y="903665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9" name="9u7j_2_tuned_PredictedLigand_15">
            <a:extLst>
              <a:ext uri="{FF2B5EF4-FFF2-40B4-BE49-F238E27FC236}">
                <a16:creationId xmlns:a16="http://schemas.microsoft.com/office/drawing/2014/main" id="{662D66C4-ABDA-4A83-846F-8820B8B3ECE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574" y="692388"/>
                </a:moveTo>
                <a:lnTo>
                  <a:pt x="1707868" y="7522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0" name="9u7j_2_tuned_PredictedLigand_16">
            <a:extLst>
              <a:ext uri="{FF2B5EF4-FFF2-40B4-BE49-F238E27FC236}">
                <a16:creationId xmlns:a16="http://schemas.microsoft.com/office/drawing/2014/main" id="{4BECA7E4-70F5-44C2-911A-A205E4A23AB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211" y="779213"/>
                </a:moveTo>
                <a:lnTo>
                  <a:pt x="883514" y="6617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1" name="9u7j_2_tuned_PredictedLigand_17">
            <a:extLst>
              <a:ext uri="{FF2B5EF4-FFF2-40B4-BE49-F238E27FC236}">
                <a16:creationId xmlns:a16="http://schemas.microsoft.com/office/drawing/2014/main" id="{5CF559D6-69DC-4E1E-9D79-87046063F13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1090" y="833603"/>
                </a:moveTo>
                <a:lnTo>
                  <a:pt x="1926905" y="7410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2" name="9u7j_2_tuned_PredictedLigand_18">
            <a:extLst>
              <a:ext uri="{FF2B5EF4-FFF2-40B4-BE49-F238E27FC236}">
                <a16:creationId xmlns:a16="http://schemas.microsoft.com/office/drawing/2014/main" id="{96C6D3B5-B365-4B66-A170-8FDB863CBA9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6544" y="4971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3" name="9u7j_2_tuned_PredictedLigand_19">
            <a:extLst>
              <a:ext uri="{FF2B5EF4-FFF2-40B4-BE49-F238E27FC236}">
                <a16:creationId xmlns:a16="http://schemas.microsoft.com/office/drawing/2014/main" id="{90B70C93-B24D-4D8A-B66B-936B486CEEF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4" name="9u7j_2_tuned_PredictedLigand_20">
            <a:extLst>
              <a:ext uri="{FF2B5EF4-FFF2-40B4-BE49-F238E27FC236}">
                <a16:creationId xmlns:a16="http://schemas.microsoft.com/office/drawing/2014/main" id="{375700FC-B6DF-4F29-86FD-12A8965F800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800445" y="3266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5" name="9u7j_2_tuned_PredictedLigand_21">
            <a:extLst>
              <a:ext uri="{FF2B5EF4-FFF2-40B4-BE49-F238E27FC236}">
                <a16:creationId xmlns:a16="http://schemas.microsoft.com/office/drawing/2014/main" id="{BD8519A8-FC96-4577-964E-BF1AD06142F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897511" y="5360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6" name="9u7j_2_tuned_PredictedLigand_22">
            <a:extLst>
              <a:ext uri="{FF2B5EF4-FFF2-40B4-BE49-F238E27FC236}">
                <a16:creationId xmlns:a16="http://schemas.microsoft.com/office/drawing/2014/main" id="{0DB58127-A1FC-47D5-BF03-5CC99E524CF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7" name="9u7j_2_tuned_PredictedLigand_23">
            <a:extLst>
              <a:ext uri="{FF2B5EF4-FFF2-40B4-BE49-F238E27FC236}">
                <a16:creationId xmlns:a16="http://schemas.microsoft.com/office/drawing/2014/main" id="{63D452DD-4889-4B1F-A9BF-25EC7517AD1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8" name="9u7j_2_tuned_PredictedLigand_24">
            <a:extLst>
              <a:ext uri="{FF2B5EF4-FFF2-40B4-BE49-F238E27FC236}">
                <a16:creationId xmlns:a16="http://schemas.microsoft.com/office/drawing/2014/main" id="{E795A735-D082-4192-AF1C-1E84B3BF58D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2010133" y="7034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9" name="9u7j_2_tuned_PredictedLigand_25">
            <a:extLst>
              <a:ext uri="{FF2B5EF4-FFF2-40B4-BE49-F238E27FC236}">
                <a16:creationId xmlns:a16="http://schemas.microsoft.com/office/drawing/2014/main" id="{ED7F87FC-F880-4FF3-AB4C-92CBA9E6542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691168" y="4278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0" name="9u7j_2_tuned_PredictedLigand_26">
            <a:extLst>
              <a:ext uri="{FF2B5EF4-FFF2-40B4-BE49-F238E27FC236}">
                <a16:creationId xmlns:a16="http://schemas.microsoft.com/office/drawing/2014/main" id="{F88A2CE9-F6D9-4E2B-8069-4A79B281C91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581273" y="3692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1" name="9u7j_2_tuned_PredictedLigand_27">
            <a:extLst>
              <a:ext uri="{FF2B5EF4-FFF2-40B4-BE49-F238E27FC236}">
                <a16:creationId xmlns:a16="http://schemas.microsoft.com/office/drawing/2014/main" id="{F038A589-7C93-403C-AF5A-455B44674FE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1117246" y="861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2" name="9u7j_2_tuned_PredictedLigand_28">
            <a:extLst>
              <a:ext uri="{FF2B5EF4-FFF2-40B4-BE49-F238E27FC236}">
                <a16:creationId xmlns:a16="http://schemas.microsoft.com/office/drawing/2014/main" id="{3163D89E-A3D2-40FE-9907-D4D7E973159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544" y="497158"/>
                </a:moveTo>
                <a:lnTo>
                  <a:pt x="1378009" y="5222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3" name="9u7j_2_tuned_PredictedLigand_29">
            <a:extLst>
              <a:ext uri="{FF2B5EF4-FFF2-40B4-BE49-F238E27FC236}">
                <a16:creationId xmlns:a16="http://schemas.microsoft.com/office/drawing/2014/main" id="{A8A1D4DB-FA3D-4E16-8721-33F25600014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1054731" y="7457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4" name="9u7j_2_tuned_PredictedLigand_30">
            <a:extLst>
              <a:ext uri="{FF2B5EF4-FFF2-40B4-BE49-F238E27FC236}">
                <a16:creationId xmlns:a16="http://schemas.microsoft.com/office/drawing/2014/main" id="{99609AEF-F8F1-47B1-B647-E201C81D600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1959" y="620357"/>
                </a:moveTo>
                <a:lnTo>
                  <a:pt x="1727151" y="5792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5" name="9u7j_2_tuned_PredictedLigand_31">
            <a:extLst>
              <a:ext uri="{FF2B5EF4-FFF2-40B4-BE49-F238E27FC236}">
                <a16:creationId xmlns:a16="http://schemas.microsoft.com/office/drawing/2014/main" id="{8B105209-7CFA-4AF4-A80D-63365552128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862057" y="3984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6" name="9u7j_2_tuned_PredictedLigand_32">
            <a:extLst>
              <a:ext uri="{FF2B5EF4-FFF2-40B4-BE49-F238E27FC236}">
                <a16:creationId xmlns:a16="http://schemas.microsoft.com/office/drawing/2014/main" id="{D0B7D781-6469-4406-B997-06DD2DD5BB1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1012102" y="6277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7" name="9u7j_2_tuned_PredictedLigand_33">
            <a:extLst>
              <a:ext uri="{FF2B5EF4-FFF2-40B4-BE49-F238E27FC236}">
                <a16:creationId xmlns:a16="http://schemas.microsoft.com/office/drawing/2014/main" id="{99BD95E2-9E31-4064-A4B9-9FB0B36D907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8" name="9u7j_2_tuned_PredictedLigand_34">
            <a:extLst>
              <a:ext uri="{FF2B5EF4-FFF2-40B4-BE49-F238E27FC236}">
                <a16:creationId xmlns:a16="http://schemas.microsoft.com/office/drawing/2014/main" id="{B4162550-C281-4C87-91C5-CB88D8DFD15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653290" y="2611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9" name="9u7j_2_tuned_PredictedLigand_35">
            <a:extLst>
              <a:ext uri="{FF2B5EF4-FFF2-40B4-BE49-F238E27FC236}">
                <a16:creationId xmlns:a16="http://schemas.microsoft.com/office/drawing/2014/main" id="{A900AA4E-2680-4922-9683-1DC63387899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98" y="499055"/>
                </a:moveTo>
                <a:lnTo>
                  <a:pt x="1601959" y="6203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50" name="9u7j_2_tuned_PredictedLigand_36">
            <a:extLst>
              <a:ext uri="{FF2B5EF4-FFF2-40B4-BE49-F238E27FC236}">
                <a16:creationId xmlns:a16="http://schemas.microsoft.com/office/drawing/2014/main" id="{884D54DA-0AAC-4130-B993-109755E3D56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09" y="522247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51" name="9u7j_2_tuned_PredictedLigand_37">
            <a:extLst>
              <a:ext uri="{FF2B5EF4-FFF2-40B4-BE49-F238E27FC236}">
                <a16:creationId xmlns:a16="http://schemas.microsoft.com/office/drawing/2014/main" id="{A384986D-86EC-494A-A91B-464E930D76D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995391" y="6835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52" name="9u7j_2_tuned_PredictedAtoms_0">
            <a:extLst>
              <a:ext uri="{FF2B5EF4-FFF2-40B4-BE49-F238E27FC236}">
                <a16:creationId xmlns:a16="http://schemas.microsoft.com/office/drawing/2014/main" id="{0CE8353B-B2F2-44F1-A7D4-D667ACE755F3}"/>
              </a:ext>
            </a:extLst>
          </p:cNvPr>
          <p:cNvSpPr>
            <a:spLocks noGrp="1"/>
          </p:cNvSpPr>
          <p:nvPr/>
        </p:nvSpPr>
        <p:spPr>
          <a:xfrm>
            <a:off x="3995888" y="52534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3" name="9u7j_2_tuned_PredictedAtoms_1">
            <a:extLst>
              <a:ext uri="{FF2B5EF4-FFF2-40B4-BE49-F238E27FC236}">
                <a16:creationId xmlns:a16="http://schemas.microsoft.com/office/drawing/2014/main" id="{9BEB5018-9535-4468-B163-798257DC0F72}"/>
              </a:ext>
            </a:extLst>
          </p:cNvPr>
          <p:cNvSpPr>
            <a:spLocks noGrp="1"/>
          </p:cNvSpPr>
          <p:nvPr/>
        </p:nvSpPr>
        <p:spPr>
          <a:xfrm>
            <a:off x="4111315" y="52594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4" name="9u7j_2_tuned_PredictedAtoms_2">
            <a:extLst>
              <a:ext uri="{FF2B5EF4-FFF2-40B4-BE49-F238E27FC236}">
                <a16:creationId xmlns:a16="http://schemas.microsoft.com/office/drawing/2014/main" id="{91755A69-03E5-47A8-B76F-BE2AFA8889E3}"/>
              </a:ext>
            </a:extLst>
          </p:cNvPr>
          <p:cNvSpPr>
            <a:spLocks noGrp="1"/>
          </p:cNvSpPr>
          <p:nvPr/>
        </p:nvSpPr>
        <p:spPr>
          <a:xfrm>
            <a:off x="4100418" y="51349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5" name="9u7j_2_tuned_PredictedAtoms_3">
            <a:extLst>
              <a:ext uri="{FF2B5EF4-FFF2-40B4-BE49-F238E27FC236}">
                <a16:creationId xmlns:a16="http://schemas.microsoft.com/office/drawing/2014/main" id="{35F61E6C-08A7-4856-933D-7A32BE277496}"/>
              </a:ext>
            </a:extLst>
          </p:cNvPr>
          <p:cNvSpPr>
            <a:spLocks noGrp="1"/>
          </p:cNvSpPr>
          <p:nvPr/>
        </p:nvSpPr>
        <p:spPr>
          <a:xfrm>
            <a:off x="4067722" y="50175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6" name="9u7j_2_tuned_PredictedAtoms_4">
            <a:extLst>
              <a:ext uri="{FF2B5EF4-FFF2-40B4-BE49-F238E27FC236}">
                <a16:creationId xmlns:a16="http://schemas.microsoft.com/office/drawing/2014/main" id="{EBE95A5A-85ED-4C0E-8819-70C40359FB71}"/>
              </a:ext>
            </a:extLst>
          </p:cNvPr>
          <p:cNvSpPr>
            <a:spLocks noGrp="1"/>
          </p:cNvSpPr>
          <p:nvPr/>
        </p:nvSpPr>
        <p:spPr>
          <a:xfrm>
            <a:off x="4117350" y="48832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7" name="9u7j_2_tuned_PredictedAtoms_5">
            <a:extLst>
              <a:ext uri="{FF2B5EF4-FFF2-40B4-BE49-F238E27FC236}">
                <a16:creationId xmlns:a16="http://schemas.microsoft.com/office/drawing/2014/main" id="{5FC76D52-5636-444A-9CD4-4D8A9D538BB0}"/>
              </a:ext>
            </a:extLst>
          </p:cNvPr>
          <p:cNvSpPr>
            <a:spLocks noGrp="1"/>
          </p:cNvSpPr>
          <p:nvPr/>
        </p:nvSpPr>
        <p:spPr>
          <a:xfrm>
            <a:off x="4098336" y="47352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8" name="9u7j_2_tuned_PredictedAtoms_6">
            <a:extLst>
              <a:ext uri="{FF2B5EF4-FFF2-40B4-BE49-F238E27FC236}">
                <a16:creationId xmlns:a16="http://schemas.microsoft.com/office/drawing/2014/main" id="{77F11923-9EBE-4470-B9AB-36668ABCFC5B}"/>
              </a:ext>
            </a:extLst>
          </p:cNvPr>
          <p:cNvSpPr>
            <a:spLocks noGrp="1"/>
          </p:cNvSpPr>
          <p:nvPr/>
        </p:nvSpPr>
        <p:spPr>
          <a:xfrm>
            <a:off x="4226892" y="46653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9" name="9u7j_2_tuned_PredictedAtoms_7">
            <a:extLst>
              <a:ext uri="{FF2B5EF4-FFF2-40B4-BE49-F238E27FC236}">
                <a16:creationId xmlns:a16="http://schemas.microsoft.com/office/drawing/2014/main" id="{D30C11B6-30C2-4A2F-8E70-2D4082193018}"/>
              </a:ext>
            </a:extLst>
          </p:cNvPr>
          <p:cNvSpPr>
            <a:spLocks noGrp="1"/>
          </p:cNvSpPr>
          <p:nvPr/>
        </p:nvSpPr>
        <p:spPr>
          <a:xfrm>
            <a:off x="4258124" y="45222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0" name="9u7j_2_tuned_PredictedAtoms_8">
            <a:extLst>
              <a:ext uri="{FF2B5EF4-FFF2-40B4-BE49-F238E27FC236}">
                <a16:creationId xmlns:a16="http://schemas.microsoft.com/office/drawing/2014/main" id="{867B3DF0-AC2F-432E-82C5-EF1BAAF3EF37}"/>
              </a:ext>
            </a:extLst>
          </p:cNvPr>
          <p:cNvSpPr>
            <a:spLocks noGrp="1"/>
          </p:cNvSpPr>
          <p:nvPr/>
        </p:nvSpPr>
        <p:spPr>
          <a:xfrm>
            <a:off x="4178579" y="46616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1" name="9u7j_2_tuned_PredictedAtoms_9">
            <a:extLst>
              <a:ext uri="{FF2B5EF4-FFF2-40B4-BE49-F238E27FC236}">
                <a16:creationId xmlns:a16="http://schemas.microsoft.com/office/drawing/2014/main" id="{1A21B620-3C1D-4F4A-A761-075AAC525C32}"/>
              </a:ext>
            </a:extLst>
          </p:cNvPr>
          <p:cNvSpPr>
            <a:spLocks noGrp="1"/>
          </p:cNvSpPr>
          <p:nvPr/>
        </p:nvSpPr>
        <p:spPr>
          <a:xfrm>
            <a:off x="4361650" y="47762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2" name="9u7j_2_tuned_PredictedAtoms_10">
            <a:extLst>
              <a:ext uri="{FF2B5EF4-FFF2-40B4-BE49-F238E27FC236}">
                <a16:creationId xmlns:a16="http://schemas.microsoft.com/office/drawing/2014/main" id="{02CD9307-7908-492B-9E91-C27AC46EB57E}"/>
              </a:ext>
            </a:extLst>
          </p:cNvPr>
          <p:cNvSpPr>
            <a:spLocks noGrp="1"/>
          </p:cNvSpPr>
          <p:nvPr/>
        </p:nvSpPr>
        <p:spPr>
          <a:xfrm>
            <a:off x="4521063" y="47513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3" name="9u7j_2_tuned_PredictedAtoms_11">
            <a:extLst>
              <a:ext uri="{FF2B5EF4-FFF2-40B4-BE49-F238E27FC236}">
                <a16:creationId xmlns:a16="http://schemas.microsoft.com/office/drawing/2014/main" id="{AEEB283D-2EE7-4477-BB05-43573E722879}"/>
              </a:ext>
            </a:extLst>
          </p:cNvPr>
          <p:cNvSpPr>
            <a:spLocks noGrp="1"/>
          </p:cNvSpPr>
          <p:nvPr/>
        </p:nvSpPr>
        <p:spPr>
          <a:xfrm>
            <a:off x="4632971" y="47841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4" name="9u7j_2_tuned_PredictedAtoms_12">
            <a:extLst>
              <a:ext uri="{FF2B5EF4-FFF2-40B4-BE49-F238E27FC236}">
                <a16:creationId xmlns:a16="http://schemas.microsoft.com/office/drawing/2014/main" id="{7D663F24-83A8-4E0A-9A62-CF56AEEAA9FE}"/>
              </a:ext>
            </a:extLst>
          </p:cNvPr>
          <p:cNvSpPr>
            <a:spLocks noGrp="1"/>
          </p:cNvSpPr>
          <p:nvPr/>
        </p:nvSpPr>
        <p:spPr>
          <a:xfrm>
            <a:off x="4536458" y="45937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5" name="9u7j_2_tuned_PredictedAtoms_13">
            <a:extLst>
              <a:ext uri="{FF2B5EF4-FFF2-40B4-BE49-F238E27FC236}">
                <a16:creationId xmlns:a16="http://schemas.microsoft.com/office/drawing/2014/main" id="{A9B259D6-0A2E-4947-9F22-8442F518E084}"/>
              </a:ext>
            </a:extLst>
          </p:cNvPr>
          <p:cNvSpPr>
            <a:spLocks noGrp="1"/>
          </p:cNvSpPr>
          <p:nvPr/>
        </p:nvSpPr>
        <p:spPr>
          <a:xfrm>
            <a:off x="4540751" y="48529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6" name="9u7j_2_tuned_PredictedAtoms_14">
            <a:extLst>
              <a:ext uri="{FF2B5EF4-FFF2-40B4-BE49-F238E27FC236}">
                <a16:creationId xmlns:a16="http://schemas.microsoft.com/office/drawing/2014/main" id="{8730E009-F97E-4117-9886-7DC8569291BE}"/>
              </a:ext>
            </a:extLst>
          </p:cNvPr>
          <p:cNvSpPr>
            <a:spLocks noGrp="1"/>
          </p:cNvSpPr>
          <p:nvPr/>
        </p:nvSpPr>
        <p:spPr>
          <a:xfrm>
            <a:off x="4562216" y="48780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7" name="9u7j_2_tuned_PredictedAtoms_15">
            <a:extLst>
              <a:ext uri="{FF2B5EF4-FFF2-40B4-BE49-F238E27FC236}">
                <a16:creationId xmlns:a16="http://schemas.microsoft.com/office/drawing/2014/main" id="{2FDEA8CA-3F54-41BD-B9D5-D24BC94AE6DE}"/>
              </a:ext>
            </a:extLst>
          </p:cNvPr>
          <p:cNvSpPr>
            <a:spLocks noGrp="1"/>
          </p:cNvSpPr>
          <p:nvPr/>
        </p:nvSpPr>
        <p:spPr>
          <a:xfrm>
            <a:off x="4712405" y="48548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8" name="9u7j_2_tuned_PredictedAtoms_16">
            <a:extLst>
              <a:ext uri="{FF2B5EF4-FFF2-40B4-BE49-F238E27FC236}">
                <a16:creationId xmlns:a16="http://schemas.microsoft.com/office/drawing/2014/main" id="{A1B52EA2-F738-4E2C-8272-3D5EA8D50FC2}"/>
              </a:ext>
            </a:extLst>
          </p:cNvPr>
          <p:cNvSpPr>
            <a:spLocks noGrp="1"/>
          </p:cNvSpPr>
          <p:nvPr/>
        </p:nvSpPr>
        <p:spPr>
          <a:xfrm>
            <a:off x="4786166" y="49761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9" name="9u7j_2_tuned_PredictedAtoms_17">
            <a:extLst>
              <a:ext uri="{FF2B5EF4-FFF2-40B4-BE49-F238E27FC236}">
                <a16:creationId xmlns:a16="http://schemas.microsoft.com/office/drawing/2014/main" id="{9944C354-178C-4DC0-9BD6-205B3AA9D94C}"/>
              </a:ext>
            </a:extLst>
          </p:cNvPr>
          <p:cNvSpPr>
            <a:spLocks noGrp="1"/>
          </p:cNvSpPr>
          <p:nvPr/>
        </p:nvSpPr>
        <p:spPr>
          <a:xfrm>
            <a:off x="4911358" y="49350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0" name="9u7j_2_tuned_PredictedAtoms_18">
            <a:extLst>
              <a:ext uri="{FF2B5EF4-FFF2-40B4-BE49-F238E27FC236}">
                <a16:creationId xmlns:a16="http://schemas.microsoft.com/office/drawing/2014/main" id="{784EE0E1-7D35-4F55-AB49-DAF79F067C5E}"/>
              </a:ext>
            </a:extLst>
          </p:cNvPr>
          <p:cNvSpPr>
            <a:spLocks noGrp="1"/>
          </p:cNvSpPr>
          <p:nvPr/>
        </p:nvSpPr>
        <p:spPr>
          <a:xfrm>
            <a:off x="4970781" y="50481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1" name="9u7j_2_tuned_PredictedAtoms_19">
            <a:extLst>
              <a:ext uri="{FF2B5EF4-FFF2-40B4-BE49-F238E27FC236}">
                <a16:creationId xmlns:a16="http://schemas.microsoft.com/office/drawing/2014/main" id="{DC2F7542-CCBC-41BE-94A8-E2C7225154A1}"/>
              </a:ext>
            </a:extLst>
          </p:cNvPr>
          <p:cNvSpPr>
            <a:spLocks noGrp="1"/>
          </p:cNvSpPr>
          <p:nvPr/>
        </p:nvSpPr>
        <p:spPr>
          <a:xfrm>
            <a:off x="4892075" y="51080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2" name="9u7j_2_tuned_PredictedAtoms_20">
            <a:extLst>
              <a:ext uri="{FF2B5EF4-FFF2-40B4-BE49-F238E27FC236}">
                <a16:creationId xmlns:a16="http://schemas.microsoft.com/office/drawing/2014/main" id="{DA3F335E-308A-4DCD-B9FF-32015438CF4D}"/>
              </a:ext>
            </a:extLst>
          </p:cNvPr>
          <p:cNvSpPr>
            <a:spLocks noGrp="1"/>
          </p:cNvSpPr>
          <p:nvPr/>
        </p:nvSpPr>
        <p:spPr>
          <a:xfrm>
            <a:off x="4953122" y="52017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3" name="9u7j_2_tuned_PredictedAtoms_21">
            <a:extLst>
              <a:ext uri="{FF2B5EF4-FFF2-40B4-BE49-F238E27FC236}">
                <a16:creationId xmlns:a16="http://schemas.microsoft.com/office/drawing/2014/main" id="{93339969-9C22-4D57-A19B-8BEC8CA03483}"/>
              </a:ext>
            </a:extLst>
          </p:cNvPr>
          <p:cNvSpPr>
            <a:spLocks noGrp="1"/>
          </p:cNvSpPr>
          <p:nvPr/>
        </p:nvSpPr>
        <p:spPr>
          <a:xfrm>
            <a:off x="5097282" y="52477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4" name="9u7j_2_tuned_PredictedAtoms_22">
            <a:extLst>
              <a:ext uri="{FF2B5EF4-FFF2-40B4-BE49-F238E27FC236}">
                <a16:creationId xmlns:a16="http://schemas.microsoft.com/office/drawing/2014/main" id="{C40FA5B4-7837-4732-86D2-9B02749ACA0C}"/>
              </a:ext>
            </a:extLst>
          </p:cNvPr>
          <p:cNvSpPr>
            <a:spLocks noGrp="1"/>
          </p:cNvSpPr>
          <p:nvPr/>
        </p:nvSpPr>
        <p:spPr>
          <a:xfrm>
            <a:off x="5161677" y="53325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5" name="9u7j_2_tuned_PredictedAtoms_23">
            <a:extLst>
              <a:ext uri="{FF2B5EF4-FFF2-40B4-BE49-F238E27FC236}">
                <a16:creationId xmlns:a16="http://schemas.microsoft.com/office/drawing/2014/main" id="{2360745D-C0B1-4382-80C0-734BCAC627CC}"/>
              </a:ext>
            </a:extLst>
          </p:cNvPr>
          <p:cNvSpPr>
            <a:spLocks noGrp="1"/>
          </p:cNvSpPr>
          <p:nvPr/>
        </p:nvSpPr>
        <p:spPr>
          <a:xfrm>
            <a:off x="5165298" y="51893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6" name="9u7j_2_tuned_PredictedAtoms_24">
            <a:extLst>
              <a:ext uri="{FF2B5EF4-FFF2-40B4-BE49-F238E27FC236}">
                <a16:creationId xmlns:a16="http://schemas.microsoft.com/office/drawing/2014/main" id="{786915D3-C550-4B79-A18F-CBEA43C4DAB3}"/>
              </a:ext>
            </a:extLst>
          </p:cNvPr>
          <p:cNvSpPr>
            <a:spLocks noGrp="1"/>
          </p:cNvSpPr>
          <p:nvPr/>
        </p:nvSpPr>
        <p:spPr>
          <a:xfrm>
            <a:off x="5111112" y="50967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7" name="9u7j_2_tuned_PredictedAtoms_25">
            <a:extLst>
              <a:ext uri="{FF2B5EF4-FFF2-40B4-BE49-F238E27FC236}">
                <a16:creationId xmlns:a16="http://schemas.microsoft.com/office/drawing/2014/main" id="{DDB971C2-CA75-4234-9F36-3E7974C7742B}"/>
              </a:ext>
            </a:extLst>
          </p:cNvPr>
          <p:cNvSpPr>
            <a:spLocks noGrp="1"/>
          </p:cNvSpPr>
          <p:nvPr/>
        </p:nvSpPr>
        <p:spPr>
          <a:xfrm>
            <a:off x="5194340" y="50592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8" name="9u7j_2_tuned_PredictedAtoms_26">
            <a:extLst>
              <a:ext uri="{FF2B5EF4-FFF2-40B4-BE49-F238E27FC236}">
                <a16:creationId xmlns:a16="http://schemas.microsoft.com/office/drawing/2014/main" id="{5779F5C0-D9F1-4DD0-BB48-24B21E1EA502}"/>
              </a:ext>
            </a:extLst>
          </p:cNvPr>
          <p:cNvSpPr>
            <a:spLocks noGrp="1"/>
          </p:cNvSpPr>
          <p:nvPr/>
        </p:nvSpPr>
        <p:spPr>
          <a:xfrm>
            <a:off x="4875376" y="47836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9" name="9u7j_2_tuned_PredictedAtoms_27">
            <a:extLst>
              <a:ext uri="{FF2B5EF4-FFF2-40B4-BE49-F238E27FC236}">
                <a16:creationId xmlns:a16="http://schemas.microsoft.com/office/drawing/2014/main" id="{E957F2B6-B889-4048-98B0-A5771E56BED1}"/>
              </a:ext>
            </a:extLst>
          </p:cNvPr>
          <p:cNvSpPr>
            <a:spLocks noGrp="1"/>
          </p:cNvSpPr>
          <p:nvPr/>
        </p:nvSpPr>
        <p:spPr>
          <a:xfrm>
            <a:off x="4984653" y="46824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80" name="9u7j_2_tuned_PredictedAtoms_28">
            <a:extLst>
              <a:ext uri="{FF2B5EF4-FFF2-40B4-BE49-F238E27FC236}">
                <a16:creationId xmlns:a16="http://schemas.microsoft.com/office/drawing/2014/main" id="{E4F820F0-9AF4-4CE0-8E47-33AC53D519D1}"/>
              </a:ext>
            </a:extLst>
          </p:cNvPr>
          <p:cNvSpPr>
            <a:spLocks noGrp="1"/>
          </p:cNvSpPr>
          <p:nvPr/>
        </p:nvSpPr>
        <p:spPr>
          <a:xfrm>
            <a:off x="4765481" y="47250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81" name="9u7j_2_tuned_PredictedAtoms_29">
            <a:extLst>
              <a:ext uri="{FF2B5EF4-FFF2-40B4-BE49-F238E27FC236}">
                <a16:creationId xmlns:a16="http://schemas.microsoft.com/office/drawing/2014/main" id="{D2A048D9-21B9-45CA-80A8-E470DE96B069}"/>
              </a:ext>
            </a:extLst>
          </p:cNvPr>
          <p:cNvSpPr>
            <a:spLocks noGrp="1"/>
          </p:cNvSpPr>
          <p:nvPr/>
        </p:nvSpPr>
        <p:spPr>
          <a:xfrm>
            <a:off x="4837497" y="46169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82" name="9u7j_2_tuned_PredictedAtoms_30">
            <a:extLst>
              <a:ext uri="{FF2B5EF4-FFF2-40B4-BE49-F238E27FC236}">
                <a16:creationId xmlns:a16="http://schemas.microsoft.com/office/drawing/2014/main" id="{7FF65E12-585B-495E-BB9C-6B680FCCC34F}"/>
              </a:ext>
            </a:extLst>
          </p:cNvPr>
          <p:cNvSpPr>
            <a:spLocks noGrp="1"/>
          </p:cNvSpPr>
          <p:nvPr/>
        </p:nvSpPr>
        <p:spPr>
          <a:xfrm>
            <a:off x="4081718" y="48918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83" name="9u7j_2_tuned_PredictedAtoms_31">
            <a:extLst>
              <a:ext uri="{FF2B5EF4-FFF2-40B4-BE49-F238E27FC236}">
                <a16:creationId xmlns:a16="http://schemas.microsoft.com/office/drawing/2014/main" id="{CAB47F9A-ED9E-4197-A793-BB519EE2A9F1}"/>
              </a:ext>
            </a:extLst>
          </p:cNvPr>
          <p:cNvSpPr>
            <a:spLocks noGrp="1"/>
          </p:cNvSpPr>
          <p:nvPr/>
        </p:nvSpPr>
        <p:spPr>
          <a:xfrm>
            <a:off x="4046264" y="47542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84" name="9u7j_2_tuned_PredictedAtoms_32">
            <a:extLst>
              <a:ext uri="{FF2B5EF4-FFF2-40B4-BE49-F238E27FC236}">
                <a16:creationId xmlns:a16="http://schemas.microsoft.com/office/drawing/2014/main" id="{11477416-9090-4464-9BD7-7CEB13B6100E}"/>
              </a:ext>
            </a:extLst>
          </p:cNvPr>
          <p:cNvSpPr>
            <a:spLocks noGrp="1"/>
          </p:cNvSpPr>
          <p:nvPr/>
        </p:nvSpPr>
        <p:spPr>
          <a:xfrm>
            <a:off x="4196310" y="49835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85" name="9u7j_2_tuned_PredictedAtoms_33">
            <a:extLst>
              <a:ext uri="{FF2B5EF4-FFF2-40B4-BE49-F238E27FC236}">
                <a16:creationId xmlns:a16="http://schemas.microsoft.com/office/drawing/2014/main" id="{6A73E018-A3C4-4C89-B650-50AC6F7B453C}"/>
              </a:ext>
            </a:extLst>
          </p:cNvPr>
          <p:cNvSpPr>
            <a:spLocks noGrp="1"/>
          </p:cNvSpPr>
          <p:nvPr/>
        </p:nvSpPr>
        <p:spPr>
          <a:xfrm>
            <a:off x="4179599" y="50393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86" name="9u7j_2_tuned_PredictedAtoms_34">
            <a:extLst>
              <a:ext uri="{FF2B5EF4-FFF2-40B4-BE49-F238E27FC236}">
                <a16:creationId xmlns:a16="http://schemas.microsoft.com/office/drawing/2014/main" id="{AFAAA3A3-E0DD-4ADA-8375-6CE6D0FAB9B4}"/>
              </a:ext>
            </a:extLst>
          </p:cNvPr>
          <p:cNvSpPr>
            <a:spLocks noGrp="1"/>
          </p:cNvSpPr>
          <p:nvPr/>
        </p:nvSpPr>
        <p:spPr>
          <a:xfrm>
            <a:off x="4238939" y="51015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87" name="9u7j_2_tuned_PredictedAtoms_35">
            <a:extLst>
              <a:ext uri="{FF2B5EF4-FFF2-40B4-BE49-F238E27FC236}">
                <a16:creationId xmlns:a16="http://schemas.microsoft.com/office/drawing/2014/main" id="{52E4B747-95DC-4C1B-902F-2EFFBFA50706}"/>
              </a:ext>
            </a:extLst>
          </p:cNvPr>
          <p:cNvSpPr>
            <a:spLocks noGrp="1"/>
          </p:cNvSpPr>
          <p:nvPr/>
        </p:nvSpPr>
        <p:spPr>
          <a:xfrm>
            <a:off x="4301453" y="52172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88" name="stage3-cases-alternatives_27">
            <a:extLst>
              <a:ext uri="{FF2B5EF4-FFF2-40B4-BE49-F238E27FC236}">
                <a16:creationId xmlns:a16="http://schemas.microsoft.com/office/drawing/2014/main" id="{7194C578-105A-454F-A9B6-AD235CC575D0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0.90 Å   D 89%   Clash 0</a:t>
            </a:r>
          </a:p>
        </p:txBody>
      </p:sp>
      <p:sp>
        <p:nvSpPr>
          <p:cNvPr id="889" name="9u7j_2_build_Receptor">
            <a:extLst>
              <a:ext uri="{FF2B5EF4-FFF2-40B4-BE49-F238E27FC236}">
                <a16:creationId xmlns:a16="http://schemas.microsoft.com/office/drawing/2014/main" id="{457B8E61-9831-45E6-84FB-49B5A948500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90" name="9u7j_2_build_ExperimentalDensity">
            <a:extLst>
              <a:ext uri="{FF2B5EF4-FFF2-40B4-BE49-F238E27FC236}">
                <a16:creationId xmlns:a16="http://schemas.microsoft.com/office/drawing/2014/main" id="{80061185-6F3C-4D66-9D4D-8BFDFD98FBE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91" name="9u7j_2_build_ReferenceLigand_0">
            <a:extLst>
              <a:ext uri="{FF2B5EF4-FFF2-40B4-BE49-F238E27FC236}">
                <a16:creationId xmlns:a16="http://schemas.microsoft.com/office/drawing/2014/main" id="{46EA74E5-6774-4834-8F53-45C450A0B34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2" name="9u7j_2_build_ReferenceLigand_1">
            <a:extLst>
              <a:ext uri="{FF2B5EF4-FFF2-40B4-BE49-F238E27FC236}">
                <a16:creationId xmlns:a16="http://schemas.microsoft.com/office/drawing/2014/main" id="{07C89A7D-1AB1-467E-9BEE-CC98BFC13EC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3" name="9u7j_2_build_ReferenceLigand_2">
            <a:extLst>
              <a:ext uri="{FF2B5EF4-FFF2-40B4-BE49-F238E27FC236}">
                <a16:creationId xmlns:a16="http://schemas.microsoft.com/office/drawing/2014/main" id="{CFDFE250-C2EA-4700-8571-959B9BACB56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4" name="9u7j_2_build_ReferenceLigand_3">
            <a:extLst>
              <a:ext uri="{FF2B5EF4-FFF2-40B4-BE49-F238E27FC236}">
                <a16:creationId xmlns:a16="http://schemas.microsoft.com/office/drawing/2014/main" id="{81200285-797E-4DFA-B707-47F10E4E5C5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5" name="9u7j_2_build_ReferenceLigand_4">
            <a:extLst>
              <a:ext uri="{FF2B5EF4-FFF2-40B4-BE49-F238E27FC236}">
                <a16:creationId xmlns:a16="http://schemas.microsoft.com/office/drawing/2014/main" id="{12C736B0-7363-4FD0-9253-2BE98513145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6" name="9u7j_2_build_ReferenceLigand_5">
            <a:extLst>
              <a:ext uri="{FF2B5EF4-FFF2-40B4-BE49-F238E27FC236}">
                <a16:creationId xmlns:a16="http://schemas.microsoft.com/office/drawing/2014/main" id="{8CCCB2EC-5FBD-4E0F-9B44-2FC52F5ACD1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7" name="9u7j_2_build_ReferenceLigand_6">
            <a:extLst>
              <a:ext uri="{FF2B5EF4-FFF2-40B4-BE49-F238E27FC236}">
                <a16:creationId xmlns:a16="http://schemas.microsoft.com/office/drawing/2014/main" id="{127BC98F-814C-41FE-A736-D100B93D15F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8" name="9u7j_2_build_ReferenceLigand_7">
            <a:extLst>
              <a:ext uri="{FF2B5EF4-FFF2-40B4-BE49-F238E27FC236}">
                <a16:creationId xmlns:a16="http://schemas.microsoft.com/office/drawing/2014/main" id="{9D7BC5E8-8316-4681-90BE-7A9B6FF5A5F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9" name="9u7j_2_build_ReferenceLigand_8">
            <a:extLst>
              <a:ext uri="{FF2B5EF4-FFF2-40B4-BE49-F238E27FC236}">
                <a16:creationId xmlns:a16="http://schemas.microsoft.com/office/drawing/2014/main" id="{C4882887-6692-4959-9576-D0FCF78E7EB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0" name="9u7j_2_build_ReferenceLigand_9">
            <a:extLst>
              <a:ext uri="{FF2B5EF4-FFF2-40B4-BE49-F238E27FC236}">
                <a16:creationId xmlns:a16="http://schemas.microsoft.com/office/drawing/2014/main" id="{7F9E1100-0E24-4978-B324-7CC4374A3BA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1" name="9u7j_2_build_ReferenceLigand_10">
            <a:extLst>
              <a:ext uri="{FF2B5EF4-FFF2-40B4-BE49-F238E27FC236}">
                <a16:creationId xmlns:a16="http://schemas.microsoft.com/office/drawing/2014/main" id="{9553E390-A58C-4D60-81EA-384F29213CD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2" name="9u7j_2_build_ReferenceLigand_11">
            <a:extLst>
              <a:ext uri="{FF2B5EF4-FFF2-40B4-BE49-F238E27FC236}">
                <a16:creationId xmlns:a16="http://schemas.microsoft.com/office/drawing/2014/main" id="{DFB1ECC7-9B9B-4A79-B0DC-46EED207904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3" name="9u7j_2_build_ReferenceLigand_12">
            <a:extLst>
              <a:ext uri="{FF2B5EF4-FFF2-40B4-BE49-F238E27FC236}">
                <a16:creationId xmlns:a16="http://schemas.microsoft.com/office/drawing/2014/main" id="{266EC03C-6851-4544-A2F7-9A78B73FE42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4" name="9u7j_2_build_ReferenceLigand_13">
            <a:extLst>
              <a:ext uri="{FF2B5EF4-FFF2-40B4-BE49-F238E27FC236}">
                <a16:creationId xmlns:a16="http://schemas.microsoft.com/office/drawing/2014/main" id="{045286DC-0166-45CB-A883-14181F08547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5" name="9u7j_2_build_ReferenceLigand_14">
            <a:extLst>
              <a:ext uri="{FF2B5EF4-FFF2-40B4-BE49-F238E27FC236}">
                <a16:creationId xmlns:a16="http://schemas.microsoft.com/office/drawing/2014/main" id="{AD9F1719-CDE7-4AB0-8D27-168B9F05F48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6" name="9u7j_2_build_ReferenceLigand_15">
            <a:extLst>
              <a:ext uri="{FF2B5EF4-FFF2-40B4-BE49-F238E27FC236}">
                <a16:creationId xmlns:a16="http://schemas.microsoft.com/office/drawing/2014/main" id="{ACC6947A-6B7A-4F73-9079-99B911D55E3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7" name="9u7j_2_build_ReferenceLigand_16">
            <a:extLst>
              <a:ext uri="{FF2B5EF4-FFF2-40B4-BE49-F238E27FC236}">
                <a16:creationId xmlns:a16="http://schemas.microsoft.com/office/drawing/2014/main" id="{C5746E8D-4F3B-477E-AA3F-2E4CEF349FD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8" name="9u7j_2_build_ReferenceLigand_17">
            <a:extLst>
              <a:ext uri="{FF2B5EF4-FFF2-40B4-BE49-F238E27FC236}">
                <a16:creationId xmlns:a16="http://schemas.microsoft.com/office/drawing/2014/main" id="{EC4FCE1F-1BD0-476D-BE6D-1172E719055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9" name="9u7j_2_build_ReferenceLigand_18">
            <a:extLst>
              <a:ext uri="{FF2B5EF4-FFF2-40B4-BE49-F238E27FC236}">
                <a16:creationId xmlns:a16="http://schemas.microsoft.com/office/drawing/2014/main" id="{3C872B4F-3FD9-41F1-8FDC-CFF7BE45D18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0" name="9u7j_2_build_ReferenceLigand_19">
            <a:extLst>
              <a:ext uri="{FF2B5EF4-FFF2-40B4-BE49-F238E27FC236}">
                <a16:creationId xmlns:a16="http://schemas.microsoft.com/office/drawing/2014/main" id="{F85DD021-7368-44DA-98DC-68478737F9C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1" name="9u7j_2_build_ReferenceLigand_20">
            <a:extLst>
              <a:ext uri="{FF2B5EF4-FFF2-40B4-BE49-F238E27FC236}">
                <a16:creationId xmlns:a16="http://schemas.microsoft.com/office/drawing/2014/main" id="{F422812C-40D7-46A7-A70D-BB67F870A37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2" name="9u7j_2_build_ReferenceLigand_21">
            <a:extLst>
              <a:ext uri="{FF2B5EF4-FFF2-40B4-BE49-F238E27FC236}">
                <a16:creationId xmlns:a16="http://schemas.microsoft.com/office/drawing/2014/main" id="{E8541F18-899E-4190-ACAF-017E4D605B8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3" name="9u7j_2_build_ReferenceLigand_22">
            <a:extLst>
              <a:ext uri="{FF2B5EF4-FFF2-40B4-BE49-F238E27FC236}">
                <a16:creationId xmlns:a16="http://schemas.microsoft.com/office/drawing/2014/main" id="{7618DD87-3798-4F76-B7B4-2C67CC1E698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4" name="9u7j_2_build_ReferenceLigand_23">
            <a:extLst>
              <a:ext uri="{FF2B5EF4-FFF2-40B4-BE49-F238E27FC236}">
                <a16:creationId xmlns:a16="http://schemas.microsoft.com/office/drawing/2014/main" id="{4D1F4B31-E17C-4BF7-B149-F9CA6E22E69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u7j_2_build_ReferenceLigand_24">
            <a:extLst>
              <a:ext uri="{FF2B5EF4-FFF2-40B4-BE49-F238E27FC236}">
                <a16:creationId xmlns:a16="http://schemas.microsoft.com/office/drawing/2014/main" id="{6D02D1FC-186D-46D1-9FCD-53D4B32EC6A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u7j_2_build_ReferenceLigand_25">
            <a:extLst>
              <a:ext uri="{FF2B5EF4-FFF2-40B4-BE49-F238E27FC236}">
                <a16:creationId xmlns:a16="http://schemas.microsoft.com/office/drawing/2014/main" id="{BDB44896-C83B-4268-B25F-E0FAE489B76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u7j_2_build_ReferenceLigand_26">
            <a:extLst>
              <a:ext uri="{FF2B5EF4-FFF2-40B4-BE49-F238E27FC236}">
                <a16:creationId xmlns:a16="http://schemas.microsoft.com/office/drawing/2014/main" id="{F7A96F94-3F0B-42A1-A85F-E7F0EF7A46B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u7j_2_build_ReferenceLigand_27">
            <a:extLst>
              <a:ext uri="{FF2B5EF4-FFF2-40B4-BE49-F238E27FC236}">
                <a16:creationId xmlns:a16="http://schemas.microsoft.com/office/drawing/2014/main" id="{8F5343B1-313F-4E95-8B26-F56CCB7E7C6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9" name="9u7j_2_build_ReferenceLigand_28">
            <a:extLst>
              <a:ext uri="{FF2B5EF4-FFF2-40B4-BE49-F238E27FC236}">
                <a16:creationId xmlns:a16="http://schemas.microsoft.com/office/drawing/2014/main" id="{24F52DE5-5B1F-4B2C-9CED-F03400D3C90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0" name="9u7j_2_build_ReferenceLigand_29">
            <a:extLst>
              <a:ext uri="{FF2B5EF4-FFF2-40B4-BE49-F238E27FC236}">
                <a16:creationId xmlns:a16="http://schemas.microsoft.com/office/drawing/2014/main" id="{3D186D4C-841A-496D-8FE6-3B894ED6EDA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1" name="9u7j_2_build_ReferenceLigand_30">
            <a:extLst>
              <a:ext uri="{FF2B5EF4-FFF2-40B4-BE49-F238E27FC236}">
                <a16:creationId xmlns:a16="http://schemas.microsoft.com/office/drawing/2014/main" id="{D6B8122A-9C7F-41B8-BED5-408558E73BF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2" name="9u7j_2_build_ReferenceLigand_31">
            <a:extLst>
              <a:ext uri="{FF2B5EF4-FFF2-40B4-BE49-F238E27FC236}">
                <a16:creationId xmlns:a16="http://schemas.microsoft.com/office/drawing/2014/main" id="{B7635C42-C2CE-4557-94AC-29BE48637C6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3" name="9u7j_2_build_ReferenceLigand_32">
            <a:extLst>
              <a:ext uri="{FF2B5EF4-FFF2-40B4-BE49-F238E27FC236}">
                <a16:creationId xmlns:a16="http://schemas.microsoft.com/office/drawing/2014/main" id="{B2871AF8-FFF0-4CD4-AC68-4DC362129EF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4" name="9u7j_2_build_ReferenceLigand_33">
            <a:extLst>
              <a:ext uri="{FF2B5EF4-FFF2-40B4-BE49-F238E27FC236}">
                <a16:creationId xmlns:a16="http://schemas.microsoft.com/office/drawing/2014/main" id="{F3EC1460-F54C-47C4-9129-D358B711DA0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5" name="9u7j_2_build_ReferenceLigand_34">
            <a:extLst>
              <a:ext uri="{FF2B5EF4-FFF2-40B4-BE49-F238E27FC236}">
                <a16:creationId xmlns:a16="http://schemas.microsoft.com/office/drawing/2014/main" id="{94956522-56B0-46BA-8F28-F5A2037ACB3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6" name="9u7j_2_build_ReferenceLigand_35">
            <a:extLst>
              <a:ext uri="{FF2B5EF4-FFF2-40B4-BE49-F238E27FC236}">
                <a16:creationId xmlns:a16="http://schemas.microsoft.com/office/drawing/2014/main" id="{6687C0B5-299A-48D5-AA48-70F7E4090DC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7" name="9u7j_2_build_ReferenceLigand_36">
            <a:extLst>
              <a:ext uri="{FF2B5EF4-FFF2-40B4-BE49-F238E27FC236}">
                <a16:creationId xmlns:a16="http://schemas.microsoft.com/office/drawing/2014/main" id="{8C9F8BC6-704F-4713-A412-F49A01D475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8" name="9u7j_2_build_ReferenceLigand_37">
            <a:extLst>
              <a:ext uri="{FF2B5EF4-FFF2-40B4-BE49-F238E27FC236}">
                <a16:creationId xmlns:a16="http://schemas.microsoft.com/office/drawing/2014/main" id="{06F80BD7-5699-4C0C-80FB-99344807B3C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9" name="9u7j_2_build_PredictedLigand_0">
            <a:extLst>
              <a:ext uri="{FF2B5EF4-FFF2-40B4-BE49-F238E27FC236}">
                <a16:creationId xmlns:a16="http://schemas.microsoft.com/office/drawing/2014/main" id="{F4BB00D6-91F8-4319-B48B-EF837E4E65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719677" y="7031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0" name="9u7j_2_build_PredictedLigand_1">
            <a:extLst>
              <a:ext uri="{FF2B5EF4-FFF2-40B4-BE49-F238E27FC236}">
                <a16:creationId xmlns:a16="http://schemas.microsoft.com/office/drawing/2014/main" id="{29A1B2E3-EDEA-467E-BD78-71E11C24E9C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07909" y="4880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1" name="9u7j_2_build_PredictedLigand_2">
            <a:extLst>
              <a:ext uri="{FF2B5EF4-FFF2-40B4-BE49-F238E27FC236}">
                <a16:creationId xmlns:a16="http://schemas.microsoft.com/office/drawing/2014/main" id="{8B706C5D-311F-49F3-B360-1CFFD400A77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893009" y="943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2" name="9u7j_2_build_PredictedLigand_3">
            <a:extLst>
              <a:ext uri="{FF2B5EF4-FFF2-40B4-BE49-F238E27FC236}">
                <a16:creationId xmlns:a16="http://schemas.microsoft.com/office/drawing/2014/main" id="{33583404-CBEA-419F-96E0-152354B3A0E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15371" y="232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3" name="9u7j_2_build_PredictedLigand_4">
            <a:extLst>
              <a:ext uri="{FF2B5EF4-FFF2-40B4-BE49-F238E27FC236}">
                <a16:creationId xmlns:a16="http://schemas.microsoft.com/office/drawing/2014/main" id="{CE84E262-1AF6-4130-95F0-D4881AB9BB0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867703" y="8395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4" name="9u7j_2_build_PredictedLigand_5">
            <a:extLst>
              <a:ext uri="{FF2B5EF4-FFF2-40B4-BE49-F238E27FC236}">
                <a16:creationId xmlns:a16="http://schemas.microsoft.com/office/drawing/2014/main" id="{4AA0F665-B817-4418-A079-C14167342EE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163016" y="381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5" name="9u7j_2_build_PredictedLigand_6">
            <a:extLst>
              <a:ext uri="{FF2B5EF4-FFF2-40B4-BE49-F238E27FC236}">
                <a16:creationId xmlns:a16="http://schemas.microsoft.com/office/drawing/2014/main" id="{9A0C38CC-C571-4029-9D01-7BC2788B690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955337" y="837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6" name="9u7j_2_build_PredictedLigand_7">
            <a:extLst>
              <a:ext uri="{FF2B5EF4-FFF2-40B4-BE49-F238E27FC236}">
                <a16:creationId xmlns:a16="http://schemas.microsoft.com/office/drawing/2014/main" id="{5C015D7D-CE8A-426F-9C98-1F3023AB75D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6953" y="415162"/>
                </a:moveTo>
                <a:lnTo>
                  <a:pt x="1304512" y="3779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7" name="9u7j_2_build_PredictedLigand_8">
            <a:extLst>
              <a:ext uri="{FF2B5EF4-FFF2-40B4-BE49-F238E27FC236}">
                <a16:creationId xmlns:a16="http://schemas.microsoft.com/office/drawing/2014/main" id="{5C1E5753-28A5-4F57-BFE3-9535F667A99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3016" y="381815"/>
                </a:moveTo>
                <a:lnTo>
                  <a:pt x="1055042" y="4814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8" name="9u7j_2_build_PredictedLigand_9">
            <a:extLst>
              <a:ext uri="{FF2B5EF4-FFF2-40B4-BE49-F238E27FC236}">
                <a16:creationId xmlns:a16="http://schemas.microsoft.com/office/drawing/2014/main" id="{9B5DEA8D-B175-4D53-ACFB-A9FDB772F44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710002" y="7963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9" name="9u7j_2_build_PredictedLigand_10">
            <a:extLst>
              <a:ext uri="{FF2B5EF4-FFF2-40B4-BE49-F238E27FC236}">
                <a16:creationId xmlns:a16="http://schemas.microsoft.com/office/drawing/2014/main" id="{7C4E9C33-0401-421E-B2BE-9CA52193430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2070926" y="890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0" name="9u7j_2_build_PredictedLigand_11">
            <a:extLst>
              <a:ext uri="{FF2B5EF4-FFF2-40B4-BE49-F238E27FC236}">
                <a16:creationId xmlns:a16="http://schemas.microsoft.com/office/drawing/2014/main" id="{438DEFA1-E9AA-4044-BE99-CEF2F8ADE2A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042" y="481480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1" name="9u7j_2_build_PredictedLigand_12">
            <a:extLst>
              <a:ext uri="{FF2B5EF4-FFF2-40B4-BE49-F238E27FC236}">
                <a16:creationId xmlns:a16="http://schemas.microsoft.com/office/drawing/2014/main" id="{04B59560-A067-4621-862C-656F95B5813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750618" y="10017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2" name="9u7j_2_build_PredictedLigand_13">
            <a:extLst>
              <a:ext uri="{FF2B5EF4-FFF2-40B4-BE49-F238E27FC236}">
                <a16:creationId xmlns:a16="http://schemas.microsoft.com/office/drawing/2014/main" id="{FF714E09-A901-400D-A652-0BD92B57EB7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618" y="1001709"/>
                </a:moveTo>
                <a:lnTo>
                  <a:pt x="561659" y="7373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3" name="9u7j_2_build_PredictedLigand_14">
            <a:extLst>
              <a:ext uri="{FF2B5EF4-FFF2-40B4-BE49-F238E27FC236}">
                <a16:creationId xmlns:a16="http://schemas.microsoft.com/office/drawing/2014/main" id="{94E75393-549C-4EE0-8751-833ACB65AE5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55715" y="12577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4" name="9u7j_2_build_PredictedLigand_15">
            <a:extLst>
              <a:ext uri="{FF2B5EF4-FFF2-40B4-BE49-F238E27FC236}">
                <a16:creationId xmlns:a16="http://schemas.microsoft.com/office/drawing/2014/main" id="{397476DE-B350-4EC2-B796-E4DA4237885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684334" y="548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5" name="9u7j_2_build_PredictedLigand_16">
            <a:extLst>
              <a:ext uri="{FF2B5EF4-FFF2-40B4-BE49-F238E27FC236}">
                <a16:creationId xmlns:a16="http://schemas.microsoft.com/office/drawing/2014/main" id="{8DEDDAD5-096B-49CA-8FCC-797EDD58A19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6006" y="499951"/>
                </a:moveTo>
                <a:lnTo>
                  <a:pt x="884669" y="6214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6" name="9u7j_2_build_PredictedLigand_17">
            <a:extLst>
              <a:ext uri="{FF2B5EF4-FFF2-40B4-BE49-F238E27FC236}">
                <a16:creationId xmlns:a16="http://schemas.microsoft.com/office/drawing/2014/main" id="{81A0E157-C16A-4326-A696-04D18C79F3B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576474" y="700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7" name="9u7j_2_build_PredictedLigand_18">
            <a:extLst>
              <a:ext uri="{FF2B5EF4-FFF2-40B4-BE49-F238E27FC236}">
                <a16:creationId xmlns:a16="http://schemas.microsoft.com/office/drawing/2014/main" id="{630E2E24-71A9-49E2-AC79-CC764B6067D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26953" y="415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8" name="9u7j_2_build_PredictedLigand_19">
            <a:extLst>
              <a:ext uri="{FF2B5EF4-FFF2-40B4-BE49-F238E27FC236}">
                <a16:creationId xmlns:a16="http://schemas.microsoft.com/office/drawing/2014/main" id="{41663A48-D688-469D-99C7-7A3EFF300B2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9" name="9u7j_2_build_PredictedLigand_20">
            <a:extLst>
              <a:ext uri="{FF2B5EF4-FFF2-40B4-BE49-F238E27FC236}">
                <a16:creationId xmlns:a16="http://schemas.microsoft.com/office/drawing/2014/main" id="{80ABB779-E27F-4117-A2CA-0B8755F9614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334" y="548541"/>
                </a:moveTo>
                <a:lnTo>
                  <a:pt x="1540424" y="4459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0" name="9u7j_2_build_PredictedLigand_21">
            <a:extLst>
              <a:ext uri="{FF2B5EF4-FFF2-40B4-BE49-F238E27FC236}">
                <a16:creationId xmlns:a16="http://schemas.microsoft.com/office/drawing/2014/main" id="{1EAF44EA-437B-4162-A6A4-FB39AB2D0EA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4669" y="621455"/>
                </a:moveTo>
                <a:lnTo>
                  <a:pt x="841070" y="6800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1" name="9u7j_2_build_PredictedLigand_22">
            <a:extLst>
              <a:ext uri="{FF2B5EF4-FFF2-40B4-BE49-F238E27FC236}">
                <a16:creationId xmlns:a16="http://schemas.microsoft.com/office/drawing/2014/main" id="{E409161B-DE41-404D-B4CF-511FE370EC5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2" name="9u7j_2_build_PredictedLigand_23">
            <a:extLst>
              <a:ext uri="{FF2B5EF4-FFF2-40B4-BE49-F238E27FC236}">
                <a16:creationId xmlns:a16="http://schemas.microsoft.com/office/drawing/2014/main" id="{D8301CD1-18FE-4184-A16E-1C4EF487BA1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39" y="765673"/>
                </a:moveTo>
                <a:lnTo>
                  <a:pt x="1671632" y="71068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3" name="9u7j_2_build_PredictedLigand_24">
            <a:extLst>
              <a:ext uri="{FF2B5EF4-FFF2-40B4-BE49-F238E27FC236}">
                <a16:creationId xmlns:a16="http://schemas.microsoft.com/office/drawing/2014/main" id="{CBBC6C19-34A9-4D75-A86C-C3E62416D22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17986" y="12447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4" name="9u7j_2_build_PredictedLigand_25">
            <a:extLst>
              <a:ext uri="{FF2B5EF4-FFF2-40B4-BE49-F238E27FC236}">
                <a16:creationId xmlns:a16="http://schemas.microsoft.com/office/drawing/2014/main" id="{D33B3E7D-B8BB-47CA-B2D0-40F36208288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5" name="9u7j_2_build_PredictedLigand_26">
            <a:extLst>
              <a:ext uri="{FF2B5EF4-FFF2-40B4-BE49-F238E27FC236}">
                <a16:creationId xmlns:a16="http://schemas.microsoft.com/office/drawing/2014/main" id="{48803812-17B9-4402-9282-F56FE3397EF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0415" y="741677"/>
                </a:moveTo>
                <a:lnTo>
                  <a:pt x="1765839" y="765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6" name="9u7j_2_build_PredictedLigand_27">
            <a:extLst>
              <a:ext uri="{FF2B5EF4-FFF2-40B4-BE49-F238E27FC236}">
                <a16:creationId xmlns:a16="http://schemas.microsoft.com/office/drawing/2014/main" id="{FC4351AF-46E6-4950-9E2A-488AD95C197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026" y="824620"/>
                </a:moveTo>
                <a:lnTo>
                  <a:pt x="989986" y="8583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7" name="9u7j_2_build_PredictedLigand_28">
            <a:extLst>
              <a:ext uri="{FF2B5EF4-FFF2-40B4-BE49-F238E27FC236}">
                <a16:creationId xmlns:a16="http://schemas.microsoft.com/office/drawing/2014/main" id="{C52E1C9F-8E30-4EFB-B56E-1F59F11FC69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8" name="9u7j_2_build_PredictedLigand_29">
            <a:extLst>
              <a:ext uri="{FF2B5EF4-FFF2-40B4-BE49-F238E27FC236}">
                <a16:creationId xmlns:a16="http://schemas.microsoft.com/office/drawing/2014/main" id="{610FEC07-972F-4EBB-BB17-69EE21261D7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616540" y="3185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9" name="9u7j_2_build_PredictedLigand_30">
            <a:extLst>
              <a:ext uri="{FF2B5EF4-FFF2-40B4-BE49-F238E27FC236}">
                <a16:creationId xmlns:a16="http://schemas.microsoft.com/office/drawing/2014/main" id="{270524FF-4394-4B31-A2E8-523F6758074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9986" y="858308"/>
                </a:moveTo>
                <a:lnTo>
                  <a:pt x="1007426" y="9977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0" name="9u7j_2_build_PredictedLigand_31">
            <a:extLst>
              <a:ext uri="{FF2B5EF4-FFF2-40B4-BE49-F238E27FC236}">
                <a16:creationId xmlns:a16="http://schemas.microsoft.com/office/drawing/2014/main" id="{5E1CF25C-0195-4DEF-B632-0FB29557A00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86296" y="5209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1" name="9u7j_2_build_PredictedLigand_32">
            <a:extLst>
              <a:ext uri="{FF2B5EF4-FFF2-40B4-BE49-F238E27FC236}">
                <a16:creationId xmlns:a16="http://schemas.microsoft.com/office/drawing/2014/main" id="{05FCC9B8-5BE4-4257-AE87-410116128E1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4" y="805877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2" name="9u7j_2_build_PredictedLigand_33">
            <a:extLst>
              <a:ext uri="{FF2B5EF4-FFF2-40B4-BE49-F238E27FC236}">
                <a16:creationId xmlns:a16="http://schemas.microsoft.com/office/drawing/2014/main" id="{967CDF2A-0939-4897-8C89-1F880692585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925992" y="6435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3" name="9u7j_2_build_PredictedLigand_34">
            <a:extLst>
              <a:ext uri="{FF2B5EF4-FFF2-40B4-BE49-F238E27FC236}">
                <a16:creationId xmlns:a16="http://schemas.microsoft.com/office/drawing/2014/main" id="{488A2C59-0DC0-4D20-828B-A22635A621B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1007880" y="5337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4" name="9u7j_2_build_PredictedLigand_35">
            <a:extLst>
              <a:ext uri="{FF2B5EF4-FFF2-40B4-BE49-F238E27FC236}">
                <a16:creationId xmlns:a16="http://schemas.microsoft.com/office/drawing/2014/main" id="{8CEA62DE-A722-4400-8E64-96AB3B4F86B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1008961" y="4135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5" name="9u7j_2_build_PredictedLigand_36">
            <a:extLst>
              <a:ext uri="{FF2B5EF4-FFF2-40B4-BE49-F238E27FC236}">
                <a16:creationId xmlns:a16="http://schemas.microsoft.com/office/drawing/2014/main" id="{12F7FF15-4F5F-44DC-8F01-F6F895C0747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7808" y="699493"/>
                </a:moveTo>
                <a:lnTo>
                  <a:pt x="1998324" y="8058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6" name="9u7j_2_build_PredictedLigand_37">
            <a:extLst>
              <a:ext uri="{FF2B5EF4-FFF2-40B4-BE49-F238E27FC236}">
                <a16:creationId xmlns:a16="http://schemas.microsoft.com/office/drawing/2014/main" id="{65E6D67E-1625-49E9-885A-785A334EB70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843668" y="6111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7" name="9u7j_2_build_PredictedAtoms_0">
            <a:extLst>
              <a:ext uri="{FF2B5EF4-FFF2-40B4-BE49-F238E27FC236}">
                <a16:creationId xmlns:a16="http://schemas.microsoft.com/office/drawing/2014/main" id="{72D184B9-FD6B-4DF6-8A34-0DA293133CCD}"/>
              </a:ext>
            </a:extLst>
          </p:cNvPr>
          <p:cNvSpPr>
            <a:spLocks noGrp="1"/>
          </p:cNvSpPr>
          <p:nvPr/>
        </p:nvSpPr>
        <p:spPr>
          <a:xfrm>
            <a:off x="8243815" y="50552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8" name="9u7j_2_build_PredictedAtoms_1">
            <a:extLst>
              <a:ext uri="{FF2B5EF4-FFF2-40B4-BE49-F238E27FC236}">
                <a16:creationId xmlns:a16="http://schemas.microsoft.com/office/drawing/2014/main" id="{DDF94C21-7023-4728-A832-7C8C3B5A3578}"/>
              </a:ext>
            </a:extLst>
          </p:cNvPr>
          <p:cNvSpPr>
            <a:spLocks noGrp="1"/>
          </p:cNvSpPr>
          <p:nvPr/>
        </p:nvSpPr>
        <p:spPr>
          <a:xfrm>
            <a:off x="8154331" y="51616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9" name="9u7j_2_build_PredictedAtoms_2">
            <a:extLst>
              <a:ext uri="{FF2B5EF4-FFF2-40B4-BE49-F238E27FC236}">
                <a16:creationId xmlns:a16="http://schemas.microsoft.com/office/drawing/2014/main" id="{061FD38B-9C11-4407-B5EA-E519FDC45910}"/>
              </a:ext>
            </a:extLst>
          </p:cNvPr>
          <p:cNvSpPr>
            <a:spLocks noGrp="1"/>
          </p:cNvSpPr>
          <p:nvPr/>
        </p:nvSpPr>
        <p:spPr>
          <a:xfrm>
            <a:off x="8076422" y="50974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0" name="9u7j_2_build_PredictedAtoms_3">
            <a:extLst>
              <a:ext uri="{FF2B5EF4-FFF2-40B4-BE49-F238E27FC236}">
                <a16:creationId xmlns:a16="http://schemas.microsoft.com/office/drawing/2014/main" id="{298B3C76-71E5-4066-945B-A2F2273DD747}"/>
              </a:ext>
            </a:extLst>
          </p:cNvPr>
          <p:cNvSpPr>
            <a:spLocks noGrp="1"/>
          </p:cNvSpPr>
          <p:nvPr/>
        </p:nvSpPr>
        <p:spPr>
          <a:xfrm>
            <a:off x="7921847" y="51214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1" name="9u7j_2_build_PredictedAtoms_4">
            <a:extLst>
              <a:ext uri="{FF2B5EF4-FFF2-40B4-BE49-F238E27FC236}">
                <a16:creationId xmlns:a16="http://schemas.microsoft.com/office/drawing/2014/main" id="{2AB551E8-BFF2-41A7-A8B3-ACE7CC5E5EBE}"/>
              </a:ext>
            </a:extLst>
          </p:cNvPr>
          <p:cNvSpPr>
            <a:spLocks noGrp="1"/>
          </p:cNvSpPr>
          <p:nvPr/>
        </p:nvSpPr>
        <p:spPr>
          <a:xfrm>
            <a:off x="7827640" y="50664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2" name="9u7j_2_build_PredictedAtoms_5">
            <a:extLst>
              <a:ext uri="{FF2B5EF4-FFF2-40B4-BE49-F238E27FC236}">
                <a16:creationId xmlns:a16="http://schemas.microsoft.com/office/drawing/2014/main" id="{3E2C22A1-B224-472D-A8E7-391EDA04D3AC}"/>
              </a:ext>
            </a:extLst>
          </p:cNvPr>
          <p:cNvSpPr>
            <a:spLocks noGrp="1"/>
          </p:cNvSpPr>
          <p:nvPr/>
        </p:nvSpPr>
        <p:spPr>
          <a:xfrm>
            <a:off x="7840341" y="49043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3" name="9u7j_2_build_PredictedAtoms_6">
            <a:extLst>
              <a:ext uri="{FF2B5EF4-FFF2-40B4-BE49-F238E27FC236}">
                <a16:creationId xmlns:a16="http://schemas.microsoft.com/office/drawing/2014/main" id="{9C5FB0D9-BFAF-495C-8FD6-780AD195D4CF}"/>
              </a:ext>
            </a:extLst>
          </p:cNvPr>
          <p:cNvSpPr>
            <a:spLocks noGrp="1"/>
          </p:cNvSpPr>
          <p:nvPr/>
        </p:nvSpPr>
        <p:spPr>
          <a:xfrm>
            <a:off x="7696431" y="48016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4" name="9u7j_2_build_PredictedAtoms_7">
            <a:extLst>
              <a:ext uri="{FF2B5EF4-FFF2-40B4-BE49-F238E27FC236}">
                <a16:creationId xmlns:a16="http://schemas.microsoft.com/office/drawing/2014/main" id="{0E4D990A-3817-4A3B-BDBC-3BFFB048A57B}"/>
              </a:ext>
            </a:extLst>
          </p:cNvPr>
          <p:cNvSpPr>
            <a:spLocks noGrp="1"/>
          </p:cNvSpPr>
          <p:nvPr/>
        </p:nvSpPr>
        <p:spPr>
          <a:xfrm>
            <a:off x="7772548" y="46743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5" name="9u7j_2_build_PredictedAtoms_8">
            <a:extLst>
              <a:ext uri="{FF2B5EF4-FFF2-40B4-BE49-F238E27FC236}">
                <a16:creationId xmlns:a16="http://schemas.microsoft.com/office/drawing/2014/main" id="{A28BDD90-A5B7-4E86-BA99-67FD2AEB00A5}"/>
              </a:ext>
            </a:extLst>
          </p:cNvPr>
          <p:cNvSpPr>
            <a:spLocks noGrp="1"/>
          </p:cNvSpPr>
          <p:nvPr/>
        </p:nvSpPr>
        <p:spPr>
          <a:xfrm>
            <a:off x="7642303" y="48767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6" name="9u7j_2_build_PredictedAtoms_9">
            <a:extLst>
              <a:ext uri="{FF2B5EF4-FFF2-40B4-BE49-F238E27FC236}">
                <a16:creationId xmlns:a16="http://schemas.microsoft.com/office/drawing/2014/main" id="{D7513C2E-E98B-4AFD-9F1C-DC59C7361728}"/>
              </a:ext>
            </a:extLst>
          </p:cNvPr>
          <p:cNvSpPr>
            <a:spLocks noGrp="1"/>
          </p:cNvSpPr>
          <p:nvPr/>
        </p:nvSpPr>
        <p:spPr>
          <a:xfrm>
            <a:off x="7582961" y="4770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7" name="9u7j_2_build_PredictedAtoms_10">
            <a:extLst>
              <a:ext uri="{FF2B5EF4-FFF2-40B4-BE49-F238E27FC236}">
                <a16:creationId xmlns:a16="http://schemas.microsoft.com/office/drawing/2014/main" id="{56373C52-2F32-4544-AF60-9A92F74538AC}"/>
              </a:ext>
            </a:extLst>
          </p:cNvPr>
          <p:cNvSpPr>
            <a:spLocks noGrp="1"/>
          </p:cNvSpPr>
          <p:nvPr/>
        </p:nvSpPr>
        <p:spPr>
          <a:xfrm>
            <a:off x="7460520" y="47337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8" name="9u7j_2_build_PredictedAtoms_11">
            <a:extLst>
              <a:ext uri="{FF2B5EF4-FFF2-40B4-BE49-F238E27FC236}">
                <a16:creationId xmlns:a16="http://schemas.microsoft.com/office/drawing/2014/main" id="{D1376DB9-73DF-4A4E-82C1-5E6F54EA3BC8}"/>
              </a:ext>
            </a:extLst>
          </p:cNvPr>
          <p:cNvSpPr>
            <a:spLocks noGrp="1"/>
          </p:cNvSpPr>
          <p:nvPr/>
        </p:nvSpPr>
        <p:spPr>
          <a:xfrm>
            <a:off x="7463916" y="48438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9" name="9u7j_2_build_PredictedAtoms_12">
            <a:extLst>
              <a:ext uri="{FF2B5EF4-FFF2-40B4-BE49-F238E27FC236}">
                <a16:creationId xmlns:a16="http://schemas.microsoft.com/office/drawing/2014/main" id="{6398E260-F153-4B3A-9FB0-C4AB67249FF0}"/>
              </a:ext>
            </a:extLst>
          </p:cNvPr>
          <p:cNvSpPr>
            <a:spLocks noGrp="1"/>
          </p:cNvSpPr>
          <p:nvPr/>
        </p:nvSpPr>
        <p:spPr>
          <a:xfrm>
            <a:off x="7471378" y="45879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0" name="9u7j_2_build_PredictedAtoms_13">
            <a:extLst>
              <a:ext uri="{FF2B5EF4-FFF2-40B4-BE49-F238E27FC236}">
                <a16:creationId xmlns:a16="http://schemas.microsoft.com/office/drawing/2014/main" id="{55429BA1-268E-45B6-AFB9-F976A3D4D970}"/>
              </a:ext>
            </a:extLst>
          </p:cNvPr>
          <p:cNvSpPr>
            <a:spLocks noGrp="1"/>
          </p:cNvSpPr>
          <p:nvPr/>
        </p:nvSpPr>
        <p:spPr>
          <a:xfrm>
            <a:off x="7319023" y="47375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1" name="9u7j_2_build_PredictedAtoms_14">
            <a:extLst>
              <a:ext uri="{FF2B5EF4-FFF2-40B4-BE49-F238E27FC236}">
                <a16:creationId xmlns:a16="http://schemas.microsoft.com/office/drawing/2014/main" id="{12A36804-83A1-443C-BBC0-D2751980D632}"/>
              </a:ext>
            </a:extLst>
          </p:cNvPr>
          <p:cNvSpPr>
            <a:spLocks noGrp="1"/>
          </p:cNvSpPr>
          <p:nvPr/>
        </p:nvSpPr>
        <p:spPr>
          <a:xfrm>
            <a:off x="7211049" y="48372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2" name="9u7j_2_build_PredictedAtoms_15">
            <a:extLst>
              <a:ext uri="{FF2B5EF4-FFF2-40B4-BE49-F238E27FC236}">
                <a16:creationId xmlns:a16="http://schemas.microsoft.com/office/drawing/2014/main" id="{F751DE5F-882F-4A11-8E23-B2BD173C57D6}"/>
              </a:ext>
            </a:extLst>
          </p:cNvPr>
          <p:cNvSpPr>
            <a:spLocks noGrp="1"/>
          </p:cNvSpPr>
          <p:nvPr/>
        </p:nvSpPr>
        <p:spPr>
          <a:xfrm>
            <a:off x="7102014" y="48557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3" name="9u7j_2_build_PredictedAtoms_16">
            <a:extLst>
              <a:ext uri="{FF2B5EF4-FFF2-40B4-BE49-F238E27FC236}">
                <a16:creationId xmlns:a16="http://schemas.microsoft.com/office/drawing/2014/main" id="{CE13A85D-AB29-444C-8ED9-D5A574A4A4D0}"/>
              </a:ext>
            </a:extLst>
          </p:cNvPr>
          <p:cNvSpPr>
            <a:spLocks noGrp="1"/>
          </p:cNvSpPr>
          <p:nvPr/>
        </p:nvSpPr>
        <p:spPr>
          <a:xfrm>
            <a:off x="7040677" y="49772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4" name="9u7j_2_build_PredictedAtoms_17">
            <a:extLst>
              <a:ext uri="{FF2B5EF4-FFF2-40B4-BE49-F238E27FC236}">
                <a16:creationId xmlns:a16="http://schemas.microsoft.com/office/drawing/2014/main" id="{F3DAEF2F-CD54-4AF7-B2E6-846F460FA5D7}"/>
              </a:ext>
            </a:extLst>
          </p:cNvPr>
          <p:cNvSpPr>
            <a:spLocks noGrp="1"/>
          </p:cNvSpPr>
          <p:nvPr/>
        </p:nvSpPr>
        <p:spPr>
          <a:xfrm>
            <a:off x="6997077" y="50358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5" name="9u7j_2_build_PredictedAtoms_18">
            <a:extLst>
              <a:ext uri="{FF2B5EF4-FFF2-40B4-BE49-F238E27FC236}">
                <a16:creationId xmlns:a16="http://schemas.microsoft.com/office/drawing/2014/main" id="{2213E957-EBEF-4577-8145-FC90BBA06EA0}"/>
              </a:ext>
            </a:extLst>
          </p:cNvPr>
          <p:cNvSpPr>
            <a:spLocks noGrp="1"/>
          </p:cNvSpPr>
          <p:nvPr/>
        </p:nvSpPr>
        <p:spPr>
          <a:xfrm>
            <a:off x="7002034" y="51804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6" name="9u7j_2_build_PredictedAtoms_19">
            <a:extLst>
              <a:ext uri="{FF2B5EF4-FFF2-40B4-BE49-F238E27FC236}">
                <a16:creationId xmlns:a16="http://schemas.microsoft.com/office/drawing/2014/main" id="{6BDDF20B-D0C3-4F97-8F7C-C405A1D72269}"/>
              </a:ext>
            </a:extLst>
          </p:cNvPr>
          <p:cNvSpPr>
            <a:spLocks noGrp="1"/>
          </p:cNvSpPr>
          <p:nvPr/>
        </p:nvSpPr>
        <p:spPr>
          <a:xfrm>
            <a:off x="7145993" y="52140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7" name="9u7j_2_build_PredictedAtoms_20">
            <a:extLst>
              <a:ext uri="{FF2B5EF4-FFF2-40B4-BE49-F238E27FC236}">
                <a16:creationId xmlns:a16="http://schemas.microsoft.com/office/drawing/2014/main" id="{9062F007-8763-4A05-B310-3FD23F3615B4}"/>
              </a:ext>
            </a:extLst>
          </p:cNvPr>
          <p:cNvSpPr>
            <a:spLocks noGrp="1"/>
          </p:cNvSpPr>
          <p:nvPr/>
        </p:nvSpPr>
        <p:spPr>
          <a:xfrm>
            <a:off x="7163434" y="53535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8" name="9u7j_2_build_PredictedAtoms_21">
            <a:extLst>
              <a:ext uri="{FF2B5EF4-FFF2-40B4-BE49-F238E27FC236}">
                <a16:creationId xmlns:a16="http://schemas.microsoft.com/office/drawing/2014/main" id="{6C89CCEB-8C4E-4B60-97DF-3F72573C2557}"/>
              </a:ext>
            </a:extLst>
          </p:cNvPr>
          <p:cNvSpPr>
            <a:spLocks noGrp="1"/>
          </p:cNvSpPr>
          <p:nvPr/>
        </p:nvSpPr>
        <p:spPr>
          <a:xfrm>
            <a:off x="7173993" y="56005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9" name="9u7j_2_build_PredictedAtoms_22">
            <a:extLst>
              <a:ext uri="{FF2B5EF4-FFF2-40B4-BE49-F238E27FC236}">
                <a16:creationId xmlns:a16="http://schemas.microsoft.com/office/drawing/2014/main" id="{676D0700-FF59-4CF1-B6F4-40169DF899DA}"/>
              </a:ext>
            </a:extLst>
          </p:cNvPr>
          <p:cNvSpPr>
            <a:spLocks noGrp="1"/>
          </p:cNvSpPr>
          <p:nvPr/>
        </p:nvSpPr>
        <p:spPr>
          <a:xfrm>
            <a:off x="7211722" y="56135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0" name="9u7j_2_build_PredictedAtoms_23">
            <a:extLst>
              <a:ext uri="{FF2B5EF4-FFF2-40B4-BE49-F238E27FC236}">
                <a16:creationId xmlns:a16="http://schemas.microsoft.com/office/drawing/2014/main" id="{BF2EE3AE-7E5D-450D-BF3E-08ABD66DE368}"/>
              </a:ext>
            </a:extLst>
          </p:cNvPr>
          <p:cNvSpPr>
            <a:spLocks noGrp="1"/>
          </p:cNvSpPr>
          <p:nvPr/>
        </p:nvSpPr>
        <p:spPr>
          <a:xfrm>
            <a:off x="6906625" y="53574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1" name="9u7j_2_build_PredictedAtoms_24">
            <a:extLst>
              <a:ext uri="{FF2B5EF4-FFF2-40B4-BE49-F238E27FC236}">
                <a16:creationId xmlns:a16="http://schemas.microsoft.com/office/drawing/2014/main" id="{C5554CD3-7EC8-4DDB-8F40-6FE75330E5F3}"/>
              </a:ext>
            </a:extLst>
          </p:cNvPr>
          <p:cNvSpPr>
            <a:spLocks noGrp="1"/>
          </p:cNvSpPr>
          <p:nvPr/>
        </p:nvSpPr>
        <p:spPr>
          <a:xfrm>
            <a:off x="6717666" y="50930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2" name="9u7j_2_build_PredictedAtoms_25">
            <a:extLst>
              <a:ext uri="{FF2B5EF4-FFF2-40B4-BE49-F238E27FC236}">
                <a16:creationId xmlns:a16="http://schemas.microsoft.com/office/drawing/2014/main" id="{CA333FDE-56FD-4BAF-A0B7-59373210BABE}"/>
              </a:ext>
            </a:extLst>
          </p:cNvPr>
          <p:cNvSpPr>
            <a:spLocks noGrp="1"/>
          </p:cNvSpPr>
          <p:nvPr/>
        </p:nvSpPr>
        <p:spPr>
          <a:xfrm>
            <a:off x="6732482" y="50558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3" name="9u7j_2_build_PredictedAtoms_26">
            <a:extLst>
              <a:ext uri="{FF2B5EF4-FFF2-40B4-BE49-F238E27FC236}">
                <a16:creationId xmlns:a16="http://schemas.microsoft.com/office/drawing/2014/main" id="{B83EBF72-587E-42E1-B71F-E4E59B91BA16}"/>
              </a:ext>
            </a:extLst>
          </p:cNvPr>
          <p:cNvSpPr>
            <a:spLocks noGrp="1"/>
          </p:cNvSpPr>
          <p:nvPr/>
        </p:nvSpPr>
        <p:spPr>
          <a:xfrm>
            <a:off x="7081999" y="49993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4" name="9u7j_2_build_PredictedAtoms_27">
            <a:extLst>
              <a:ext uri="{FF2B5EF4-FFF2-40B4-BE49-F238E27FC236}">
                <a16:creationId xmlns:a16="http://schemas.microsoft.com/office/drawing/2014/main" id="{7FE91C06-FCF5-4CC5-998F-C2C705B65C4A}"/>
              </a:ext>
            </a:extLst>
          </p:cNvPr>
          <p:cNvSpPr>
            <a:spLocks noGrp="1"/>
          </p:cNvSpPr>
          <p:nvPr/>
        </p:nvSpPr>
        <p:spPr>
          <a:xfrm>
            <a:off x="6999676" y="49669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5" name="9u7j_2_build_PredictedAtoms_28">
            <a:extLst>
              <a:ext uri="{FF2B5EF4-FFF2-40B4-BE49-F238E27FC236}">
                <a16:creationId xmlns:a16="http://schemas.microsoft.com/office/drawing/2014/main" id="{0C36D7B2-726A-4F7E-B815-AEDF607A5F47}"/>
              </a:ext>
            </a:extLst>
          </p:cNvPr>
          <p:cNvSpPr>
            <a:spLocks noGrp="1"/>
          </p:cNvSpPr>
          <p:nvPr/>
        </p:nvSpPr>
        <p:spPr>
          <a:xfrm>
            <a:off x="7163887" y="48894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6" name="9u7j_2_build_PredictedAtoms_29">
            <a:extLst>
              <a:ext uri="{FF2B5EF4-FFF2-40B4-BE49-F238E27FC236}">
                <a16:creationId xmlns:a16="http://schemas.microsoft.com/office/drawing/2014/main" id="{DD6F81D7-C272-4F2E-BED5-3E41ED0803DD}"/>
              </a:ext>
            </a:extLst>
          </p:cNvPr>
          <p:cNvSpPr>
            <a:spLocks noGrp="1"/>
          </p:cNvSpPr>
          <p:nvPr/>
        </p:nvSpPr>
        <p:spPr>
          <a:xfrm>
            <a:off x="7164968" y="47693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7" name="9u7j_2_build_PredictedAtoms_30">
            <a:extLst>
              <a:ext uri="{FF2B5EF4-FFF2-40B4-BE49-F238E27FC236}">
                <a16:creationId xmlns:a16="http://schemas.microsoft.com/office/drawing/2014/main" id="{302C9938-8F6F-4956-8F2E-532657599D10}"/>
              </a:ext>
            </a:extLst>
          </p:cNvPr>
          <p:cNvSpPr>
            <a:spLocks noGrp="1"/>
          </p:cNvSpPr>
          <p:nvPr/>
        </p:nvSpPr>
        <p:spPr>
          <a:xfrm>
            <a:off x="7866010" y="51521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8" name="9u7j_2_build_PredictedAtoms_31">
            <a:extLst>
              <a:ext uri="{FF2B5EF4-FFF2-40B4-BE49-F238E27FC236}">
                <a16:creationId xmlns:a16="http://schemas.microsoft.com/office/drawing/2014/main" id="{C9A5E8EA-1426-4B5C-A3B8-B934C91775CA}"/>
              </a:ext>
            </a:extLst>
          </p:cNvPr>
          <p:cNvSpPr>
            <a:spLocks noGrp="1"/>
          </p:cNvSpPr>
          <p:nvPr/>
        </p:nvSpPr>
        <p:spPr>
          <a:xfrm>
            <a:off x="7875685" y="50589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9" name="9u7j_2_build_PredictedAtoms_32">
            <a:extLst>
              <a:ext uri="{FF2B5EF4-FFF2-40B4-BE49-F238E27FC236}">
                <a16:creationId xmlns:a16="http://schemas.microsoft.com/office/drawing/2014/main" id="{79DB3AC4-EB89-4F52-834F-D1534D78DB58}"/>
              </a:ext>
            </a:extLst>
          </p:cNvPr>
          <p:cNvSpPr>
            <a:spLocks noGrp="1"/>
          </p:cNvSpPr>
          <p:nvPr/>
        </p:nvSpPr>
        <p:spPr>
          <a:xfrm>
            <a:off x="8023711" y="51953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00" name="9u7j_2_build_PredictedAtoms_33">
            <a:extLst>
              <a:ext uri="{FF2B5EF4-FFF2-40B4-BE49-F238E27FC236}">
                <a16:creationId xmlns:a16="http://schemas.microsoft.com/office/drawing/2014/main" id="{83AC2994-6513-4A36-AF2F-5CC1B1ED799B}"/>
              </a:ext>
            </a:extLst>
          </p:cNvPr>
          <p:cNvSpPr>
            <a:spLocks noGrp="1"/>
          </p:cNvSpPr>
          <p:nvPr/>
        </p:nvSpPr>
        <p:spPr>
          <a:xfrm>
            <a:off x="8049016" y="529947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01" name="9u7j_2_build_PredictedAtoms_34">
            <a:extLst>
              <a:ext uri="{FF2B5EF4-FFF2-40B4-BE49-F238E27FC236}">
                <a16:creationId xmlns:a16="http://schemas.microsoft.com/office/drawing/2014/main" id="{52F8D2C0-B95C-4E2E-8F1E-C2105EFA91CD}"/>
              </a:ext>
            </a:extLst>
          </p:cNvPr>
          <p:cNvSpPr>
            <a:spLocks noGrp="1"/>
          </p:cNvSpPr>
          <p:nvPr/>
        </p:nvSpPr>
        <p:spPr>
          <a:xfrm>
            <a:off x="8111344" y="51934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02" name="9u7j_2_build_PredictedAtoms_35">
            <a:extLst>
              <a:ext uri="{FF2B5EF4-FFF2-40B4-BE49-F238E27FC236}">
                <a16:creationId xmlns:a16="http://schemas.microsoft.com/office/drawing/2014/main" id="{233DB126-8ED6-4D75-AB52-ED0CEC785324}"/>
              </a:ext>
            </a:extLst>
          </p:cNvPr>
          <p:cNvSpPr>
            <a:spLocks noGrp="1"/>
          </p:cNvSpPr>
          <p:nvPr/>
        </p:nvSpPr>
        <p:spPr>
          <a:xfrm>
            <a:off x="8226933" y="52461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03" name="9u7j_2_build_Clashes_0">
            <a:extLst>
              <a:ext uri="{FF2B5EF4-FFF2-40B4-BE49-F238E27FC236}">
                <a16:creationId xmlns:a16="http://schemas.microsoft.com/office/drawing/2014/main" id="{82B146A9-4A1A-4251-8AD3-C837B651971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04" name="9u7j_2_build_Clashes_1">
            <a:extLst>
              <a:ext uri="{FF2B5EF4-FFF2-40B4-BE49-F238E27FC236}">
                <a16:creationId xmlns:a16="http://schemas.microsoft.com/office/drawing/2014/main" id="{34E06CB9-9E64-4DFB-BC23-58F72D4004F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05" name="9u7j_2_build_Clashes_2">
            <a:extLst>
              <a:ext uri="{FF2B5EF4-FFF2-40B4-BE49-F238E27FC236}">
                <a16:creationId xmlns:a16="http://schemas.microsoft.com/office/drawing/2014/main" id="{199FAE73-1246-4142-A477-11CCF3009C9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36122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06" name="9u7j_2_build_Clashes_3">
            <a:extLst>
              <a:ext uri="{FF2B5EF4-FFF2-40B4-BE49-F238E27FC236}">
                <a16:creationId xmlns:a16="http://schemas.microsoft.com/office/drawing/2014/main" id="{34910956-C7D5-4D25-9AB7-B83FDE25B0F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07" name="9u7j_2_build_Clashes_4">
            <a:extLst>
              <a:ext uri="{FF2B5EF4-FFF2-40B4-BE49-F238E27FC236}">
                <a16:creationId xmlns:a16="http://schemas.microsoft.com/office/drawing/2014/main" id="{3DB63E80-E7DC-4FA2-A276-61210FAF6D7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08" name="9u7j_2_build_Clashes_5">
            <a:extLst>
              <a:ext uri="{FF2B5EF4-FFF2-40B4-BE49-F238E27FC236}">
                <a16:creationId xmlns:a16="http://schemas.microsoft.com/office/drawing/2014/main" id="{527FB234-B22B-4A31-98C6-CF935EB3D97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09" name="9u7j_2_build_Clashes_6">
            <a:extLst>
              <a:ext uri="{FF2B5EF4-FFF2-40B4-BE49-F238E27FC236}">
                <a16:creationId xmlns:a16="http://schemas.microsoft.com/office/drawing/2014/main" id="{8B5409EE-C0A5-47A4-8329-3FC0B011A2B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52209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10" name="9u7j_2_build_Clashes_7">
            <a:extLst>
              <a:ext uri="{FF2B5EF4-FFF2-40B4-BE49-F238E27FC236}">
                <a16:creationId xmlns:a16="http://schemas.microsoft.com/office/drawing/2014/main" id="{EB8612E2-6DAB-43FE-B46C-CA27D66DB52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11" name="9u7j_2_build_Clashes_8">
            <a:extLst>
              <a:ext uri="{FF2B5EF4-FFF2-40B4-BE49-F238E27FC236}">
                <a16:creationId xmlns:a16="http://schemas.microsoft.com/office/drawing/2014/main" id="{D002FA47-8A6A-4769-84B2-DB5AB130A6E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12" name="9u7j_2_build_Clashes_9">
            <a:extLst>
              <a:ext uri="{FF2B5EF4-FFF2-40B4-BE49-F238E27FC236}">
                <a16:creationId xmlns:a16="http://schemas.microsoft.com/office/drawing/2014/main" id="{35621C6F-CE75-44BF-BDB5-70A359837B3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13" name="9u7j_2_build_ClashingReceptorAtoms_1">
            <a:extLst>
              <a:ext uri="{FF2B5EF4-FFF2-40B4-BE49-F238E27FC236}">
                <a16:creationId xmlns:a16="http://schemas.microsoft.com/office/drawing/2014/main" id="{0B1C4445-A432-41DA-8928-24BC4FE6F1FE}"/>
              </a:ext>
            </a:extLst>
          </p:cNvPr>
          <p:cNvSpPr>
            <a:spLocks noGrp="1"/>
          </p:cNvSpPr>
          <p:nvPr/>
        </p:nvSpPr>
        <p:spPr>
          <a:xfrm>
            <a:off x="7146116" y="559439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014" name="9u7j_2_build_ClashingReceptorAtoms_2">
            <a:extLst>
              <a:ext uri="{FF2B5EF4-FFF2-40B4-BE49-F238E27FC236}">
                <a16:creationId xmlns:a16="http://schemas.microsoft.com/office/drawing/2014/main" id="{B93DFD9F-42FA-445E-A9A6-2F3DCF5A2BE4}"/>
              </a:ext>
            </a:extLst>
          </p:cNvPr>
          <p:cNvSpPr>
            <a:spLocks noGrp="1"/>
          </p:cNvSpPr>
          <p:nvPr/>
        </p:nvSpPr>
        <p:spPr>
          <a:xfrm>
            <a:off x="7015013" y="556945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015" name="9u7j_2_build_ClashingReceptorAtoms_3">
            <a:extLst>
              <a:ext uri="{FF2B5EF4-FFF2-40B4-BE49-F238E27FC236}">
                <a16:creationId xmlns:a16="http://schemas.microsoft.com/office/drawing/2014/main" id="{94071725-12A2-4D4F-8458-668ACEDBA951}"/>
              </a:ext>
            </a:extLst>
          </p:cNvPr>
          <p:cNvSpPr>
            <a:spLocks noGrp="1"/>
          </p:cNvSpPr>
          <p:nvPr/>
        </p:nvSpPr>
        <p:spPr>
          <a:xfrm>
            <a:off x="7237509" y="54994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016" name="stage3-cases-alternatives_29">
            <a:extLst>
              <a:ext uri="{FF2B5EF4-FFF2-40B4-BE49-F238E27FC236}">
                <a16:creationId xmlns:a16="http://schemas.microsoft.com/office/drawing/2014/main" id="{C8D73BD8-2020-4F9F-97DF-27F64422FDFD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8.29 Å   D 67%   Clash 10</a:t>
            </a:r>
          </a:p>
        </p:txBody>
      </p:sp>
      <p:sp>
        <p:nvSpPr>
          <p:cNvPr id="1017" name="stage3-cases-alternatives_30">
            <a:extLst>
              <a:ext uri="{FF2B5EF4-FFF2-40B4-BE49-F238E27FC236}">
                <a16:creationId xmlns:a16="http://schemas.microsoft.com/office/drawing/2014/main" id="{08A44DFC-3BCA-4B5A-B513-7E76CAD7A8C3}"/>
              </a:ext>
            </a:extLst>
          </p:cNvPr>
          <p:cNvSpPr>
            <a:spLocks noGrp="1"/>
          </p:cNvSpPr>
          <p:nvPr/>
        </p:nvSpPr>
        <p:spPr>
          <a:xfrm>
            <a:off x="247650" y="58864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9WUP · FAD (A:1103)</a:t>
            </a:r>
          </a:p>
        </p:txBody>
      </p:sp>
      <p:sp>
        <p:nvSpPr>
          <p:cNvPr id="1018" name="stage3-cases-alternatives_31">
            <a:extLst>
              <a:ext uri="{FF2B5EF4-FFF2-40B4-BE49-F238E27FC236}">
                <a16:creationId xmlns:a16="http://schemas.microsoft.com/office/drawing/2014/main" id="{422677DF-441B-4E43-92A4-25EFBF60601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509520" y="6029325"/>
                </a:moveTo>
                <a:lnTo>
                  <a:pt x="8953500" y="60293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1019" name="stage3-cases-alternatives_32">
            <a:extLst>
              <a:ext uri="{FF2B5EF4-FFF2-40B4-BE49-F238E27FC236}">
                <a16:creationId xmlns:a16="http://schemas.microsoft.com/office/drawing/2014/main" id="{224A209A-E3DE-439D-88C8-8B37BB377C90}"/>
              </a:ext>
            </a:extLst>
          </p:cNvPr>
          <p:cNvSpPr>
            <a:spLocks noGrp="1"/>
          </p:cNvSpPr>
          <p:nvPr/>
        </p:nvSpPr>
        <p:spPr>
          <a:xfrm>
            <a:off x="9001125" y="59150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1020" name="9wup_2_official_Receptor">
            <a:extLst>
              <a:ext uri="{FF2B5EF4-FFF2-40B4-BE49-F238E27FC236}">
                <a16:creationId xmlns:a16="http://schemas.microsoft.com/office/drawing/2014/main" id="{AF0350C9-2A5D-4759-9F56-12233F6EF78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21" name="9wup_2_official_ExperimentalDensity">
            <a:extLst>
              <a:ext uri="{FF2B5EF4-FFF2-40B4-BE49-F238E27FC236}">
                <a16:creationId xmlns:a16="http://schemas.microsoft.com/office/drawing/2014/main" id="{05A379FC-1743-4411-8FDD-BED7DE805F2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22" name="9wup_2_official_ReferenceLigand_0">
            <a:extLst>
              <a:ext uri="{FF2B5EF4-FFF2-40B4-BE49-F238E27FC236}">
                <a16:creationId xmlns:a16="http://schemas.microsoft.com/office/drawing/2014/main" id="{8BAFDA3B-73A8-44DE-A60C-25FA0DAE850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3" name="9wup_2_official_ReferenceLigand_1">
            <a:extLst>
              <a:ext uri="{FF2B5EF4-FFF2-40B4-BE49-F238E27FC236}">
                <a16:creationId xmlns:a16="http://schemas.microsoft.com/office/drawing/2014/main" id="{EA20CD04-7BC4-4A4C-A9A2-7A8B8252F90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4" name="9wup_2_official_ReferenceLigand_2">
            <a:extLst>
              <a:ext uri="{FF2B5EF4-FFF2-40B4-BE49-F238E27FC236}">
                <a16:creationId xmlns:a16="http://schemas.microsoft.com/office/drawing/2014/main" id="{6B5E5F47-4F65-4FE5-9E38-D522BFC54F8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5" name="9wup_2_official_ReferenceLigand_3">
            <a:extLst>
              <a:ext uri="{FF2B5EF4-FFF2-40B4-BE49-F238E27FC236}">
                <a16:creationId xmlns:a16="http://schemas.microsoft.com/office/drawing/2014/main" id="{057656A4-64B7-4FC1-B50A-B50755D5E30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6" name="9wup_2_official_ReferenceLigand_4">
            <a:extLst>
              <a:ext uri="{FF2B5EF4-FFF2-40B4-BE49-F238E27FC236}">
                <a16:creationId xmlns:a16="http://schemas.microsoft.com/office/drawing/2014/main" id="{A751C198-9C6B-4FEE-9AC6-FE156A3B194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7" name="9wup_2_official_ReferenceLigand_5">
            <a:extLst>
              <a:ext uri="{FF2B5EF4-FFF2-40B4-BE49-F238E27FC236}">
                <a16:creationId xmlns:a16="http://schemas.microsoft.com/office/drawing/2014/main" id="{7626D6EB-6554-4CF6-BA60-0D803548D17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8" name="9wup_2_official_ReferenceLigand_6">
            <a:extLst>
              <a:ext uri="{FF2B5EF4-FFF2-40B4-BE49-F238E27FC236}">
                <a16:creationId xmlns:a16="http://schemas.microsoft.com/office/drawing/2014/main" id="{CEE9985F-FD13-429A-A183-F453CC47E0B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9" name="9wup_2_official_ReferenceLigand_7">
            <a:extLst>
              <a:ext uri="{FF2B5EF4-FFF2-40B4-BE49-F238E27FC236}">
                <a16:creationId xmlns:a16="http://schemas.microsoft.com/office/drawing/2014/main" id="{294E6C6F-FEFD-48DA-B898-CDD0F1E6F4B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0" name="9wup_2_official_ReferenceLigand_8">
            <a:extLst>
              <a:ext uri="{FF2B5EF4-FFF2-40B4-BE49-F238E27FC236}">
                <a16:creationId xmlns:a16="http://schemas.microsoft.com/office/drawing/2014/main" id="{92718EB5-2267-42EE-BA7E-8B698B14DF2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1" name="9wup_2_official_ReferenceLigand_9">
            <a:extLst>
              <a:ext uri="{FF2B5EF4-FFF2-40B4-BE49-F238E27FC236}">
                <a16:creationId xmlns:a16="http://schemas.microsoft.com/office/drawing/2014/main" id="{50200D93-200E-4DC2-8074-B2C69FC59FC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2" name="9wup_2_official_ReferenceLigand_10">
            <a:extLst>
              <a:ext uri="{FF2B5EF4-FFF2-40B4-BE49-F238E27FC236}">
                <a16:creationId xmlns:a16="http://schemas.microsoft.com/office/drawing/2014/main" id="{75BAAA8A-1713-4D4F-8059-F9D491BD991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3" name="9wup_2_official_ReferenceLigand_11">
            <a:extLst>
              <a:ext uri="{FF2B5EF4-FFF2-40B4-BE49-F238E27FC236}">
                <a16:creationId xmlns:a16="http://schemas.microsoft.com/office/drawing/2014/main" id="{6D29BF2C-B290-4670-ACCF-3B6F078CC18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4" name="9wup_2_official_ReferenceLigand_12">
            <a:extLst>
              <a:ext uri="{FF2B5EF4-FFF2-40B4-BE49-F238E27FC236}">
                <a16:creationId xmlns:a16="http://schemas.microsoft.com/office/drawing/2014/main" id="{C9233949-E1CD-4ECE-AB03-224E9BC9D13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5" name="9wup_2_official_ReferenceLigand_13">
            <a:extLst>
              <a:ext uri="{FF2B5EF4-FFF2-40B4-BE49-F238E27FC236}">
                <a16:creationId xmlns:a16="http://schemas.microsoft.com/office/drawing/2014/main" id="{B2F519D1-7D65-4E6F-AD0D-CE82B49AB84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6" name="9wup_2_official_ReferenceLigand_14">
            <a:extLst>
              <a:ext uri="{FF2B5EF4-FFF2-40B4-BE49-F238E27FC236}">
                <a16:creationId xmlns:a16="http://schemas.microsoft.com/office/drawing/2014/main" id="{45389C32-3604-4568-A03B-528810005CE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7" name="9wup_2_official_ReferenceLigand_15">
            <a:extLst>
              <a:ext uri="{FF2B5EF4-FFF2-40B4-BE49-F238E27FC236}">
                <a16:creationId xmlns:a16="http://schemas.microsoft.com/office/drawing/2014/main" id="{436FF7EA-1B54-41B3-9581-FF39CD26CA9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8" name="9wup_2_official_ReferenceLigand_16">
            <a:extLst>
              <a:ext uri="{FF2B5EF4-FFF2-40B4-BE49-F238E27FC236}">
                <a16:creationId xmlns:a16="http://schemas.microsoft.com/office/drawing/2014/main" id="{F6B47099-848F-4CC6-BBBB-D8868628B6F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9" name="9wup_2_official_ReferenceLigand_17">
            <a:extLst>
              <a:ext uri="{FF2B5EF4-FFF2-40B4-BE49-F238E27FC236}">
                <a16:creationId xmlns:a16="http://schemas.microsoft.com/office/drawing/2014/main" id="{A754A492-3077-4D70-97D7-80A7C84FC91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0" name="9wup_2_official_ReferenceLigand_18">
            <a:extLst>
              <a:ext uri="{FF2B5EF4-FFF2-40B4-BE49-F238E27FC236}">
                <a16:creationId xmlns:a16="http://schemas.microsoft.com/office/drawing/2014/main" id="{CDF82987-D603-41A3-BC34-894407A87F7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1" name="9wup_2_official_ReferenceLigand_19">
            <a:extLst>
              <a:ext uri="{FF2B5EF4-FFF2-40B4-BE49-F238E27FC236}">
                <a16:creationId xmlns:a16="http://schemas.microsoft.com/office/drawing/2014/main" id="{215B5968-5CCF-4992-B5E7-435119C9927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2" name="9wup_2_official_ReferenceLigand_20">
            <a:extLst>
              <a:ext uri="{FF2B5EF4-FFF2-40B4-BE49-F238E27FC236}">
                <a16:creationId xmlns:a16="http://schemas.microsoft.com/office/drawing/2014/main" id="{B65062B3-B735-4235-BF56-A7A6DDDBEF6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3" name="9wup_2_official_ReferenceLigand_21">
            <a:extLst>
              <a:ext uri="{FF2B5EF4-FFF2-40B4-BE49-F238E27FC236}">
                <a16:creationId xmlns:a16="http://schemas.microsoft.com/office/drawing/2014/main" id="{572A49B0-4417-481A-99F4-D18EDA02CDF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4" name="9wup_2_official_ReferenceLigand_22">
            <a:extLst>
              <a:ext uri="{FF2B5EF4-FFF2-40B4-BE49-F238E27FC236}">
                <a16:creationId xmlns:a16="http://schemas.microsoft.com/office/drawing/2014/main" id="{DA65E7C0-25D1-4DB2-A846-C35DCAEE817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5" name="9wup_2_official_ReferenceLigand_23">
            <a:extLst>
              <a:ext uri="{FF2B5EF4-FFF2-40B4-BE49-F238E27FC236}">
                <a16:creationId xmlns:a16="http://schemas.microsoft.com/office/drawing/2014/main" id="{E0736C9E-6E33-4904-ADA2-55FCDEDA343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6" name="9wup_2_official_ReferenceLigand_24">
            <a:extLst>
              <a:ext uri="{FF2B5EF4-FFF2-40B4-BE49-F238E27FC236}">
                <a16:creationId xmlns:a16="http://schemas.microsoft.com/office/drawing/2014/main" id="{E23E5195-51A3-4F95-91E2-A7AEE6E2F64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7" name="9wup_2_official_ReferenceLigand_25">
            <a:extLst>
              <a:ext uri="{FF2B5EF4-FFF2-40B4-BE49-F238E27FC236}">
                <a16:creationId xmlns:a16="http://schemas.microsoft.com/office/drawing/2014/main" id="{7AA6D77A-AB4C-48F1-BD37-ED21B2806E9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8" name="9wup_2_official_ReferenceLigand_26">
            <a:extLst>
              <a:ext uri="{FF2B5EF4-FFF2-40B4-BE49-F238E27FC236}">
                <a16:creationId xmlns:a16="http://schemas.microsoft.com/office/drawing/2014/main" id="{48731EBB-1B42-4608-85F1-F168AA261D0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9" name="9wup_2_official_ReferenceLigand_27">
            <a:extLst>
              <a:ext uri="{FF2B5EF4-FFF2-40B4-BE49-F238E27FC236}">
                <a16:creationId xmlns:a16="http://schemas.microsoft.com/office/drawing/2014/main" id="{4F6D822E-7BD5-41DA-B385-E5C8778F992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0" name="9wup_2_official_ReferenceLigand_28">
            <a:extLst>
              <a:ext uri="{FF2B5EF4-FFF2-40B4-BE49-F238E27FC236}">
                <a16:creationId xmlns:a16="http://schemas.microsoft.com/office/drawing/2014/main" id="{EBD6E21C-159F-4784-9394-DCFC42D7C34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1" name="9wup_2_official_ReferenceLigand_29">
            <a:extLst>
              <a:ext uri="{FF2B5EF4-FFF2-40B4-BE49-F238E27FC236}">
                <a16:creationId xmlns:a16="http://schemas.microsoft.com/office/drawing/2014/main" id="{A76B98FF-6E2B-4D87-837A-58F429C3066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2" name="9wup_2_official_ReferenceLigand_30">
            <a:extLst>
              <a:ext uri="{FF2B5EF4-FFF2-40B4-BE49-F238E27FC236}">
                <a16:creationId xmlns:a16="http://schemas.microsoft.com/office/drawing/2014/main" id="{1D3730AE-E092-47F1-8B84-0F461612580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3" name="9wup_2_official_ReferenceLigand_31">
            <a:extLst>
              <a:ext uri="{FF2B5EF4-FFF2-40B4-BE49-F238E27FC236}">
                <a16:creationId xmlns:a16="http://schemas.microsoft.com/office/drawing/2014/main" id="{ABA46A4E-A4D3-4800-9466-C9E510475FE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4" name="9wup_2_official_ReferenceLigand_32">
            <a:extLst>
              <a:ext uri="{FF2B5EF4-FFF2-40B4-BE49-F238E27FC236}">
                <a16:creationId xmlns:a16="http://schemas.microsoft.com/office/drawing/2014/main" id="{BB3FF5A0-8B16-46CE-9B10-4550BF30298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5" name="9wup_2_official_ReferenceLigand_33">
            <a:extLst>
              <a:ext uri="{FF2B5EF4-FFF2-40B4-BE49-F238E27FC236}">
                <a16:creationId xmlns:a16="http://schemas.microsoft.com/office/drawing/2014/main" id="{942A516B-EB7D-4194-9398-AF47087F865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6" name="9wup_2_official_ReferenceLigand_34">
            <a:extLst>
              <a:ext uri="{FF2B5EF4-FFF2-40B4-BE49-F238E27FC236}">
                <a16:creationId xmlns:a16="http://schemas.microsoft.com/office/drawing/2014/main" id="{3FF6305A-8DDE-4441-A0D7-F7B0F05AD51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7" name="9wup_2_official_ReferenceLigand_35">
            <a:extLst>
              <a:ext uri="{FF2B5EF4-FFF2-40B4-BE49-F238E27FC236}">
                <a16:creationId xmlns:a16="http://schemas.microsoft.com/office/drawing/2014/main" id="{9620FCE0-26C9-4064-B91C-68FB1D04351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8" name="9wup_2_official_ReferenceLigand_36">
            <a:extLst>
              <a:ext uri="{FF2B5EF4-FFF2-40B4-BE49-F238E27FC236}">
                <a16:creationId xmlns:a16="http://schemas.microsoft.com/office/drawing/2014/main" id="{288F2F3B-CEDF-404D-9122-9576BE703BB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9" name="9wup_2_official_ReferenceLigand_37">
            <a:extLst>
              <a:ext uri="{FF2B5EF4-FFF2-40B4-BE49-F238E27FC236}">
                <a16:creationId xmlns:a16="http://schemas.microsoft.com/office/drawing/2014/main" id="{EDC8B57B-44FA-4DD3-8FB5-685B94A32D4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0" name="9wup_2_official_ReferenceLigand_38">
            <a:extLst>
              <a:ext uri="{FF2B5EF4-FFF2-40B4-BE49-F238E27FC236}">
                <a16:creationId xmlns:a16="http://schemas.microsoft.com/office/drawing/2014/main" id="{77DFEFC7-BA89-4E49-A2C4-B91D340D21D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1" name="9wup_2_official_ReferenceLigand_39">
            <a:extLst>
              <a:ext uri="{FF2B5EF4-FFF2-40B4-BE49-F238E27FC236}">
                <a16:creationId xmlns:a16="http://schemas.microsoft.com/office/drawing/2014/main" id="{D0C85A5A-D960-4D39-BADD-9A46ED9C7F1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2" name="9wup_2_official_ReferenceLigand_40">
            <a:extLst>
              <a:ext uri="{FF2B5EF4-FFF2-40B4-BE49-F238E27FC236}">
                <a16:creationId xmlns:a16="http://schemas.microsoft.com/office/drawing/2014/main" id="{C3DEE8A9-7EA8-4EA4-A94F-DE8FF1FB593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3" name="9wup_2_official_ReferenceLigand_41">
            <a:extLst>
              <a:ext uri="{FF2B5EF4-FFF2-40B4-BE49-F238E27FC236}">
                <a16:creationId xmlns:a16="http://schemas.microsoft.com/office/drawing/2014/main" id="{24243C3A-0139-4932-BFF6-F4FBBF8441E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4" name="9wup_2_official_ReferenceLigand_42">
            <a:extLst>
              <a:ext uri="{FF2B5EF4-FFF2-40B4-BE49-F238E27FC236}">
                <a16:creationId xmlns:a16="http://schemas.microsoft.com/office/drawing/2014/main" id="{BBD57F5A-50E6-46D3-BDE6-4F6D3E8CB60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5" name="9wup_2_official_ReferenceLigand_43">
            <a:extLst>
              <a:ext uri="{FF2B5EF4-FFF2-40B4-BE49-F238E27FC236}">
                <a16:creationId xmlns:a16="http://schemas.microsoft.com/office/drawing/2014/main" id="{07C86B6A-949E-4D80-8CD5-CA89B83068C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6" name="9wup_2_official_ReferenceLigand_44">
            <a:extLst>
              <a:ext uri="{FF2B5EF4-FFF2-40B4-BE49-F238E27FC236}">
                <a16:creationId xmlns:a16="http://schemas.microsoft.com/office/drawing/2014/main" id="{91A56715-FC43-4071-8CA8-9C66947A62A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7" name="9wup_2_official_ReferenceLigand_45">
            <a:extLst>
              <a:ext uri="{FF2B5EF4-FFF2-40B4-BE49-F238E27FC236}">
                <a16:creationId xmlns:a16="http://schemas.microsoft.com/office/drawing/2014/main" id="{558457FD-3995-4706-A3B8-54610A40505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8" name="9wup_2_official_ReferenceLigand_46">
            <a:extLst>
              <a:ext uri="{FF2B5EF4-FFF2-40B4-BE49-F238E27FC236}">
                <a16:creationId xmlns:a16="http://schemas.microsoft.com/office/drawing/2014/main" id="{A2067F55-3DEE-4647-A67D-F47D35133AF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9" name="9wup_2_official_ReferenceLigand_47">
            <a:extLst>
              <a:ext uri="{FF2B5EF4-FFF2-40B4-BE49-F238E27FC236}">
                <a16:creationId xmlns:a16="http://schemas.microsoft.com/office/drawing/2014/main" id="{02CB661E-0999-4F05-8C12-39907951373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0" name="9wup_2_official_ReferenceLigand_48">
            <a:extLst>
              <a:ext uri="{FF2B5EF4-FFF2-40B4-BE49-F238E27FC236}">
                <a16:creationId xmlns:a16="http://schemas.microsoft.com/office/drawing/2014/main" id="{BB1138A4-FC07-4CBF-A9CD-AC4102DF45B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1" name="9wup_2_official_ReferenceLigand_49">
            <a:extLst>
              <a:ext uri="{FF2B5EF4-FFF2-40B4-BE49-F238E27FC236}">
                <a16:creationId xmlns:a16="http://schemas.microsoft.com/office/drawing/2014/main" id="{5499CDE4-6215-4962-9FB5-FA105254433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2" name="9wup_2_official_ReferenceLigand_50">
            <a:extLst>
              <a:ext uri="{FF2B5EF4-FFF2-40B4-BE49-F238E27FC236}">
                <a16:creationId xmlns:a16="http://schemas.microsoft.com/office/drawing/2014/main" id="{38C72E28-B148-45F4-AFCA-E0047F6EC1A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3" name="9wup_2_official_ReferenceLigand_51">
            <a:extLst>
              <a:ext uri="{FF2B5EF4-FFF2-40B4-BE49-F238E27FC236}">
                <a16:creationId xmlns:a16="http://schemas.microsoft.com/office/drawing/2014/main" id="{58948E8B-FDBF-4ACB-A130-77CBCBA8B57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4" name="9wup_2_official_ReferenceLigand_52">
            <a:extLst>
              <a:ext uri="{FF2B5EF4-FFF2-40B4-BE49-F238E27FC236}">
                <a16:creationId xmlns:a16="http://schemas.microsoft.com/office/drawing/2014/main" id="{1052D5BB-9EEF-4DF1-99BA-4F3B5EB734F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5" name="9wup_2_official_ReferenceLigand_53">
            <a:extLst>
              <a:ext uri="{FF2B5EF4-FFF2-40B4-BE49-F238E27FC236}">
                <a16:creationId xmlns:a16="http://schemas.microsoft.com/office/drawing/2014/main" id="{AE235954-DC96-493C-9F62-B2DF6B7498D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6" name="9wup_2_official_ReferenceLigand_54">
            <a:extLst>
              <a:ext uri="{FF2B5EF4-FFF2-40B4-BE49-F238E27FC236}">
                <a16:creationId xmlns:a16="http://schemas.microsoft.com/office/drawing/2014/main" id="{AAB7D053-DA05-45B9-838D-0DB6718605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7" name="9wup_2_official_ReferenceLigand_55">
            <a:extLst>
              <a:ext uri="{FF2B5EF4-FFF2-40B4-BE49-F238E27FC236}">
                <a16:creationId xmlns:a16="http://schemas.microsoft.com/office/drawing/2014/main" id="{1F6706E4-236A-4A60-A72A-37AA5A5CFAF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8" name="9wup_2_official_ReferenceLigand_56">
            <a:extLst>
              <a:ext uri="{FF2B5EF4-FFF2-40B4-BE49-F238E27FC236}">
                <a16:creationId xmlns:a16="http://schemas.microsoft.com/office/drawing/2014/main" id="{2504E286-5870-48DA-A015-648D82F311C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9" name="9wup_2_official_ReferenceLigand_57">
            <a:extLst>
              <a:ext uri="{FF2B5EF4-FFF2-40B4-BE49-F238E27FC236}">
                <a16:creationId xmlns:a16="http://schemas.microsoft.com/office/drawing/2014/main" id="{9C01E9B5-4DF5-4FDD-B6B6-23C4B1978E4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0" name="9wup_2_official_PredictedLigand_0">
            <a:extLst>
              <a:ext uri="{FF2B5EF4-FFF2-40B4-BE49-F238E27FC236}">
                <a16:creationId xmlns:a16="http://schemas.microsoft.com/office/drawing/2014/main" id="{4C2F6AB1-3948-46E4-95A7-057364BC5D5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73921" y="6961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1" name="9wup_2_official_PredictedLigand_1">
            <a:extLst>
              <a:ext uri="{FF2B5EF4-FFF2-40B4-BE49-F238E27FC236}">
                <a16:creationId xmlns:a16="http://schemas.microsoft.com/office/drawing/2014/main" id="{4A7D89A0-B216-4E93-8265-7D2A7361EA7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80265" y="502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2" name="9wup_2_official_PredictedLigand_2">
            <a:extLst>
              <a:ext uri="{FF2B5EF4-FFF2-40B4-BE49-F238E27FC236}">
                <a16:creationId xmlns:a16="http://schemas.microsoft.com/office/drawing/2014/main" id="{6E06FFC7-FB87-479A-8DCC-962AD659DFD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76476" y="789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3" name="9wup_2_official_PredictedLigand_3">
            <a:extLst>
              <a:ext uri="{FF2B5EF4-FFF2-40B4-BE49-F238E27FC236}">
                <a16:creationId xmlns:a16="http://schemas.microsoft.com/office/drawing/2014/main" id="{1421301C-054D-40E2-83FA-828598576AB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509389" y="6788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4" name="9wup_2_official_PredictedLigand_4">
            <a:extLst>
              <a:ext uri="{FF2B5EF4-FFF2-40B4-BE49-F238E27FC236}">
                <a16:creationId xmlns:a16="http://schemas.microsoft.com/office/drawing/2014/main" id="{2CF0156F-5779-46EC-B06A-64FCD1CAE23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2148" y="664586"/>
                </a:moveTo>
                <a:lnTo>
                  <a:pt x="1387964" y="6333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5" name="9wup_2_official_PredictedLigand_5">
            <a:extLst>
              <a:ext uri="{FF2B5EF4-FFF2-40B4-BE49-F238E27FC236}">
                <a16:creationId xmlns:a16="http://schemas.microsoft.com/office/drawing/2014/main" id="{64FB7DF9-82A3-4ABC-ADCD-47BEA42DFAB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500907" y="8999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6" name="9wup_2_official_PredictedLigand_6">
            <a:extLst>
              <a:ext uri="{FF2B5EF4-FFF2-40B4-BE49-F238E27FC236}">
                <a16:creationId xmlns:a16="http://schemas.microsoft.com/office/drawing/2014/main" id="{1F3C2B0C-26E8-4784-BF28-173693C20AB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389" y="678806"/>
                </a:moveTo>
                <a:lnTo>
                  <a:pt x="1581581" y="8017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7" name="9wup_2_official_PredictedLigand_7">
            <a:extLst>
              <a:ext uri="{FF2B5EF4-FFF2-40B4-BE49-F238E27FC236}">
                <a16:creationId xmlns:a16="http://schemas.microsoft.com/office/drawing/2014/main" id="{C084EFB9-1163-48FD-998B-3E04370A307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39125" y="8292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8" name="9wup_2_official_PredictedLigand_8">
            <a:extLst>
              <a:ext uri="{FF2B5EF4-FFF2-40B4-BE49-F238E27FC236}">
                <a16:creationId xmlns:a16="http://schemas.microsoft.com/office/drawing/2014/main" id="{41AD559A-F926-4B79-BE17-9A2FC3421D6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994" y="588425"/>
                </a:moveTo>
                <a:lnTo>
                  <a:pt x="1292148" y="6645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9" name="9wup_2_official_PredictedLigand_9">
            <a:extLst>
              <a:ext uri="{FF2B5EF4-FFF2-40B4-BE49-F238E27FC236}">
                <a16:creationId xmlns:a16="http://schemas.microsoft.com/office/drawing/2014/main" id="{CC01E880-55E3-44AF-AE78-0FE58345C16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920" y="596151"/>
                </a:moveTo>
                <a:lnTo>
                  <a:pt x="1156667" y="6375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0" name="9wup_2_official_PredictedLigand_10">
            <a:extLst>
              <a:ext uri="{FF2B5EF4-FFF2-40B4-BE49-F238E27FC236}">
                <a16:creationId xmlns:a16="http://schemas.microsoft.com/office/drawing/2014/main" id="{4DE575B7-45FD-46DF-B1C0-783A233F3F6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264994" y="5884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1" name="9wup_2_official_PredictedLigand_11">
            <a:extLst>
              <a:ext uri="{FF2B5EF4-FFF2-40B4-BE49-F238E27FC236}">
                <a16:creationId xmlns:a16="http://schemas.microsoft.com/office/drawing/2014/main" id="{4840EFB2-ADD0-4560-A69C-0E734819E26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9125" y="829241"/>
                </a:moveTo>
                <a:lnTo>
                  <a:pt x="1616378" y="9296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2" name="9wup_2_official_PredictedLigand_12">
            <a:extLst>
              <a:ext uri="{FF2B5EF4-FFF2-40B4-BE49-F238E27FC236}">
                <a16:creationId xmlns:a16="http://schemas.microsoft.com/office/drawing/2014/main" id="{87B433AF-C24C-407D-956D-0038E025E34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84161" y="9473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3" name="9wup_2_official_PredictedLigand_13">
            <a:extLst>
              <a:ext uri="{FF2B5EF4-FFF2-40B4-BE49-F238E27FC236}">
                <a16:creationId xmlns:a16="http://schemas.microsoft.com/office/drawing/2014/main" id="{093C0D94-DD45-47DF-8E2B-EFA9E7C8C5B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176788" y="7667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4" name="9wup_2_official_PredictedLigand_14">
            <a:extLst>
              <a:ext uri="{FF2B5EF4-FFF2-40B4-BE49-F238E27FC236}">
                <a16:creationId xmlns:a16="http://schemas.microsoft.com/office/drawing/2014/main" id="{C66D9A63-519E-4568-9E0E-0DEE898B1EA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064298" y="836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5" name="9wup_2_official_PredictedLigand_15">
            <a:extLst>
              <a:ext uri="{FF2B5EF4-FFF2-40B4-BE49-F238E27FC236}">
                <a16:creationId xmlns:a16="http://schemas.microsoft.com/office/drawing/2014/main" id="{C66FFD4C-AC38-4E2E-9995-3876021C864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258829" y="7944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6" name="9wup_2_official_PredictedLigand_16">
            <a:extLst>
              <a:ext uri="{FF2B5EF4-FFF2-40B4-BE49-F238E27FC236}">
                <a16:creationId xmlns:a16="http://schemas.microsoft.com/office/drawing/2014/main" id="{AD2C9090-ADE1-4298-A4B6-D5CA9AB6F6B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378" y="929696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7" name="9wup_2_official_PredictedLigand_17">
            <a:extLst>
              <a:ext uri="{FF2B5EF4-FFF2-40B4-BE49-F238E27FC236}">
                <a16:creationId xmlns:a16="http://schemas.microsoft.com/office/drawing/2014/main" id="{F0DD8B08-8A21-4571-AFAC-5806706F689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17990" y="8687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8" name="9wup_2_official_PredictedLigand_18">
            <a:extLst>
              <a:ext uri="{FF2B5EF4-FFF2-40B4-BE49-F238E27FC236}">
                <a16:creationId xmlns:a16="http://schemas.microsoft.com/office/drawing/2014/main" id="{3BA2C4CE-01E6-40EB-A114-352F6C0F43F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840705" y="12647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9" name="9wup_2_official_PredictedLigand_19">
            <a:extLst>
              <a:ext uri="{FF2B5EF4-FFF2-40B4-BE49-F238E27FC236}">
                <a16:creationId xmlns:a16="http://schemas.microsoft.com/office/drawing/2014/main" id="{896AEB89-8FF2-4978-97A7-99F40F2579C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8607" y="1068436"/>
                </a:moveTo>
                <a:lnTo>
                  <a:pt x="802867" y="11679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00" name="9wup_2_official_PredictedLigand_20">
            <a:extLst>
              <a:ext uri="{FF2B5EF4-FFF2-40B4-BE49-F238E27FC236}">
                <a16:creationId xmlns:a16="http://schemas.microsoft.com/office/drawing/2014/main" id="{CEC980F0-9186-4F46-A3A5-F067D0AF95F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978" y="925516"/>
                </a:moveTo>
                <a:lnTo>
                  <a:pt x="1777550" y="867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01" name="9wup_2_official_PredictedLigand_21">
            <a:extLst>
              <a:ext uri="{FF2B5EF4-FFF2-40B4-BE49-F238E27FC236}">
                <a16:creationId xmlns:a16="http://schemas.microsoft.com/office/drawing/2014/main" id="{CB3918EF-B000-413E-974E-A5220CFD7CF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90" y="868785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02" name="9wup_2_official_PredictedLigand_22">
            <a:extLst>
              <a:ext uri="{FF2B5EF4-FFF2-40B4-BE49-F238E27FC236}">
                <a16:creationId xmlns:a16="http://schemas.microsoft.com/office/drawing/2014/main" id="{0EEC9E88-D3C9-498E-B041-1D4C4233537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284" y="961700"/>
                </a:moveTo>
                <a:lnTo>
                  <a:pt x="868607" y="10684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03" name="9wup_2_official_PredictedLigand_23">
            <a:extLst>
              <a:ext uri="{FF2B5EF4-FFF2-40B4-BE49-F238E27FC236}">
                <a16:creationId xmlns:a16="http://schemas.microsoft.com/office/drawing/2014/main" id="{BB2CD3D9-A901-428B-A6B0-18C7EEAC07C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689719" y="1164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04" name="9wup_2_official_PredictedLigand_24">
            <a:extLst>
              <a:ext uri="{FF2B5EF4-FFF2-40B4-BE49-F238E27FC236}">
                <a16:creationId xmlns:a16="http://schemas.microsoft.com/office/drawing/2014/main" id="{B39422C9-990B-4A62-ADA4-3E1A4AA8C7C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494" y="863720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05" name="9wup_2_official_PredictedLigand_25">
            <a:extLst>
              <a:ext uri="{FF2B5EF4-FFF2-40B4-BE49-F238E27FC236}">
                <a16:creationId xmlns:a16="http://schemas.microsoft.com/office/drawing/2014/main" id="{A0872E4A-0538-439B-965B-FB55EC26AAF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06" name="9wup_2_official_PredictedLigand_26">
            <a:extLst>
              <a:ext uri="{FF2B5EF4-FFF2-40B4-BE49-F238E27FC236}">
                <a16:creationId xmlns:a16="http://schemas.microsoft.com/office/drawing/2014/main" id="{0C6A6D18-47DF-4976-87E3-D1789D5BE8D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1602" y="648782"/>
                </a:moveTo>
                <a:lnTo>
                  <a:pt x="841816" y="7557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07" name="9wup_2_official_PredictedLigand_27">
            <a:extLst>
              <a:ext uri="{FF2B5EF4-FFF2-40B4-BE49-F238E27FC236}">
                <a16:creationId xmlns:a16="http://schemas.microsoft.com/office/drawing/2014/main" id="{4538D692-8C27-4591-B232-A6AB6B86F48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13767" y="4284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08" name="9wup_2_official_PredictedLigand_28">
            <a:extLst>
              <a:ext uri="{FF2B5EF4-FFF2-40B4-BE49-F238E27FC236}">
                <a16:creationId xmlns:a16="http://schemas.microsoft.com/office/drawing/2014/main" id="{D1452699-1A4C-4E99-967B-C8174F784D7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01602" y="6487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09" name="9wup_2_official_PredictedLigand_29">
            <a:extLst>
              <a:ext uri="{FF2B5EF4-FFF2-40B4-BE49-F238E27FC236}">
                <a16:creationId xmlns:a16="http://schemas.microsoft.com/office/drawing/2014/main" id="{CD90FC56-D48E-4EBD-9627-E04071E970B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10" name="9wup_2_official_PredictedLigand_30">
            <a:extLst>
              <a:ext uri="{FF2B5EF4-FFF2-40B4-BE49-F238E27FC236}">
                <a16:creationId xmlns:a16="http://schemas.microsoft.com/office/drawing/2014/main" id="{E118DAF0-9621-4C44-8D0F-19776F40A0D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11" name="9wup_2_official_PredictedLigand_31">
            <a:extLst>
              <a:ext uri="{FF2B5EF4-FFF2-40B4-BE49-F238E27FC236}">
                <a16:creationId xmlns:a16="http://schemas.microsoft.com/office/drawing/2014/main" id="{12BE0B33-D4A9-4C27-AEAC-FBDA68E7326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9719" y="1164038"/>
                </a:moveTo>
                <a:lnTo>
                  <a:pt x="638197" y="1058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12" name="9wup_2_official_PredictedLigand_32">
            <a:extLst>
              <a:ext uri="{FF2B5EF4-FFF2-40B4-BE49-F238E27FC236}">
                <a16:creationId xmlns:a16="http://schemas.microsoft.com/office/drawing/2014/main" id="{3967A70A-A0E3-4924-B669-01523FFCA81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13" name="9wup_2_official_PredictedLigand_33">
            <a:extLst>
              <a:ext uri="{FF2B5EF4-FFF2-40B4-BE49-F238E27FC236}">
                <a16:creationId xmlns:a16="http://schemas.microsoft.com/office/drawing/2014/main" id="{5F3D8AF1-6E3D-48D7-B4E5-2390EC84CFD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982" y="701263"/>
                </a:moveTo>
                <a:lnTo>
                  <a:pt x="2056305" y="7495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14" name="9wup_2_official_PredictedLigand_34">
            <a:extLst>
              <a:ext uri="{FF2B5EF4-FFF2-40B4-BE49-F238E27FC236}">
                <a16:creationId xmlns:a16="http://schemas.microsoft.com/office/drawing/2014/main" id="{80C3D398-E04D-4CE3-9541-ABFDE0F0525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849805" y="5387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15" name="9wup_2_official_PredictedLigand_35">
            <a:extLst>
              <a:ext uri="{FF2B5EF4-FFF2-40B4-BE49-F238E27FC236}">
                <a16:creationId xmlns:a16="http://schemas.microsoft.com/office/drawing/2014/main" id="{B3CA8FC8-11D5-421C-938F-362B3F41D25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708539" y="9546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16" name="9wup_2_official_PredictedLigand_36">
            <a:extLst>
              <a:ext uri="{FF2B5EF4-FFF2-40B4-BE49-F238E27FC236}">
                <a16:creationId xmlns:a16="http://schemas.microsoft.com/office/drawing/2014/main" id="{87A2EC78-9712-410D-ACB4-A1DFB5EB68C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4579" y="592981"/>
                </a:moveTo>
                <a:lnTo>
                  <a:pt x="2159982" y="7012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17" name="9wup_2_official_PredictedLigand_37">
            <a:extLst>
              <a:ext uri="{FF2B5EF4-FFF2-40B4-BE49-F238E27FC236}">
                <a16:creationId xmlns:a16="http://schemas.microsoft.com/office/drawing/2014/main" id="{3E9A0EDC-5DC4-4C88-B3D6-72E714AA5EF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658179" y="8475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18" name="9wup_2_official_PredictedLigand_38">
            <a:extLst>
              <a:ext uri="{FF2B5EF4-FFF2-40B4-BE49-F238E27FC236}">
                <a16:creationId xmlns:a16="http://schemas.microsoft.com/office/drawing/2014/main" id="{2CC53D6D-9436-477C-81F7-7E64707C948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179" y="847585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19" name="9wup_2_official_PredictedLigand_39">
            <a:extLst>
              <a:ext uri="{FF2B5EF4-FFF2-40B4-BE49-F238E27FC236}">
                <a16:creationId xmlns:a16="http://schemas.microsoft.com/office/drawing/2014/main" id="{9189F385-30BD-4DA5-ACC4-5D24F57A89D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7550" y="867409"/>
                </a:moveTo>
                <a:lnTo>
                  <a:pt x="1793834" y="8206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0" name="9wup_2_official_PredictedLigand_40">
            <a:extLst>
              <a:ext uri="{FF2B5EF4-FFF2-40B4-BE49-F238E27FC236}">
                <a16:creationId xmlns:a16="http://schemas.microsoft.com/office/drawing/2014/main" id="{BFE10EE8-1EB4-4059-B431-605E1D902A9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661478" y="421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1" name="9wup_2_official_PredictedLigand_41">
            <a:extLst>
              <a:ext uri="{FF2B5EF4-FFF2-40B4-BE49-F238E27FC236}">
                <a16:creationId xmlns:a16="http://schemas.microsoft.com/office/drawing/2014/main" id="{F7B85EF0-9E7F-4F77-8C45-88680A43140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0497" y="749725"/>
                </a:moveTo>
                <a:lnTo>
                  <a:pt x="667317" y="6407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2" name="9wup_2_official_PredictedLigand_42">
            <a:extLst>
              <a:ext uri="{FF2B5EF4-FFF2-40B4-BE49-F238E27FC236}">
                <a16:creationId xmlns:a16="http://schemas.microsoft.com/office/drawing/2014/main" id="{F1CCF11D-2EB0-473A-9918-C2C2707F489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317" y="640753"/>
                </a:moveTo>
                <a:lnTo>
                  <a:pt x="727903" y="5348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3" name="9wup_2_official_PredictedLigand_43">
            <a:extLst>
              <a:ext uri="{FF2B5EF4-FFF2-40B4-BE49-F238E27FC236}">
                <a16:creationId xmlns:a16="http://schemas.microsoft.com/office/drawing/2014/main" id="{2F1F9919-F4C0-4142-A9D3-FC7E3D9AE81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534164" y="10575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4" name="9wup_2_official_PredictedLigand_44">
            <a:extLst>
              <a:ext uri="{FF2B5EF4-FFF2-40B4-BE49-F238E27FC236}">
                <a16:creationId xmlns:a16="http://schemas.microsoft.com/office/drawing/2014/main" id="{27B8B409-D78C-434D-A847-B78F14AB9F1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305" y="749501"/>
                </a:moveTo>
                <a:lnTo>
                  <a:pt x="1975010" y="6862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5" name="9wup_2_official_PredictedLigand_45">
            <a:extLst>
              <a:ext uri="{FF2B5EF4-FFF2-40B4-BE49-F238E27FC236}">
                <a16:creationId xmlns:a16="http://schemas.microsoft.com/office/drawing/2014/main" id="{28B2BF4F-F0BC-4C47-880A-507FD80E87B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94579" y="5929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6" name="9wup_2_official_PredictedLigand_46">
            <a:extLst>
              <a:ext uri="{FF2B5EF4-FFF2-40B4-BE49-F238E27FC236}">
                <a16:creationId xmlns:a16="http://schemas.microsoft.com/office/drawing/2014/main" id="{DE3E09C4-E26C-4F31-8796-C56997AEB14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509681" y="9686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7" name="9wup_2_official_PredictedLigand_47">
            <a:extLst>
              <a:ext uri="{FF2B5EF4-FFF2-40B4-BE49-F238E27FC236}">
                <a16:creationId xmlns:a16="http://schemas.microsoft.com/office/drawing/2014/main" id="{2CF4D4CB-EE3E-4014-B459-E6BB3ACFE06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8" name="9wup_2_official_PredictedLigand_48">
            <a:extLst>
              <a:ext uri="{FF2B5EF4-FFF2-40B4-BE49-F238E27FC236}">
                <a16:creationId xmlns:a16="http://schemas.microsoft.com/office/drawing/2014/main" id="{1AFCA8F9-0F1E-4FC9-BE72-FC92DE172B9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9" name="9wup_2_official_PredictedLigand_49">
            <a:extLst>
              <a:ext uri="{FF2B5EF4-FFF2-40B4-BE49-F238E27FC236}">
                <a16:creationId xmlns:a16="http://schemas.microsoft.com/office/drawing/2014/main" id="{E1E451D0-8093-45B5-9D66-1DA13F0FDEF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592488" y="8789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0" name="9wup_2_official_PredictedLigand_50">
            <a:extLst>
              <a:ext uri="{FF2B5EF4-FFF2-40B4-BE49-F238E27FC236}">
                <a16:creationId xmlns:a16="http://schemas.microsoft.com/office/drawing/2014/main" id="{EC590E30-08C5-4A65-9B96-684E167FBDF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1" name="9wup_2_official_PredictedLigand_51">
            <a:extLst>
              <a:ext uri="{FF2B5EF4-FFF2-40B4-BE49-F238E27FC236}">
                <a16:creationId xmlns:a16="http://schemas.microsoft.com/office/drawing/2014/main" id="{F97761FC-02C0-499C-B361-05D0468E209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45270" y="4084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2" name="9wup_2_official_PredictedLigand_52">
            <a:extLst>
              <a:ext uri="{FF2B5EF4-FFF2-40B4-BE49-F238E27FC236}">
                <a16:creationId xmlns:a16="http://schemas.microsoft.com/office/drawing/2014/main" id="{ECC13D28-6608-4B79-B5E6-24E7F7582B8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825" y="573391"/>
                </a:moveTo>
                <a:lnTo>
                  <a:pt x="2112318" y="5224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3" name="9wup_2_official_PredictedLigand_53">
            <a:extLst>
              <a:ext uri="{FF2B5EF4-FFF2-40B4-BE49-F238E27FC236}">
                <a16:creationId xmlns:a16="http://schemas.microsoft.com/office/drawing/2014/main" id="{F48BB818-3E36-4940-BA1C-C636DE604E0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676097" y="8350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4" name="9wup_2_official_PredictedLigand_54">
            <a:extLst>
              <a:ext uri="{FF2B5EF4-FFF2-40B4-BE49-F238E27FC236}">
                <a16:creationId xmlns:a16="http://schemas.microsoft.com/office/drawing/2014/main" id="{D5FBE058-F6E4-4CBD-AA20-E2D0542C555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874" y="710907"/>
                </a:moveTo>
                <a:lnTo>
                  <a:pt x="1819830" y="617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5" name="9wup_2_official_PredictedLigand_55">
            <a:extLst>
              <a:ext uri="{FF2B5EF4-FFF2-40B4-BE49-F238E27FC236}">
                <a16:creationId xmlns:a16="http://schemas.microsoft.com/office/drawing/2014/main" id="{C4C7C3D6-98AB-446D-97BB-B6E99BF6D4C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0857" y="533076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6" name="9wup_2_official_PredictedLigand_56">
            <a:extLst>
              <a:ext uri="{FF2B5EF4-FFF2-40B4-BE49-F238E27FC236}">
                <a16:creationId xmlns:a16="http://schemas.microsoft.com/office/drawing/2014/main" id="{01840E0A-1875-40D6-837D-D3B765E2795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9830" y="617828"/>
                </a:moveTo>
                <a:lnTo>
                  <a:pt x="1900857" y="5330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7" name="9wup_2_official_PredictedLigand_57">
            <a:extLst>
              <a:ext uri="{FF2B5EF4-FFF2-40B4-BE49-F238E27FC236}">
                <a16:creationId xmlns:a16="http://schemas.microsoft.com/office/drawing/2014/main" id="{72F01898-C333-476F-9B8D-99CCFD6F3B9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680165" y="917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8" name="9wup_2_official_PredictedAtoms_0">
            <a:extLst>
              <a:ext uri="{FF2B5EF4-FFF2-40B4-BE49-F238E27FC236}">
                <a16:creationId xmlns:a16="http://schemas.microsoft.com/office/drawing/2014/main" id="{13968069-7469-46F0-BB19-2927E1109356}"/>
              </a:ext>
            </a:extLst>
          </p:cNvPr>
          <p:cNvSpPr>
            <a:spLocks noGrp="1"/>
          </p:cNvSpPr>
          <p:nvPr/>
        </p:nvSpPr>
        <p:spPr>
          <a:xfrm>
            <a:off x="1267328" y="67426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39" name="9wup_2_official_PredictedAtoms_1">
            <a:extLst>
              <a:ext uri="{FF2B5EF4-FFF2-40B4-BE49-F238E27FC236}">
                <a16:creationId xmlns:a16="http://schemas.microsoft.com/office/drawing/2014/main" id="{697814E9-B4CB-412E-952D-B1B8DCDC449D}"/>
              </a:ext>
            </a:extLst>
          </p:cNvPr>
          <p:cNvSpPr>
            <a:spLocks noGrp="1"/>
          </p:cNvSpPr>
          <p:nvPr/>
        </p:nvSpPr>
        <p:spPr>
          <a:xfrm>
            <a:off x="1369074" y="67839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40" name="9wup_2_official_PredictedAtoms_2">
            <a:extLst>
              <a:ext uri="{FF2B5EF4-FFF2-40B4-BE49-F238E27FC236}">
                <a16:creationId xmlns:a16="http://schemas.microsoft.com/office/drawing/2014/main" id="{89691625-B33B-4709-8BD6-D40573E7AC26}"/>
              </a:ext>
            </a:extLst>
          </p:cNvPr>
          <p:cNvSpPr>
            <a:spLocks noGrp="1"/>
          </p:cNvSpPr>
          <p:nvPr/>
        </p:nvSpPr>
        <p:spPr>
          <a:xfrm>
            <a:off x="1477402" y="67349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41" name="9wup_2_official_PredictedAtoms_3">
            <a:extLst>
              <a:ext uri="{FF2B5EF4-FFF2-40B4-BE49-F238E27FC236}">
                <a16:creationId xmlns:a16="http://schemas.microsoft.com/office/drawing/2014/main" id="{855333B7-1B3B-4D24-B989-44D574FB42E8}"/>
              </a:ext>
            </a:extLst>
          </p:cNvPr>
          <p:cNvSpPr>
            <a:spLocks noGrp="1"/>
          </p:cNvSpPr>
          <p:nvPr/>
        </p:nvSpPr>
        <p:spPr>
          <a:xfrm>
            <a:off x="1504555" y="68110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42" name="9wup_2_official_PredictedAtoms_4">
            <a:extLst>
              <a:ext uri="{FF2B5EF4-FFF2-40B4-BE49-F238E27FC236}">
                <a16:creationId xmlns:a16="http://schemas.microsoft.com/office/drawing/2014/main" id="{1D7741BD-47C2-46E1-9D66-EA673E10DEAA}"/>
              </a:ext>
            </a:extLst>
          </p:cNvPr>
          <p:cNvSpPr>
            <a:spLocks noGrp="1"/>
          </p:cNvSpPr>
          <p:nvPr/>
        </p:nvSpPr>
        <p:spPr>
          <a:xfrm>
            <a:off x="1600372" y="67798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43" name="9wup_2_official_PredictedAtoms_5">
            <a:extLst>
              <a:ext uri="{FF2B5EF4-FFF2-40B4-BE49-F238E27FC236}">
                <a16:creationId xmlns:a16="http://schemas.microsoft.com/office/drawing/2014/main" id="{AB2D3069-4ADE-460C-8A79-2DCA52CC2E86}"/>
              </a:ext>
            </a:extLst>
          </p:cNvPr>
          <p:cNvSpPr>
            <a:spLocks noGrp="1"/>
          </p:cNvSpPr>
          <p:nvPr/>
        </p:nvSpPr>
        <p:spPr>
          <a:xfrm>
            <a:off x="1586329" y="68426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44" name="9wup_2_official_PredictedAtoms_6">
            <a:extLst>
              <a:ext uri="{FF2B5EF4-FFF2-40B4-BE49-F238E27FC236}">
                <a16:creationId xmlns:a16="http://schemas.microsoft.com/office/drawing/2014/main" id="{B97DC5E0-F2B5-420C-9118-7478CFA6B2BC}"/>
              </a:ext>
            </a:extLst>
          </p:cNvPr>
          <p:cNvSpPr>
            <a:spLocks noGrp="1"/>
          </p:cNvSpPr>
          <p:nvPr/>
        </p:nvSpPr>
        <p:spPr>
          <a:xfrm>
            <a:off x="1592672" y="66490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45" name="9wup_2_official_PredictedAtoms_7">
            <a:extLst>
              <a:ext uri="{FF2B5EF4-FFF2-40B4-BE49-F238E27FC236}">
                <a16:creationId xmlns:a16="http://schemas.microsoft.com/office/drawing/2014/main" id="{E09D5BD7-E54E-43CB-9C81-F1254D84AB3E}"/>
              </a:ext>
            </a:extLst>
          </p:cNvPr>
          <p:cNvSpPr>
            <a:spLocks noGrp="1"/>
          </p:cNvSpPr>
          <p:nvPr/>
        </p:nvSpPr>
        <p:spPr>
          <a:xfrm>
            <a:off x="1721796" y="68252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46" name="9wup_2_official_PredictedAtoms_8">
            <a:extLst>
              <a:ext uri="{FF2B5EF4-FFF2-40B4-BE49-F238E27FC236}">
                <a16:creationId xmlns:a16="http://schemas.microsoft.com/office/drawing/2014/main" id="{3E2E5CB9-C1BA-40DB-BE51-20DCE245EA75}"/>
              </a:ext>
            </a:extLst>
          </p:cNvPr>
          <p:cNvSpPr>
            <a:spLocks noGrp="1"/>
          </p:cNvSpPr>
          <p:nvPr/>
        </p:nvSpPr>
        <p:spPr>
          <a:xfrm>
            <a:off x="1793988" y="69482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47" name="9wup_2_official_PredictedAtoms_9">
            <a:extLst>
              <a:ext uri="{FF2B5EF4-FFF2-40B4-BE49-F238E27FC236}">
                <a16:creationId xmlns:a16="http://schemas.microsoft.com/office/drawing/2014/main" id="{4A957B98-9772-4502-8864-D56FDF7BD639}"/>
              </a:ext>
            </a:extLst>
          </p:cNvPr>
          <p:cNvSpPr>
            <a:spLocks noGrp="1"/>
          </p:cNvSpPr>
          <p:nvPr/>
        </p:nvSpPr>
        <p:spPr>
          <a:xfrm>
            <a:off x="1713315" y="70464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48" name="9wup_2_official_PredictedAtoms_10">
            <a:extLst>
              <a:ext uri="{FF2B5EF4-FFF2-40B4-BE49-F238E27FC236}">
                <a16:creationId xmlns:a16="http://schemas.microsoft.com/office/drawing/2014/main" id="{97ABA6F4-D46C-4FED-93C0-3FC3F11E3189}"/>
              </a:ext>
            </a:extLst>
          </p:cNvPr>
          <p:cNvSpPr>
            <a:spLocks noGrp="1"/>
          </p:cNvSpPr>
          <p:nvPr/>
        </p:nvSpPr>
        <p:spPr>
          <a:xfrm>
            <a:off x="1888884" y="69362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49" name="9wup_2_official_PredictedAtoms_11">
            <a:extLst>
              <a:ext uri="{FF2B5EF4-FFF2-40B4-BE49-F238E27FC236}">
                <a16:creationId xmlns:a16="http://schemas.microsoft.com/office/drawing/2014/main" id="{F182DBA8-5DD9-4320-B394-9DF5696CDD4C}"/>
              </a:ext>
            </a:extLst>
          </p:cNvPr>
          <p:cNvSpPr>
            <a:spLocks noGrp="1"/>
          </p:cNvSpPr>
          <p:nvPr/>
        </p:nvSpPr>
        <p:spPr>
          <a:xfrm>
            <a:off x="1851532" y="69757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50" name="9wup_2_official_PredictedAtoms_12">
            <a:extLst>
              <a:ext uri="{FF2B5EF4-FFF2-40B4-BE49-F238E27FC236}">
                <a16:creationId xmlns:a16="http://schemas.microsoft.com/office/drawing/2014/main" id="{E076A97C-7CFA-45F7-A184-18306010B10A}"/>
              </a:ext>
            </a:extLst>
          </p:cNvPr>
          <p:cNvSpPr>
            <a:spLocks noGrp="1"/>
          </p:cNvSpPr>
          <p:nvPr/>
        </p:nvSpPr>
        <p:spPr>
          <a:xfrm>
            <a:off x="1828786" y="70761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51" name="9wup_2_official_PredictedAtoms_13">
            <a:extLst>
              <a:ext uri="{FF2B5EF4-FFF2-40B4-BE49-F238E27FC236}">
                <a16:creationId xmlns:a16="http://schemas.microsoft.com/office/drawing/2014/main" id="{A0D34785-94B8-4D78-BF6F-5AC0D474CF0A}"/>
              </a:ext>
            </a:extLst>
          </p:cNvPr>
          <p:cNvSpPr>
            <a:spLocks noGrp="1"/>
          </p:cNvSpPr>
          <p:nvPr/>
        </p:nvSpPr>
        <p:spPr>
          <a:xfrm>
            <a:off x="1883385" y="70719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52" name="9wup_2_official_PredictedAtoms_14">
            <a:extLst>
              <a:ext uri="{FF2B5EF4-FFF2-40B4-BE49-F238E27FC236}">
                <a16:creationId xmlns:a16="http://schemas.microsoft.com/office/drawing/2014/main" id="{50F5C88A-A05D-4126-AA2C-2BBE81B435CA}"/>
              </a:ext>
            </a:extLst>
          </p:cNvPr>
          <p:cNvSpPr>
            <a:spLocks noGrp="1"/>
          </p:cNvSpPr>
          <p:nvPr/>
        </p:nvSpPr>
        <p:spPr>
          <a:xfrm>
            <a:off x="1989957" y="70138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53" name="9wup_2_official_PredictedAtoms_15">
            <a:extLst>
              <a:ext uri="{FF2B5EF4-FFF2-40B4-BE49-F238E27FC236}">
                <a16:creationId xmlns:a16="http://schemas.microsoft.com/office/drawing/2014/main" id="{73F82A6A-CECF-4959-9C7E-98689C79A3E0}"/>
              </a:ext>
            </a:extLst>
          </p:cNvPr>
          <p:cNvSpPr>
            <a:spLocks noGrp="1"/>
          </p:cNvSpPr>
          <p:nvPr/>
        </p:nvSpPr>
        <p:spPr>
          <a:xfrm>
            <a:off x="2006242" y="69671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54" name="9wup_2_official_PredictedAtoms_16">
            <a:extLst>
              <a:ext uri="{FF2B5EF4-FFF2-40B4-BE49-F238E27FC236}">
                <a16:creationId xmlns:a16="http://schemas.microsoft.com/office/drawing/2014/main" id="{4B57E452-4084-4C36-AD6D-2BDF3FDF7E81}"/>
              </a:ext>
            </a:extLst>
          </p:cNvPr>
          <p:cNvSpPr>
            <a:spLocks noGrp="1"/>
          </p:cNvSpPr>
          <p:nvPr/>
        </p:nvSpPr>
        <p:spPr>
          <a:xfrm>
            <a:off x="2073282" y="68573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55" name="9wup_2_official_PredictedAtoms_17">
            <a:extLst>
              <a:ext uri="{FF2B5EF4-FFF2-40B4-BE49-F238E27FC236}">
                <a16:creationId xmlns:a16="http://schemas.microsoft.com/office/drawing/2014/main" id="{2942A565-F364-4608-84B3-88F135D55721}"/>
              </a:ext>
            </a:extLst>
          </p:cNvPr>
          <p:cNvSpPr>
            <a:spLocks noGrp="1"/>
          </p:cNvSpPr>
          <p:nvPr/>
        </p:nvSpPr>
        <p:spPr>
          <a:xfrm>
            <a:off x="2032238" y="67643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56" name="9wup_2_official_PredictedAtoms_18">
            <a:extLst>
              <a:ext uri="{FF2B5EF4-FFF2-40B4-BE49-F238E27FC236}">
                <a16:creationId xmlns:a16="http://schemas.microsoft.com/office/drawing/2014/main" id="{A00EC1BF-6EA8-4A20-9C8B-AF0935898DC8}"/>
              </a:ext>
            </a:extLst>
          </p:cNvPr>
          <p:cNvSpPr>
            <a:spLocks noGrp="1"/>
          </p:cNvSpPr>
          <p:nvPr/>
        </p:nvSpPr>
        <p:spPr>
          <a:xfrm>
            <a:off x="2113265" y="66795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57" name="9wup_2_official_PredictedAtoms_19">
            <a:extLst>
              <a:ext uri="{FF2B5EF4-FFF2-40B4-BE49-F238E27FC236}">
                <a16:creationId xmlns:a16="http://schemas.microsoft.com/office/drawing/2014/main" id="{EE26879F-A1F2-468D-BEAD-B6D39612E579}"/>
              </a:ext>
            </a:extLst>
          </p:cNvPr>
          <p:cNvSpPr>
            <a:spLocks noGrp="1"/>
          </p:cNvSpPr>
          <p:nvPr/>
        </p:nvSpPr>
        <p:spPr>
          <a:xfrm>
            <a:off x="2213232" y="67198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58" name="9wup_2_official_PredictedAtoms_20">
            <a:extLst>
              <a:ext uri="{FF2B5EF4-FFF2-40B4-BE49-F238E27FC236}">
                <a16:creationId xmlns:a16="http://schemas.microsoft.com/office/drawing/2014/main" id="{7AC6370A-FB27-4C45-B8E3-A4DCF3D0BAC9}"/>
              </a:ext>
            </a:extLst>
          </p:cNvPr>
          <p:cNvSpPr>
            <a:spLocks noGrp="1"/>
          </p:cNvSpPr>
          <p:nvPr/>
        </p:nvSpPr>
        <p:spPr>
          <a:xfrm>
            <a:off x="2324726" y="66689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59" name="9wup_2_official_PredictedAtoms_21">
            <a:extLst>
              <a:ext uri="{FF2B5EF4-FFF2-40B4-BE49-F238E27FC236}">
                <a16:creationId xmlns:a16="http://schemas.microsoft.com/office/drawing/2014/main" id="{AAD91BF8-6E95-472D-9EF7-0101C553EB99}"/>
              </a:ext>
            </a:extLst>
          </p:cNvPr>
          <p:cNvSpPr>
            <a:spLocks noGrp="1"/>
          </p:cNvSpPr>
          <p:nvPr/>
        </p:nvSpPr>
        <p:spPr>
          <a:xfrm>
            <a:off x="2357678" y="65549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60" name="9wup_2_official_PredictedAtoms_22">
            <a:extLst>
              <a:ext uri="{FF2B5EF4-FFF2-40B4-BE49-F238E27FC236}">
                <a16:creationId xmlns:a16="http://schemas.microsoft.com/office/drawing/2014/main" id="{054B1033-BFAF-4954-AB14-A9A2BD5A6D1D}"/>
              </a:ext>
            </a:extLst>
          </p:cNvPr>
          <p:cNvSpPr>
            <a:spLocks noGrp="1"/>
          </p:cNvSpPr>
          <p:nvPr/>
        </p:nvSpPr>
        <p:spPr>
          <a:xfrm>
            <a:off x="2406987" y="67394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61" name="9wup_2_official_PredictedAtoms_23">
            <a:extLst>
              <a:ext uri="{FF2B5EF4-FFF2-40B4-BE49-F238E27FC236}">
                <a16:creationId xmlns:a16="http://schemas.microsoft.com/office/drawing/2014/main" id="{AADC43EE-5CC7-4731-9453-3525DDA7B16B}"/>
              </a:ext>
            </a:extLst>
          </p:cNvPr>
          <p:cNvSpPr>
            <a:spLocks noGrp="1"/>
          </p:cNvSpPr>
          <p:nvPr/>
        </p:nvSpPr>
        <p:spPr>
          <a:xfrm>
            <a:off x="2372389" y="68477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62" name="9wup_2_official_PredictedAtoms_24">
            <a:extLst>
              <a:ext uri="{FF2B5EF4-FFF2-40B4-BE49-F238E27FC236}">
                <a16:creationId xmlns:a16="http://schemas.microsoft.com/office/drawing/2014/main" id="{817F2FA5-92C7-44E8-87B8-92DDA857B21F}"/>
              </a:ext>
            </a:extLst>
          </p:cNvPr>
          <p:cNvSpPr>
            <a:spLocks noGrp="1"/>
          </p:cNvSpPr>
          <p:nvPr/>
        </p:nvSpPr>
        <p:spPr>
          <a:xfrm>
            <a:off x="2268713" y="68959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63" name="9wup_2_official_PredictedAtoms_25">
            <a:extLst>
              <a:ext uri="{FF2B5EF4-FFF2-40B4-BE49-F238E27FC236}">
                <a16:creationId xmlns:a16="http://schemas.microsoft.com/office/drawing/2014/main" id="{5DA004F4-445B-4AF7-8726-AF9A31DEB3AE}"/>
              </a:ext>
            </a:extLst>
          </p:cNvPr>
          <p:cNvSpPr>
            <a:spLocks noGrp="1"/>
          </p:cNvSpPr>
          <p:nvPr/>
        </p:nvSpPr>
        <p:spPr>
          <a:xfrm>
            <a:off x="2187417" y="68326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64" name="9wup_2_official_PredictedAtoms_26">
            <a:extLst>
              <a:ext uri="{FF2B5EF4-FFF2-40B4-BE49-F238E27FC236}">
                <a16:creationId xmlns:a16="http://schemas.microsoft.com/office/drawing/2014/main" id="{1D382F7B-4D36-4666-A734-845EAEDF6C0E}"/>
              </a:ext>
            </a:extLst>
          </p:cNvPr>
          <p:cNvSpPr>
            <a:spLocks noGrp="1"/>
          </p:cNvSpPr>
          <p:nvPr/>
        </p:nvSpPr>
        <p:spPr>
          <a:xfrm>
            <a:off x="1888505" y="69815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65" name="9wup_2_official_PredictedAtoms_27">
            <a:extLst>
              <a:ext uri="{FF2B5EF4-FFF2-40B4-BE49-F238E27FC236}">
                <a16:creationId xmlns:a16="http://schemas.microsoft.com/office/drawing/2014/main" id="{6F3545E2-08F3-43E0-8FAE-A50D85F55322}"/>
              </a:ext>
            </a:extLst>
          </p:cNvPr>
          <p:cNvSpPr>
            <a:spLocks noGrp="1"/>
          </p:cNvSpPr>
          <p:nvPr/>
        </p:nvSpPr>
        <p:spPr>
          <a:xfrm>
            <a:off x="1892573" y="70636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66" name="9wup_2_official_PredictedAtoms_28">
            <a:extLst>
              <a:ext uri="{FF2B5EF4-FFF2-40B4-BE49-F238E27FC236}">
                <a16:creationId xmlns:a16="http://schemas.microsoft.com/office/drawing/2014/main" id="{BF31CF3E-727D-49B0-B0A0-5BB2C02692CF}"/>
              </a:ext>
            </a:extLst>
          </p:cNvPr>
          <p:cNvSpPr>
            <a:spLocks noGrp="1"/>
          </p:cNvSpPr>
          <p:nvPr/>
        </p:nvSpPr>
        <p:spPr>
          <a:xfrm>
            <a:off x="1804896" y="702543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67" name="9wup_2_official_PredictedAtoms_29">
            <a:extLst>
              <a:ext uri="{FF2B5EF4-FFF2-40B4-BE49-F238E27FC236}">
                <a16:creationId xmlns:a16="http://schemas.microsoft.com/office/drawing/2014/main" id="{4562324C-A615-4669-9EB0-70E35C99255A}"/>
              </a:ext>
            </a:extLst>
          </p:cNvPr>
          <p:cNvSpPr>
            <a:spLocks noGrp="1"/>
          </p:cNvSpPr>
          <p:nvPr/>
        </p:nvSpPr>
        <p:spPr>
          <a:xfrm>
            <a:off x="1722088" y="71151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68" name="9wup_2_official_PredictedAtoms_30">
            <a:extLst>
              <a:ext uri="{FF2B5EF4-FFF2-40B4-BE49-F238E27FC236}">
                <a16:creationId xmlns:a16="http://schemas.microsoft.com/office/drawing/2014/main" id="{BAE3C504-06CF-47EE-858C-7353688086A2}"/>
              </a:ext>
            </a:extLst>
          </p:cNvPr>
          <p:cNvSpPr>
            <a:spLocks noGrp="1"/>
          </p:cNvSpPr>
          <p:nvPr/>
        </p:nvSpPr>
        <p:spPr>
          <a:xfrm>
            <a:off x="1389196" y="69132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69" name="9wup_2_official_PredictedAtoms_31">
            <a:extLst>
              <a:ext uri="{FF2B5EF4-FFF2-40B4-BE49-F238E27FC236}">
                <a16:creationId xmlns:a16="http://schemas.microsoft.com/office/drawing/2014/main" id="{AD9DA2A8-2566-454F-B928-3FFA17953241}"/>
              </a:ext>
            </a:extLst>
          </p:cNvPr>
          <p:cNvSpPr>
            <a:spLocks noGrp="1"/>
          </p:cNvSpPr>
          <p:nvPr/>
        </p:nvSpPr>
        <p:spPr>
          <a:xfrm>
            <a:off x="1471237" y="69409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70" name="9wup_2_official_PredictedAtoms_32">
            <a:extLst>
              <a:ext uri="{FF2B5EF4-FFF2-40B4-BE49-F238E27FC236}">
                <a16:creationId xmlns:a16="http://schemas.microsoft.com/office/drawing/2014/main" id="{69177D58-EF29-4AE2-94DD-43C3E0128606}"/>
              </a:ext>
            </a:extLst>
          </p:cNvPr>
          <p:cNvSpPr>
            <a:spLocks noGrp="1"/>
          </p:cNvSpPr>
          <p:nvPr/>
        </p:nvSpPr>
        <p:spPr>
          <a:xfrm>
            <a:off x="1276705" y="69832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71" name="9wup_2_official_PredictedAtoms_33">
            <a:extLst>
              <a:ext uri="{FF2B5EF4-FFF2-40B4-BE49-F238E27FC236}">
                <a16:creationId xmlns:a16="http://schemas.microsoft.com/office/drawing/2014/main" id="{B83A4D09-66E2-416E-B3D2-BCC8A51310D3}"/>
              </a:ext>
            </a:extLst>
          </p:cNvPr>
          <p:cNvSpPr>
            <a:spLocks noGrp="1"/>
          </p:cNvSpPr>
          <p:nvPr/>
        </p:nvSpPr>
        <p:spPr>
          <a:xfrm>
            <a:off x="1296568" y="709381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72" name="9wup_2_official_PredictedAtoms_34">
            <a:extLst>
              <a:ext uri="{FF2B5EF4-FFF2-40B4-BE49-F238E27FC236}">
                <a16:creationId xmlns:a16="http://schemas.microsoft.com/office/drawing/2014/main" id="{8A35B54A-19F3-4BC9-82A5-D423ABCD2690}"/>
              </a:ext>
            </a:extLst>
          </p:cNvPr>
          <p:cNvSpPr>
            <a:spLocks noGrp="1"/>
          </p:cNvSpPr>
          <p:nvPr/>
        </p:nvSpPr>
        <p:spPr>
          <a:xfrm>
            <a:off x="1230398" y="70152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73" name="9wup_2_official_PredictedAtoms_35">
            <a:extLst>
              <a:ext uri="{FF2B5EF4-FFF2-40B4-BE49-F238E27FC236}">
                <a16:creationId xmlns:a16="http://schemas.microsoft.com/office/drawing/2014/main" id="{C659F573-14FC-41EC-BE14-40CBFFE776B4}"/>
              </a:ext>
            </a:extLst>
          </p:cNvPr>
          <p:cNvSpPr>
            <a:spLocks noGrp="1"/>
          </p:cNvSpPr>
          <p:nvPr/>
        </p:nvSpPr>
        <p:spPr>
          <a:xfrm>
            <a:off x="1104902" y="70102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74" name="9wup_2_official_PredictedAtoms_36">
            <a:extLst>
              <a:ext uri="{FF2B5EF4-FFF2-40B4-BE49-F238E27FC236}">
                <a16:creationId xmlns:a16="http://schemas.microsoft.com/office/drawing/2014/main" id="{2C481CA8-69DE-4C96-A3BA-1877BA6F617F}"/>
              </a:ext>
            </a:extLst>
          </p:cNvPr>
          <p:cNvSpPr>
            <a:spLocks noGrp="1"/>
          </p:cNvSpPr>
          <p:nvPr/>
        </p:nvSpPr>
        <p:spPr>
          <a:xfrm>
            <a:off x="1038692" y="71081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75" name="9wup_2_official_PredictedAtoms_37">
            <a:extLst>
              <a:ext uri="{FF2B5EF4-FFF2-40B4-BE49-F238E27FC236}">
                <a16:creationId xmlns:a16="http://schemas.microsoft.com/office/drawing/2014/main" id="{37C7F6C9-C909-4445-AAE0-8D6F1A4870F7}"/>
              </a:ext>
            </a:extLst>
          </p:cNvPr>
          <p:cNvSpPr>
            <a:spLocks noGrp="1"/>
          </p:cNvSpPr>
          <p:nvPr/>
        </p:nvSpPr>
        <p:spPr>
          <a:xfrm>
            <a:off x="1081015" y="72149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76" name="9wup_2_official_PredictedAtoms_38">
            <a:extLst>
              <a:ext uri="{FF2B5EF4-FFF2-40B4-BE49-F238E27FC236}">
                <a16:creationId xmlns:a16="http://schemas.microsoft.com/office/drawing/2014/main" id="{0664E3A7-1C3F-4AD6-8ACB-97B003C05C0E}"/>
              </a:ext>
            </a:extLst>
          </p:cNvPr>
          <p:cNvSpPr>
            <a:spLocks noGrp="1"/>
          </p:cNvSpPr>
          <p:nvPr/>
        </p:nvSpPr>
        <p:spPr>
          <a:xfrm>
            <a:off x="1015275" y="73144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77" name="9wup_2_official_PredictedAtoms_39">
            <a:extLst>
              <a:ext uri="{FF2B5EF4-FFF2-40B4-BE49-F238E27FC236}">
                <a16:creationId xmlns:a16="http://schemas.microsoft.com/office/drawing/2014/main" id="{F4A073B9-6C00-47C7-B16F-E48B8E5BF3F8}"/>
              </a:ext>
            </a:extLst>
          </p:cNvPr>
          <p:cNvSpPr>
            <a:spLocks noGrp="1"/>
          </p:cNvSpPr>
          <p:nvPr/>
        </p:nvSpPr>
        <p:spPr>
          <a:xfrm>
            <a:off x="1053113" y="74112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78" name="9wup_2_official_PredictedAtoms_40">
            <a:extLst>
              <a:ext uri="{FF2B5EF4-FFF2-40B4-BE49-F238E27FC236}">
                <a16:creationId xmlns:a16="http://schemas.microsoft.com/office/drawing/2014/main" id="{7065A8F9-3204-4D2A-9B76-CDE3489E8FA4}"/>
              </a:ext>
            </a:extLst>
          </p:cNvPr>
          <p:cNvSpPr>
            <a:spLocks noGrp="1"/>
          </p:cNvSpPr>
          <p:nvPr/>
        </p:nvSpPr>
        <p:spPr>
          <a:xfrm>
            <a:off x="902127" y="73105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79" name="9wup_2_official_PredictedAtoms_41">
            <a:extLst>
              <a:ext uri="{FF2B5EF4-FFF2-40B4-BE49-F238E27FC236}">
                <a16:creationId xmlns:a16="http://schemas.microsoft.com/office/drawing/2014/main" id="{AE59231F-365E-4E94-9EA6-5D2493CFC003}"/>
              </a:ext>
            </a:extLst>
          </p:cNvPr>
          <p:cNvSpPr>
            <a:spLocks noGrp="1"/>
          </p:cNvSpPr>
          <p:nvPr/>
        </p:nvSpPr>
        <p:spPr>
          <a:xfrm>
            <a:off x="850605" y="72050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0" name="9wup_2_official_PredictedAtoms_42">
            <a:extLst>
              <a:ext uri="{FF2B5EF4-FFF2-40B4-BE49-F238E27FC236}">
                <a16:creationId xmlns:a16="http://schemas.microsoft.com/office/drawing/2014/main" id="{B941F0B3-057A-4BAD-9D78-D970A285BCE9}"/>
              </a:ext>
            </a:extLst>
          </p:cNvPr>
          <p:cNvSpPr>
            <a:spLocks noGrp="1"/>
          </p:cNvSpPr>
          <p:nvPr/>
        </p:nvSpPr>
        <p:spPr>
          <a:xfrm>
            <a:off x="746572" y="72040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1" name="9wup_2_official_PredictedAtoms_43">
            <a:extLst>
              <a:ext uri="{FF2B5EF4-FFF2-40B4-BE49-F238E27FC236}">
                <a16:creationId xmlns:a16="http://schemas.microsoft.com/office/drawing/2014/main" id="{D44812E7-BFBE-4122-8BB0-EBD267420355}"/>
              </a:ext>
            </a:extLst>
          </p:cNvPr>
          <p:cNvSpPr>
            <a:spLocks noGrp="1"/>
          </p:cNvSpPr>
          <p:nvPr/>
        </p:nvSpPr>
        <p:spPr>
          <a:xfrm>
            <a:off x="920947" y="71011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2" name="9wup_2_official_PredictedAtoms_44">
            <a:extLst>
              <a:ext uri="{FF2B5EF4-FFF2-40B4-BE49-F238E27FC236}">
                <a16:creationId xmlns:a16="http://schemas.microsoft.com/office/drawing/2014/main" id="{7B3187D9-9563-437E-BBE5-0D825BB393C4}"/>
              </a:ext>
            </a:extLst>
          </p:cNvPr>
          <p:cNvSpPr>
            <a:spLocks noGrp="1"/>
          </p:cNvSpPr>
          <p:nvPr/>
        </p:nvSpPr>
        <p:spPr>
          <a:xfrm>
            <a:off x="870586" y="69940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3" name="9wup_2_official_PredictedAtoms_45">
            <a:extLst>
              <a:ext uri="{FF2B5EF4-FFF2-40B4-BE49-F238E27FC236}">
                <a16:creationId xmlns:a16="http://schemas.microsoft.com/office/drawing/2014/main" id="{4C8CD1D5-B445-447D-8681-70D9242CE083}"/>
              </a:ext>
            </a:extLst>
          </p:cNvPr>
          <p:cNvSpPr>
            <a:spLocks noGrp="1"/>
          </p:cNvSpPr>
          <p:nvPr/>
        </p:nvSpPr>
        <p:spPr>
          <a:xfrm>
            <a:off x="932904" y="689620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4" name="9wup_2_official_PredictedAtoms_46">
            <a:extLst>
              <a:ext uri="{FF2B5EF4-FFF2-40B4-BE49-F238E27FC236}">
                <a16:creationId xmlns:a16="http://schemas.microsoft.com/office/drawing/2014/main" id="{A77BFABD-A399-442C-BF96-280330535981}"/>
              </a:ext>
            </a:extLst>
          </p:cNvPr>
          <p:cNvSpPr>
            <a:spLocks noGrp="1"/>
          </p:cNvSpPr>
          <p:nvPr/>
        </p:nvSpPr>
        <p:spPr>
          <a:xfrm>
            <a:off x="879725" y="67872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5" name="9wup_2_official_PredictedAtoms_47">
            <a:extLst>
              <a:ext uri="{FF2B5EF4-FFF2-40B4-BE49-F238E27FC236}">
                <a16:creationId xmlns:a16="http://schemas.microsoft.com/office/drawing/2014/main" id="{567D4A66-E2CC-47B7-BC66-73C707E96242}"/>
              </a:ext>
            </a:extLst>
          </p:cNvPr>
          <p:cNvSpPr>
            <a:spLocks noGrp="1"/>
          </p:cNvSpPr>
          <p:nvPr/>
        </p:nvSpPr>
        <p:spPr>
          <a:xfrm>
            <a:off x="940311" y="66813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6" name="9wup_2_official_PredictedAtoms_48">
            <a:extLst>
              <a:ext uri="{FF2B5EF4-FFF2-40B4-BE49-F238E27FC236}">
                <a16:creationId xmlns:a16="http://schemas.microsoft.com/office/drawing/2014/main" id="{3AFC633E-FAFD-4B1D-B211-E04E4DB518AC}"/>
              </a:ext>
            </a:extLst>
          </p:cNvPr>
          <p:cNvSpPr>
            <a:spLocks noGrp="1"/>
          </p:cNvSpPr>
          <p:nvPr/>
        </p:nvSpPr>
        <p:spPr>
          <a:xfrm>
            <a:off x="873885" y="65683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7" name="9wup_2_official_PredictedAtoms_49">
            <a:extLst>
              <a:ext uri="{FF2B5EF4-FFF2-40B4-BE49-F238E27FC236}">
                <a16:creationId xmlns:a16="http://schemas.microsoft.com/office/drawing/2014/main" id="{60847063-E349-411E-907B-41FD2690D1A3}"/>
              </a:ext>
            </a:extLst>
          </p:cNvPr>
          <p:cNvSpPr>
            <a:spLocks noGrp="1"/>
          </p:cNvSpPr>
          <p:nvPr/>
        </p:nvSpPr>
        <p:spPr>
          <a:xfrm>
            <a:off x="1062213" y="66851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8" name="9wup_2_official_PredictedAtoms_50">
            <a:extLst>
              <a:ext uri="{FF2B5EF4-FFF2-40B4-BE49-F238E27FC236}">
                <a16:creationId xmlns:a16="http://schemas.microsoft.com/office/drawing/2014/main" id="{A0ABC798-449F-414B-97BA-70C3A48CE0A3}"/>
              </a:ext>
            </a:extLst>
          </p:cNvPr>
          <p:cNvSpPr>
            <a:spLocks noGrp="1"/>
          </p:cNvSpPr>
          <p:nvPr/>
        </p:nvSpPr>
        <p:spPr>
          <a:xfrm>
            <a:off x="1126175" y="65749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9" name="9wup_2_official_PredictedAtoms_51">
            <a:extLst>
              <a:ext uri="{FF2B5EF4-FFF2-40B4-BE49-F238E27FC236}">
                <a16:creationId xmlns:a16="http://schemas.microsoft.com/office/drawing/2014/main" id="{67C0648A-7988-457E-B57B-CD16F56CA41C}"/>
              </a:ext>
            </a:extLst>
          </p:cNvPr>
          <p:cNvSpPr>
            <a:spLocks noGrp="1"/>
          </p:cNvSpPr>
          <p:nvPr/>
        </p:nvSpPr>
        <p:spPr>
          <a:xfrm>
            <a:off x="1114009" y="67952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90" name="9wup_2_official_PredictedAtoms_52">
            <a:extLst>
              <a:ext uri="{FF2B5EF4-FFF2-40B4-BE49-F238E27FC236}">
                <a16:creationId xmlns:a16="http://schemas.microsoft.com/office/drawing/2014/main" id="{1A4CF9BB-EF3A-4973-9A32-7C71B711823B}"/>
              </a:ext>
            </a:extLst>
          </p:cNvPr>
          <p:cNvSpPr>
            <a:spLocks noGrp="1"/>
          </p:cNvSpPr>
          <p:nvPr/>
        </p:nvSpPr>
        <p:spPr>
          <a:xfrm>
            <a:off x="1054224" y="69022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91" name="stage3-cases-alternatives_34">
            <a:extLst>
              <a:ext uri="{FF2B5EF4-FFF2-40B4-BE49-F238E27FC236}">
                <a16:creationId xmlns:a16="http://schemas.microsoft.com/office/drawing/2014/main" id="{8995701E-F149-43C7-B4A0-1955DD1D3455}"/>
              </a:ext>
            </a:extLst>
          </p:cNvPr>
          <p:cNvSpPr>
            <a:spLocks noGrp="1"/>
          </p:cNvSpPr>
          <p:nvPr/>
        </p:nvSpPr>
        <p:spPr>
          <a:xfrm>
            <a:off x="2286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3.83 Å   D 66%   Clash 0</a:t>
            </a:r>
          </a:p>
        </p:txBody>
      </p:sp>
      <p:sp>
        <p:nvSpPr>
          <p:cNvPr id="1192" name="9wup_2_tuned_Receptor">
            <a:extLst>
              <a:ext uri="{FF2B5EF4-FFF2-40B4-BE49-F238E27FC236}">
                <a16:creationId xmlns:a16="http://schemas.microsoft.com/office/drawing/2014/main" id="{1014C3B4-DB70-400F-912A-4B0BC08775C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193" name="9wup_2_tuned_ExperimentalDensity">
            <a:extLst>
              <a:ext uri="{FF2B5EF4-FFF2-40B4-BE49-F238E27FC236}">
                <a16:creationId xmlns:a16="http://schemas.microsoft.com/office/drawing/2014/main" id="{D92CE13A-C3B1-4D89-A13C-36A489B7377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194" name="9wup_2_tuned_ReferenceLigand_0">
            <a:extLst>
              <a:ext uri="{FF2B5EF4-FFF2-40B4-BE49-F238E27FC236}">
                <a16:creationId xmlns:a16="http://schemas.microsoft.com/office/drawing/2014/main" id="{1F98CF17-6670-4E26-899C-77270DFADFD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5" name="9wup_2_tuned_ReferenceLigand_1">
            <a:extLst>
              <a:ext uri="{FF2B5EF4-FFF2-40B4-BE49-F238E27FC236}">
                <a16:creationId xmlns:a16="http://schemas.microsoft.com/office/drawing/2014/main" id="{A6D90D54-BCEC-455B-8F26-94BB5C3229D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6" name="9wup_2_tuned_ReferenceLigand_2">
            <a:extLst>
              <a:ext uri="{FF2B5EF4-FFF2-40B4-BE49-F238E27FC236}">
                <a16:creationId xmlns:a16="http://schemas.microsoft.com/office/drawing/2014/main" id="{A4A0099F-0AB3-4625-AFAB-607AF1D9EF1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7" name="9wup_2_tuned_ReferenceLigand_3">
            <a:extLst>
              <a:ext uri="{FF2B5EF4-FFF2-40B4-BE49-F238E27FC236}">
                <a16:creationId xmlns:a16="http://schemas.microsoft.com/office/drawing/2014/main" id="{C962CCA7-97B4-4939-9B40-4880D9A5721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8" name="9wup_2_tuned_ReferenceLigand_4">
            <a:extLst>
              <a:ext uri="{FF2B5EF4-FFF2-40B4-BE49-F238E27FC236}">
                <a16:creationId xmlns:a16="http://schemas.microsoft.com/office/drawing/2014/main" id="{7B2DBA2E-8D75-4998-AACF-7010E812B6C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9" name="9wup_2_tuned_ReferenceLigand_5">
            <a:extLst>
              <a:ext uri="{FF2B5EF4-FFF2-40B4-BE49-F238E27FC236}">
                <a16:creationId xmlns:a16="http://schemas.microsoft.com/office/drawing/2014/main" id="{2327789E-40CE-4E26-86A6-07802491BDC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0" name="9wup_2_tuned_ReferenceLigand_6">
            <a:extLst>
              <a:ext uri="{FF2B5EF4-FFF2-40B4-BE49-F238E27FC236}">
                <a16:creationId xmlns:a16="http://schemas.microsoft.com/office/drawing/2014/main" id="{FB9075A1-83C6-42D5-8CFF-7F4D0D59B2D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1" name="9wup_2_tuned_ReferenceLigand_7">
            <a:extLst>
              <a:ext uri="{FF2B5EF4-FFF2-40B4-BE49-F238E27FC236}">
                <a16:creationId xmlns:a16="http://schemas.microsoft.com/office/drawing/2014/main" id="{69BDA2BF-67E2-49D8-A3F6-CAFDCFAB81C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2" name="9wup_2_tuned_ReferenceLigand_8">
            <a:extLst>
              <a:ext uri="{FF2B5EF4-FFF2-40B4-BE49-F238E27FC236}">
                <a16:creationId xmlns:a16="http://schemas.microsoft.com/office/drawing/2014/main" id="{A91809FB-5604-4FE9-929E-7E7226F1989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3" name="9wup_2_tuned_ReferenceLigand_9">
            <a:extLst>
              <a:ext uri="{FF2B5EF4-FFF2-40B4-BE49-F238E27FC236}">
                <a16:creationId xmlns:a16="http://schemas.microsoft.com/office/drawing/2014/main" id="{5E661B85-3C30-43A4-9399-FF661CFF791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4" name="9wup_2_tuned_ReferenceLigand_10">
            <a:extLst>
              <a:ext uri="{FF2B5EF4-FFF2-40B4-BE49-F238E27FC236}">
                <a16:creationId xmlns:a16="http://schemas.microsoft.com/office/drawing/2014/main" id="{9CB0F348-DCB6-4442-A430-03EE0B0F646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5" name="9wup_2_tuned_ReferenceLigand_11">
            <a:extLst>
              <a:ext uri="{FF2B5EF4-FFF2-40B4-BE49-F238E27FC236}">
                <a16:creationId xmlns:a16="http://schemas.microsoft.com/office/drawing/2014/main" id="{25CA1F89-39C3-409A-B72A-D4B90F693C6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6" name="9wup_2_tuned_ReferenceLigand_12">
            <a:extLst>
              <a:ext uri="{FF2B5EF4-FFF2-40B4-BE49-F238E27FC236}">
                <a16:creationId xmlns:a16="http://schemas.microsoft.com/office/drawing/2014/main" id="{BEAD40AA-1FBF-4BF3-824B-B76F9D66A4C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7" name="9wup_2_tuned_ReferenceLigand_13">
            <a:extLst>
              <a:ext uri="{FF2B5EF4-FFF2-40B4-BE49-F238E27FC236}">
                <a16:creationId xmlns:a16="http://schemas.microsoft.com/office/drawing/2014/main" id="{548DDE07-D0F1-47FF-B654-1B65AA41D5E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8" name="9wup_2_tuned_ReferenceLigand_14">
            <a:extLst>
              <a:ext uri="{FF2B5EF4-FFF2-40B4-BE49-F238E27FC236}">
                <a16:creationId xmlns:a16="http://schemas.microsoft.com/office/drawing/2014/main" id="{ACAC5EA7-0B65-43E5-9A67-322E1B49D34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9" name="9wup_2_tuned_ReferenceLigand_15">
            <a:extLst>
              <a:ext uri="{FF2B5EF4-FFF2-40B4-BE49-F238E27FC236}">
                <a16:creationId xmlns:a16="http://schemas.microsoft.com/office/drawing/2014/main" id="{287643B6-FE54-4AAC-B5CC-495006355C5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0" name="9wup_2_tuned_ReferenceLigand_16">
            <a:extLst>
              <a:ext uri="{FF2B5EF4-FFF2-40B4-BE49-F238E27FC236}">
                <a16:creationId xmlns:a16="http://schemas.microsoft.com/office/drawing/2014/main" id="{280FB089-04FD-4AC7-9C26-116EED1C3D0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1" name="9wup_2_tuned_ReferenceLigand_17">
            <a:extLst>
              <a:ext uri="{FF2B5EF4-FFF2-40B4-BE49-F238E27FC236}">
                <a16:creationId xmlns:a16="http://schemas.microsoft.com/office/drawing/2014/main" id="{01A0F17D-3E08-4D75-8367-61D648A4459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2" name="9wup_2_tuned_ReferenceLigand_18">
            <a:extLst>
              <a:ext uri="{FF2B5EF4-FFF2-40B4-BE49-F238E27FC236}">
                <a16:creationId xmlns:a16="http://schemas.microsoft.com/office/drawing/2014/main" id="{FA60DF62-EA52-4608-B21D-F4A5E43BDD7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3" name="9wup_2_tuned_ReferenceLigand_19">
            <a:extLst>
              <a:ext uri="{FF2B5EF4-FFF2-40B4-BE49-F238E27FC236}">
                <a16:creationId xmlns:a16="http://schemas.microsoft.com/office/drawing/2014/main" id="{3D27111E-59C8-4BE3-9647-0A926CF182A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4" name="9wup_2_tuned_ReferenceLigand_20">
            <a:extLst>
              <a:ext uri="{FF2B5EF4-FFF2-40B4-BE49-F238E27FC236}">
                <a16:creationId xmlns:a16="http://schemas.microsoft.com/office/drawing/2014/main" id="{A2F4D3C9-A642-43F3-878B-ABC79491F6B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5" name="9wup_2_tuned_ReferenceLigand_21">
            <a:extLst>
              <a:ext uri="{FF2B5EF4-FFF2-40B4-BE49-F238E27FC236}">
                <a16:creationId xmlns:a16="http://schemas.microsoft.com/office/drawing/2014/main" id="{9EFA9BC6-9E66-4DC0-9FB2-DE4E82DDCC9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6" name="9wup_2_tuned_ReferenceLigand_22">
            <a:extLst>
              <a:ext uri="{FF2B5EF4-FFF2-40B4-BE49-F238E27FC236}">
                <a16:creationId xmlns:a16="http://schemas.microsoft.com/office/drawing/2014/main" id="{5C8C3DE9-0803-4348-B29B-8081D5B9BDB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7" name="9wup_2_tuned_ReferenceLigand_23">
            <a:extLst>
              <a:ext uri="{FF2B5EF4-FFF2-40B4-BE49-F238E27FC236}">
                <a16:creationId xmlns:a16="http://schemas.microsoft.com/office/drawing/2014/main" id="{5B6D0FEB-F6A3-4965-87A8-21F0E3418ED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8" name="9wup_2_tuned_ReferenceLigand_24">
            <a:extLst>
              <a:ext uri="{FF2B5EF4-FFF2-40B4-BE49-F238E27FC236}">
                <a16:creationId xmlns:a16="http://schemas.microsoft.com/office/drawing/2014/main" id="{60565D64-E9CC-4088-84E6-67950C9D265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9" name="9wup_2_tuned_ReferenceLigand_25">
            <a:extLst>
              <a:ext uri="{FF2B5EF4-FFF2-40B4-BE49-F238E27FC236}">
                <a16:creationId xmlns:a16="http://schemas.microsoft.com/office/drawing/2014/main" id="{4EE6BCBE-D305-4C47-9A91-3A7CC917E82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0" name="9wup_2_tuned_ReferenceLigand_26">
            <a:extLst>
              <a:ext uri="{FF2B5EF4-FFF2-40B4-BE49-F238E27FC236}">
                <a16:creationId xmlns:a16="http://schemas.microsoft.com/office/drawing/2014/main" id="{CA6487F1-2935-456F-82CA-DCDDD804E0C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1" name="9wup_2_tuned_ReferenceLigand_27">
            <a:extLst>
              <a:ext uri="{FF2B5EF4-FFF2-40B4-BE49-F238E27FC236}">
                <a16:creationId xmlns:a16="http://schemas.microsoft.com/office/drawing/2014/main" id="{F5AAC0A4-8B5B-4986-BE53-38B460981F0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2" name="9wup_2_tuned_ReferenceLigand_28">
            <a:extLst>
              <a:ext uri="{FF2B5EF4-FFF2-40B4-BE49-F238E27FC236}">
                <a16:creationId xmlns:a16="http://schemas.microsoft.com/office/drawing/2014/main" id="{C66AEBAC-6F7A-4C50-8F35-65E1F41E4AE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3" name="9wup_2_tuned_ReferenceLigand_29">
            <a:extLst>
              <a:ext uri="{FF2B5EF4-FFF2-40B4-BE49-F238E27FC236}">
                <a16:creationId xmlns:a16="http://schemas.microsoft.com/office/drawing/2014/main" id="{E492A84E-ABAF-4661-BBF4-0C061B859AF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4" name="9wup_2_tuned_ReferenceLigand_30">
            <a:extLst>
              <a:ext uri="{FF2B5EF4-FFF2-40B4-BE49-F238E27FC236}">
                <a16:creationId xmlns:a16="http://schemas.microsoft.com/office/drawing/2014/main" id="{6095F069-50F8-48A6-97EF-5D3AC120306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5" name="9wup_2_tuned_ReferenceLigand_31">
            <a:extLst>
              <a:ext uri="{FF2B5EF4-FFF2-40B4-BE49-F238E27FC236}">
                <a16:creationId xmlns:a16="http://schemas.microsoft.com/office/drawing/2014/main" id="{BD93EC00-D806-4364-A8FE-7821684E226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6" name="9wup_2_tuned_ReferenceLigand_32">
            <a:extLst>
              <a:ext uri="{FF2B5EF4-FFF2-40B4-BE49-F238E27FC236}">
                <a16:creationId xmlns:a16="http://schemas.microsoft.com/office/drawing/2014/main" id="{AF83F85C-7F28-42DC-9C4F-B427641FD16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7" name="9wup_2_tuned_ReferenceLigand_33">
            <a:extLst>
              <a:ext uri="{FF2B5EF4-FFF2-40B4-BE49-F238E27FC236}">
                <a16:creationId xmlns:a16="http://schemas.microsoft.com/office/drawing/2014/main" id="{C765E7EA-063D-4B13-9C09-CDACE889B68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8" name="9wup_2_tuned_ReferenceLigand_34">
            <a:extLst>
              <a:ext uri="{FF2B5EF4-FFF2-40B4-BE49-F238E27FC236}">
                <a16:creationId xmlns:a16="http://schemas.microsoft.com/office/drawing/2014/main" id="{644BA07E-BCA2-4BF5-8E2E-1CADA116B34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9" name="9wup_2_tuned_ReferenceLigand_35">
            <a:extLst>
              <a:ext uri="{FF2B5EF4-FFF2-40B4-BE49-F238E27FC236}">
                <a16:creationId xmlns:a16="http://schemas.microsoft.com/office/drawing/2014/main" id="{050A1913-1F97-48D6-82A9-FF3BC585090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0" name="9wup_2_tuned_ReferenceLigand_36">
            <a:extLst>
              <a:ext uri="{FF2B5EF4-FFF2-40B4-BE49-F238E27FC236}">
                <a16:creationId xmlns:a16="http://schemas.microsoft.com/office/drawing/2014/main" id="{2A924A06-A3B4-4A2B-B0F3-043C104FC16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1" name="9wup_2_tuned_ReferenceLigand_37">
            <a:extLst>
              <a:ext uri="{FF2B5EF4-FFF2-40B4-BE49-F238E27FC236}">
                <a16:creationId xmlns:a16="http://schemas.microsoft.com/office/drawing/2014/main" id="{28F1015B-B137-4050-A949-3B276B738FD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2" name="9wup_2_tuned_ReferenceLigand_38">
            <a:extLst>
              <a:ext uri="{FF2B5EF4-FFF2-40B4-BE49-F238E27FC236}">
                <a16:creationId xmlns:a16="http://schemas.microsoft.com/office/drawing/2014/main" id="{A15E83F2-D874-4A17-BBF1-A8E22F34807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3" name="9wup_2_tuned_ReferenceLigand_39">
            <a:extLst>
              <a:ext uri="{FF2B5EF4-FFF2-40B4-BE49-F238E27FC236}">
                <a16:creationId xmlns:a16="http://schemas.microsoft.com/office/drawing/2014/main" id="{8A13C0BE-0E4C-460F-85F7-8E4B6B8F647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4" name="9wup_2_tuned_ReferenceLigand_40">
            <a:extLst>
              <a:ext uri="{FF2B5EF4-FFF2-40B4-BE49-F238E27FC236}">
                <a16:creationId xmlns:a16="http://schemas.microsoft.com/office/drawing/2014/main" id="{AA6F55DB-35BF-4A51-B345-12F843E749F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5" name="9wup_2_tuned_ReferenceLigand_41">
            <a:extLst>
              <a:ext uri="{FF2B5EF4-FFF2-40B4-BE49-F238E27FC236}">
                <a16:creationId xmlns:a16="http://schemas.microsoft.com/office/drawing/2014/main" id="{F802DE80-413E-42F6-95B2-C8957F84838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6" name="9wup_2_tuned_ReferenceLigand_42">
            <a:extLst>
              <a:ext uri="{FF2B5EF4-FFF2-40B4-BE49-F238E27FC236}">
                <a16:creationId xmlns:a16="http://schemas.microsoft.com/office/drawing/2014/main" id="{4FECDFFC-4677-42DB-897D-D87A0AB24C6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7" name="9wup_2_tuned_ReferenceLigand_43">
            <a:extLst>
              <a:ext uri="{FF2B5EF4-FFF2-40B4-BE49-F238E27FC236}">
                <a16:creationId xmlns:a16="http://schemas.microsoft.com/office/drawing/2014/main" id="{4895A935-BF2C-497B-B159-0B9113ED403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8" name="9wup_2_tuned_ReferenceLigand_44">
            <a:extLst>
              <a:ext uri="{FF2B5EF4-FFF2-40B4-BE49-F238E27FC236}">
                <a16:creationId xmlns:a16="http://schemas.microsoft.com/office/drawing/2014/main" id="{A76FB427-514B-456D-BEA3-430871422F5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9" name="9wup_2_tuned_ReferenceLigand_45">
            <a:extLst>
              <a:ext uri="{FF2B5EF4-FFF2-40B4-BE49-F238E27FC236}">
                <a16:creationId xmlns:a16="http://schemas.microsoft.com/office/drawing/2014/main" id="{B5718B17-565E-4A6B-9A8C-C9C707832B6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0" name="9wup_2_tuned_ReferenceLigand_46">
            <a:extLst>
              <a:ext uri="{FF2B5EF4-FFF2-40B4-BE49-F238E27FC236}">
                <a16:creationId xmlns:a16="http://schemas.microsoft.com/office/drawing/2014/main" id="{D1230B4B-DFA2-423E-BEC0-D1B425A8DF0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1" name="9wup_2_tuned_ReferenceLigand_47">
            <a:extLst>
              <a:ext uri="{FF2B5EF4-FFF2-40B4-BE49-F238E27FC236}">
                <a16:creationId xmlns:a16="http://schemas.microsoft.com/office/drawing/2014/main" id="{2DEFEB0E-5A50-46C4-8052-5A68501290B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2" name="9wup_2_tuned_ReferenceLigand_48">
            <a:extLst>
              <a:ext uri="{FF2B5EF4-FFF2-40B4-BE49-F238E27FC236}">
                <a16:creationId xmlns:a16="http://schemas.microsoft.com/office/drawing/2014/main" id="{0D189CEA-55B0-45C3-A594-201A63CA26E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3" name="9wup_2_tuned_ReferenceLigand_49">
            <a:extLst>
              <a:ext uri="{FF2B5EF4-FFF2-40B4-BE49-F238E27FC236}">
                <a16:creationId xmlns:a16="http://schemas.microsoft.com/office/drawing/2014/main" id="{306BDEFC-0EEC-4CD2-947E-2DC9FD065C2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4" name="9wup_2_tuned_ReferenceLigand_50">
            <a:extLst>
              <a:ext uri="{FF2B5EF4-FFF2-40B4-BE49-F238E27FC236}">
                <a16:creationId xmlns:a16="http://schemas.microsoft.com/office/drawing/2014/main" id="{C6D705F8-6E6F-46AE-AC56-5C93830E605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5" name="9wup_2_tuned_ReferenceLigand_51">
            <a:extLst>
              <a:ext uri="{FF2B5EF4-FFF2-40B4-BE49-F238E27FC236}">
                <a16:creationId xmlns:a16="http://schemas.microsoft.com/office/drawing/2014/main" id="{34E85222-22A3-46E9-ACD8-B99A32624DD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6" name="9wup_2_tuned_ReferenceLigand_52">
            <a:extLst>
              <a:ext uri="{FF2B5EF4-FFF2-40B4-BE49-F238E27FC236}">
                <a16:creationId xmlns:a16="http://schemas.microsoft.com/office/drawing/2014/main" id="{6C094C84-E38F-4CF3-901A-B66D0A36A6D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7" name="9wup_2_tuned_ReferenceLigand_53">
            <a:extLst>
              <a:ext uri="{FF2B5EF4-FFF2-40B4-BE49-F238E27FC236}">
                <a16:creationId xmlns:a16="http://schemas.microsoft.com/office/drawing/2014/main" id="{8F4537D8-1817-4805-821F-DC2C37EF4F8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8" name="9wup_2_tuned_ReferenceLigand_54">
            <a:extLst>
              <a:ext uri="{FF2B5EF4-FFF2-40B4-BE49-F238E27FC236}">
                <a16:creationId xmlns:a16="http://schemas.microsoft.com/office/drawing/2014/main" id="{064EB827-3496-4AD1-BE5B-3EDC40E06DE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9" name="9wup_2_tuned_ReferenceLigand_55">
            <a:extLst>
              <a:ext uri="{FF2B5EF4-FFF2-40B4-BE49-F238E27FC236}">
                <a16:creationId xmlns:a16="http://schemas.microsoft.com/office/drawing/2014/main" id="{EB885FC6-F9D4-4EA0-9F20-4DE8E1C38AF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0" name="9wup_2_tuned_ReferenceLigand_56">
            <a:extLst>
              <a:ext uri="{FF2B5EF4-FFF2-40B4-BE49-F238E27FC236}">
                <a16:creationId xmlns:a16="http://schemas.microsoft.com/office/drawing/2014/main" id="{60EFBBCF-1EB4-458F-93EC-01D3B242AD9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1" name="9wup_2_tuned_ReferenceLigand_57">
            <a:extLst>
              <a:ext uri="{FF2B5EF4-FFF2-40B4-BE49-F238E27FC236}">
                <a16:creationId xmlns:a16="http://schemas.microsoft.com/office/drawing/2014/main" id="{CCD75074-796B-4C0D-AF98-0FA59253DDA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2" name="9wup_2_tuned_PredictedLigand_0">
            <a:extLst>
              <a:ext uri="{FF2B5EF4-FFF2-40B4-BE49-F238E27FC236}">
                <a16:creationId xmlns:a16="http://schemas.microsoft.com/office/drawing/2014/main" id="{C8B46A7D-068E-4CDA-ADE7-3712A7157C8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43037" y="695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53" name="9wup_2_tuned_PredictedLigand_1">
            <a:extLst>
              <a:ext uri="{FF2B5EF4-FFF2-40B4-BE49-F238E27FC236}">
                <a16:creationId xmlns:a16="http://schemas.microsoft.com/office/drawing/2014/main" id="{89326B8B-3D90-429A-B3F2-71D82752E1C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65014" y="497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54" name="9wup_2_tuned_PredictedLigand_2">
            <a:extLst>
              <a:ext uri="{FF2B5EF4-FFF2-40B4-BE49-F238E27FC236}">
                <a16:creationId xmlns:a16="http://schemas.microsoft.com/office/drawing/2014/main" id="{E1DBC73B-ADCB-4F41-9046-A54D65EBEBD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0787" y="736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55" name="9wup_2_tuned_PredictedLigand_3">
            <a:extLst>
              <a:ext uri="{FF2B5EF4-FFF2-40B4-BE49-F238E27FC236}">
                <a16:creationId xmlns:a16="http://schemas.microsoft.com/office/drawing/2014/main" id="{A3DA40B3-8D44-44D6-85C9-EDA6A98E190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686" y="629793"/>
                </a:moveTo>
                <a:lnTo>
                  <a:pt x="1345209" y="6210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56" name="9wup_2_tuned_PredictedLigand_4">
            <a:extLst>
              <a:ext uri="{FF2B5EF4-FFF2-40B4-BE49-F238E27FC236}">
                <a16:creationId xmlns:a16="http://schemas.microsoft.com/office/drawing/2014/main" id="{747F3228-1E6A-4BD4-B046-5D03DDECAEC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481332" y="8890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57" name="9wup_2_tuned_PredictedLigand_5">
            <a:extLst>
              <a:ext uri="{FF2B5EF4-FFF2-40B4-BE49-F238E27FC236}">
                <a16:creationId xmlns:a16="http://schemas.microsoft.com/office/drawing/2014/main" id="{E41B3A22-09FA-4F27-888F-99FC22826CC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452212" y="6725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58" name="9wup_2_tuned_PredictedLigand_6">
            <a:extLst>
              <a:ext uri="{FF2B5EF4-FFF2-40B4-BE49-F238E27FC236}">
                <a16:creationId xmlns:a16="http://schemas.microsoft.com/office/drawing/2014/main" id="{60A5289F-C3E7-487C-9028-4B9F0B0E1B4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212" y="672518"/>
                </a:moveTo>
                <a:lnTo>
                  <a:pt x="1547195" y="7752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59" name="9wup_2_tuned_PredictedLigand_7">
            <a:extLst>
              <a:ext uri="{FF2B5EF4-FFF2-40B4-BE49-F238E27FC236}">
                <a16:creationId xmlns:a16="http://schemas.microsoft.com/office/drawing/2014/main" id="{7DD96887-D9F0-4F45-A643-D7C58CC0E68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3625" y="7908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60" name="9wup_2_tuned_PredictedLigand_8">
            <a:extLst>
              <a:ext uri="{FF2B5EF4-FFF2-40B4-BE49-F238E27FC236}">
                <a16:creationId xmlns:a16="http://schemas.microsoft.com/office/drawing/2014/main" id="{70352C14-8448-4952-8606-335AEF65DB3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1476" y="535403"/>
                </a:moveTo>
                <a:lnTo>
                  <a:pt x="1230686" y="6297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61" name="9wup_2_tuned_PredictedLigand_9">
            <a:extLst>
              <a:ext uri="{FF2B5EF4-FFF2-40B4-BE49-F238E27FC236}">
                <a16:creationId xmlns:a16="http://schemas.microsoft.com/office/drawing/2014/main" id="{C11D17B7-DDAF-4C39-9AE4-BF590A12231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625" y="790874"/>
                </a:moveTo>
                <a:lnTo>
                  <a:pt x="1615770" y="9068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62" name="9wup_2_tuned_PredictedLigand_10">
            <a:extLst>
              <a:ext uri="{FF2B5EF4-FFF2-40B4-BE49-F238E27FC236}">
                <a16:creationId xmlns:a16="http://schemas.microsoft.com/office/drawing/2014/main" id="{AD568F89-EBAB-4DF4-9EC1-2638C10FF6C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57531" y="7541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63" name="9wup_2_tuned_PredictedLigand_11">
            <a:extLst>
              <a:ext uri="{FF2B5EF4-FFF2-40B4-BE49-F238E27FC236}">
                <a16:creationId xmlns:a16="http://schemas.microsoft.com/office/drawing/2014/main" id="{5C58D2A4-AECF-4765-BD13-C8B8D7E1C84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211476" y="5354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64" name="9wup_2_tuned_PredictedLigand_12">
            <a:extLst>
              <a:ext uri="{FF2B5EF4-FFF2-40B4-BE49-F238E27FC236}">
                <a16:creationId xmlns:a16="http://schemas.microsoft.com/office/drawing/2014/main" id="{D92AF72D-0654-42EF-AE21-CC721131412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916765" y="671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65" name="9wup_2_tuned_PredictedLigand_13">
            <a:extLst>
              <a:ext uri="{FF2B5EF4-FFF2-40B4-BE49-F238E27FC236}">
                <a16:creationId xmlns:a16="http://schemas.microsoft.com/office/drawing/2014/main" id="{20BAC784-F121-424A-8686-0273D2F527D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053557" y="6694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66" name="9wup_2_tuned_PredictedLigand_14">
            <a:extLst>
              <a:ext uri="{FF2B5EF4-FFF2-40B4-BE49-F238E27FC236}">
                <a16:creationId xmlns:a16="http://schemas.microsoft.com/office/drawing/2014/main" id="{CDD98895-2916-4FCC-B365-354A59F5A42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1108586" y="7695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67" name="9wup_2_tuned_PredictedLigand_15">
            <a:extLst>
              <a:ext uri="{FF2B5EF4-FFF2-40B4-BE49-F238E27FC236}">
                <a16:creationId xmlns:a16="http://schemas.microsoft.com/office/drawing/2014/main" id="{BD7D9691-D3C9-4199-99D7-7777C2ECAFF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239" y="461541"/>
                </a:moveTo>
                <a:lnTo>
                  <a:pt x="1115491" y="5571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68" name="9wup_2_tuned_PredictedLigand_16">
            <a:extLst>
              <a:ext uri="{FF2B5EF4-FFF2-40B4-BE49-F238E27FC236}">
                <a16:creationId xmlns:a16="http://schemas.microsoft.com/office/drawing/2014/main" id="{7E82D48C-89E8-4F93-9325-8465D087FB7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5770" y="90680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69" name="9wup_2_tuned_PredictedLigand_17">
            <a:extLst>
              <a:ext uri="{FF2B5EF4-FFF2-40B4-BE49-F238E27FC236}">
                <a16:creationId xmlns:a16="http://schemas.microsoft.com/office/drawing/2014/main" id="{CBD0E322-506E-40E3-B724-C74314F568D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78210" y="6992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0" name="9wup_2_tuned_PredictedLigand_18">
            <a:extLst>
              <a:ext uri="{FF2B5EF4-FFF2-40B4-BE49-F238E27FC236}">
                <a16:creationId xmlns:a16="http://schemas.microsoft.com/office/drawing/2014/main" id="{0E19642B-258D-4CD3-A143-786379A0D26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840" y="914904"/>
                </a:moveTo>
                <a:lnTo>
                  <a:pt x="1815776" y="858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1" name="9wup_2_tuned_PredictedLigand_19">
            <a:extLst>
              <a:ext uri="{FF2B5EF4-FFF2-40B4-BE49-F238E27FC236}">
                <a16:creationId xmlns:a16="http://schemas.microsoft.com/office/drawing/2014/main" id="{91B78BB0-FED4-46EF-B6B6-138EBE34693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7104" y="697967"/>
                </a:moveTo>
                <a:lnTo>
                  <a:pt x="2105863" y="7450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2" name="9wup_2_tuned_PredictedLigand_20">
            <a:extLst>
              <a:ext uri="{FF2B5EF4-FFF2-40B4-BE49-F238E27FC236}">
                <a16:creationId xmlns:a16="http://schemas.microsoft.com/office/drawing/2014/main" id="{4C151DC4-A3CB-47E1-B434-4AFA5014445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8210" y="699220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3" name="9wup_2_tuned_PredictedLigand_21">
            <a:extLst>
              <a:ext uri="{FF2B5EF4-FFF2-40B4-BE49-F238E27FC236}">
                <a16:creationId xmlns:a16="http://schemas.microsoft.com/office/drawing/2014/main" id="{0228A6B3-B6DA-490E-B8C2-188A51023D6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4" name="9wup_2_tuned_PredictedLigand_22">
            <a:extLst>
              <a:ext uri="{FF2B5EF4-FFF2-40B4-BE49-F238E27FC236}">
                <a16:creationId xmlns:a16="http://schemas.microsoft.com/office/drawing/2014/main" id="{ECA0E9C2-FD3A-46A6-9A9D-D95D370BF22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4447" y="589353"/>
                </a:moveTo>
                <a:lnTo>
                  <a:pt x="2217104" y="6979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5" name="9wup_2_tuned_PredictedLigand_23">
            <a:extLst>
              <a:ext uri="{FF2B5EF4-FFF2-40B4-BE49-F238E27FC236}">
                <a16:creationId xmlns:a16="http://schemas.microsoft.com/office/drawing/2014/main" id="{EA351376-7648-4666-B542-710AAEABABF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776" y="858970"/>
                </a:moveTo>
                <a:lnTo>
                  <a:pt x="1845344" y="8349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6" name="9wup_2_tuned_PredictedLigand_24">
            <a:extLst>
              <a:ext uri="{FF2B5EF4-FFF2-40B4-BE49-F238E27FC236}">
                <a16:creationId xmlns:a16="http://schemas.microsoft.com/office/drawing/2014/main" id="{11B58FBF-C5A8-4F21-BBB9-6C91E5D4DBF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282" y="677282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7" name="9wup_2_tuned_PredictedLigand_25">
            <a:extLst>
              <a:ext uri="{FF2B5EF4-FFF2-40B4-BE49-F238E27FC236}">
                <a16:creationId xmlns:a16="http://schemas.microsoft.com/office/drawing/2014/main" id="{7C8458D2-C0E7-40C1-A959-44C9A282900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8" name="9wup_2_tuned_PredictedLigand_26">
            <a:extLst>
              <a:ext uri="{FF2B5EF4-FFF2-40B4-BE49-F238E27FC236}">
                <a16:creationId xmlns:a16="http://schemas.microsoft.com/office/drawing/2014/main" id="{49AE3927-80A7-4FA1-9F9B-B574E7D0001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1670" y="560501"/>
                </a:moveTo>
                <a:lnTo>
                  <a:pt x="801997" y="4701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9" name="9wup_2_tuned_PredictedLigand_27">
            <a:extLst>
              <a:ext uri="{FF2B5EF4-FFF2-40B4-BE49-F238E27FC236}">
                <a16:creationId xmlns:a16="http://schemas.microsoft.com/office/drawing/2014/main" id="{C7F079E0-DC97-4956-BADA-17A59FCE6D5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1997" y="470165"/>
                </a:moveTo>
                <a:lnTo>
                  <a:pt x="784435" y="3525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0" name="9wup_2_tuned_PredictedLigand_28">
            <a:extLst>
              <a:ext uri="{FF2B5EF4-FFF2-40B4-BE49-F238E27FC236}">
                <a16:creationId xmlns:a16="http://schemas.microsoft.com/office/drawing/2014/main" id="{780E67DA-5FB6-4A6C-A165-39AB1AE673D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866890" y="271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1" name="9wup_2_tuned_PredictedLigand_29">
            <a:extLst>
              <a:ext uri="{FF2B5EF4-FFF2-40B4-BE49-F238E27FC236}">
                <a16:creationId xmlns:a16="http://schemas.microsoft.com/office/drawing/2014/main" id="{53DC2019-A456-4ED7-876E-3E669C6E915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6896" y="891615"/>
                </a:moveTo>
                <a:lnTo>
                  <a:pt x="665227" y="7654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2" name="9wup_2_tuned_PredictedLigand_30">
            <a:extLst>
              <a:ext uri="{FF2B5EF4-FFF2-40B4-BE49-F238E27FC236}">
                <a16:creationId xmlns:a16="http://schemas.microsoft.com/office/drawing/2014/main" id="{848AD286-BEAE-4E80-B55B-79A1D69D254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3" name="9wup_2_tuned_PredictedLigand_31">
            <a:extLst>
              <a:ext uri="{FF2B5EF4-FFF2-40B4-BE49-F238E27FC236}">
                <a16:creationId xmlns:a16="http://schemas.microsoft.com/office/drawing/2014/main" id="{12107B63-CA76-45CD-BC55-EE998E00568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63" y="745071"/>
                </a:moveTo>
                <a:lnTo>
                  <a:pt x="2022214" y="6859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4" name="9wup_2_tuned_PredictedLigand_32">
            <a:extLst>
              <a:ext uri="{FF2B5EF4-FFF2-40B4-BE49-F238E27FC236}">
                <a16:creationId xmlns:a16="http://schemas.microsoft.com/office/drawing/2014/main" id="{ED00C928-436E-44BF-A418-F02C71B6E01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666876" y="31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5" name="9wup_2_tuned_PredictedLigand_33">
            <a:extLst>
              <a:ext uri="{FF2B5EF4-FFF2-40B4-BE49-F238E27FC236}">
                <a16:creationId xmlns:a16="http://schemas.microsoft.com/office/drawing/2014/main" id="{6A4D0BAC-EC71-4DF5-952E-D8C83351D14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6" name="9wup_2_tuned_PredictedLigand_34">
            <a:extLst>
              <a:ext uri="{FF2B5EF4-FFF2-40B4-BE49-F238E27FC236}">
                <a16:creationId xmlns:a16="http://schemas.microsoft.com/office/drawing/2014/main" id="{8F089B78-ABBC-4751-BCC3-7D773387659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86896" y="8916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7" name="9wup_2_tuned_PredictedLigand_35">
            <a:extLst>
              <a:ext uri="{FF2B5EF4-FFF2-40B4-BE49-F238E27FC236}">
                <a16:creationId xmlns:a16="http://schemas.microsoft.com/office/drawing/2014/main" id="{EE45B482-691A-4E5D-BBB8-3F36674DC4C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520834" y="6139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8" name="9wup_2_tuned_PredictedLigand_36">
            <a:extLst>
              <a:ext uri="{FF2B5EF4-FFF2-40B4-BE49-F238E27FC236}">
                <a16:creationId xmlns:a16="http://schemas.microsoft.com/office/drawing/2014/main" id="{6258137E-3E5F-423A-8EEC-CB568374B50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604588" y="524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9" name="9wup_2_tuned_PredictedLigand_37">
            <a:extLst>
              <a:ext uri="{FF2B5EF4-FFF2-40B4-BE49-F238E27FC236}">
                <a16:creationId xmlns:a16="http://schemas.microsoft.com/office/drawing/2014/main" id="{98925981-7B63-49A6-B75E-A15076E8C80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876" y="319235"/>
                </a:moveTo>
                <a:lnTo>
                  <a:pt x="573603" y="3986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0" name="9wup_2_tuned_PredictedLigand_38">
            <a:extLst>
              <a:ext uri="{FF2B5EF4-FFF2-40B4-BE49-F238E27FC236}">
                <a16:creationId xmlns:a16="http://schemas.microsoft.com/office/drawing/2014/main" id="{659C5CD7-A6A2-42C2-B5CF-B97E52E94C3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20834" y="613936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1" name="9wup_2_tuned_PredictedLigand_39">
            <a:extLst>
              <a:ext uri="{FF2B5EF4-FFF2-40B4-BE49-F238E27FC236}">
                <a16:creationId xmlns:a16="http://schemas.microsoft.com/office/drawing/2014/main" id="{EA13C550-68FE-40D0-A697-A3A5428810A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472331" y="3589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2" name="9wup_2_tuned_PredictedLigand_40">
            <a:extLst>
              <a:ext uri="{FF2B5EF4-FFF2-40B4-BE49-F238E27FC236}">
                <a16:creationId xmlns:a16="http://schemas.microsoft.com/office/drawing/2014/main" id="{62B5CE62-25E9-4D6D-93FE-F3756C8E373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144" y="729450"/>
                </a:moveTo>
                <a:lnTo>
                  <a:pt x="458635" y="8175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3" name="9wup_2_tuned_PredictedLigand_41">
            <a:extLst>
              <a:ext uri="{FF2B5EF4-FFF2-40B4-BE49-F238E27FC236}">
                <a16:creationId xmlns:a16="http://schemas.microsoft.com/office/drawing/2014/main" id="{9A1D7339-2373-47FB-B092-CC3D4A15C99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597523" y="9804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4" name="9wup_2_tuned_PredictedLigand_42">
            <a:extLst>
              <a:ext uri="{FF2B5EF4-FFF2-40B4-BE49-F238E27FC236}">
                <a16:creationId xmlns:a16="http://schemas.microsoft.com/office/drawing/2014/main" id="{EED54BAB-CCF0-4A52-9598-57C52F2D855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31211" y="11083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5" name="9wup_2_tuned_PredictedLigand_43">
            <a:extLst>
              <a:ext uri="{FF2B5EF4-FFF2-40B4-BE49-F238E27FC236}">
                <a16:creationId xmlns:a16="http://schemas.microsoft.com/office/drawing/2014/main" id="{F4C1228C-FA46-4DA3-983D-F4A3AB25DBF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8635" y="817559"/>
                </a:moveTo>
                <a:lnTo>
                  <a:pt x="481052" y="9386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6" name="9wup_2_tuned_PredictedLigand_44">
            <a:extLst>
              <a:ext uri="{FF2B5EF4-FFF2-40B4-BE49-F238E27FC236}">
                <a16:creationId xmlns:a16="http://schemas.microsoft.com/office/drawing/2014/main" id="{1B8455B7-3B59-48D9-94A3-128F33EC06A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244447" y="5893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7" name="9wup_2_tuned_PredictedLigand_45">
            <a:extLst>
              <a:ext uri="{FF2B5EF4-FFF2-40B4-BE49-F238E27FC236}">
                <a16:creationId xmlns:a16="http://schemas.microsoft.com/office/drawing/2014/main" id="{69253AF2-998F-4EA5-9057-0CE8CC8690A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382290" y="1027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8" name="9wup_2_tuned_PredictedLigand_46">
            <a:extLst>
              <a:ext uri="{FF2B5EF4-FFF2-40B4-BE49-F238E27FC236}">
                <a16:creationId xmlns:a16="http://schemas.microsoft.com/office/drawing/2014/main" id="{F3B787E6-0D3D-44B9-B4AE-8466E2BD9CC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9" name="9wup_2_tuned_PredictedLigand_47">
            <a:extLst>
              <a:ext uri="{FF2B5EF4-FFF2-40B4-BE49-F238E27FC236}">
                <a16:creationId xmlns:a16="http://schemas.microsoft.com/office/drawing/2014/main" id="{13134E89-2B1B-4A0E-B9B0-2CAAEDDB738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0" name="9wup_2_tuned_PredictedLigand_48">
            <a:extLst>
              <a:ext uri="{FF2B5EF4-FFF2-40B4-BE49-F238E27FC236}">
                <a16:creationId xmlns:a16="http://schemas.microsoft.com/office/drawing/2014/main" id="{B0D82F58-AD9F-4F52-9FBD-48D3D896138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576996" y="9932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1" name="9wup_2_tuned_PredictedLigand_49">
            <a:extLst>
              <a:ext uri="{FF2B5EF4-FFF2-40B4-BE49-F238E27FC236}">
                <a16:creationId xmlns:a16="http://schemas.microsoft.com/office/drawing/2014/main" id="{DBC13740-7BF8-4F37-A70D-1FC59703478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2" name="9wup_2_tuned_PredictedLigand_50">
            <a:extLst>
              <a:ext uri="{FF2B5EF4-FFF2-40B4-BE49-F238E27FC236}">
                <a16:creationId xmlns:a16="http://schemas.microsoft.com/office/drawing/2014/main" id="{089A9421-CB8E-4B7F-861F-1A1A17602E8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211" y="571457"/>
                </a:moveTo>
                <a:lnTo>
                  <a:pt x="2161517" y="5231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3" name="9wup_2_tuned_PredictedLigand_51">
            <a:extLst>
              <a:ext uri="{FF2B5EF4-FFF2-40B4-BE49-F238E27FC236}">
                <a16:creationId xmlns:a16="http://schemas.microsoft.com/office/drawing/2014/main" id="{3D5F5C62-50CC-4839-A563-FE3B289995B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640476" y="8926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4" name="9wup_2_tuned_PredictedLigand_52">
            <a:extLst>
              <a:ext uri="{FF2B5EF4-FFF2-40B4-BE49-F238E27FC236}">
                <a16:creationId xmlns:a16="http://schemas.microsoft.com/office/drawing/2014/main" id="{DFE3AAC1-FB98-419C-9BC4-A53EEE01F5C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732639" y="8564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5" name="9wup_2_tuned_PredictedLigand_53">
            <a:extLst>
              <a:ext uri="{FF2B5EF4-FFF2-40B4-BE49-F238E27FC236}">
                <a16:creationId xmlns:a16="http://schemas.microsoft.com/office/drawing/2014/main" id="{6927359A-C50A-47B5-A9F2-56E5FBF2F11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192391" y="4168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6" name="9wup_2_tuned_PredictedLigand_54">
            <a:extLst>
              <a:ext uri="{FF2B5EF4-FFF2-40B4-BE49-F238E27FC236}">
                <a16:creationId xmlns:a16="http://schemas.microsoft.com/office/drawing/2014/main" id="{D861A295-08A0-4DED-8B53-A30F5966387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531" y="717531"/>
                </a:moveTo>
                <a:lnTo>
                  <a:pt x="1858668" y="6223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7" name="9wup_2_tuned_PredictedLigand_55">
            <a:extLst>
              <a:ext uri="{FF2B5EF4-FFF2-40B4-BE49-F238E27FC236}">
                <a16:creationId xmlns:a16="http://schemas.microsoft.com/office/drawing/2014/main" id="{CF0B489D-9C31-4EB2-ADC8-BE69A1E3E46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9914" y="533417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8" name="9wup_2_tuned_PredictedLigand_56">
            <a:extLst>
              <a:ext uri="{FF2B5EF4-FFF2-40B4-BE49-F238E27FC236}">
                <a16:creationId xmlns:a16="http://schemas.microsoft.com/office/drawing/2014/main" id="{753D2061-ABBD-45C1-A0E7-9E7B9C47540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668" y="622346"/>
                </a:moveTo>
                <a:lnTo>
                  <a:pt x="1939914" y="5334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9" name="9wup_2_tuned_PredictedLigand_57">
            <a:extLst>
              <a:ext uri="{FF2B5EF4-FFF2-40B4-BE49-F238E27FC236}">
                <a16:creationId xmlns:a16="http://schemas.microsoft.com/office/drawing/2014/main" id="{F26CC253-AC21-403E-AEE4-396638D6141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740614" y="9428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10" name="9wup_2_tuned_PredictedAtoms_0">
            <a:extLst>
              <a:ext uri="{FF2B5EF4-FFF2-40B4-BE49-F238E27FC236}">
                <a16:creationId xmlns:a16="http://schemas.microsoft.com/office/drawing/2014/main" id="{4DEEA1E6-B613-407F-B283-0131414C0E2E}"/>
              </a:ext>
            </a:extLst>
          </p:cNvPr>
          <p:cNvSpPr>
            <a:spLocks noGrp="1"/>
          </p:cNvSpPr>
          <p:nvPr/>
        </p:nvSpPr>
        <p:spPr>
          <a:xfrm>
            <a:off x="4234447" y="66080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11" name="9wup_2_tuned_PredictedAtoms_1">
            <a:extLst>
              <a:ext uri="{FF2B5EF4-FFF2-40B4-BE49-F238E27FC236}">
                <a16:creationId xmlns:a16="http://schemas.microsoft.com/office/drawing/2014/main" id="{AEF29E58-BC82-4B6F-9066-4AB55A669DA6}"/>
              </a:ext>
            </a:extLst>
          </p:cNvPr>
          <p:cNvSpPr>
            <a:spLocks noGrp="1"/>
          </p:cNvSpPr>
          <p:nvPr/>
        </p:nvSpPr>
        <p:spPr>
          <a:xfrm>
            <a:off x="4299699" y="67036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12" name="9wup_2_tuned_PredictedAtoms_2">
            <a:extLst>
              <a:ext uri="{FF2B5EF4-FFF2-40B4-BE49-F238E27FC236}">
                <a16:creationId xmlns:a16="http://schemas.microsoft.com/office/drawing/2014/main" id="{3FEA0593-AA27-496F-BDE6-73CA0FD84063}"/>
              </a:ext>
            </a:extLst>
          </p:cNvPr>
          <p:cNvSpPr>
            <a:spLocks noGrp="1"/>
          </p:cNvSpPr>
          <p:nvPr/>
        </p:nvSpPr>
        <p:spPr>
          <a:xfrm>
            <a:off x="4395684" y="66818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13" name="9wup_2_tuned_PredictedAtoms_3">
            <a:extLst>
              <a:ext uri="{FF2B5EF4-FFF2-40B4-BE49-F238E27FC236}">
                <a16:creationId xmlns:a16="http://schemas.microsoft.com/office/drawing/2014/main" id="{904BB89A-6C5D-4F8C-85E4-A73A80DC84A2}"/>
              </a:ext>
            </a:extLst>
          </p:cNvPr>
          <p:cNvSpPr>
            <a:spLocks noGrp="1"/>
          </p:cNvSpPr>
          <p:nvPr/>
        </p:nvSpPr>
        <p:spPr>
          <a:xfrm>
            <a:off x="4414894" y="67762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14" name="9wup_2_tuned_PredictedAtoms_4">
            <a:extLst>
              <a:ext uri="{FF2B5EF4-FFF2-40B4-BE49-F238E27FC236}">
                <a16:creationId xmlns:a16="http://schemas.microsoft.com/office/drawing/2014/main" id="{CEE5C5EC-BC56-4A3A-8A6E-D96E66E238B8}"/>
              </a:ext>
            </a:extLst>
          </p:cNvPr>
          <p:cNvSpPr>
            <a:spLocks noGrp="1"/>
          </p:cNvSpPr>
          <p:nvPr/>
        </p:nvSpPr>
        <p:spPr>
          <a:xfrm>
            <a:off x="4529416" y="67675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15" name="9wup_2_tuned_PredictedAtoms_5">
            <a:extLst>
              <a:ext uri="{FF2B5EF4-FFF2-40B4-BE49-F238E27FC236}">
                <a16:creationId xmlns:a16="http://schemas.microsoft.com/office/drawing/2014/main" id="{EF41D81D-55C4-447A-A85A-8EDDC9166F97}"/>
              </a:ext>
            </a:extLst>
          </p:cNvPr>
          <p:cNvSpPr>
            <a:spLocks noGrp="1"/>
          </p:cNvSpPr>
          <p:nvPr/>
        </p:nvSpPr>
        <p:spPr>
          <a:xfrm>
            <a:off x="4549221" y="66443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16" name="9wup_2_tuned_PredictedAtoms_6">
            <a:extLst>
              <a:ext uri="{FF2B5EF4-FFF2-40B4-BE49-F238E27FC236}">
                <a16:creationId xmlns:a16="http://schemas.microsoft.com/office/drawing/2014/main" id="{250DD339-9C3B-48F1-815E-A3BD8597D0F8}"/>
              </a:ext>
            </a:extLst>
          </p:cNvPr>
          <p:cNvSpPr>
            <a:spLocks noGrp="1"/>
          </p:cNvSpPr>
          <p:nvPr/>
        </p:nvSpPr>
        <p:spPr>
          <a:xfrm>
            <a:off x="4527245" y="68423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17" name="9wup_2_tuned_PredictedAtoms_7">
            <a:extLst>
              <a:ext uri="{FF2B5EF4-FFF2-40B4-BE49-F238E27FC236}">
                <a16:creationId xmlns:a16="http://schemas.microsoft.com/office/drawing/2014/main" id="{E409DA72-2117-47E9-94AA-7B2290F93AD6}"/>
              </a:ext>
            </a:extLst>
          </p:cNvPr>
          <p:cNvSpPr>
            <a:spLocks noGrp="1"/>
          </p:cNvSpPr>
          <p:nvPr/>
        </p:nvSpPr>
        <p:spPr>
          <a:xfrm>
            <a:off x="4636419" y="68190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18" name="9wup_2_tuned_PredictedAtoms_8">
            <a:extLst>
              <a:ext uri="{FF2B5EF4-FFF2-40B4-BE49-F238E27FC236}">
                <a16:creationId xmlns:a16="http://schemas.microsoft.com/office/drawing/2014/main" id="{C82CC934-209C-4DE5-B565-944A7EE3E225}"/>
              </a:ext>
            </a:extLst>
          </p:cNvPr>
          <p:cNvSpPr>
            <a:spLocks noGrp="1"/>
          </p:cNvSpPr>
          <p:nvPr/>
        </p:nvSpPr>
        <p:spPr>
          <a:xfrm>
            <a:off x="4731402" y="69217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19" name="9wup_2_tuned_PredictedAtoms_9">
            <a:extLst>
              <a:ext uri="{FF2B5EF4-FFF2-40B4-BE49-F238E27FC236}">
                <a16:creationId xmlns:a16="http://schemas.microsoft.com/office/drawing/2014/main" id="{EB4042F3-321D-413E-BC04-347C198A9254}"/>
              </a:ext>
            </a:extLst>
          </p:cNvPr>
          <p:cNvSpPr>
            <a:spLocks noGrp="1"/>
          </p:cNvSpPr>
          <p:nvPr/>
        </p:nvSpPr>
        <p:spPr>
          <a:xfrm>
            <a:off x="4804994" y="68830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20" name="9wup_2_tuned_PredictedAtoms_10">
            <a:extLst>
              <a:ext uri="{FF2B5EF4-FFF2-40B4-BE49-F238E27FC236}">
                <a16:creationId xmlns:a16="http://schemas.microsoft.com/office/drawing/2014/main" id="{6C6E7C1C-14DC-46C3-BD10-9BF0D24D2D6E}"/>
              </a:ext>
            </a:extLst>
          </p:cNvPr>
          <p:cNvSpPr>
            <a:spLocks noGrp="1"/>
          </p:cNvSpPr>
          <p:nvPr/>
        </p:nvSpPr>
        <p:spPr>
          <a:xfrm>
            <a:off x="4665539" y="70354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21" name="9wup_2_tuned_PredictedAtoms_11">
            <a:extLst>
              <a:ext uri="{FF2B5EF4-FFF2-40B4-BE49-F238E27FC236}">
                <a16:creationId xmlns:a16="http://schemas.microsoft.com/office/drawing/2014/main" id="{9E0BFB05-D2E9-4416-8F3D-B4D853F86792}"/>
              </a:ext>
            </a:extLst>
          </p:cNvPr>
          <p:cNvSpPr>
            <a:spLocks noGrp="1"/>
          </p:cNvSpPr>
          <p:nvPr/>
        </p:nvSpPr>
        <p:spPr>
          <a:xfrm>
            <a:off x="4807833" y="69373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22" name="9wup_2_tuned_PredictedAtoms_12">
            <a:extLst>
              <a:ext uri="{FF2B5EF4-FFF2-40B4-BE49-F238E27FC236}">
                <a16:creationId xmlns:a16="http://schemas.microsoft.com/office/drawing/2014/main" id="{986CF4A8-E545-45B2-B711-4F1198B91DE3}"/>
              </a:ext>
            </a:extLst>
          </p:cNvPr>
          <p:cNvSpPr>
            <a:spLocks noGrp="1"/>
          </p:cNvSpPr>
          <p:nvPr/>
        </p:nvSpPr>
        <p:spPr>
          <a:xfrm>
            <a:off x="4799977" y="70532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23" name="9wup_2_tuned_PredictedAtoms_13">
            <a:extLst>
              <a:ext uri="{FF2B5EF4-FFF2-40B4-BE49-F238E27FC236}">
                <a16:creationId xmlns:a16="http://schemas.microsoft.com/office/drawing/2014/main" id="{388349C1-638A-48C0-87A9-1AC414DA0DE3}"/>
              </a:ext>
            </a:extLst>
          </p:cNvPr>
          <p:cNvSpPr>
            <a:spLocks noGrp="1"/>
          </p:cNvSpPr>
          <p:nvPr/>
        </p:nvSpPr>
        <p:spPr>
          <a:xfrm>
            <a:off x="4886047" y="70613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24" name="9wup_2_tuned_PredictedAtoms_14">
            <a:extLst>
              <a:ext uri="{FF2B5EF4-FFF2-40B4-BE49-F238E27FC236}">
                <a16:creationId xmlns:a16="http://schemas.microsoft.com/office/drawing/2014/main" id="{FF2B77CA-EE84-47F7-A985-8AAF069DC6A9}"/>
              </a:ext>
            </a:extLst>
          </p:cNvPr>
          <p:cNvSpPr>
            <a:spLocks noGrp="1"/>
          </p:cNvSpPr>
          <p:nvPr/>
        </p:nvSpPr>
        <p:spPr>
          <a:xfrm>
            <a:off x="4999984" y="70054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25" name="9wup_2_tuned_PredictedAtoms_15">
            <a:extLst>
              <a:ext uri="{FF2B5EF4-FFF2-40B4-BE49-F238E27FC236}">
                <a16:creationId xmlns:a16="http://schemas.microsoft.com/office/drawing/2014/main" id="{46C4C88E-6A9D-4A9A-AC28-44336E40CE3E}"/>
              </a:ext>
            </a:extLst>
          </p:cNvPr>
          <p:cNvSpPr>
            <a:spLocks noGrp="1"/>
          </p:cNvSpPr>
          <p:nvPr/>
        </p:nvSpPr>
        <p:spPr>
          <a:xfrm>
            <a:off x="5029551" y="69814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26" name="9wup_2_tuned_PredictedAtoms_16">
            <a:extLst>
              <a:ext uri="{FF2B5EF4-FFF2-40B4-BE49-F238E27FC236}">
                <a16:creationId xmlns:a16="http://schemas.microsoft.com/office/drawing/2014/main" id="{B9F74069-C796-4FF9-8A35-90F7B7FEE8C2}"/>
              </a:ext>
            </a:extLst>
          </p:cNvPr>
          <p:cNvSpPr>
            <a:spLocks noGrp="1"/>
          </p:cNvSpPr>
          <p:nvPr/>
        </p:nvSpPr>
        <p:spPr>
          <a:xfrm>
            <a:off x="5091739" y="68640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27" name="9wup_2_tuned_PredictedAtoms_17">
            <a:extLst>
              <a:ext uri="{FF2B5EF4-FFF2-40B4-BE49-F238E27FC236}">
                <a16:creationId xmlns:a16="http://schemas.microsoft.com/office/drawing/2014/main" id="{C2DA10AE-ADD0-4D17-AC0B-DEEDCF6BCAC2}"/>
              </a:ext>
            </a:extLst>
          </p:cNvPr>
          <p:cNvSpPr>
            <a:spLocks noGrp="1"/>
          </p:cNvSpPr>
          <p:nvPr/>
        </p:nvSpPr>
        <p:spPr>
          <a:xfrm>
            <a:off x="5042875" y="67688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28" name="9wup_2_tuned_PredictedAtoms_18">
            <a:extLst>
              <a:ext uri="{FF2B5EF4-FFF2-40B4-BE49-F238E27FC236}">
                <a16:creationId xmlns:a16="http://schemas.microsoft.com/office/drawing/2014/main" id="{6A2972DB-2C2F-487A-8654-B59A46A0AF63}"/>
              </a:ext>
            </a:extLst>
          </p:cNvPr>
          <p:cNvSpPr>
            <a:spLocks noGrp="1"/>
          </p:cNvSpPr>
          <p:nvPr/>
        </p:nvSpPr>
        <p:spPr>
          <a:xfrm>
            <a:off x="5124121" y="66798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29" name="9wup_2_tuned_PredictedAtoms_19">
            <a:extLst>
              <a:ext uri="{FF2B5EF4-FFF2-40B4-BE49-F238E27FC236}">
                <a16:creationId xmlns:a16="http://schemas.microsoft.com/office/drawing/2014/main" id="{F7FDFA21-4AD5-4F88-92C5-89FE0D46C97D}"/>
              </a:ext>
            </a:extLst>
          </p:cNvPr>
          <p:cNvSpPr>
            <a:spLocks noGrp="1"/>
          </p:cNvSpPr>
          <p:nvPr/>
        </p:nvSpPr>
        <p:spPr>
          <a:xfrm>
            <a:off x="5229418" y="67179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30" name="9wup_2_tuned_PredictedAtoms_20">
            <a:extLst>
              <a:ext uri="{FF2B5EF4-FFF2-40B4-BE49-F238E27FC236}">
                <a16:creationId xmlns:a16="http://schemas.microsoft.com/office/drawing/2014/main" id="{FAC16A4D-67F2-43CF-861E-64DD4A543B80}"/>
              </a:ext>
            </a:extLst>
          </p:cNvPr>
          <p:cNvSpPr>
            <a:spLocks noGrp="1"/>
          </p:cNvSpPr>
          <p:nvPr/>
        </p:nvSpPr>
        <p:spPr>
          <a:xfrm>
            <a:off x="5345725" y="66696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31" name="9wup_2_tuned_PredictedAtoms_21">
            <a:extLst>
              <a:ext uri="{FF2B5EF4-FFF2-40B4-BE49-F238E27FC236}">
                <a16:creationId xmlns:a16="http://schemas.microsoft.com/office/drawing/2014/main" id="{A395580C-DE80-491E-B21E-41E1D2C340A2}"/>
              </a:ext>
            </a:extLst>
          </p:cNvPr>
          <p:cNvSpPr>
            <a:spLocks noGrp="1"/>
          </p:cNvSpPr>
          <p:nvPr/>
        </p:nvSpPr>
        <p:spPr>
          <a:xfrm>
            <a:off x="5376598" y="65633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32" name="9wup_2_tuned_PredictedAtoms_22">
            <a:extLst>
              <a:ext uri="{FF2B5EF4-FFF2-40B4-BE49-F238E27FC236}">
                <a16:creationId xmlns:a16="http://schemas.microsoft.com/office/drawing/2014/main" id="{BE7824C5-4CA1-4165-80D8-D3D8D09B129F}"/>
              </a:ext>
            </a:extLst>
          </p:cNvPr>
          <p:cNvSpPr>
            <a:spLocks noGrp="1"/>
          </p:cNvSpPr>
          <p:nvPr/>
        </p:nvSpPr>
        <p:spPr>
          <a:xfrm>
            <a:off x="5428655" y="67358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33" name="9wup_2_tuned_PredictedAtoms_23">
            <a:extLst>
              <a:ext uri="{FF2B5EF4-FFF2-40B4-BE49-F238E27FC236}">
                <a16:creationId xmlns:a16="http://schemas.microsoft.com/office/drawing/2014/main" id="{138061D8-1379-4C8B-BD90-F937C19A1031}"/>
              </a:ext>
            </a:extLst>
          </p:cNvPr>
          <p:cNvSpPr>
            <a:spLocks noGrp="1"/>
          </p:cNvSpPr>
          <p:nvPr/>
        </p:nvSpPr>
        <p:spPr>
          <a:xfrm>
            <a:off x="5401312" y="68444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34" name="9wup_2_tuned_PredictedAtoms_24">
            <a:extLst>
              <a:ext uri="{FF2B5EF4-FFF2-40B4-BE49-F238E27FC236}">
                <a16:creationId xmlns:a16="http://schemas.microsoft.com/office/drawing/2014/main" id="{9FE2B7A0-CFBF-42C1-86D2-8878AEFA026D}"/>
              </a:ext>
            </a:extLst>
          </p:cNvPr>
          <p:cNvSpPr>
            <a:spLocks noGrp="1"/>
          </p:cNvSpPr>
          <p:nvPr/>
        </p:nvSpPr>
        <p:spPr>
          <a:xfrm>
            <a:off x="5290070" y="68915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35" name="9wup_2_tuned_PredictedAtoms_25">
            <a:extLst>
              <a:ext uri="{FF2B5EF4-FFF2-40B4-BE49-F238E27FC236}">
                <a16:creationId xmlns:a16="http://schemas.microsoft.com/office/drawing/2014/main" id="{477514F9-E7E5-4638-9D19-88BAE24AD4C7}"/>
              </a:ext>
            </a:extLst>
          </p:cNvPr>
          <p:cNvSpPr>
            <a:spLocks noGrp="1"/>
          </p:cNvSpPr>
          <p:nvPr/>
        </p:nvSpPr>
        <p:spPr>
          <a:xfrm>
            <a:off x="5206421" y="68324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36" name="9wup_2_tuned_PredictedAtoms_26">
            <a:extLst>
              <a:ext uri="{FF2B5EF4-FFF2-40B4-BE49-F238E27FC236}">
                <a16:creationId xmlns:a16="http://schemas.microsoft.com/office/drawing/2014/main" id="{22E10AEE-FD28-4C37-BABA-D54CFE22B960}"/>
              </a:ext>
            </a:extLst>
          </p:cNvPr>
          <p:cNvSpPr>
            <a:spLocks noGrp="1"/>
          </p:cNvSpPr>
          <p:nvPr/>
        </p:nvSpPr>
        <p:spPr>
          <a:xfrm>
            <a:off x="4916846" y="70029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37" name="9wup_2_tuned_PredictedAtoms_27">
            <a:extLst>
              <a:ext uri="{FF2B5EF4-FFF2-40B4-BE49-F238E27FC236}">
                <a16:creationId xmlns:a16="http://schemas.microsoft.com/office/drawing/2014/main" id="{116CDF3E-B094-4788-914C-FE5B73F99EE8}"/>
              </a:ext>
            </a:extLst>
          </p:cNvPr>
          <p:cNvSpPr>
            <a:spLocks noGrp="1"/>
          </p:cNvSpPr>
          <p:nvPr/>
        </p:nvSpPr>
        <p:spPr>
          <a:xfrm>
            <a:off x="4924821" y="70893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38" name="9wup_2_tuned_PredictedAtoms_28">
            <a:extLst>
              <a:ext uri="{FF2B5EF4-FFF2-40B4-BE49-F238E27FC236}">
                <a16:creationId xmlns:a16="http://schemas.microsoft.com/office/drawing/2014/main" id="{753936C1-A2B8-4712-B834-21F33490DAE4}"/>
              </a:ext>
            </a:extLst>
          </p:cNvPr>
          <p:cNvSpPr>
            <a:spLocks noGrp="1"/>
          </p:cNvSpPr>
          <p:nvPr/>
        </p:nvSpPr>
        <p:spPr>
          <a:xfrm>
            <a:off x="4824684" y="70391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39" name="9wup_2_tuned_PredictedAtoms_29">
            <a:extLst>
              <a:ext uri="{FF2B5EF4-FFF2-40B4-BE49-F238E27FC236}">
                <a16:creationId xmlns:a16="http://schemas.microsoft.com/office/drawing/2014/main" id="{DD4D1174-CBC4-41DA-B8CB-EEFA79D47BF4}"/>
              </a:ext>
            </a:extLst>
          </p:cNvPr>
          <p:cNvSpPr>
            <a:spLocks noGrp="1"/>
          </p:cNvSpPr>
          <p:nvPr/>
        </p:nvSpPr>
        <p:spPr>
          <a:xfrm>
            <a:off x="4761204" y="71397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40" name="9wup_2_tuned_PredictedAtoms_30">
            <a:extLst>
              <a:ext uri="{FF2B5EF4-FFF2-40B4-BE49-F238E27FC236}">
                <a16:creationId xmlns:a16="http://schemas.microsoft.com/office/drawing/2014/main" id="{A64CEC13-D227-4074-AA51-F00B5A35F22E}"/>
              </a:ext>
            </a:extLst>
          </p:cNvPr>
          <p:cNvSpPr>
            <a:spLocks noGrp="1"/>
          </p:cNvSpPr>
          <p:nvPr/>
        </p:nvSpPr>
        <p:spPr>
          <a:xfrm>
            <a:off x="4237764" y="68158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41" name="9wup_2_tuned_PredictedAtoms_31">
            <a:extLst>
              <a:ext uri="{FF2B5EF4-FFF2-40B4-BE49-F238E27FC236}">
                <a16:creationId xmlns:a16="http://schemas.microsoft.com/office/drawing/2014/main" id="{62FD9236-36BF-4D84-A000-EC892F1F0983}"/>
              </a:ext>
            </a:extLst>
          </p:cNvPr>
          <p:cNvSpPr>
            <a:spLocks noGrp="1"/>
          </p:cNvSpPr>
          <p:nvPr/>
        </p:nvSpPr>
        <p:spPr>
          <a:xfrm>
            <a:off x="4292793" y="69160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42" name="9wup_2_tuned_PredictedAtoms_32">
            <a:extLst>
              <a:ext uri="{FF2B5EF4-FFF2-40B4-BE49-F238E27FC236}">
                <a16:creationId xmlns:a16="http://schemas.microsoft.com/office/drawing/2014/main" id="{A31B103C-D266-4AF9-9101-DAB7F1367695}"/>
              </a:ext>
            </a:extLst>
          </p:cNvPr>
          <p:cNvSpPr>
            <a:spLocks noGrp="1"/>
          </p:cNvSpPr>
          <p:nvPr/>
        </p:nvSpPr>
        <p:spPr>
          <a:xfrm>
            <a:off x="4100972" y="6818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43" name="9wup_2_tuned_PredictedAtoms_33">
            <a:extLst>
              <a:ext uri="{FF2B5EF4-FFF2-40B4-BE49-F238E27FC236}">
                <a16:creationId xmlns:a16="http://schemas.microsoft.com/office/drawing/2014/main" id="{D52CF4EC-EE09-400B-A00D-EA8974F491F5}"/>
              </a:ext>
            </a:extLst>
          </p:cNvPr>
          <p:cNvSpPr>
            <a:spLocks noGrp="1"/>
          </p:cNvSpPr>
          <p:nvPr/>
        </p:nvSpPr>
        <p:spPr>
          <a:xfrm>
            <a:off x="4041739" y="69005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44" name="9wup_2_tuned_PredictedAtoms_34">
            <a:extLst>
              <a:ext uri="{FF2B5EF4-FFF2-40B4-BE49-F238E27FC236}">
                <a16:creationId xmlns:a16="http://schemas.microsoft.com/office/drawing/2014/main" id="{01FBD64C-EA7B-47BB-8F57-25E46C5E07B4}"/>
              </a:ext>
            </a:extLst>
          </p:cNvPr>
          <p:cNvSpPr>
            <a:spLocks noGrp="1"/>
          </p:cNvSpPr>
          <p:nvPr/>
        </p:nvSpPr>
        <p:spPr>
          <a:xfrm>
            <a:off x="4062418" y="68457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45" name="9wup_2_tuned_PredictedAtoms_35">
            <a:extLst>
              <a:ext uri="{FF2B5EF4-FFF2-40B4-BE49-F238E27FC236}">
                <a16:creationId xmlns:a16="http://schemas.microsoft.com/office/drawing/2014/main" id="{BCDE3018-3C50-4D41-82BE-6C80CFC13743}"/>
              </a:ext>
            </a:extLst>
          </p:cNvPr>
          <p:cNvSpPr>
            <a:spLocks noGrp="1"/>
          </p:cNvSpPr>
          <p:nvPr/>
        </p:nvSpPr>
        <p:spPr>
          <a:xfrm>
            <a:off x="3934490" y="68237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46" name="9wup_2_tuned_PredictedAtoms_36">
            <a:extLst>
              <a:ext uri="{FF2B5EF4-FFF2-40B4-BE49-F238E27FC236}">
                <a16:creationId xmlns:a16="http://schemas.microsoft.com/office/drawing/2014/main" id="{4B6765EC-AD79-4AC3-812F-8D1497D83143}"/>
              </a:ext>
            </a:extLst>
          </p:cNvPr>
          <p:cNvSpPr>
            <a:spLocks noGrp="1"/>
          </p:cNvSpPr>
          <p:nvPr/>
        </p:nvSpPr>
        <p:spPr>
          <a:xfrm>
            <a:off x="3905877" y="67069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47" name="9wup_2_tuned_PredictedAtoms_37">
            <a:extLst>
              <a:ext uri="{FF2B5EF4-FFF2-40B4-BE49-F238E27FC236}">
                <a16:creationId xmlns:a16="http://schemas.microsoft.com/office/drawing/2014/main" id="{B75FC5BE-304F-429F-96A1-EF42463175D8}"/>
              </a:ext>
            </a:extLst>
          </p:cNvPr>
          <p:cNvSpPr>
            <a:spLocks noGrp="1"/>
          </p:cNvSpPr>
          <p:nvPr/>
        </p:nvSpPr>
        <p:spPr>
          <a:xfrm>
            <a:off x="3986204" y="66166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48" name="9wup_2_tuned_PredictedAtoms_38">
            <a:extLst>
              <a:ext uri="{FF2B5EF4-FFF2-40B4-BE49-F238E27FC236}">
                <a16:creationId xmlns:a16="http://schemas.microsoft.com/office/drawing/2014/main" id="{0352F2D6-8F3B-4988-9BE7-81C1CB945BE5}"/>
              </a:ext>
            </a:extLst>
          </p:cNvPr>
          <p:cNvSpPr>
            <a:spLocks noGrp="1"/>
          </p:cNvSpPr>
          <p:nvPr/>
        </p:nvSpPr>
        <p:spPr>
          <a:xfrm>
            <a:off x="3968643" y="64990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49" name="9wup_2_tuned_PredictedAtoms_39">
            <a:extLst>
              <a:ext uri="{FF2B5EF4-FFF2-40B4-BE49-F238E27FC236}">
                <a16:creationId xmlns:a16="http://schemas.microsoft.com/office/drawing/2014/main" id="{43ABE3CD-A575-478E-97D0-3FBD03F2EA53}"/>
              </a:ext>
            </a:extLst>
          </p:cNvPr>
          <p:cNvSpPr>
            <a:spLocks noGrp="1"/>
          </p:cNvSpPr>
          <p:nvPr/>
        </p:nvSpPr>
        <p:spPr>
          <a:xfrm>
            <a:off x="4051098" y="64175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50" name="9wup_2_tuned_PredictedAtoms_40">
            <a:extLst>
              <a:ext uri="{FF2B5EF4-FFF2-40B4-BE49-F238E27FC236}">
                <a16:creationId xmlns:a16="http://schemas.microsoft.com/office/drawing/2014/main" id="{18775F57-E6B9-4EE9-8437-C4D987F86FD9}"/>
              </a:ext>
            </a:extLst>
          </p:cNvPr>
          <p:cNvSpPr>
            <a:spLocks noGrp="1"/>
          </p:cNvSpPr>
          <p:nvPr/>
        </p:nvSpPr>
        <p:spPr>
          <a:xfrm>
            <a:off x="3851083" y="64657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51" name="9wup_2_tuned_PredictedAtoms_41">
            <a:extLst>
              <a:ext uri="{FF2B5EF4-FFF2-40B4-BE49-F238E27FC236}">
                <a16:creationId xmlns:a16="http://schemas.microsoft.com/office/drawing/2014/main" id="{F3D888E3-5C66-4A49-8E6A-970CE333C93F}"/>
              </a:ext>
            </a:extLst>
          </p:cNvPr>
          <p:cNvSpPr>
            <a:spLocks noGrp="1"/>
          </p:cNvSpPr>
          <p:nvPr/>
        </p:nvSpPr>
        <p:spPr>
          <a:xfrm>
            <a:off x="3757810" y="65450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52" name="9wup_2_tuned_PredictedAtoms_42">
            <a:extLst>
              <a:ext uri="{FF2B5EF4-FFF2-40B4-BE49-F238E27FC236}">
                <a16:creationId xmlns:a16="http://schemas.microsoft.com/office/drawing/2014/main" id="{00755C82-10B3-4DB4-A5B8-F45194AA3D1C}"/>
              </a:ext>
            </a:extLst>
          </p:cNvPr>
          <p:cNvSpPr>
            <a:spLocks noGrp="1"/>
          </p:cNvSpPr>
          <p:nvPr/>
        </p:nvSpPr>
        <p:spPr>
          <a:xfrm>
            <a:off x="3656538" y="65054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53" name="9wup_2_tuned_PredictedAtoms_43">
            <a:extLst>
              <a:ext uri="{FF2B5EF4-FFF2-40B4-BE49-F238E27FC236}">
                <a16:creationId xmlns:a16="http://schemas.microsoft.com/office/drawing/2014/main" id="{93847982-A175-492C-A631-59F0F0BE8695}"/>
              </a:ext>
            </a:extLst>
          </p:cNvPr>
          <p:cNvSpPr>
            <a:spLocks noGrp="1"/>
          </p:cNvSpPr>
          <p:nvPr/>
        </p:nvSpPr>
        <p:spPr>
          <a:xfrm>
            <a:off x="3788795" y="66710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54" name="9wup_2_tuned_PredictedAtoms_44">
            <a:extLst>
              <a:ext uri="{FF2B5EF4-FFF2-40B4-BE49-F238E27FC236}">
                <a16:creationId xmlns:a16="http://schemas.microsoft.com/office/drawing/2014/main" id="{2D5DFAC7-1886-4974-BE57-6FD745988D2A}"/>
              </a:ext>
            </a:extLst>
          </p:cNvPr>
          <p:cNvSpPr>
            <a:spLocks noGrp="1"/>
          </p:cNvSpPr>
          <p:nvPr/>
        </p:nvSpPr>
        <p:spPr>
          <a:xfrm>
            <a:off x="3705042" y="67604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55" name="9wup_2_tuned_PredictedAtoms_45">
            <a:extLst>
              <a:ext uri="{FF2B5EF4-FFF2-40B4-BE49-F238E27FC236}">
                <a16:creationId xmlns:a16="http://schemas.microsoft.com/office/drawing/2014/main" id="{026420FA-3DC2-4A4B-860C-6E12DB62D09C}"/>
              </a:ext>
            </a:extLst>
          </p:cNvPr>
          <p:cNvSpPr>
            <a:spLocks noGrp="1"/>
          </p:cNvSpPr>
          <p:nvPr/>
        </p:nvSpPr>
        <p:spPr>
          <a:xfrm>
            <a:off x="3733352" y="68759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56" name="9wup_2_tuned_PredictedAtoms_46">
            <a:extLst>
              <a:ext uri="{FF2B5EF4-FFF2-40B4-BE49-F238E27FC236}">
                <a16:creationId xmlns:a16="http://schemas.microsoft.com/office/drawing/2014/main" id="{01A6F89A-B506-40D1-891A-0B4E442D112F}"/>
              </a:ext>
            </a:extLst>
          </p:cNvPr>
          <p:cNvSpPr>
            <a:spLocks noGrp="1"/>
          </p:cNvSpPr>
          <p:nvPr/>
        </p:nvSpPr>
        <p:spPr>
          <a:xfrm>
            <a:off x="3642843" y="69640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57" name="9wup_2_tuned_PredictedAtoms_47">
            <a:extLst>
              <a:ext uri="{FF2B5EF4-FFF2-40B4-BE49-F238E27FC236}">
                <a16:creationId xmlns:a16="http://schemas.microsoft.com/office/drawing/2014/main" id="{C22C2819-74A8-404D-B27B-420BF31A2659}"/>
              </a:ext>
            </a:extLst>
          </p:cNvPr>
          <p:cNvSpPr>
            <a:spLocks noGrp="1"/>
          </p:cNvSpPr>
          <p:nvPr/>
        </p:nvSpPr>
        <p:spPr>
          <a:xfrm>
            <a:off x="3665260" y="70850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58" name="9wup_2_tuned_PredictedAtoms_48">
            <a:extLst>
              <a:ext uri="{FF2B5EF4-FFF2-40B4-BE49-F238E27FC236}">
                <a16:creationId xmlns:a16="http://schemas.microsoft.com/office/drawing/2014/main" id="{6F1BD4CA-A30B-4A1B-A4A2-746017CF4D9D}"/>
              </a:ext>
            </a:extLst>
          </p:cNvPr>
          <p:cNvSpPr>
            <a:spLocks noGrp="1"/>
          </p:cNvSpPr>
          <p:nvPr/>
        </p:nvSpPr>
        <p:spPr>
          <a:xfrm>
            <a:off x="3566497" y="71736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59" name="9wup_2_tuned_PredictedAtoms_49">
            <a:extLst>
              <a:ext uri="{FF2B5EF4-FFF2-40B4-BE49-F238E27FC236}">
                <a16:creationId xmlns:a16="http://schemas.microsoft.com/office/drawing/2014/main" id="{DFB6020C-11EA-4329-97A3-456924720889}"/>
              </a:ext>
            </a:extLst>
          </p:cNvPr>
          <p:cNvSpPr>
            <a:spLocks noGrp="1"/>
          </p:cNvSpPr>
          <p:nvPr/>
        </p:nvSpPr>
        <p:spPr>
          <a:xfrm>
            <a:off x="3781730" y="71269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60" name="9wup_2_tuned_PredictedAtoms_50">
            <a:extLst>
              <a:ext uri="{FF2B5EF4-FFF2-40B4-BE49-F238E27FC236}">
                <a16:creationId xmlns:a16="http://schemas.microsoft.com/office/drawing/2014/main" id="{AB6ADF85-3ED6-48F9-B12A-5ABCF37A6C32}"/>
              </a:ext>
            </a:extLst>
          </p:cNvPr>
          <p:cNvSpPr>
            <a:spLocks noGrp="1"/>
          </p:cNvSpPr>
          <p:nvPr/>
        </p:nvSpPr>
        <p:spPr>
          <a:xfrm>
            <a:off x="3815418" y="72548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61" name="9wup_2_tuned_PredictedAtoms_51">
            <a:extLst>
              <a:ext uri="{FF2B5EF4-FFF2-40B4-BE49-F238E27FC236}">
                <a16:creationId xmlns:a16="http://schemas.microsoft.com/office/drawing/2014/main" id="{C4E47789-8BEE-4C7C-86E2-B65C91171E32}"/>
              </a:ext>
            </a:extLst>
          </p:cNvPr>
          <p:cNvSpPr>
            <a:spLocks noGrp="1"/>
          </p:cNvSpPr>
          <p:nvPr/>
        </p:nvSpPr>
        <p:spPr>
          <a:xfrm>
            <a:off x="3871103" y="70380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62" name="9wup_2_tuned_PredictedAtoms_52">
            <a:extLst>
              <a:ext uri="{FF2B5EF4-FFF2-40B4-BE49-F238E27FC236}">
                <a16:creationId xmlns:a16="http://schemas.microsoft.com/office/drawing/2014/main" id="{E0FAFFD6-4C4B-4553-A7D9-97239EEEE1BC}"/>
              </a:ext>
            </a:extLst>
          </p:cNvPr>
          <p:cNvSpPr>
            <a:spLocks noGrp="1"/>
          </p:cNvSpPr>
          <p:nvPr/>
        </p:nvSpPr>
        <p:spPr>
          <a:xfrm>
            <a:off x="3849434" y="69119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63" name="stage3-cases-alternatives_36">
            <a:extLst>
              <a:ext uri="{FF2B5EF4-FFF2-40B4-BE49-F238E27FC236}">
                <a16:creationId xmlns:a16="http://schemas.microsoft.com/office/drawing/2014/main" id="{BA05C938-556A-49D4-8A30-6AA3C3AEE61C}"/>
              </a:ext>
            </a:extLst>
          </p:cNvPr>
          <p:cNvSpPr>
            <a:spLocks noGrp="1"/>
          </p:cNvSpPr>
          <p:nvPr/>
        </p:nvSpPr>
        <p:spPr>
          <a:xfrm>
            <a:off x="32004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0.52 Å   D 87%   Clash 0</a:t>
            </a:r>
          </a:p>
        </p:txBody>
      </p:sp>
      <p:sp>
        <p:nvSpPr>
          <p:cNvPr id="1364" name="9wup_2_build_Receptor">
            <a:extLst>
              <a:ext uri="{FF2B5EF4-FFF2-40B4-BE49-F238E27FC236}">
                <a16:creationId xmlns:a16="http://schemas.microsoft.com/office/drawing/2014/main" id="{3707D085-8F94-4246-A01D-BA11DB9141C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365" name="9wup_2_build_ExperimentalDensity">
            <a:extLst>
              <a:ext uri="{FF2B5EF4-FFF2-40B4-BE49-F238E27FC236}">
                <a16:creationId xmlns:a16="http://schemas.microsoft.com/office/drawing/2014/main" id="{7176D8AA-3A95-47D7-9282-960881A9A22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366" name="9wup_2_build_ReferenceLigand_0">
            <a:extLst>
              <a:ext uri="{FF2B5EF4-FFF2-40B4-BE49-F238E27FC236}">
                <a16:creationId xmlns:a16="http://schemas.microsoft.com/office/drawing/2014/main" id="{71088C77-CB67-4BAD-A12E-47CC41866B4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7" name="9wup_2_build_ReferenceLigand_1">
            <a:extLst>
              <a:ext uri="{FF2B5EF4-FFF2-40B4-BE49-F238E27FC236}">
                <a16:creationId xmlns:a16="http://schemas.microsoft.com/office/drawing/2014/main" id="{081D9496-866C-4C1F-B265-C4292CC6D82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8" name="9wup_2_build_ReferenceLigand_2">
            <a:extLst>
              <a:ext uri="{FF2B5EF4-FFF2-40B4-BE49-F238E27FC236}">
                <a16:creationId xmlns:a16="http://schemas.microsoft.com/office/drawing/2014/main" id="{FF527625-DA4E-48EB-8219-93379FD6BBF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9" name="9wup_2_build_ReferenceLigand_3">
            <a:extLst>
              <a:ext uri="{FF2B5EF4-FFF2-40B4-BE49-F238E27FC236}">
                <a16:creationId xmlns:a16="http://schemas.microsoft.com/office/drawing/2014/main" id="{289A1198-9066-473E-9D4D-6C05B4799D6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0" name="9wup_2_build_ReferenceLigand_4">
            <a:extLst>
              <a:ext uri="{FF2B5EF4-FFF2-40B4-BE49-F238E27FC236}">
                <a16:creationId xmlns:a16="http://schemas.microsoft.com/office/drawing/2014/main" id="{877AD971-C25F-42D1-AA2E-240BB4DBD06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1" name="9wup_2_build_ReferenceLigand_5">
            <a:extLst>
              <a:ext uri="{FF2B5EF4-FFF2-40B4-BE49-F238E27FC236}">
                <a16:creationId xmlns:a16="http://schemas.microsoft.com/office/drawing/2014/main" id="{BEE896A9-9D1B-4271-8A88-25BBF198B2C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2" name="9wup_2_build_ReferenceLigand_6">
            <a:extLst>
              <a:ext uri="{FF2B5EF4-FFF2-40B4-BE49-F238E27FC236}">
                <a16:creationId xmlns:a16="http://schemas.microsoft.com/office/drawing/2014/main" id="{2AED2979-D311-450B-A386-7D4EEC8EC67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3" name="9wup_2_build_ReferenceLigand_7">
            <a:extLst>
              <a:ext uri="{FF2B5EF4-FFF2-40B4-BE49-F238E27FC236}">
                <a16:creationId xmlns:a16="http://schemas.microsoft.com/office/drawing/2014/main" id="{8433B3A7-88CE-4B97-B64F-1874926C74C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4" name="9wup_2_build_ReferenceLigand_8">
            <a:extLst>
              <a:ext uri="{FF2B5EF4-FFF2-40B4-BE49-F238E27FC236}">
                <a16:creationId xmlns:a16="http://schemas.microsoft.com/office/drawing/2014/main" id="{61C16694-3309-430B-ACDE-B7A2AA36B29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5" name="9wup_2_build_ReferenceLigand_9">
            <a:extLst>
              <a:ext uri="{FF2B5EF4-FFF2-40B4-BE49-F238E27FC236}">
                <a16:creationId xmlns:a16="http://schemas.microsoft.com/office/drawing/2014/main" id="{9C5BD324-D910-478D-919C-BB1FCB6CFF9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6" name="9wup_2_build_ReferenceLigand_10">
            <a:extLst>
              <a:ext uri="{FF2B5EF4-FFF2-40B4-BE49-F238E27FC236}">
                <a16:creationId xmlns:a16="http://schemas.microsoft.com/office/drawing/2014/main" id="{9F886513-8106-4E18-8FF6-00F7DC29B1E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7" name="9wup_2_build_ReferenceLigand_11">
            <a:extLst>
              <a:ext uri="{FF2B5EF4-FFF2-40B4-BE49-F238E27FC236}">
                <a16:creationId xmlns:a16="http://schemas.microsoft.com/office/drawing/2014/main" id="{BBA3B4B4-3CD1-4F18-9F0C-7F3FB2527A0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8" name="9wup_2_build_ReferenceLigand_12">
            <a:extLst>
              <a:ext uri="{FF2B5EF4-FFF2-40B4-BE49-F238E27FC236}">
                <a16:creationId xmlns:a16="http://schemas.microsoft.com/office/drawing/2014/main" id="{2367FE4F-6D2C-48C3-976F-5BD87B6607B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9" name="9wup_2_build_ReferenceLigand_13">
            <a:extLst>
              <a:ext uri="{FF2B5EF4-FFF2-40B4-BE49-F238E27FC236}">
                <a16:creationId xmlns:a16="http://schemas.microsoft.com/office/drawing/2014/main" id="{39290483-F982-40AB-A14D-0ED27A41409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0" name="9wup_2_build_ReferenceLigand_14">
            <a:extLst>
              <a:ext uri="{FF2B5EF4-FFF2-40B4-BE49-F238E27FC236}">
                <a16:creationId xmlns:a16="http://schemas.microsoft.com/office/drawing/2014/main" id="{8E6268FB-363F-4F09-911E-A21A0CD1BA0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1" name="9wup_2_build_ReferenceLigand_15">
            <a:extLst>
              <a:ext uri="{FF2B5EF4-FFF2-40B4-BE49-F238E27FC236}">
                <a16:creationId xmlns:a16="http://schemas.microsoft.com/office/drawing/2014/main" id="{45129B18-857D-4F95-B75C-F4C740CD380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2" name="9wup_2_build_ReferenceLigand_16">
            <a:extLst>
              <a:ext uri="{FF2B5EF4-FFF2-40B4-BE49-F238E27FC236}">
                <a16:creationId xmlns:a16="http://schemas.microsoft.com/office/drawing/2014/main" id="{C44A0F55-CA07-4428-9BDE-A6E0A19C413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3" name="9wup_2_build_ReferenceLigand_17">
            <a:extLst>
              <a:ext uri="{FF2B5EF4-FFF2-40B4-BE49-F238E27FC236}">
                <a16:creationId xmlns:a16="http://schemas.microsoft.com/office/drawing/2014/main" id="{B3C72FB5-4A98-4135-9429-0591E69D30C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4" name="9wup_2_build_ReferenceLigand_18">
            <a:extLst>
              <a:ext uri="{FF2B5EF4-FFF2-40B4-BE49-F238E27FC236}">
                <a16:creationId xmlns:a16="http://schemas.microsoft.com/office/drawing/2014/main" id="{C7E761E4-95BB-4C2C-B9A6-F300B9FD6E9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5" name="9wup_2_build_ReferenceLigand_19">
            <a:extLst>
              <a:ext uri="{FF2B5EF4-FFF2-40B4-BE49-F238E27FC236}">
                <a16:creationId xmlns:a16="http://schemas.microsoft.com/office/drawing/2014/main" id="{E97C16C7-6211-44A8-A836-BB696F2B7E9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6" name="9wup_2_build_ReferenceLigand_20">
            <a:extLst>
              <a:ext uri="{FF2B5EF4-FFF2-40B4-BE49-F238E27FC236}">
                <a16:creationId xmlns:a16="http://schemas.microsoft.com/office/drawing/2014/main" id="{4C35463B-B2C9-4F1A-8C40-4D9D4ADD104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7" name="9wup_2_build_ReferenceLigand_21">
            <a:extLst>
              <a:ext uri="{FF2B5EF4-FFF2-40B4-BE49-F238E27FC236}">
                <a16:creationId xmlns:a16="http://schemas.microsoft.com/office/drawing/2014/main" id="{43B3CC66-7C2C-4888-9905-5918DF96DFB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8" name="9wup_2_build_ReferenceLigand_22">
            <a:extLst>
              <a:ext uri="{FF2B5EF4-FFF2-40B4-BE49-F238E27FC236}">
                <a16:creationId xmlns:a16="http://schemas.microsoft.com/office/drawing/2014/main" id="{77FBCB4C-5490-46C8-81D1-BA6F1E0B159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9" name="9wup_2_build_ReferenceLigand_23">
            <a:extLst>
              <a:ext uri="{FF2B5EF4-FFF2-40B4-BE49-F238E27FC236}">
                <a16:creationId xmlns:a16="http://schemas.microsoft.com/office/drawing/2014/main" id="{CA703301-2823-477F-A662-4AD7B5267C5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0" name="9wup_2_build_ReferenceLigand_24">
            <a:extLst>
              <a:ext uri="{FF2B5EF4-FFF2-40B4-BE49-F238E27FC236}">
                <a16:creationId xmlns:a16="http://schemas.microsoft.com/office/drawing/2014/main" id="{21B97F6F-FA74-4ADE-8FB0-E0644EEFEB2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1" name="9wup_2_build_ReferenceLigand_25">
            <a:extLst>
              <a:ext uri="{FF2B5EF4-FFF2-40B4-BE49-F238E27FC236}">
                <a16:creationId xmlns:a16="http://schemas.microsoft.com/office/drawing/2014/main" id="{B2FE22C2-9642-4B6A-A749-A1CD5037AAE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2" name="9wup_2_build_ReferenceLigand_26">
            <a:extLst>
              <a:ext uri="{FF2B5EF4-FFF2-40B4-BE49-F238E27FC236}">
                <a16:creationId xmlns:a16="http://schemas.microsoft.com/office/drawing/2014/main" id="{381BF987-3BC2-4FC2-A076-3D23973B656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3" name="9wup_2_build_ReferenceLigand_27">
            <a:extLst>
              <a:ext uri="{FF2B5EF4-FFF2-40B4-BE49-F238E27FC236}">
                <a16:creationId xmlns:a16="http://schemas.microsoft.com/office/drawing/2014/main" id="{F7F9F327-203F-4FF7-A104-DA6994AB1A2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4" name="9wup_2_build_ReferenceLigand_28">
            <a:extLst>
              <a:ext uri="{FF2B5EF4-FFF2-40B4-BE49-F238E27FC236}">
                <a16:creationId xmlns:a16="http://schemas.microsoft.com/office/drawing/2014/main" id="{D5987178-32EF-44F3-9F5D-14B87E5ECD1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5" name="9wup_2_build_ReferenceLigand_29">
            <a:extLst>
              <a:ext uri="{FF2B5EF4-FFF2-40B4-BE49-F238E27FC236}">
                <a16:creationId xmlns:a16="http://schemas.microsoft.com/office/drawing/2014/main" id="{110ED087-F276-478D-8959-BA3691D9EEB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6" name="9wup_2_build_ReferenceLigand_30">
            <a:extLst>
              <a:ext uri="{FF2B5EF4-FFF2-40B4-BE49-F238E27FC236}">
                <a16:creationId xmlns:a16="http://schemas.microsoft.com/office/drawing/2014/main" id="{565EE716-0D6B-4801-A2F6-B4CF2065667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7" name="9wup_2_build_ReferenceLigand_31">
            <a:extLst>
              <a:ext uri="{FF2B5EF4-FFF2-40B4-BE49-F238E27FC236}">
                <a16:creationId xmlns:a16="http://schemas.microsoft.com/office/drawing/2014/main" id="{72A972FF-4931-4EBA-84AD-A46C7CBB5EB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8" name="9wup_2_build_ReferenceLigand_32">
            <a:extLst>
              <a:ext uri="{FF2B5EF4-FFF2-40B4-BE49-F238E27FC236}">
                <a16:creationId xmlns:a16="http://schemas.microsoft.com/office/drawing/2014/main" id="{631DAE37-CE23-4F4D-BD08-BEA2A4D827C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9" name="9wup_2_build_ReferenceLigand_33">
            <a:extLst>
              <a:ext uri="{FF2B5EF4-FFF2-40B4-BE49-F238E27FC236}">
                <a16:creationId xmlns:a16="http://schemas.microsoft.com/office/drawing/2014/main" id="{56984BE3-7A16-4D37-ADB8-7AF7C13C655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0" name="9wup_2_build_ReferenceLigand_34">
            <a:extLst>
              <a:ext uri="{FF2B5EF4-FFF2-40B4-BE49-F238E27FC236}">
                <a16:creationId xmlns:a16="http://schemas.microsoft.com/office/drawing/2014/main" id="{E0E10E96-C9A6-4D5F-BF89-4561555785C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1" name="9wup_2_build_ReferenceLigand_35">
            <a:extLst>
              <a:ext uri="{FF2B5EF4-FFF2-40B4-BE49-F238E27FC236}">
                <a16:creationId xmlns:a16="http://schemas.microsoft.com/office/drawing/2014/main" id="{2F8AA820-54A8-496D-8CDA-818C80A4767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2" name="9wup_2_build_ReferenceLigand_36">
            <a:extLst>
              <a:ext uri="{FF2B5EF4-FFF2-40B4-BE49-F238E27FC236}">
                <a16:creationId xmlns:a16="http://schemas.microsoft.com/office/drawing/2014/main" id="{27A99F9E-A291-43C7-9BD9-2F85094C1AC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3" name="9wup_2_build_ReferenceLigand_37">
            <a:extLst>
              <a:ext uri="{FF2B5EF4-FFF2-40B4-BE49-F238E27FC236}">
                <a16:creationId xmlns:a16="http://schemas.microsoft.com/office/drawing/2014/main" id="{18BE51C7-7CE9-479F-BEF7-DB12F95877D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4" name="9wup_2_build_ReferenceLigand_38">
            <a:extLst>
              <a:ext uri="{FF2B5EF4-FFF2-40B4-BE49-F238E27FC236}">
                <a16:creationId xmlns:a16="http://schemas.microsoft.com/office/drawing/2014/main" id="{1DC83356-6129-4A40-8FBA-693FDBC81E5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5" name="9wup_2_build_ReferenceLigand_39">
            <a:extLst>
              <a:ext uri="{FF2B5EF4-FFF2-40B4-BE49-F238E27FC236}">
                <a16:creationId xmlns:a16="http://schemas.microsoft.com/office/drawing/2014/main" id="{FF821CC2-E276-496B-B8D5-E1A865AAA20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6" name="9wup_2_build_ReferenceLigand_40">
            <a:extLst>
              <a:ext uri="{FF2B5EF4-FFF2-40B4-BE49-F238E27FC236}">
                <a16:creationId xmlns:a16="http://schemas.microsoft.com/office/drawing/2014/main" id="{609A6F51-FCE2-4C5C-8B7A-AB69850C7FF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7" name="9wup_2_build_ReferenceLigand_41">
            <a:extLst>
              <a:ext uri="{FF2B5EF4-FFF2-40B4-BE49-F238E27FC236}">
                <a16:creationId xmlns:a16="http://schemas.microsoft.com/office/drawing/2014/main" id="{EE647B31-3DDD-4979-8D5B-BA7FC219150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8" name="9wup_2_build_ReferenceLigand_42">
            <a:extLst>
              <a:ext uri="{FF2B5EF4-FFF2-40B4-BE49-F238E27FC236}">
                <a16:creationId xmlns:a16="http://schemas.microsoft.com/office/drawing/2014/main" id="{E14EF4C4-1890-422D-83FA-79C26F43098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9" name="9wup_2_build_ReferenceLigand_43">
            <a:extLst>
              <a:ext uri="{FF2B5EF4-FFF2-40B4-BE49-F238E27FC236}">
                <a16:creationId xmlns:a16="http://schemas.microsoft.com/office/drawing/2014/main" id="{803FEDB3-2F7E-4680-85A7-5BAF2001D7A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0" name="9wup_2_build_ReferenceLigand_44">
            <a:extLst>
              <a:ext uri="{FF2B5EF4-FFF2-40B4-BE49-F238E27FC236}">
                <a16:creationId xmlns:a16="http://schemas.microsoft.com/office/drawing/2014/main" id="{BB0A45B6-8907-413E-8BED-69FA7FE9138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1" name="9wup_2_build_ReferenceLigand_45">
            <a:extLst>
              <a:ext uri="{FF2B5EF4-FFF2-40B4-BE49-F238E27FC236}">
                <a16:creationId xmlns:a16="http://schemas.microsoft.com/office/drawing/2014/main" id="{3590713F-4BBD-4178-B4B4-40E5360FA1E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2" name="9wup_2_build_ReferenceLigand_46">
            <a:extLst>
              <a:ext uri="{FF2B5EF4-FFF2-40B4-BE49-F238E27FC236}">
                <a16:creationId xmlns:a16="http://schemas.microsoft.com/office/drawing/2014/main" id="{9897510E-05C3-4640-9E55-3A93BE4AC33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3" name="9wup_2_build_ReferenceLigand_47">
            <a:extLst>
              <a:ext uri="{FF2B5EF4-FFF2-40B4-BE49-F238E27FC236}">
                <a16:creationId xmlns:a16="http://schemas.microsoft.com/office/drawing/2014/main" id="{72CFF12E-7E88-4FB3-8B6C-3E66C4A24CB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4" name="9wup_2_build_ReferenceLigand_48">
            <a:extLst>
              <a:ext uri="{FF2B5EF4-FFF2-40B4-BE49-F238E27FC236}">
                <a16:creationId xmlns:a16="http://schemas.microsoft.com/office/drawing/2014/main" id="{38FDA6D5-07A1-4A7A-8A71-C63295742C0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5" name="9wup_2_build_ReferenceLigand_49">
            <a:extLst>
              <a:ext uri="{FF2B5EF4-FFF2-40B4-BE49-F238E27FC236}">
                <a16:creationId xmlns:a16="http://schemas.microsoft.com/office/drawing/2014/main" id="{E5D13003-BDD3-4CB7-838F-390CD2FF5BF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6" name="9wup_2_build_ReferenceLigand_50">
            <a:extLst>
              <a:ext uri="{FF2B5EF4-FFF2-40B4-BE49-F238E27FC236}">
                <a16:creationId xmlns:a16="http://schemas.microsoft.com/office/drawing/2014/main" id="{5FE54644-B51A-4236-B68A-331BA084621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7" name="9wup_2_build_ReferenceLigand_51">
            <a:extLst>
              <a:ext uri="{FF2B5EF4-FFF2-40B4-BE49-F238E27FC236}">
                <a16:creationId xmlns:a16="http://schemas.microsoft.com/office/drawing/2014/main" id="{A4F66724-6A29-4DB0-9EBA-EEB703B709B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8" name="9wup_2_build_ReferenceLigand_52">
            <a:extLst>
              <a:ext uri="{FF2B5EF4-FFF2-40B4-BE49-F238E27FC236}">
                <a16:creationId xmlns:a16="http://schemas.microsoft.com/office/drawing/2014/main" id="{C9F61EF8-C524-4386-89D9-4BE136A29F8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9" name="9wup_2_build_ReferenceLigand_53">
            <a:extLst>
              <a:ext uri="{FF2B5EF4-FFF2-40B4-BE49-F238E27FC236}">
                <a16:creationId xmlns:a16="http://schemas.microsoft.com/office/drawing/2014/main" id="{7AE84935-2A87-4F23-A25C-F828F9EFDC2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0" name="9wup_2_build_ReferenceLigand_54">
            <a:extLst>
              <a:ext uri="{FF2B5EF4-FFF2-40B4-BE49-F238E27FC236}">
                <a16:creationId xmlns:a16="http://schemas.microsoft.com/office/drawing/2014/main" id="{FDAC61F0-DF7C-47CA-BE22-98565F998D5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1" name="9wup_2_build_ReferenceLigand_55">
            <a:extLst>
              <a:ext uri="{FF2B5EF4-FFF2-40B4-BE49-F238E27FC236}">
                <a16:creationId xmlns:a16="http://schemas.microsoft.com/office/drawing/2014/main" id="{4ACE95A9-06AA-43EE-98BF-B5647DE90EA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2" name="9wup_2_build_ReferenceLigand_56">
            <a:extLst>
              <a:ext uri="{FF2B5EF4-FFF2-40B4-BE49-F238E27FC236}">
                <a16:creationId xmlns:a16="http://schemas.microsoft.com/office/drawing/2014/main" id="{C3900D54-1DCF-4E48-BF76-EE907E61AEF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3" name="9wup_2_build_ReferenceLigand_57">
            <a:extLst>
              <a:ext uri="{FF2B5EF4-FFF2-40B4-BE49-F238E27FC236}">
                <a16:creationId xmlns:a16="http://schemas.microsoft.com/office/drawing/2014/main" id="{9789FECC-8D7C-4B45-B58A-7972B175308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4" name="9wup_2_build_PredictedLigand_0">
            <a:extLst>
              <a:ext uri="{FF2B5EF4-FFF2-40B4-BE49-F238E27FC236}">
                <a16:creationId xmlns:a16="http://schemas.microsoft.com/office/drawing/2014/main" id="{18A91BFE-9722-413D-BC00-4FD22AEC5B0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01675" y="6705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25" name="9wup_2_build_PredictedLigand_1">
            <a:extLst>
              <a:ext uri="{FF2B5EF4-FFF2-40B4-BE49-F238E27FC236}">
                <a16:creationId xmlns:a16="http://schemas.microsoft.com/office/drawing/2014/main" id="{C46A3383-C448-4BA0-A8C9-98A26A1E5D8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61275" y="4883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26" name="9wup_2_build_PredictedLigand_2">
            <a:extLst>
              <a:ext uri="{FF2B5EF4-FFF2-40B4-BE49-F238E27FC236}">
                <a16:creationId xmlns:a16="http://schemas.microsoft.com/office/drawing/2014/main" id="{12997B6D-27B2-4471-90EC-E2709A2B886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91486" y="7458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27" name="9wup_2_build_PredictedLigand_3">
            <a:extLst>
              <a:ext uri="{FF2B5EF4-FFF2-40B4-BE49-F238E27FC236}">
                <a16:creationId xmlns:a16="http://schemas.microsoft.com/office/drawing/2014/main" id="{33531809-F2D8-4F7D-BDB3-CE06F90C2E3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546" y="615488"/>
                </a:moveTo>
                <a:lnTo>
                  <a:pt x="1317137" y="616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28" name="9wup_2_build_PredictedLigand_4">
            <a:extLst>
              <a:ext uri="{FF2B5EF4-FFF2-40B4-BE49-F238E27FC236}">
                <a16:creationId xmlns:a16="http://schemas.microsoft.com/office/drawing/2014/main" id="{365C5A5E-40A0-47DC-912C-F969B2D5EAE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405676" y="666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29" name="9wup_2_build_PredictedLigand_5">
            <a:extLst>
              <a:ext uri="{FF2B5EF4-FFF2-40B4-BE49-F238E27FC236}">
                <a16:creationId xmlns:a16="http://schemas.microsoft.com/office/drawing/2014/main" id="{2059D90A-EA48-427B-8304-73623EAB000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441219" y="879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0" name="9wup_2_build_PredictedLigand_6">
            <a:extLst>
              <a:ext uri="{FF2B5EF4-FFF2-40B4-BE49-F238E27FC236}">
                <a16:creationId xmlns:a16="http://schemas.microsoft.com/office/drawing/2014/main" id="{23019F6D-D68A-41A4-8B9A-B14814F629C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5676" y="666169"/>
                </a:moveTo>
                <a:lnTo>
                  <a:pt x="1496174" y="7684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1" name="9wup_2_build_PredictedLigand_7">
            <a:extLst>
              <a:ext uri="{FF2B5EF4-FFF2-40B4-BE49-F238E27FC236}">
                <a16:creationId xmlns:a16="http://schemas.microsoft.com/office/drawing/2014/main" id="{22327752-D792-41F5-BEEA-65940C54232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28158" y="7637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2" name="9wup_2_build_PredictedLigand_8">
            <a:extLst>
              <a:ext uri="{FF2B5EF4-FFF2-40B4-BE49-F238E27FC236}">
                <a16:creationId xmlns:a16="http://schemas.microsoft.com/office/drawing/2014/main" id="{EC4A34C9-9834-4D3D-9654-7A8A851608B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3474" y="630957"/>
                </a:moveTo>
                <a:lnTo>
                  <a:pt x="1194546" y="615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3" name="9wup_2_build_PredictedLigand_9">
            <a:extLst>
              <a:ext uri="{FF2B5EF4-FFF2-40B4-BE49-F238E27FC236}">
                <a16:creationId xmlns:a16="http://schemas.microsoft.com/office/drawing/2014/main" id="{3325C092-D81B-42CC-B8DE-5415852BB54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97" y="635348"/>
                </a:moveTo>
                <a:lnTo>
                  <a:pt x="1091461" y="6775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4" name="9wup_2_build_PredictedLigand_10">
            <a:extLst>
              <a:ext uri="{FF2B5EF4-FFF2-40B4-BE49-F238E27FC236}">
                <a16:creationId xmlns:a16="http://schemas.microsoft.com/office/drawing/2014/main" id="{4AAF76F7-C023-4C6F-A5C2-BB1B04D866A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213474" y="630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5" name="9wup_2_build_PredictedLigand_11">
            <a:extLst>
              <a:ext uri="{FF2B5EF4-FFF2-40B4-BE49-F238E27FC236}">
                <a16:creationId xmlns:a16="http://schemas.microsoft.com/office/drawing/2014/main" id="{D81AD520-8043-41B5-8E2B-DB80430B36A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58" y="763777"/>
                </a:moveTo>
                <a:lnTo>
                  <a:pt x="1646919" y="7554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6" name="9wup_2_build_PredictedLigand_12">
            <a:extLst>
              <a:ext uri="{FF2B5EF4-FFF2-40B4-BE49-F238E27FC236}">
                <a16:creationId xmlns:a16="http://schemas.microsoft.com/office/drawing/2014/main" id="{D1E93006-EC73-473B-9807-FBAA39CE325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088299" y="7148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7" name="9wup_2_build_PredictedLigand_13">
            <a:extLst>
              <a:ext uri="{FF2B5EF4-FFF2-40B4-BE49-F238E27FC236}">
                <a16:creationId xmlns:a16="http://schemas.microsoft.com/office/drawing/2014/main" id="{C83C8255-C910-405D-A0F6-DA073942E73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6919" y="755400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8" name="9wup_2_build_PredictedLigand_14">
            <a:extLst>
              <a:ext uri="{FF2B5EF4-FFF2-40B4-BE49-F238E27FC236}">
                <a16:creationId xmlns:a16="http://schemas.microsoft.com/office/drawing/2014/main" id="{E75BC50E-CF6D-4407-A637-839F49EF78A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1096015" y="8263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9" name="9wup_2_build_PredictedLigand_15">
            <a:extLst>
              <a:ext uri="{FF2B5EF4-FFF2-40B4-BE49-F238E27FC236}">
                <a16:creationId xmlns:a16="http://schemas.microsoft.com/office/drawing/2014/main" id="{AB5EF13A-1885-46D8-A27D-8206A909221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974785" y="654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0" name="9wup_2_build_PredictedLigand_16">
            <a:extLst>
              <a:ext uri="{FF2B5EF4-FFF2-40B4-BE49-F238E27FC236}">
                <a16:creationId xmlns:a16="http://schemas.microsoft.com/office/drawing/2014/main" id="{F870BB07-9B71-4722-BBDD-73856BDA2F7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3587" y="658635"/>
                </a:moveTo>
                <a:lnTo>
                  <a:pt x="2250847" y="6851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1" name="9wup_2_build_PredictedLigand_17">
            <a:extLst>
              <a:ext uri="{FF2B5EF4-FFF2-40B4-BE49-F238E27FC236}">
                <a16:creationId xmlns:a16="http://schemas.microsoft.com/office/drawing/2014/main" id="{46C8ABBF-0E48-4064-995A-DD704887CAA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2" name="9wup_2_build_PredictedLigand_18">
            <a:extLst>
              <a:ext uri="{FF2B5EF4-FFF2-40B4-BE49-F238E27FC236}">
                <a16:creationId xmlns:a16="http://schemas.microsoft.com/office/drawing/2014/main" id="{D76EFBFB-27BE-4F34-BDDF-6741BA96D46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0847" y="685190"/>
                </a:moveTo>
                <a:lnTo>
                  <a:pt x="2151382" y="74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3" name="9wup_2_build_PredictedLigand_19">
            <a:extLst>
              <a:ext uri="{FF2B5EF4-FFF2-40B4-BE49-F238E27FC236}">
                <a16:creationId xmlns:a16="http://schemas.microsoft.com/office/drawing/2014/main" id="{9B613238-6B8A-4F00-B1A7-5396B482ACE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1382" y="745226"/>
                </a:moveTo>
                <a:lnTo>
                  <a:pt x="2101811" y="636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4" name="9wup_2_build_PredictedLigand_20">
            <a:extLst>
              <a:ext uri="{FF2B5EF4-FFF2-40B4-BE49-F238E27FC236}">
                <a16:creationId xmlns:a16="http://schemas.microsoft.com/office/drawing/2014/main" id="{6B472242-91A6-471F-8F7E-B0C2F289ED1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52168" y="824812"/>
                </a:moveTo>
                <a:lnTo>
                  <a:pt x="725770" y="8546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5" name="9wup_2_build_PredictedLigand_21">
            <a:extLst>
              <a:ext uri="{FF2B5EF4-FFF2-40B4-BE49-F238E27FC236}">
                <a16:creationId xmlns:a16="http://schemas.microsoft.com/office/drawing/2014/main" id="{BDFDEEA8-BDB2-453B-AABA-141C01E151D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0276" y="785226"/>
                </a:moveTo>
                <a:lnTo>
                  <a:pt x="1738432" y="7000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6" name="9wup_2_build_PredictedLigand_22">
            <a:extLst>
              <a:ext uri="{FF2B5EF4-FFF2-40B4-BE49-F238E27FC236}">
                <a16:creationId xmlns:a16="http://schemas.microsoft.com/office/drawing/2014/main" id="{CFA540E9-A5C8-4966-BE98-14A1A578296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449065" y="8632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7" name="9wup_2_build_PredictedLigand_23">
            <a:extLst>
              <a:ext uri="{FF2B5EF4-FFF2-40B4-BE49-F238E27FC236}">
                <a16:creationId xmlns:a16="http://schemas.microsoft.com/office/drawing/2014/main" id="{DA1C3C99-D023-464E-8121-BED27BAD660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8" name="9wup_2_build_PredictedLigand_24">
            <a:extLst>
              <a:ext uri="{FF2B5EF4-FFF2-40B4-BE49-F238E27FC236}">
                <a16:creationId xmlns:a16="http://schemas.microsoft.com/office/drawing/2014/main" id="{C938D460-DDD3-4A21-8A2E-CF5A42F84AC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1026793" y="562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9" name="9wup_2_build_PredictedLigand_25">
            <a:extLst>
              <a:ext uri="{FF2B5EF4-FFF2-40B4-BE49-F238E27FC236}">
                <a16:creationId xmlns:a16="http://schemas.microsoft.com/office/drawing/2014/main" id="{33381DFE-9B61-46D5-9630-052E41EBBBB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6058" y="688747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0" name="9wup_2_build_PredictedLigand_26">
            <a:extLst>
              <a:ext uri="{FF2B5EF4-FFF2-40B4-BE49-F238E27FC236}">
                <a16:creationId xmlns:a16="http://schemas.microsoft.com/office/drawing/2014/main" id="{2525F45A-B7F7-4D04-B104-052FCE31BFA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561762" y="8259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1" name="9wup_2_build_PredictedLigand_27">
            <a:extLst>
              <a:ext uri="{FF2B5EF4-FFF2-40B4-BE49-F238E27FC236}">
                <a16:creationId xmlns:a16="http://schemas.microsoft.com/office/drawing/2014/main" id="{8C054FD3-9935-4ACA-B436-FFA3DE82E5E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40676" y="1782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2" name="9wup_2_build_PredictedLigand_28">
            <a:extLst>
              <a:ext uri="{FF2B5EF4-FFF2-40B4-BE49-F238E27FC236}">
                <a16:creationId xmlns:a16="http://schemas.microsoft.com/office/drawing/2014/main" id="{C9051E68-BB63-4DDC-9309-8816B5CEEC1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3" name="9wup_2_build_PredictedLigand_29">
            <a:extLst>
              <a:ext uri="{FF2B5EF4-FFF2-40B4-BE49-F238E27FC236}">
                <a16:creationId xmlns:a16="http://schemas.microsoft.com/office/drawing/2014/main" id="{AA8B36EE-169A-45E8-A614-7BA65C972AC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710170" y="90864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4" name="9wup_2_build_PredictedLigand_30">
            <a:extLst>
              <a:ext uri="{FF2B5EF4-FFF2-40B4-BE49-F238E27FC236}">
                <a16:creationId xmlns:a16="http://schemas.microsoft.com/office/drawing/2014/main" id="{A7891875-ED58-4908-9D6D-D4AAF371792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892851" y="709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5" name="9wup_2_build_PredictedLigand_31">
            <a:extLst>
              <a:ext uri="{FF2B5EF4-FFF2-40B4-BE49-F238E27FC236}">
                <a16:creationId xmlns:a16="http://schemas.microsoft.com/office/drawing/2014/main" id="{449EF002-A3B3-4666-A474-8BE6724C8C0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299" y="1086618"/>
                </a:moveTo>
                <a:lnTo>
                  <a:pt x="532470" y="8599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6" name="9wup_2_build_PredictedLigand_32">
            <a:extLst>
              <a:ext uri="{FF2B5EF4-FFF2-40B4-BE49-F238E27FC236}">
                <a16:creationId xmlns:a16="http://schemas.microsoft.com/office/drawing/2014/main" id="{D771B32B-4689-4DBB-A1E4-C5C08AE148A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46970" y="9710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7" name="9wup_2_build_PredictedLigand_33">
            <a:extLst>
              <a:ext uri="{FF2B5EF4-FFF2-40B4-BE49-F238E27FC236}">
                <a16:creationId xmlns:a16="http://schemas.microsoft.com/office/drawing/2014/main" id="{B70A4DEE-9451-4334-A28C-2074CBA27CC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16" y="452665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8" name="9wup_2_build_PredictedLigand_34">
            <a:extLst>
              <a:ext uri="{FF2B5EF4-FFF2-40B4-BE49-F238E27FC236}">
                <a16:creationId xmlns:a16="http://schemas.microsoft.com/office/drawing/2014/main" id="{A4BF5B83-A594-4A9A-97AF-151531EEF05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921858" y="1848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9" name="9wup_2_build_PredictedLigand_35">
            <a:extLst>
              <a:ext uri="{FF2B5EF4-FFF2-40B4-BE49-F238E27FC236}">
                <a16:creationId xmlns:a16="http://schemas.microsoft.com/office/drawing/2014/main" id="{87E618E2-4DD2-4F8C-BC7A-FBC96005607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49081" y="57065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0" name="9wup_2_build_PredictedLigand_36">
            <a:extLst>
              <a:ext uri="{FF2B5EF4-FFF2-40B4-BE49-F238E27FC236}">
                <a16:creationId xmlns:a16="http://schemas.microsoft.com/office/drawing/2014/main" id="{D3BC706B-5619-4BBC-9241-1CE0C7C6B5E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293587" y="658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1" name="9wup_2_build_PredictedLigand_37">
            <a:extLst>
              <a:ext uri="{FF2B5EF4-FFF2-40B4-BE49-F238E27FC236}">
                <a16:creationId xmlns:a16="http://schemas.microsoft.com/office/drawing/2014/main" id="{4298D3A8-9964-4279-A59B-C393E85E9F2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2" name="9wup_2_build_PredictedLigand_38">
            <a:extLst>
              <a:ext uri="{FF2B5EF4-FFF2-40B4-BE49-F238E27FC236}">
                <a16:creationId xmlns:a16="http://schemas.microsoft.com/office/drawing/2014/main" id="{39BAD6BA-1CEA-4D92-83BC-FECFDEE5CE2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851" y="709862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3" name="9wup_2_build_PredictedLigand_39">
            <a:extLst>
              <a:ext uri="{FF2B5EF4-FFF2-40B4-BE49-F238E27FC236}">
                <a16:creationId xmlns:a16="http://schemas.microsoft.com/office/drawing/2014/main" id="{6395062A-02C5-42BB-B761-38B3E9426C6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3405" y="543295"/>
                </a:moveTo>
                <a:lnTo>
                  <a:pt x="1992216" y="4526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4" name="9wup_2_build_PredictedLigand_40">
            <a:extLst>
              <a:ext uri="{FF2B5EF4-FFF2-40B4-BE49-F238E27FC236}">
                <a16:creationId xmlns:a16="http://schemas.microsoft.com/office/drawing/2014/main" id="{4BE5D904-3EF4-4D1F-9957-B85EF3E1F3B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081" y="570654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5" name="9wup_2_build_PredictedLigand_41">
            <a:extLst>
              <a:ext uri="{FF2B5EF4-FFF2-40B4-BE49-F238E27FC236}">
                <a16:creationId xmlns:a16="http://schemas.microsoft.com/office/drawing/2014/main" id="{7977084B-59F8-445A-AF1F-ADF10E2B80B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8432" y="700001"/>
                </a:moveTo>
                <a:lnTo>
                  <a:pt x="1838587" y="7587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6" name="9wup_2_build_PredictedLigand_42">
            <a:extLst>
              <a:ext uri="{FF2B5EF4-FFF2-40B4-BE49-F238E27FC236}">
                <a16:creationId xmlns:a16="http://schemas.microsoft.com/office/drawing/2014/main" id="{9CB5C861-DA35-4A63-A183-AB099F86590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591908" y="1408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7" name="9wup_2_build_PredictedLigand_43">
            <a:extLst>
              <a:ext uri="{FF2B5EF4-FFF2-40B4-BE49-F238E27FC236}">
                <a16:creationId xmlns:a16="http://schemas.microsoft.com/office/drawing/2014/main" id="{1C24A093-DDAC-4D9F-A2C5-54B135EC82C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8089" y="392496"/>
                </a:moveTo>
                <a:lnTo>
                  <a:pt x="755100" y="5038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8" name="9wup_2_build_PredictedLigand_44">
            <a:extLst>
              <a:ext uri="{FF2B5EF4-FFF2-40B4-BE49-F238E27FC236}">
                <a16:creationId xmlns:a16="http://schemas.microsoft.com/office/drawing/2014/main" id="{1B34A53D-6FA8-4022-96B5-8F3178B7D43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40699" y="8802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9" name="9wup_2_build_PredictedLigand_45">
            <a:extLst>
              <a:ext uri="{FF2B5EF4-FFF2-40B4-BE49-F238E27FC236}">
                <a16:creationId xmlns:a16="http://schemas.microsoft.com/office/drawing/2014/main" id="{DA9737C9-524D-4A77-B420-AC31FF7FB33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70" name="9wup_2_build_PredictedLigand_46">
            <a:extLst>
              <a:ext uri="{FF2B5EF4-FFF2-40B4-BE49-F238E27FC236}">
                <a16:creationId xmlns:a16="http://schemas.microsoft.com/office/drawing/2014/main" id="{FEFB1958-8495-4D40-B778-227DA5191A2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5372" y="200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71" name="9wup_2_build_PredictedLigand_47">
            <a:extLst>
              <a:ext uri="{FF2B5EF4-FFF2-40B4-BE49-F238E27FC236}">
                <a16:creationId xmlns:a16="http://schemas.microsoft.com/office/drawing/2014/main" id="{43010426-2970-44E0-AC83-651512186D7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828089" y="39249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72" name="9wup_2_build_PredictedLigand_48">
            <a:extLst>
              <a:ext uri="{FF2B5EF4-FFF2-40B4-BE49-F238E27FC236}">
                <a16:creationId xmlns:a16="http://schemas.microsoft.com/office/drawing/2014/main" id="{16854E1D-CF85-4ED1-BA92-56A02DC5C08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835" y="543934"/>
                </a:moveTo>
                <a:lnTo>
                  <a:pt x="2201515" y="5077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73" name="9wup_2_build_PredictedLigand_49">
            <a:extLst>
              <a:ext uri="{FF2B5EF4-FFF2-40B4-BE49-F238E27FC236}">
                <a16:creationId xmlns:a16="http://schemas.microsoft.com/office/drawing/2014/main" id="{F3B9ABF6-7660-4E54-B40F-D2B851A8760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5770" y="854648"/>
                </a:moveTo>
                <a:lnTo>
                  <a:pt x="1018319" y="1115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74" name="9wup_2_build_PredictedLigand_50">
            <a:extLst>
              <a:ext uri="{FF2B5EF4-FFF2-40B4-BE49-F238E27FC236}">
                <a16:creationId xmlns:a16="http://schemas.microsoft.com/office/drawing/2014/main" id="{2E6636D2-77BE-4AE8-A1E2-D4BEE372037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871237" y="9582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75" name="9wup_2_build_PredictedLigand_51">
            <a:extLst>
              <a:ext uri="{FF2B5EF4-FFF2-40B4-BE49-F238E27FC236}">
                <a16:creationId xmlns:a16="http://schemas.microsoft.com/office/drawing/2014/main" id="{6898B9A0-5FD4-4EAC-A52E-5BE9874F951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76" name="9wup_2_build_PredictedLigand_52">
            <a:extLst>
              <a:ext uri="{FF2B5EF4-FFF2-40B4-BE49-F238E27FC236}">
                <a16:creationId xmlns:a16="http://schemas.microsoft.com/office/drawing/2014/main" id="{C4992E1A-9704-4EA1-8B6A-AE7B54F7744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4929" y="484477"/>
                </a:moveTo>
                <a:lnTo>
                  <a:pt x="577054" y="3830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77" name="9wup_2_build_PredictedLigand_53">
            <a:extLst>
              <a:ext uri="{FF2B5EF4-FFF2-40B4-BE49-F238E27FC236}">
                <a16:creationId xmlns:a16="http://schemas.microsoft.com/office/drawing/2014/main" id="{43DED3D7-93C9-49D7-9EF1-AAB0000DCF3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928" y="728440"/>
                </a:moveTo>
                <a:lnTo>
                  <a:pt x="1893405" y="5432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78" name="9wup_2_build_PredictedLigand_54">
            <a:extLst>
              <a:ext uri="{FF2B5EF4-FFF2-40B4-BE49-F238E27FC236}">
                <a16:creationId xmlns:a16="http://schemas.microsoft.com/office/drawing/2014/main" id="{65682BFF-B43D-4BBA-A2EF-4E4B93501E2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712299" y="10866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79" name="9wup_2_build_PredictedLigand_55">
            <a:extLst>
              <a:ext uri="{FF2B5EF4-FFF2-40B4-BE49-F238E27FC236}">
                <a16:creationId xmlns:a16="http://schemas.microsoft.com/office/drawing/2014/main" id="{67EE79F4-6F51-4CC8-A65A-920AA7FB799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38956" y="10927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80" name="9wup_2_build_PredictedLigand_56">
            <a:extLst>
              <a:ext uri="{FF2B5EF4-FFF2-40B4-BE49-F238E27FC236}">
                <a16:creationId xmlns:a16="http://schemas.microsoft.com/office/drawing/2014/main" id="{C6CCF412-7DFF-4535-8401-0600D526B86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190909" y="3867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81" name="9wup_2_build_PredictedLigand_57">
            <a:extLst>
              <a:ext uri="{FF2B5EF4-FFF2-40B4-BE49-F238E27FC236}">
                <a16:creationId xmlns:a16="http://schemas.microsoft.com/office/drawing/2014/main" id="{C2EC635E-71E5-4085-8764-6E221638564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82" name="9wup_2_build_PredictedAtoms_0">
            <a:extLst>
              <a:ext uri="{FF2B5EF4-FFF2-40B4-BE49-F238E27FC236}">
                <a16:creationId xmlns:a16="http://schemas.microsoft.com/office/drawing/2014/main" id="{690BB21E-0F4B-40CA-B487-B4AFF1C3B147}"/>
              </a:ext>
            </a:extLst>
          </p:cNvPr>
          <p:cNvSpPr>
            <a:spLocks noGrp="1"/>
          </p:cNvSpPr>
          <p:nvPr/>
        </p:nvSpPr>
        <p:spPr>
          <a:xfrm>
            <a:off x="7167704" y="67818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83" name="9wup_2_build_PredictedAtoms_1">
            <a:extLst>
              <a:ext uri="{FF2B5EF4-FFF2-40B4-BE49-F238E27FC236}">
                <a16:creationId xmlns:a16="http://schemas.microsoft.com/office/drawing/2014/main" id="{F67D2A17-0E82-4BC6-9540-08EF84B87670}"/>
              </a:ext>
            </a:extLst>
          </p:cNvPr>
          <p:cNvSpPr>
            <a:spLocks noGrp="1"/>
          </p:cNvSpPr>
          <p:nvPr/>
        </p:nvSpPr>
        <p:spPr>
          <a:xfrm>
            <a:off x="7247469" y="68240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84" name="9wup_2_build_PredictedAtoms_2">
            <a:extLst>
              <a:ext uri="{FF2B5EF4-FFF2-40B4-BE49-F238E27FC236}">
                <a16:creationId xmlns:a16="http://schemas.microsoft.com/office/drawing/2014/main" id="{F5FE7006-D5C3-4385-B9FC-25B9C2C677C5}"/>
              </a:ext>
            </a:extLst>
          </p:cNvPr>
          <p:cNvSpPr>
            <a:spLocks noGrp="1"/>
          </p:cNvSpPr>
          <p:nvPr/>
        </p:nvSpPr>
        <p:spPr>
          <a:xfrm>
            <a:off x="7369481" y="67774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85" name="9wup_2_build_PredictedAtoms_3">
            <a:extLst>
              <a:ext uri="{FF2B5EF4-FFF2-40B4-BE49-F238E27FC236}">
                <a16:creationId xmlns:a16="http://schemas.microsoft.com/office/drawing/2014/main" id="{A0F00341-4AE0-4A29-8936-BC75EE71669D}"/>
              </a:ext>
            </a:extLst>
          </p:cNvPr>
          <p:cNvSpPr>
            <a:spLocks noGrp="1"/>
          </p:cNvSpPr>
          <p:nvPr/>
        </p:nvSpPr>
        <p:spPr>
          <a:xfrm>
            <a:off x="7350554" y="67619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86" name="9wup_2_build_PredictedAtoms_4">
            <a:extLst>
              <a:ext uri="{FF2B5EF4-FFF2-40B4-BE49-F238E27FC236}">
                <a16:creationId xmlns:a16="http://schemas.microsoft.com/office/drawing/2014/main" id="{F51A86F9-FBCE-404C-B01B-EDCBBB54AFB5}"/>
              </a:ext>
            </a:extLst>
          </p:cNvPr>
          <p:cNvSpPr>
            <a:spLocks noGrp="1"/>
          </p:cNvSpPr>
          <p:nvPr/>
        </p:nvSpPr>
        <p:spPr>
          <a:xfrm>
            <a:off x="7473144" y="67632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87" name="9wup_2_build_PredictedAtoms_5">
            <a:extLst>
              <a:ext uri="{FF2B5EF4-FFF2-40B4-BE49-F238E27FC236}">
                <a16:creationId xmlns:a16="http://schemas.microsoft.com/office/drawing/2014/main" id="{5F2DAF00-CA68-4EB1-B44C-4B987D77D1C7}"/>
              </a:ext>
            </a:extLst>
          </p:cNvPr>
          <p:cNvSpPr>
            <a:spLocks noGrp="1"/>
          </p:cNvSpPr>
          <p:nvPr/>
        </p:nvSpPr>
        <p:spPr>
          <a:xfrm>
            <a:off x="7457682" y="68170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88" name="9wup_2_build_PredictedAtoms_6">
            <a:extLst>
              <a:ext uri="{FF2B5EF4-FFF2-40B4-BE49-F238E27FC236}">
                <a16:creationId xmlns:a16="http://schemas.microsoft.com/office/drawing/2014/main" id="{84FB0F3D-7E3D-4386-8774-282AF038C0E6}"/>
              </a:ext>
            </a:extLst>
          </p:cNvPr>
          <p:cNvSpPr>
            <a:spLocks noGrp="1"/>
          </p:cNvSpPr>
          <p:nvPr/>
        </p:nvSpPr>
        <p:spPr>
          <a:xfrm>
            <a:off x="7517282" y="663479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89" name="9wup_2_build_PredictedAtoms_7">
            <a:extLst>
              <a:ext uri="{FF2B5EF4-FFF2-40B4-BE49-F238E27FC236}">
                <a16:creationId xmlns:a16="http://schemas.microsoft.com/office/drawing/2014/main" id="{2620DEEB-92BF-41B7-ABFC-F9A96A9DAF6A}"/>
              </a:ext>
            </a:extLst>
          </p:cNvPr>
          <p:cNvSpPr>
            <a:spLocks noGrp="1"/>
          </p:cNvSpPr>
          <p:nvPr/>
        </p:nvSpPr>
        <p:spPr>
          <a:xfrm>
            <a:off x="7561684" y="68126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90" name="9wup_2_build_PredictedAtoms_8">
            <a:extLst>
              <a:ext uri="{FF2B5EF4-FFF2-40B4-BE49-F238E27FC236}">
                <a16:creationId xmlns:a16="http://schemas.microsoft.com/office/drawing/2014/main" id="{28AF4DD9-D45D-498C-99DB-169E0777A2B2}"/>
              </a:ext>
            </a:extLst>
          </p:cNvPr>
          <p:cNvSpPr>
            <a:spLocks noGrp="1"/>
          </p:cNvSpPr>
          <p:nvPr/>
        </p:nvSpPr>
        <p:spPr>
          <a:xfrm>
            <a:off x="7652182" y="69149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91" name="9wup_2_build_PredictedAtoms_9">
            <a:extLst>
              <a:ext uri="{FF2B5EF4-FFF2-40B4-BE49-F238E27FC236}">
                <a16:creationId xmlns:a16="http://schemas.microsoft.com/office/drawing/2014/main" id="{7E3C6FF3-2137-4143-8F03-50716BF54EA2}"/>
              </a:ext>
            </a:extLst>
          </p:cNvPr>
          <p:cNvSpPr>
            <a:spLocks noGrp="1"/>
          </p:cNvSpPr>
          <p:nvPr/>
        </p:nvSpPr>
        <p:spPr>
          <a:xfrm>
            <a:off x="7597227" y="70258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92" name="9wup_2_build_PredictedAtoms_10">
            <a:extLst>
              <a:ext uri="{FF2B5EF4-FFF2-40B4-BE49-F238E27FC236}">
                <a16:creationId xmlns:a16="http://schemas.microsoft.com/office/drawing/2014/main" id="{4A5B9090-40D4-4319-9B09-B8D633F222F1}"/>
              </a:ext>
            </a:extLst>
          </p:cNvPr>
          <p:cNvSpPr>
            <a:spLocks noGrp="1"/>
          </p:cNvSpPr>
          <p:nvPr/>
        </p:nvSpPr>
        <p:spPr>
          <a:xfrm>
            <a:off x="7747493" y="68922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93" name="9wup_2_build_PredictedAtoms_11">
            <a:extLst>
              <a:ext uri="{FF2B5EF4-FFF2-40B4-BE49-F238E27FC236}">
                <a16:creationId xmlns:a16="http://schemas.microsoft.com/office/drawing/2014/main" id="{0A739A09-EFEC-4CB9-8161-BF8B9CF85D75}"/>
              </a:ext>
            </a:extLst>
          </p:cNvPr>
          <p:cNvSpPr>
            <a:spLocks noGrp="1"/>
          </p:cNvSpPr>
          <p:nvPr/>
        </p:nvSpPr>
        <p:spPr>
          <a:xfrm>
            <a:off x="7684165" y="69102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94" name="9wup_2_build_PredictedAtoms_12">
            <a:extLst>
              <a:ext uri="{FF2B5EF4-FFF2-40B4-BE49-F238E27FC236}">
                <a16:creationId xmlns:a16="http://schemas.microsoft.com/office/drawing/2014/main" id="{41B1587F-5D80-4DC7-B9A7-F2BC7ABA149D}"/>
              </a:ext>
            </a:extLst>
          </p:cNvPr>
          <p:cNvSpPr>
            <a:spLocks noGrp="1"/>
          </p:cNvSpPr>
          <p:nvPr/>
        </p:nvSpPr>
        <p:spPr>
          <a:xfrm>
            <a:off x="7802927" y="69018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95" name="9wup_2_build_PredictedAtoms_13">
            <a:extLst>
              <a:ext uri="{FF2B5EF4-FFF2-40B4-BE49-F238E27FC236}">
                <a16:creationId xmlns:a16="http://schemas.microsoft.com/office/drawing/2014/main" id="{60CCAD1C-F58C-4D0E-A177-4F2DB191D4E3}"/>
              </a:ext>
            </a:extLst>
          </p:cNvPr>
          <p:cNvSpPr>
            <a:spLocks noGrp="1"/>
          </p:cNvSpPr>
          <p:nvPr/>
        </p:nvSpPr>
        <p:spPr>
          <a:xfrm>
            <a:off x="7816284" y="69317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96" name="9wup_2_build_PredictedAtoms_14">
            <a:extLst>
              <a:ext uri="{FF2B5EF4-FFF2-40B4-BE49-F238E27FC236}">
                <a16:creationId xmlns:a16="http://schemas.microsoft.com/office/drawing/2014/main" id="{46642883-009E-4A00-A1DD-F99940656201}"/>
              </a:ext>
            </a:extLst>
          </p:cNvPr>
          <p:cNvSpPr>
            <a:spLocks noGrp="1"/>
          </p:cNvSpPr>
          <p:nvPr/>
        </p:nvSpPr>
        <p:spPr>
          <a:xfrm>
            <a:off x="7894439" y="68464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97" name="9wup_2_build_PredictedAtoms_15">
            <a:extLst>
              <a:ext uri="{FF2B5EF4-FFF2-40B4-BE49-F238E27FC236}">
                <a16:creationId xmlns:a16="http://schemas.microsoft.com/office/drawing/2014/main" id="{B3524D8B-6BE4-440E-AAB6-1C9C3ACC7832}"/>
              </a:ext>
            </a:extLst>
          </p:cNvPr>
          <p:cNvSpPr>
            <a:spLocks noGrp="1"/>
          </p:cNvSpPr>
          <p:nvPr/>
        </p:nvSpPr>
        <p:spPr>
          <a:xfrm>
            <a:off x="7994594" y="69052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98" name="9wup_2_build_PredictedAtoms_16">
            <a:extLst>
              <a:ext uri="{FF2B5EF4-FFF2-40B4-BE49-F238E27FC236}">
                <a16:creationId xmlns:a16="http://schemas.microsoft.com/office/drawing/2014/main" id="{BCA4122E-8D98-417B-9D55-983A796D5D6A}"/>
              </a:ext>
            </a:extLst>
          </p:cNvPr>
          <p:cNvSpPr>
            <a:spLocks noGrp="1"/>
          </p:cNvSpPr>
          <p:nvPr/>
        </p:nvSpPr>
        <p:spPr>
          <a:xfrm>
            <a:off x="8011935" y="68749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99" name="9wup_2_build_PredictedAtoms_17">
            <a:extLst>
              <a:ext uri="{FF2B5EF4-FFF2-40B4-BE49-F238E27FC236}">
                <a16:creationId xmlns:a16="http://schemas.microsoft.com/office/drawing/2014/main" id="{D9F0EA93-DD6A-4730-95D3-84CC48E88E6D}"/>
              </a:ext>
            </a:extLst>
          </p:cNvPr>
          <p:cNvSpPr>
            <a:spLocks noGrp="1"/>
          </p:cNvSpPr>
          <p:nvPr/>
        </p:nvSpPr>
        <p:spPr>
          <a:xfrm>
            <a:off x="8049412" y="66897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00" name="9wup_2_build_PredictedAtoms_18">
            <a:extLst>
              <a:ext uri="{FF2B5EF4-FFF2-40B4-BE49-F238E27FC236}">
                <a16:creationId xmlns:a16="http://schemas.microsoft.com/office/drawing/2014/main" id="{5BE102F9-148A-4CF8-B1B9-8F1C4108FB52}"/>
              </a:ext>
            </a:extLst>
          </p:cNvPr>
          <p:cNvSpPr>
            <a:spLocks noGrp="1"/>
          </p:cNvSpPr>
          <p:nvPr/>
        </p:nvSpPr>
        <p:spPr>
          <a:xfrm>
            <a:off x="8148224" y="65991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01" name="9wup_2_build_PredictedAtoms_19">
            <a:extLst>
              <a:ext uri="{FF2B5EF4-FFF2-40B4-BE49-F238E27FC236}">
                <a16:creationId xmlns:a16="http://schemas.microsoft.com/office/drawing/2014/main" id="{A09A5083-5664-45ED-9179-25890531B98C}"/>
              </a:ext>
            </a:extLst>
          </p:cNvPr>
          <p:cNvSpPr>
            <a:spLocks noGrp="1"/>
          </p:cNvSpPr>
          <p:nvPr/>
        </p:nvSpPr>
        <p:spPr>
          <a:xfrm>
            <a:off x="8293842" y="66904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02" name="9wup_2_build_PredictedAtoms_20">
            <a:extLst>
              <a:ext uri="{FF2B5EF4-FFF2-40B4-BE49-F238E27FC236}">
                <a16:creationId xmlns:a16="http://schemas.microsoft.com/office/drawing/2014/main" id="{E1AF79BB-08EE-4726-BF75-85B980C68F03}"/>
              </a:ext>
            </a:extLst>
          </p:cNvPr>
          <p:cNvSpPr>
            <a:spLocks noGrp="1"/>
          </p:cNvSpPr>
          <p:nvPr/>
        </p:nvSpPr>
        <p:spPr>
          <a:xfrm>
            <a:off x="8357523" y="66542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03" name="9wup_2_build_PredictedAtoms_21">
            <a:extLst>
              <a:ext uri="{FF2B5EF4-FFF2-40B4-BE49-F238E27FC236}">
                <a16:creationId xmlns:a16="http://schemas.microsoft.com/office/drawing/2014/main" id="{46FBFAEE-1BD2-470C-A8DC-14C7D8802625}"/>
              </a:ext>
            </a:extLst>
          </p:cNvPr>
          <p:cNvSpPr>
            <a:spLocks noGrp="1"/>
          </p:cNvSpPr>
          <p:nvPr/>
        </p:nvSpPr>
        <p:spPr>
          <a:xfrm>
            <a:off x="8346916" y="65332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04" name="9wup_2_build_PredictedAtoms_22">
            <a:extLst>
              <a:ext uri="{FF2B5EF4-FFF2-40B4-BE49-F238E27FC236}">
                <a16:creationId xmlns:a16="http://schemas.microsoft.com/office/drawing/2014/main" id="{C52D6CA8-14D5-47CC-9CBD-4902A3F6B74F}"/>
              </a:ext>
            </a:extLst>
          </p:cNvPr>
          <p:cNvSpPr>
            <a:spLocks noGrp="1"/>
          </p:cNvSpPr>
          <p:nvPr/>
        </p:nvSpPr>
        <p:spPr>
          <a:xfrm>
            <a:off x="8449594" y="68051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05" name="9wup_2_build_PredictedAtoms_23">
            <a:extLst>
              <a:ext uri="{FF2B5EF4-FFF2-40B4-BE49-F238E27FC236}">
                <a16:creationId xmlns:a16="http://schemas.microsoft.com/office/drawing/2014/main" id="{35967231-CBD9-4A6E-B864-60487E8DC817}"/>
              </a:ext>
            </a:extLst>
          </p:cNvPr>
          <p:cNvSpPr>
            <a:spLocks noGrp="1"/>
          </p:cNvSpPr>
          <p:nvPr/>
        </p:nvSpPr>
        <p:spPr>
          <a:xfrm>
            <a:off x="8406855" y="68316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06" name="9wup_2_build_PredictedAtoms_24">
            <a:extLst>
              <a:ext uri="{FF2B5EF4-FFF2-40B4-BE49-F238E27FC236}">
                <a16:creationId xmlns:a16="http://schemas.microsoft.com/office/drawing/2014/main" id="{DC11F4E1-6D3B-4F0E-A96C-3228F5D41EEE}"/>
              </a:ext>
            </a:extLst>
          </p:cNvPr>
          <p:cNvSpPr>
            <a:spLocks noGrp="1"/>
          </p:cNvSpPr>
          <p:nvPr/>
        </p:nvSpPr>
        <p:spPr>
          <a:xfrm>
            <a:off x="8307389" y="68917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07" name="9wup_2_build_PredictedAtoms_25">
            <a:extLst>
              <a:ext uri="{FF2B5EF4-FFF2-40B4-BE49-F238E27FC236}">
                <a16:creationId xmlns:a16="http://schemas.microsoft.com/office/drawing/2014/main" id="{DEEFE588-469C-4D50-8550-22FE581B4B7A}"/>
              </a:ext>
            </a:extLst>
          </p:cNvPr>
          <p:cNvSpPr>
            <a:spLocks noGrp="1"/>
          </p:cNvSpPr>
          <p:nvPr/>
        </p:nvSpPr>
        <p:spPr>
          <a:xfrm>
            <a:off x="8257819" y="67825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08" name="9wup_2_build_PredictedAtoms_26">
            <a:extLst>
              <a:ext uri="{FF2B5EF4-FFF2-40B4-BE49-F238E27FC236}">
                <a16:creationId xmlns:a16="http://schemas.microsoft.com/office/drawing/2014/main" id="{0EA9035E-70CD-4F4B-8467-19A43A2109D9}"/>
              </a:ext>
            </a:extLst>
          </p:cNvPr>
          <p:cNvSpPr>
            <a:spLocks noGrp="1"/>
          </p:cNvSpPr>
          <p:nvPr/>
        </p:nvSpPr>
        <p:spPr>
          <a:xfrm>
            <a:off x="7996707" y="70267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09" name="9wup_2_build_PredictedAtoms_27">
            <a:extLst>
              <a:ext uri="{FF2B5EF4-FFF2-40B4-BE49-F238E27FC236}">
                <a16:creationId xmlns:a16="http://schemas.microsoft.com/office/drawing/2014/main" id="{983040EB-219E-4827-9402-E590B114509D}"/>
              </a:ext>
            </a:extLst>
          </p:cNvPr>
          <p:cNvSpPr>
            <a:spLocks noGrp="1"/>
          </p:cNvSpPr>
          <p:nvPr/>
        </p:nvSpPr>
        <p:spPr>
          <a:xfrm>
            <a:off x="8027245" y="71047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10" name="9wup_2_build_PredictedAtoms_28">
            <a:extLst>
              <a:ext uri="{FF2B5EF4-FFF2-40B4-BE49-F238E27FC236}">
                <a16:creationId xmlns:a16="http://schemas.microsoft.com/office/drawing/2014/main" id="{37579CA1-F3DF-4B20-BB70-2F70703DCC55}"/>
              </a:ext>
            </a:extLst>
          </p:cNvPr>
          <p:cNvSpPr>
            <a:spLocks noGrp="1"/>
          </p:cNvSpPr>
          <p:nvPr/>
        </p:nvSpPr>
        <p:spPr>
          <a:xfrm>
            <a:off x="7866178" y="70551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11" name="9wup_2_build_PredictedAtoms_29">
            <a:extLst>
              <a:ext uri="{FF2B5EF4-FFF2-40B4-BE49-F238E27FC236}">
                <a16:creationId xmlns:a16="http://schemas.microsoft.com/office/drawing/2014/main" id="{4CC66AD3-16F6-461F-B634-02DB559FF1D6}"/>
              </a:ext>
            </a:extLst>
          </p:cNvPr>
          <p:cNvSpPr>
            <a:spLocks noGrp="1"/>
          </p:cNvSpPr>
          <p:nvPr/>
        </p:nvSpPr>
        <p:spPr>
          <a:xfrm>
            <a:off x="7802977" y="71174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12" name="9wup_2_build_PredictedAtoms_30">
            <a:extLst>
              <a:ext uri="{FF2B5EF4-FFF2-40B4-BE49-F238E27FC236}">
                <a16:creationId xmlns:a16="http://schemas.microsoft.com/office/drawing/2014/main" id="{BFBFA69B-6501-45D0-B08A-583510E0F45A}"/>
              </a:ext>
            </a:extLst>
          </p:cNvPr>
          <p:cNvSpPr>
            <a:spLocks noGrp="1"/>
          </p:cNvSpPr>
          <p:nvPr/>
        </p:nvSpPr>
        <p:spPr>
          <a:xfrm>
            <a:off x="7244307" y="68613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13" name="9wup_2_build_PredictedAtoms_31">
            <a:extLst>
              <a:ext uri="{FF2B5EF4-FFF2-40B4-BE49-F238E27FC236}">
                <a16:creationId xmlns:a16="http://schemas.microsoft.com/office/drawing/2014/main" id="{C7C723F4-F0FD-48D3-A008-C2BF6910F188}"/>
              </a:ext>
            </a:extLst>
          </p:cNvPr>
          <p:cNvSpPr>
            <a:spLocks noGrp="1"/>
          </p:cNvSpPr>
          <p:nvPr/>
        </p:nvSpPr>
        <p:spPr>
          <a:xfrm>
            <a:off x="7252022" y="69728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14" name="9wup_2_build_PredictedAtoms_32">
            <a:extLst>
              <a:ext uri="{FF2B5EF4-FFF2-40B4-BE49-F238E27FC236}">
                <a16:creationId xmlns:a16="http://schemas.microsoft.com/office/drawing/2014/main" id="{601900BA-3C75-49B3-9638-27A13735F229}"/>
              </a:ext>
            </a:extLst>
          </p:cNvPr>
          <p:cNvSpPr>
            <a:spLocks noGrp="1"/>
          </p:cNvSpPr>
          <p:nvPr/>
        </p:nvSpPr>
        <p:spPr>
          <a:xfrm>
            <a:off x="7130792" y="68006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15" name="9wup_2_build_PredictedAtoms_33">
            <a:extLst>
              <a:ext uri="{FF2B5EF4-FFF2-40B4-BE49-F238E27FC236}">
                <a16:creationId xmlns:a16="http://schemas.microsoft.com/office/drawing/2014/main" id="{50AC0774-B1CE-4D6E-A477-3B5668627ACF}"/>
              </a:ext>
            </a:extLst>
          </p:cNvPr>
          <p:cNvSpPr>
            <a:spLocks noGrp="1"/>
          </p:cNvSpPr>
          <p:nvPr/>
        </p:nvSpPr>
        <p:spPr>
          <a:xfrm>
            <a:off x="7182800" y="67085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16" name="9wup_2_build_PredictedAtoms_34">
            <a:extLst>
              <a:ext uri="{FF2B5EF4-FFF2-40B4-BE49-F238E27FC236}">
                <a16:creationId xmlns:a16="http://schemas.microsoft.com/office/drawing/2014/main" id="{FC0D73B2-4881-4537-9CBA-9124FF1AB96E}"/>
              </a:ext>
            </a:extLst>
          </p:cNvPr>
          <p:cNvSpPr>
            <a:spLocks noGrp="1"/>
          </p:cNvSpPr>
          <p:nvPr/>
        </p:nvSpPr>
        <p:spPr>
          <a:xfrm>
            <a:off x="7048859" y="68563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17" name="9wup_2_build_PredictedAtoms_35">
            <a:extLst>
              <a:ext uri="{FF2B5EF4-FFF2-40B4-BE49-F238E27FC236}">
                <a16:creationId xmlns:a16="http://schemas.microsoft.com/office/drawing/2014/main" id="{4BDBF5FA-F3BE-44C2-9668-009E7F184BC4}"/>
              </a:ext>
            </a:extLst>
          </p:cNvPr>
          <p:cNvSpPr>
            <a:spLocks noGrp="1"/>
          </p:cNvSpPr>
          <p:nvPr/>
        </p:nvSpPr>
        <p:spPr>
          <a:xfrm>
            <a:off x="6922065" y="68352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18" name="9wup_2_build_PredictedAtoms_36">
            <a:extLst>
              <a:ext uri="{FF2B5EF4-FFF2-40B4-BE49-F238E27FC236}">
                <a16:creationId xmlns:a16="http://schemas.microsoft.com/office/drawing/2014/main" id="{23779ED4-C8A0-4638-B11B-625AF7F04FAB}"/>
              </a:ext>
            </a:extLst>
          </p:cNvPr>
          <p:cNvSpPr>
            <a:spLocks noGrp="1"/>
          </p:cNvSpPr>
          <p:nvPr/>
        </p:nvSpPr>
        <p:spPr>
          <a:xfrm>
            <a:off x="6708176" y="69712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19" name="9wup_2_build_PredictedAtoms_37">
            <a:extLst>
              <a:ext uri="{FF2B5EF4-FFF2-40B4-BE49-F238E27FC236}">
                <a16:creationId xmlns:a16="http://schemas.microsoft.com/office/drawing/2014/main" id="{4276DAC8-1911-466B-AD86-BA3BC672311B}"/>
              </a:ext>
            </a:extLst>
          </p:cNvPr>
          <p:cNvSpPr>
            <a:spLocks noGrp="1"/>
          </p:cNvSpPr>
          <p:nvPr/>
        </p:nvSpPr>
        <p:spPr>
          <a:xfrm>
            <a:off x="6881778" y="70011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20" name="9wup_2_build_PredictedAtoms_38">
            <a:extLst>
              <a:ext uri="{FF2B5EF4-FFF2-40B4-BE49-F238E27FC236}">
                <a16:creationId xmlns:a16="http://schemas.microsoft.com/office/drawing/2014/main" id="{70194707-8308-4A42-B61F-0142E378AD97}"/>
              </a:ext>
            </a:extLst>
          </p:cNvPr>
          <p:cNvSpPr>
            <a:spLocks noGrp="1"/>
          </p:cNvSpPr>
          <p:nvPr/>
        </p:nvSpPr>
        <p:spPr>
          <a:xfrm>
            <a:off x="7174326" y="72620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21" name="9wup_2_build_PredictedAtoms_39">
            <a:extLst>
              <a:ext uri="{FF2B5EF4-FFF2-40B4-BE49-F238E27FC236}">
                <a16:creationId xmlns:a16="http://schemas.microsoft.com/office/drawing/2014/main" id="{7B3FBB02-ECD9-46BA-A30F-57FDD7E4F9BF}"/>
              </a:ext>
            </a:extLst>
          </p:cNvPr>
          <p:cNvSpPr>
            <a:spLocks noGrp="1"/>
          </p:cNvSpPr>
          <p:nvPr/>
        </p:nvSpPr>
        <p:spPr>
          <a:xfrm>
            <a:off x="7094964" y="72392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22" name="9wup_2_build_PredictedAtoms_40">
            <a:extLst>
              <a:ext uri="{FF2B5EF4-FFF2-40B4-BE49-F238E27FC236}">
                <a16:creationId xmlns:a16="http://schemas.microsoft.com/office/drawing/2014/main" id="{8E2D75DA-9E95-4DFE-B79F-B972748EDC0A}"/>
              </a:ext>
            </a:extLst>
          </p:cNvPr>
          <p:cNvSpPr>
            <a:spLocks noGrp="1"/>
          </p:cNvSpPr>
          <p:nvPr/>
        </p:nvSpPr>
        <p:spPr>
          <a:xfrm>
            <a:off x="6868306" y="72331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23" name="9wup_2_build_PredictedAtoms_41">
            <a:extLst>
              <a:ext uri="{FF2B5EF4-FFF2-40B4-BE49-F238E27FC236}">
                <a16:creationId xmlns:a16="http://schemas.microsoft.com/office/drawing/2014/main" id="{D8501563-A6E3-46C2-852D-D4D6D33EF250}"/>
              </a:ext>
            </a:extLst>
          </p:cNvPr>
          <p:cNvSpPr>
            <a:spLocks noGrp="1"/>
          </p:cNvSpPr>
          <p:nvPr/>
        </p:nvSpPr>
        <p:spPr>
          <a:xfrm>
            <a:off x="6688478" y="70064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24" name="9wup_2_build_PredictedAtoms_42">
            <a:extLst>
              <a:ext uri="{FF2B5EF4-FFF2-40B4-BE49-F238E27FC236}">
                <a16:creationId xmlns:a16="http://schemas.microsoft.com/office/drawing/2014/main" id="{CCB251F6-E63E-4DEE-9C65-090F42C523CF}"/>
              </a:ext>
            </a:extLst>
          </p:cNvPr>
          <p:cNvSpPr>
            <a:spLocks noGrp="1"/>
          </p:cNvSpPr>
          <p:nvPr/>
        </p:nvSpPr>
        <p:spPr>
          <a:xfrm>
            <a:off x="6605073" y="70097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25" name="9wup_2_build_PredictedAtoms_43">
            <a:extLst>
              <a:ext uri="{FF2B5EF4-FFF2-40B4-BE49-F238E27FC236}">
                <a16:creationId xmlns:a16="http://schemas.microsoft.com/office/drawing/2014/main" id="{3BA2562E-BF31-4AD6-88E8-3D8581DB235E}"/>
              </a:ext>
            </a:extLst>
          </p:cNvPr>
          <p:cNvSpPr>
            <a:spLocks noGrp="1"/>
          </p:cNvSpPr>
          <p:nvPr/>
        </p:nvSpPr>
        <p:spPr>
          <a:xfrm>
            <a:off x="6717769" y="69724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26" name="9wup_2_build_PredictedAtoms_44">
            <a:extLst>
              <a:ext uri="{FF2B5EF4-FFF2-40B4-BE49-F238E27FC236}">
                <a16:creationId xmlns:a16="http://schemas.microsoft.com/office/drawing/2014/main" id="{1B2BB06F-DB6A-4BA0-AFF3-82F6C3B08995}"/>
              </a:ext>
            </a:extLst>
          </p:cNvPr>
          <p:cNvSpPr>
            <a:spLocks noGrp="1"/>
          </p:cNvSpPr>
          <p:nvPr/>
        </p:nvSpPr>
        <p:spPr>
          <a:xfrm>
            <a:off x="6705089" y="671713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27" name="9wup_2_build_PredictedAtoms_45">
            <a:extLst>
              <a:ext uri="{FF2B5EF4-FFF2-40B4-BE49-F238E27FC236}">
                <a16:creationId xmlns:a16="http://schemas.microsoft.com/office/drawing/2014/main" id="{136F8C37-B6B5-47F7-AE43-BD8655257007}"/>
              </a:ext>
            </a:extLst>
          </p:cNvPr>
          <p:cNvSpPr>
            <a:spLocks noGrp="1"/>
          </p:cNvSpPr>
          <p:nvPr/>
        </p:nvSpPr>
        <p:spPr>
          <a:xfrm>
            <a:off x="6770936" y="663095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28" name="9wup_2_build_PredictedAtoms_46">
            <a:extLst>
              <a:ext uri="{FF2B5EF4-FFF2-40B4-BE49-F238E27FC236}">
                <a16:creationId xmlns:a16="http://schemas.microsoft.com/office/drawing/2014/main" id="{0F39C5B9-8624-4AC3-9A0E-EAD2967214E7}"/>
              </a:ext>
            </a:extLst>
          </p:cNvPr>
          <p:cNvSpPr>
            <a:spLocks noGrp="1"/>
          </p:cNvSpPr>
          <p:nvPr/>
        </p:nvSpPr>
        <p:spPr>
          <a:xfrm>
            <a:off x="6733061" y="65295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29" name="9wup_2_build_PredictedAtoms_47">
            <a:extLst>
              <a:ext uri="{FF2B5EF4-FFF2-40B4-BE49-F238E27FC236}">
                <a16:creationId xmlns:a16="http://schemas.microsoft.com/office/drawing/2014/main" id="{2AA82294-EA35-49CD-9DC9-9E9E753B7055}"/>
              </a:ext>
            </a:extLst>
          </p:cNvPr>
          <p:cNvSpPr>
            <a:spLocks noGrp="1"/>
          </p:cNvSpPr>
          <p:nvPr/>
        </p:nvSpPr>
        <p:spPr>
          <a:xfrm>
            <a:off x="6751380" y="63473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30" name="9wup_2_build_PredictedAtoms_48">
            <a:extLst>
              <a:ext uri="{FF2B5EF4-FFF2-40B4-BE49-F238E27FC236}">
                <a16:creationId xmlns:a16="http://schemas.microsoft.com/office/drawing/2014/main" id="{2EC96AC0-8C6C-4B46-9BF3-55CA092B3A46}"/>
              </a:ext>
            </a:extLst>
          </p:cNvPr>
          <p:cNvSpPr>
            <a:spLocks noGrp="1"/>
          </p:cNvSpPr>
          <p:nvPr/>
        </p:nvSpPr>
        <p:spPr>
          <a:xfrm>
            <a:off x="6747916" y="62873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31" name="9wup_2_build_PredictedAtoms_49">
            <a:extLst>
              <a:ext uri="{FF2B5EF4-FFF2-40B4-BE49-F238E27FC236}">
                <a16:creationId xmlns:a16="http://schemas.microsoft.com/office/drawing/2014/main" id="{2A9ADC1E-5C95-4265-A6D1-01533B9F90FE}"/>
              </a:ext>
            </a:extLst>
          </p:cNvPr>
          <p:cNvSpPr>
            <a:spLocks noGrp="1"/>
          </p:cNvSpPr>
          <p:nvPr/>
        </p:nvSpPr>
        <p:spPr>
          <a:xfrm>
            <a:off x="7077865" y="63313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32" name="9wup_2_build_PredictedAtoms_50">
            <a:extLst>
              <a:ext uri="{FF2B5EF4-FFF2-40B4-BE49-F238E27FC236}">
                <a16:creationId xmlns:a16="http://schemas.microsoft.com/office/drawing/2014/main" id="{5271EE34-C016-4446-96B5-16BAE3D9C604}"/>
              </a:ext>
            </a:extLst>
          </p:cNvPr>
          <p:cNvSpPr>
            <a:spLocks noGrp="1"/>
          </p:cNvSpPr>
          <p:nvPr/>
        </p:nvSpPr>
        <p:spPr>
          <a:xfrm>
            <a:off x="7096683" y="63247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33" name="9wup_2_build_PredictedAtoms_51">
            <a:extLst>
              <a:ext uri="{FF2B5EF4-FFF2-40B4-BE49-F238E27FC236}">
                <a16:creationId xmlns:a16="http://schemas.microsoft.com/office/drawing/2014/main" id="{B939AC3A-A430-4B88-B6EE-97FC108F0B40}"/>
              </a:ext>
            </a:extLst>
          </p:cNvPr>
          <p:cNvSpPr>
            <a:spLocks noGrp="1"/>
          </p:cNvSpPr>
          <p:nvPr/>
        </p:nvSpPr>
        <p:spPr>
          <a:xfrm>
            <a:off x="6984097" y="65389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34" name="9wup_2_build_PredictedAtoms_52">
            <a:extLst>
              <a:ext uri="{FF2B5EF4-FFF2-40B4-BE49-F238E27FC236}">
                <a16:creationId xmlns:a16="http://schemas.microsoft.com/office/drawing/2014/main" id="{978240B8-7711-465C-A2D7-B70E8C0E70A9}"/>
              </a:ext>
            </a:extLst>
          </p:cNvPr>
          <p:cNvSpPr>
            <a:spLocks noGrp="1"/>
          </p:cNvSpPr>
          <p:nvPr/>
        </p:nvSpPr>
        <p:spPr>
          <a:xfrm>
            <a:off x="6911108" y="66503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35" name="9wup_2_build_Clashes_0">
            <a:extLst>
              <a:ext uri="{FF2B5EF4-FFF2-40B4-BE49-F238E27FC236}">
                <a16:creationId xmlns:a16="http://schemas.microsoft.com/office/drawing/2014/main" id="{E55651CB-F22D-4929-83A1-4492D5609DD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870117" y="1093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36" name="9wup_2_build_Clashes_1">
            <a:extLst>
              <a:ext uri="{FF2B5EF4-FFF2-40B4-BE49-F238E27FC236}">
                <a16:creationId xmlns:a16="http://schemas.microsoft.com/office/drawing/2014/main" id="{BE9EC311-5F46-479A-8F2E-42B418E3AED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37" name="9wup_2_build_Clashes_2">
            <a:extLst>
              <a:ext uri="{FF2B5EF4-FFF2-40B4-BE49-F238E27FC236}">
                <a16:creationId xmlns:a16="http://schemas.microsoft.com/office/drawing/2014/main" id="{8B2F02F8-2926-4864-9E1D-783DE4B73D2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38" name="9wup_2_build_Clashes_3">
            <a:extLst>
              <a:ext uri="{FF2B5EF4-FFF2-40B4-BE49-F238E27FC236}">
                <a16:creationId xmlns:a16="http://schemas.microsoft.com/office/drawing/2014/main" id="{12C2268F-EDD8-40F9-AFBE-82353B71627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39" name="9wup_2_build_Clashes_4">
            <a:extLst>
              <a:ext uri="{FF2B5EF4-FFF2-40B4-BE49-F238E27FC236}">
                <a16:creationId xmlns:a16="http://schemas.microsoft.com/office/drawing/2014/main" id="{4E80CC91-3DEE-425E-8CA5-5EB7FC8DF33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59953" y="127407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40" name="9wup_2_build_Clashes_5">
            <a:extLst>
              <a:ext uri="{FF2B5EF4-FFF2-40B4-BE49-F238E27FC236}">
                <a16:creationId xmlns:a16="http://schemas.microsoft.com/office/drawing/2014/main" id="{735D9C88-1456-4669-8E9B-27619502466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41" name="9wup_2_build_Clashes_6">
            <a:extLst>
              <a:ext uri="{FF2B5EF4-FFF2-40B4-BE49-F238E27FC236}">
                <a16:creationId xmlns:a16="http://schemas.microsoft.com/office/drawing/2014/main" id="{E1CE420C-4D84-48BA-B763-CE9B004C6FC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42" name="9wup_2_build_Clashes_7">
            <a:extLst>
              <a:ext uri="{FF2B5EF4-FFF2-40B4-BE49-F238E27FC236}">
                <a16:creationId xmlns:a16="http://schemas.microsoft.com/office/drawing/2014/main" id="{8616059C-C78B-4975-91C7-7E80F34837C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43" name="9wup_2_build_Clashes_8">
            <a:extLst>
              <a:ext uri="{FF2B5EF4-FFF2-40B4-BE49-F238E27FC236}">
                <a16:creationId xmlns:a16="http://schemas.microsoft.com/office/drawing/2014/main" id="{19493EDA-E4CB-409E-B857-23CDFE5F34E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0091" y="3795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44" name="9wup_2_build_Clashes_9">
            <a:extLst>
              <a:ext uri="{FF2B5EF4-FFF2-40B4-BE49-F238E27FC236}">
                <a16:creationId xmlns:a16="http://schemas.microsoft.com/office/drawing/2014/main" id="{F96F755A-0E2F-4FFD-8217-AF5C7FDAC38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45" name="9wup_2_build_Clashes_10">
            <a:extLst>
              <a:ext uri="{FF2B5EF4-FFF2-40B4-BE49-F238E27FC236}">
                <a16:creationId xmlns:a16="http://schemas.microsoft.com/office/drawing/2014/main" id="{6F55E738-67A1-46C9-8AA0-B60A8D1AD72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46" name="9wup_2_build_Clashes_11">
            <a:extLst>
              <a:ext uri="{FF2B5EF4-FFF2-40B4-BE49-F238E27FC236}">
                <a16:creationId xmlns:a16="http://schemas.microsoft.com/office/drawing/2014/main" id="{53EA4EDF-C130-4C9B-B8CC-51D7ABCE97F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732467" y="7284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47" name="9wup_2_build_Clashes_12">
            <a:extLst>
              <a:ext uri="{FF2B5EF4-FFF2-40B4-BE49-F238E27FC236}">
                <a16:creationId xmlns:a16="http://schemas.microsoft.com/office/drawing/2014/main" id="{BC2014DA-8AE0-4515-9C51-6887C68B723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48" name="9wup_2_build_Clashes_13">
            <a:extLst>
              <a:ext uri="{FF2B5EF4-FFF2-40B4-BE49-F238E27FC236}">
                <a16:creationId xmlns:a16="http://schemas.microsoft.com/office/drawing/2014/main" id="{271C57DC-C2A5-4BBC-894F-762F4894FBA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1076063" y="37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49" name="9wup_2_build_Clashes_14">
            <a:extLst>
              <a:ext uri="{FF2B5EF4-FFF2-40B4-BE49-F238E27FC236}">
                <a16:creationId xmlns:a16="http://schemas.microsoft.com/office/drawing/2014/main" id="{967B32F4-EA5E-4CBD-AABF-2E8F11B13B8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0676" y="178246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50" name="9wup_2_build_ClashingReceptorAtoms_0">
            <a:extLst>
              <a:ext uri="{FF2B5EF4-FFF2-40B4-BE49-F238E27FC236}">
                <a16:creationId xmlns:a16="http://schemas.microsoft.com/office/drawing/2014/main" id="{6E51AF02-01C5-45DE-B295-14083791A8CB}"/>
              </a:ext>
            </a:extLst>
          </p:cNvPr>
          <p:cNvSpPr>
            <a:spLocks noGrp="1"/>
          </p:cNvSpPr>
          <p:nvPr/>
        </p:nvSpPr>
        <p:spPr>
          <a:xfrm>
            <a:off x="6752134" y="62219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51" name="9wup_2_build_ClashingReceptorAtoms_1">
            <a:extLst>
              <a:ext uri="{FF2B5EF4-FFF2-40B4-BE49-F238E27FC236}">
                <a16:creationId xmlns:a16="http://schemas.microsoft.com/office/drawing/2014/main" id="{C86E67EA-9FEA-44CC-A21C-CAC3B1EC7ED5}"/>
              </a:ext>
            </a:extLst>
          </p:cNvPr>
          <p:cNvSpPr>
            <a:spLocks noGrp="1"/>
          </p:cNvSpPr>
          <p:nvPr/>
        </p:nvSpPr>
        <p:spPr>
          <a:xfrm>
            <a:off x="7111290" y="616546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52" name="9wup_2_build_ClashingReceptorAtoms_2">
            <a:extLst>
              <a:ext uri="{FF2B5EF4-FFF2-40B4-BE49-F238E27FC236}">
                <a16:creationId xmlns:a16="http://schemas.microsoft.com/office/drawing/2014/main" id="{CE981A19-C781-4287-AA61-FFA25C5113AB}"/>
              </a:ext>
            </a:extLst>
          </p:cNvPr>
          <p:cNvSpPr>
            <a:spLocks noGrp="1"/>
          </p:cNvSpPr>
          <p:nvPr/>
        </p:nvSpPr>
        <p:spPr>
          <a:xfrm>
            <a:off x="7224450" y="617644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53" name="9wup_2_build_ClashingReceptorAtoms_3">
            <a:extLst>
              <a:ext uri="{FF2B5EF4-FFF2-40B4-BE49-F238E27FC236}">
                <a16:creationId xmlns:a16="http://schemas.microsoft.com/office/drawing/2014/main" id="{613F9251-1F3A-4832-82CA-B070DB030136}"/>
              </a:ext>
            </a:extLst>
          </p:cNvPr>
          <p:cNvSpPr>
            <a:spLocks noGrp="1"/>
          </p:cNvSpPr>
          <p:nvPr/>
        </p:nvSpPr>
        <p:spPr>
          <a:xfrm>
            <a:off x="6880855" y="621170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54" name="9wup_2_build_ClashingReceptorAtoms_4">
            <a:extLst>
              <a:ext uri="{FF2B5EF4-FFF2-40B4-BE49-F238E27FC236}">
                <a16:creationId xmlns:a16="http://schemas.microsoft.com/office/drawing/2014/main" id="{A336A02A-64AB-4647-A20A-F0C1373962E3}"/>
              </a:ext>
            </a:extLst>
          </p:cNvPr>
          <p:cNvSpPr>
            <a:spLocks noGrp="1"/>
          </p:cNvSpPr>
          <p:nvPr/>
        </p:nvSpPr>
        <p:spPr>
          <a:xfrm>
            <a:off x="6738479" y="65183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55" name="9wup_2_build_ClashingReceptorAtoms_5">
            <a:extLst>
              <a:ext uri="{FF2B5EF4-FFF2-40B4-BE49-F238E27FC236}">
                <a16:creationId xmlns:a16="http://schemas.microsoft.com/office/drawing/2014/main" id="{E4DC8DAB-17BF-4925-B62A-8DBFF1F02341}"/>
              </a:ext>
            </a:extLst>
          </p:cNvPr>
          <p:cNvSpPr>
            <a:spLocks noGrp="1"/>
          </p:cNvSpPr>
          <p:nvPr/>
        </p:nvSpPr>
        <p:spPr>
          <a:xfrm>
            <a:off x="7018505" y="723244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56" name="9wup_2_build_ClashingReceptorAtoms_6">
            <a:extLst>
              <a:ext uri="{FF2B5EF4-FFF2-40B4-BE49-F238E27FC236}">
                <a16:creationId xmlns:a16="http://schemas.microsoft.com/office/drawing/2014/main" id="{60876F1D-530E-42C7-AF2A-763EE811448C}"/>
              </a:ext>
            </a:extLst>
          </p:cNvPr>
          <p:cNvSpPr>
            <a:spLocks noGrp="1"/>
          </p:cNvSpPr>
          <p:nvPr/>
        </p:nvSpPr>
        <p:spPr>
          <a:xfrm>
            <a:off x="7126958" y="730251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57" name="9wup_2_build_ClashingReceptorAtoms_7">
            <a:extLst>
              <a:ext uri="{FF2B5EF4-FFF2-40B4-BE49-F238E27FC236}">
                <a16:creationId xmlns:a16="http://schemas.microsoft.com/office/drawing/2014/main" id="{01B10190-4367-4800-9094-21808E7700A4}"/>
              </a:ext>
            </a:extLst>
          </p:cNvPr>
          <p:cNvSpPr>
            <a:spLocks noGrp="1"/>
          </p:cNvSpPr>
          <p:nvPr/>
        </p:nvSpPr>
        <p:spPr>
          <a:xfrm>
            <a:off x="7226835" y="722669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58" name="9wup_2_build_ClashingReceptorAtoms_8">
            <a:extLst>
              <a:ext uri="{FF2B5EF4-FFF2-40B4-BE49-F238E27FC236}">
                <a16:creationId xmlns:a16="http://schemas.microsoft.com/office/drawing/2014/main" id="{B99CD21F-A924-47DF-9298-6B73EFCAA612}"/>
              </a:ext>
            </a:extLst>
          </p:cNvPr>
          <p:cNvSpPr>
            <a:spLocks noGrp="1"/>
          </p:cNvSpPr>
          <p:nvPr/>
        </p:nvSpPr>
        <p:spPr>
          <a:xfrm>
            <a:off x="7213436" y="717242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59" name="9wup_2_build_ClashingReceptorAtoms_9">
            <a:extLst>
              <a:ext uri="{FF2B5EF4-FFF2-40B4-BE49-F238E27FC236}">
                <a16:creationId xmlns:a16="http://schemas.microsoft.com/office/drawing/2014/main" id="{62C71CCB-FD2B-4933-BC00-2EA1ED16A1F6}"/>
              </a:ext>
            </a:extLst>
          </p:cNvPr>
          <p:cNvSpPr>
            <a:spLocks noGrp="1"/>
          </p:cNvSpPr>
          <p:nvPr/>
        </p:nvSpPr>
        <p:spPr>
          <a:xfrm>
            <a:off x="7108340" y="741293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60" name="stage3-cases-alternatives_38">
            <a:extLst>
              <a:ext uri="{FF2B5EF4-FFF2-40B4-BE49-F238E27FC236}">
                <a16:creationId xmlns:a16="http://schemas.microsoft.com/office/drawing/2014/main" id="{3D7F2156-1A8D-4402-9F6F-4EB901E39547}"/>
              </a:ext>
            </a:extLst>
          </p:cNvPr>
          <p:cNvSpPr>
            <a:spLocks noGrp="1"/>
          </p:cNvSpPr>
          <p:nvPr/>
        </p:nvSpPr>
        <p:spPr>
          <a:xfrm>
            <a:off x="61722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4.02 Å   D 66%   Clash 15</a:t>
            </a:r>
          </a:p>
        </p:txBody>
      </p:sp>
      <p:sp>
        <p:nvSpPr>
          <p:cNvPr id="1561" name="stage3-cases-alternatives_39">
            <a:extLst>
              <a:ext uri="{FF2B5EF4-FFF2-40B4-BE49-F238E27FC236}">
                <a16:creationId xmlns:a16="http://schemas.microsoft.com/office/drawing/2014/main" id="{DAFB9ABA-6D65-4571-BEE1-E327BF6E92D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8124825"/>
                </a:moveTo>
                <a:lnTo>
                  <a:pt x="419100" y="81248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1562" name="stage3-cases-alternatives_40">
            <a:extLst>
              <a:ext uri="{FF2B5EF4-FFF2-40B4-BE49-F238E27FC236}">
                <a16:creationId xmlns:a16="http://schemas.microsoft.com/office/drawing/2014/main" id="{9B0439A0-7186-4C43-8686-84ED8CDDE5A4}"/>
              </a:ext>
            </a:extLst>
          </p:cNvPr>
          <p:cNvSpPr>
            <a:spLocks noGrp="1"/>
          </p:cNvSpPr>
          <p:nvPr/>
        </p:nvSpPr>
        <p:spPr>
          <a:xfrm>
            <a:off x="485775" y="80010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1563" name="stage3-cases-alternatives_41">
            <a:extLst>
              <a:ext uri="{FF2B5EF4-FFF2-40B4-BE49-F238E27FC236}">
                <a16:creationId xmlns:a16="http://schemas.microsoft.com/office/drawing/2014/main" id="{DBAFE5D7-638D-46B4-BEDD-32C459413F8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8124825"/>
                </a:moveTo>
                <a:lnTo>
                  <a:pt x="2619375" y="81248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1564" name="stage3-cases-alternatives_42">
            <a:extLst>
              <a:ext uri="{FF2B5EF4-FFF2-40B4-BE49-F238E27FC236}">
                <a16:creationId xmlns:a16="http://schemas.microsoft.com/office/drawing/2014/main" id="{B9D18FAD-7934-480C-8F64-CE311A28AD8F}"/>
              </a:ext>
            </a:extLst>
          </p:cNvPr>
          <p:cNvSpPr>
            <a:spLocks noGrp="1"/>
          </p:cNvSpPr>
          <p:nvPr/>
        </p:nvSpPr>
        <p:spPr>
          <a:xfrm>
            <a:off x="2686050" y="80010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1565" name="stage3-cases-alternatives_43">
            <a:extLst>
              <a:ext uri="{FF2B5EF4-FFF2-40B4-BE49-F238E27FC236}">
                <a16:creationId xmlns:a16="http://schemas.microsoft.com/office/drawing/2014/main" id="{1B137320-AE14-4EA2-B223-64FFBEFCD4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8124825"/>
                </a:moveTo>
                <a:lnTo>
                  <a:pt x="5505450" y="81248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1566" name="stage3-cases-alternatives_44">
            <a:extLst>
              <a:ext uri="{FF2B5EF4-FFF2-40B4-BE49-F238E27FC236}">
                <a16:creationId xmlns:a16="http://schemas.microsoft.com/office/drawing/2014/main" id="{EC673236-7F54-4238-8D11-896B631E7854}"/>
              </a:ext>
            </a:extLst>
          </p:cNvPr>
          <p:cNvSpPr>
            <a:spLocks noGrp="1"/>
          </p:cNvSpPr>
          <p:nvPr/>
        </p:nvSpPr>
        <p:spPr>
          <a:xfrm>
            <a:off x="5572125" y="80010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1567" name="stage3-cases-alternatives_45">
            <a:extLst>
              <a:ext uri="{FF2B5EF4-FFF2-40B4-BE49-F238E27FC236}">
                <a16:creationId xmlns:a16="http://schemas.microsoft.com/office/drawing/2014/main" id="{2DB9E957-F86C-4252-9D09-54A21E66120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8124825"/>
                </a:moveTo>
                <a:lnTo>
                  <a:pt x="7239000" y="81248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1568" name="stage3-cases-alternatives_46">
            <a:extLst>
              <a:ext uri="{FF2B5EF4-FFF2-40B4-BE49-F238E27FC236}">
                <a16:creationId xmlns:a16="http://schemas.microsoft.com/office/drawing/2014/main" id="{70528458-4479-4D4C-9410-506326E98359}"/>
              </a:ext>
            </a:extLst>
          </p:cNvPr>
          <p:cNvSpPr>
            <a:spLocks noGrp="1"/>
          </p:cNvSpPr>
          <p:nvPr/>
        </p:nvSpPr>
        <p:spPr>
          <a:xfrm>
            <a:off x="7305675" y="80010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43996822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760</Words>
  <Application>Microsoft Office PowerPoint</Application>
  <DocSecurity>0</DocSecurity>
  <PresentationFormat>自定义</PresentationFormat>
  <Paragraphs>112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7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1</cp:revision>
  <dcterms:created xsi:type="dcterms:W3CDTF">2026-10-03T07:12:27Z</dcterms:created>
  <dcterms:modified xsi:type="dcterms:W3CDTF">2026-10-03T07:13:05Z</dcterms:modified>
</cp:coreProperties>
</file>