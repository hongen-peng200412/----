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7_51F486EC.xml" ContentType="application/vnd.ms-powerpoint.comments+xml"/>
  <Override PartName="/ppt/notesSlides/notesSlide3.xml" ContentType="application/vnd.openxmlformats-officedocument.presentationml.notesSlide+xml"/>
  <Override PartName="/ppt/comments/modernComment_108_CB009D4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63" r:id="rId3"/>
    <p:sldId id="264" r:id="rId4"/>
  </p:sldIdLst>
  <p:sldSz cx="6480175" cy="446881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3F71A66-0C34-DF1A-5236-FECDBC820DCB}" name="Hongen Peng" initials="HP" userId="965de47efeb7ffa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646" autoAdjust="0"/>
  </p:normalViewPr>
  <p:slideViewPr>
    <p:cSldViewPr snapToGrid="0">
      <p:cViewPr varScale="1">
        <p:scale>
          <a:sx n="153" d="100"/>
          <a:sy n="153" d="100"/>
        </p:scale>
        <p:origin x="144"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comments/modernComment_107_51F486EC.xml><?xml version="1.0" encoding="utf-8"?>
<p188:cmLst xmlns:a="http://schemas.openxmlformats.org/drawingml/2006/main" xmlns:r="http://schemas.openxmlformats.org/officeDocument/2006/relationships" xmlns:p188="http://schemas.microsoft.com/office/powerpoint/2018/8/main">
  <p188:cm id="{1716EBE0-D356-48DF-A147-6610B2C11D06}" authorId="{D3F71A66-0C34-DF1A-5236-FECDBC820DCB}" created="2026-10-02T04:04:18.672">
    <pc:sldMkLst xmlns:pc="http://schemas.microsoft.com/office/powerpoint/2013/main/command">
      <pc:docMk/>
      <pc:sldMk cId="1374979820" sldId="263"/>
    </pc:sldMkLst>
    <p188:txBody>
      <a:bodyPr/>
      <a:lstStyle/>
      <a:p>
        <a:r>
          <a:rPr lang="zh-CN" altLang="en-US"/>
          <a:t>V2 — 双编码器并行
候选与配体两个编码器并排，各自向下形成表示，并在底部汇入评分。优点是两侧独立性和读出关系直观；不足是候选侧仍需克制地控制细节。
这张图与 Overview 分工：Overview 讲整体任务，此图解释 Methods。密度输入、通道堆叠，以及 b 部分的 U-Net 特征块和受体原子采用独立高分辨率示意素材；文字、边框、连线及其余原有对象保持可编辑。按语义分组，可逐层取消组合。
绘图依据：论文草稿.nature.Stage1更新.docx / 论文草稿.operation.docx 中统一输入、Stage1-Find、Stage2-Match、Stage3-Build 方法段落；以及用户在历史图片上的批注与本轮要求。
科学关系：密度由 4 × 2 × 7 构成 56 通道；受体原子有 50 维特征。受体嵌入通过 soft scatter 为体素分支供特征，同时为点云分支供真实原子表示；伪原子来自 binding-area 采样。多尺度信息只由 voxel 向 point 注入。PTV3 中真实原子为较大浅色球、伪原子为较小橙色实心菱形。
Match 的 U-Net 只输出 h_j^vox；基础摘要一方面进入 FiLM 作为被调制对象，另一方面作为交叉注意力查询。口袋与 local cues（blob、伪原子）在图中独立，池化与注意力是并行读出。摘要拼接后经 MLP 为 FiLM 提供条件。示意不规定不同特征类型之间的参数共享、MLP 数量或逐次调制顺序。配体语言向量分别读取自身图与其他身份语言向量；两个编码器只在评分处汇合，前景头独立。
Build 的 site p 来自 Find，配体身份以 SMILES 表示，结合口袋一起进入默认密度适配 PocketXMol 或符合适用条件的其他 docking 工具。默认分支与工具分支并列，非串联；不强行将其他工具定义为“无密度”。
抽象与限制：模型尺度仅作代表性展开，不表示实际层数/宽度；Find 的候选阈值与 Gaussian 候选打分未展开；recycle 以成对状态符号表示，并非 PTV3 内任意跳连。所有受体/概率/blob/化学结构/矩阵都是合成示意，不是真实 PDB、实验密度或预测成绩。受体原子概率颜色为蓝—白—红，没有密度背景。正式投稿时可替换少量示意为统一样本的真实渲染，箭头与文字仍保持矢量。
页面尺寸：146 × 173.375 mm；正文主要标签约 7–9 pt，小型数学下标与次级标签更小。建议把 146 mm 和 159 mm 两种插入尺寸一起检查。</a:t>
        </a:r>
      </a:p>
    </p188:txBody>
  </p188:cm>
  <p188:cm id="{F7B39D85-6EB4-4A25-BAD2-8E5D86CC2605}" authorId="{D3F71A66-0C34-DF1A-5236-FECDBC820DCB}" created="2026-10-02T04:04:56.395">
    <pc:sldMkLst xmlns:pc="http://schemas.microsoft.com/office/powerpoint/2013/main/command">
      <pc:docMk/>
      <pc:sldMk cId="1374979820" sldId="263"/>
    </pc:sldMkLst>
    <p188:txBody>
      <a:bodyPr/>
      <a:lstStyle/>
      <a:p>
        <a:r>
          <a:rPr lang="zh-CN" altLang="en-US"/>
          <a:t>@@fig-method主图-生图</a:t>
        </a:r>
      </a:p>
    </p188:txBody>
  </p188:cm>
</p188:cmLst>
</file>

<file path=ppt/comments/modernComment_108_CB009D40.xml><?xml version="1.0" encoding="utf-8"?>
<p188:cmLst xmlns:a="http://schemas.openxmlformats.org/drawingml/2006/main" xmlns:r="http://schemas.openxmlformats.org/officeDocument/2006/relationships" xmlns:p188="http://schemas.microsoft.com/office/powerpoint/2018/8/main">
  <p188:cm id="{AA5D51F7-3CB1-4B36-BB20-9743BD6D70F8}" authorId="{D3F71A66-0C34-DF1A-5236-FECDBC820DCB}" created="2026-10-02T04:04:18.672">
    <pc:sldMkLst xmlns:pc="http://schemas.microsoft.com/office/powerpoint/2013/main/command">
      <pc:docMk/>
      <pc:sldMk cId="1374979820" sldId="263"/>
    </pc:sldMkLst>
    <p188:txBody>
      <a:bodyPr/>
      <a:lstStyle/>
      <a:p>
        <a:r>
          <a:rPr lang="zh-CN" altLang="en-US"/>
          <a:t>V2 — 双编码器并行
候选与配体两个编码器并排，各自向下形成表示，并在底部汇入评分。优点是两侧独立性和读出关系直观；不足是候选侧仍需克制地控制细节。
这张图与 Overview 分工：Overview 讲整体任务，此图解释 Methods。密度输入、通道堆叠，以及 b 部分的 U-Net 特征块和受体原子采用独立高分辨率示意素材；文字、边框、连线及其余原有对象保持可编辑。按语义分组，可逐层取消组合。
绘图依据：论文草稿.nature.Stage1更新.docx / 论文草稿.operation.docx 中统一输入、Stage1-Find、Stage2-Match、Stage3-Build 方法段落；以及用户在历史图片上的批注与本轮要求。
科学关系：密度由 4 × 2 × 7 构成 56 通道；受体原子有 50 维特征。受体嵌入通过 soft scatter 为体素分支供特征，同时为点云分支供真实原子表示；伪原子来自 binding-area 采样。多尺度信息只由 voxel 向 point 注入。PTV3 中真实原子为较大浅色球、伪原子为较小橙色实心菱形。
Match 的 U-Net 只输出 h_j^vox；基础摘要一方面进入 FiLM 作为被调制对象，另一方面作为交叉注意力查询。口袋与 local cues（blob、伪原子）在图中独立，池化与注意力是并行读出。摘要拼接后经 MLP 为 FiLM 提供条件。示意不规定不同特征类型之间的参数共享、MLP 数量或逐次调制顺序。配体语言向量分别读取自身图与其他身份语言向量；两个编码器只在评分处汇合，前景头独立。
Build 的 site p 来自 Find，配体身份以 SMILES 表示，结合口袋一起进入默认密度适配 PocketXMol 或符合适用条件的其他 docking 工具。默认分支与工具分支并列，非串联；不强行将其他工具定义为“无密度”。
抽象与限制：模型尺度仅作代表性展开，不表示实际层数/宽度；Find 的候选阈值与 Gaussian 候选打分未展开；recycle 以成对状态符号表示，并非 PTV3 内任意跳连。所有受体/概率/blob/化学结构/矩阵都是合成示意，不是真实 PDB、实验密度或预测成绩。受体原子概率颜色为蓝—白—红，没有密度背景。正式投稿时可替换少量示意为统一样本的真实渲染，箭头与文字仍保持矢量。
页面尺寸：146 × 173.375 mm；正文主要标签约 7–9 pt，小型数学下标与次级标签更小。建议把 146 mm 和 159 mm 两种插入尺寸一起检查。</a:t>
        </a:r>
      </a:p>
    </p188:txBody>
  </p188:cm>
  <p188:cm id="{DA1AD77A-04DA-4271-A6CF-BB6B05634610}" authorId="{D3F71A66-0C34-DF1A-5236-FECDBC820DCB}" created="2026-10-02T04:04:56.395">
    <pc:sldMkLst xmlns:pc="http://schemas.microsoft.com/office/powerpoint/2013/main/command">
      <pc:docMk/>
      <pc:sldMk cId="1374979820" sldId="263"/>
    </pc:sldMkLst>
    <p188:txBody>
      <a:bodyPr/>
      <a:lstStyle/>
      <a:p>
        <a:r>
          <a:rPr lang="zh-CN" altLang="en-US"/>
          <a:t>@@fig-method主图-可编辑</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Match encodes each candidate region and each user-provided ligand identity from the same PDB. The candidate encoder combines a local density–atom voxel representation with pocket, blob and pseudo-atom features through pooling, attention and </a:t>
            </a:r>
            <a:r>
              <a:rPr dirty="0" err="1"/>
              <a:t>FiLM</a:t>
            </a:r>
            <a:r>
              <a:rPr dirty="0"/>
              <a:t> modulation. The identity encoder combines the original SMI-TED language representation with attention summaries from its own molecular graph and the other ligand identities. An independent foreground head predicts the foreground probability. Learned projections and cosine scoring relate candidate j to identity k in a J × K score matrix. The highlighted matrix cell identifies the illustrated candidate–identity pair; the grid does not display experimental scores. SMILES strings and molecular graphics are schematic examples. Fusion denotes integration of the identity branches at the level of this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3D84F-419E-4242-B19E-2D5D201F2A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40C4D-1E37-03A9-4402-0F8E37B8363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5525C79-D0EB-00EC-08FF-71EBEB6AD4A4}"/>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0D37FD3E-DB99-F3CE-87FD-800377475600}"/>
              </a:ext>
            </a:extLst>
          </p:cNvPr>
          <p:cNvSpPr>
            <a:spLocks noGrp="1"/>
          </p:cNvSpPr>
          <p:nvPr>
            <p:ph type="sldNum" sz="quarter" idx="5"/>
          </p:nvPr>
        </p:nvSpPr>
        <p:spPr/>
      </p:sp>
    </p:spTree>
    <p:extLst>
      <p:ext uri="{BB962C8B-B14F-4D97-AF65-F5344CB8AC3E}">
        <p14:creationId xmlns:p14="http://schemas.microsoft.com/office/powerpoint/2010/main" val="3958311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FAF93-95A5-E700-EB3E-D633DC1444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91D0DC-1B34-631C-1675-038262F9188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B35DC54-749E-52ED-6A38-7450AEE2B1E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7C62A1B0-47C1-F87B-2343-1BB93F2982F5}"/>
              </a:ext>
            </a:extLst>
          </p:cNvPr>
          <p:cNvSpPr>
            <a:spLocks noGrp="1"/>
          </p:cNvSpPr>
          <p:nvPr>
            <p:ph type="sldNum" sz="quarter" idx="5"/>
          </p:nvPr>
        </p:nvSpPr>
        <p:spPr/>
      </p:sp>
    </p:spTree>
    <p:extLst>
      <p:ext uri="{BB962C8B-B14F-4D97-AF65-F5344CB8AC3E}">
        <p14:creationId xmlns:p14="http://schemas.microsoft.com/office/powerpoint/2010/main" val="500209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96109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microsoft.com/office/2018/10/relationships/comments" Target="../comments/modernComment_107_51F486EC.xml"/><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2.xml"/><Relationship Id="rId16"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microsoft.com/office/2018/10/relationships/comments" Target="../comments/modernComment_108_CB009D40.xml"/><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3.xml"/><Relationship Id="rId16"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 name="Match c | refined editable panel"/>
          <p:cNvGrpSpPr/>
          <p:nvPr/>
        </p:nvGrpSpPr>
        <p:grpSpPr>
          <a:xfrm>
            <a:off x="115391" y="0"/>
            <a:ext cx="6249394" cy="4468813"/>
            <a:chOff x="0" y="0"/>
            <a:chExt cx="13811250" cy="9877425"/>
          </a:xfrm>
        </p:grpSpPr>
        <p:sp>
          <p:nvSpPr>
            <p:cNvPr id="3" name="Label 1 c">
              <a:extLst>
                <a:ext uri="{FF2B5EF4-FFF2-40B4-BE49-F238E27FC236}">
                  <a16:creationId xmlns:a16="http://schemas.microsoft.com/office/drawing/2014/main" id="{7F1D8F82-46C9-4C0A-8C0C-1CF5CEA37FF0}"/>
                </a:ext>
              </a:extLst>
            </p:cNvPr>
            <p:cNvSpPr>
              <a:spLocks noGrp="1"/>
            </p:cNvSpPr>
            <p:nvPr/>
          </p:nvSpPr>
          <p:spPr>
            <a:xfrm>
              <a:off x="400050" y="285750"/>
              <a:ext cx="285750" cy="428625"/>
            </a:xfrm>
            <a:prstGeom prst="rect">
              <a:avLst/>
            </a:prstGeom>
            <a:noFill/>
            <a:ln w="0">
              <a:noFill/>
            </a:ln>
          </p:spPr>
          <p:txBody>
            <a:bodyPr wrap="none" lIns="0" tIns="0" rIns="0" bIns="0" anchor="ctr">
              <a:noAutofit/>
            </a:bodyPr>
            <a:lstStyle/>
            <a:p>
              <a:pPr algn="ctr">
                <a:defRPr sz="1153" b="1">
                  <a:solidFill>
                    <a:srgbClr val="203646"/>
                  </a:solidFill>
                  <a:latin typeface="Arial"/>
                  <a:ea typeface="Arial"/>
                  <a:cs typeface="Arial"/>
                </a:defRPr>
              </a:pPr>
              <a:r>
                <a:rPr sz="1153" b="1">
                  <a:solidFill>
                    <a:srgbClr val="203646"/>
                  </a:solidFill>
                  <a:latin typeface="Arial"/>
                  <a:ea typeface="Arial"/>
                  <a:cs typeface="Arial"/>
                </a:rPr>
                <a:t>c</a:t>
              </a:r>
            </a:p>
          </p:txBody>
        </p:sp>
        <p:sp>
          <p:nvSpPr>
            <p:cNvPr id="4" name="Label 2 Match: candidate-to-identity assignment">
              <a:extLst>
                <a:ext uri="{FF2B5EF4-FFF2-40B4-BE49-F238E27FC236}">
                  <a16:creationId xmlns:a16="http://schemas.microsoft.com/office/drawing/2014/main" id="{24D27383-DCF3-437F-978F-1E57E6F8C6BD}"/>
                </a:ext>
              </a:extLst>
            </p:cNvPr>
            <p:cNvSpPr>
              <a:spLocks noGrp="1"/>
            </p:cNvSpPr>
            <p:nvPr/>
          </p:nvSpPr>
          <p:spPr>
            <a:xfrm>
              <a:off x="828675" y="285750"/>
              <a:ext cx="12001500" cy="428625"/>
            </a:xfrm>
            <a:prstGeom prst="rect">
              <a:avLst/>
            </a:prstGeom>
            <a:noFill/>
            <a:ln w="0">
              <a:noFill/>
            </a:ln>
          </p:spPr>
          <p:txBody>
            <a:bodyPr wrap="none" lIns="0" tIns="0" rIns="0" bIns="0" anchor="ctr">
              <a:noAutofit/>
            </a:bodyPr>
            <a:lstStyle/>
            <a:p>
              <a:pPr algn="l">
                <a:defRPr sz="1086" b="1">
                  <a:solidFill>
                    <a:srgbClr val="203646"/>
                  </a:solidFill>
                  <a:latin typeface="Arial"/>
                  <a:ea typeface="Arial"/>
                  <a:cs typeface="Arial"/>
                </a:defRPr>
              </a:pPr>
              <a:r>
                <a:rPr sz="1086" b="1">
                  <a:solidFill>
                    <a:srgbClr val="203646"/>
                  </a:solidFill>
                  <a:latin typeface="Arial"/>
                  <a:ea typeface="Arial"/>
                  <a:cs typeface="Arial"/>
                </a:rPr>
                <a:t>Match: candidate-to-identity assignment</a:t>
              </a:r>
            </a:p>
          </p:txBody>
        </p:sp>
        <p:sp>
          <p:nvSpPr>
            <p:cNvPr id="5" name="Label 3 Candidate encoder">
              <a:extLst>
                <a:ext uri="{FF2B5EF4-FFF2-40B4-BE49-F238E27FC236}">
                  <a16:creationId xmlns:a16="http://schemas.microsoft.com/office/drawing/2014/main" id="{5CA87B76-B1BE-4111-AE84-356529F105DA}"/>
                </a:ext>
              </a:extLst>
            </p:cNvPr>
            <p:cNvSpPr>
              <a:spLocks noGrp="1"/>
            </p:cNvSpPr>
            <p:nvPr/>
          </p:nvSpPr>
          <p:spPr>
            <a:xfrm>
              <a:off x="495300" y="971550"/>
              <a:ext cx="5476875" cy="333375"/>
            </a:xfrm>
            <a:prstGeom prst="rect">
              <a:avLst/>
            </a:prstGeom>
            <a:noFill/>
            <a:ln w="0">
              <a:noFill/>
            </a:ln>
          </p:spPr>
          <p:txBody>
            <a:bodyPr wrap="none" lIns="0" tIns="0" rIns="0" bIns="0" anchor="ctr">
              <a:noAutofit/>
            </a:bodyPr>
            <a:lstStyle/>
            <a:p>
              <a:pPr algn="l">
                <a:defRPr sz="950" b="1">
                  <a:solidFill>
                    <a:srgbClr val="203646"/>
                  </a:solidFill>
                  <a:latin typeface="Arial"/>
                  <a:ea typeface="Arial"/>
                  <a:cs typeface="Arial"/>
                </a:defRPr>
              </a:pPr>
              <a:r>
                <a:rPr sz="950" b="1">
                  <a:solidFill>
                    <a:srgbClr val="203646"/>
                  </a:solidFill>
                  <a:latin typeface="Arial"/>
                  <a:ea typeface="Arial"/>
                  <a:cs typeface="Arial"/>
                </a:rPr>
                <a:t>Candidate encoder</a:t>
              </a:r>
            </a:p>
          </p:txBody>
        </p:sp>
        <p:sp>
          <p:nvSpPr>
            <p:cNvPr id="6" name="Label 4 Identity encoder">
              <a:extLst>
                <a:ext uri="{FF2B5EF4-FFF2-40B4-BE49-F238E27FC236}">
                  <a16:creationId xmlns:a16="http://schemas.microsoft.com/office/drawing/2014/main" id="{291430B5-5ADB-45F0-9A21-F2A7D2071A56}"/>
                </a:ext>
              </a:extLst>
            </p:cNvPr>
            <p:cNvSpPr>
              <a:spLocks noGrp="1"/>
            </p:cNvSpPr>
            <p:nvPr/>
          </p:nvSpPr>
          <p:spPr>
            <a:xfrm>
              <a:off x="7210425" y="971550"/>
              <a:ext cx="5810250" cy="333375"/>
            </a:xfrm>
            <a:prstGeom prst="rect">
              <a:avLst/>
            </a:prstGeom>
            <a:noFill/>
            <a:ln w="0">
              <a:noFill/>
            </a:ln>
          </p:spPr>
          <p:txBody>
            <a:bodyPr wrap="none" lIns="0" tIns="0" rIns="0" bIns="0" anchor="ctr">
              <a:noAutofit/>
            </a:bodyPr>
            <a:lstStyle/>
            <a:p>
              <a:pPr algn="l">
                <a:defRPr sz="950" b="1">
                  <a:solidFill>
                    <a:srgbClr val="203646"/>
                  </a:solidFill>
                  <a:latin typeface="Arial"/>
                  <a:ea typeface="Arial"/>
                  <a:cs typeface="Arial"/>
                </a:defRPr>
              </a:pPr>
              <a:r>
                <a:rPr sz="950" b="1">
                  <a:solidFill>
                    <a:srgbClr val="203646"/>
                  </a:solidFill>
                  <a:latin typeface="Arial"/>
                  <a:ea typeface="Arial"/>
                  <a:cs typeface="Arial"/>
                </a:rPr>
                <a:t>Identity encoder</a:t>
              </a:r>
            </a:p>
          </p:txBody>
        </p:sp>
        <p:sp>
          <p:nvSpPr>
            <p:cNvPr id="7" name="Line 5">
              <a:extLst>
                <a:ext uri="{FF2B5EF4-FFF2-40B4-BE49-F238E27FC236}">
                  <a16:creationId xmlns:a16="http://schemas.microsoft.com/office/drawing/2014/main" id="{BDE4DB87-1BAD-4BC9-9DB4-8E5B33FC0DAF}"/>
                </a:ext>
              </a:extLst>
            </p:cNvPr>
            <p:cNvSpPr>
              <a:spLocks noGrp="1"/>
            </p:cNvSpPr>
            <p:nvPr/>
          </p:nvSpPr>
          <p:spPr>
            <a:xfrm>
              <a:off x="6810375" y="990600"/>
              <a:ext cx="95" cy="7113084"/>
            </a:xfrm>
            <a:custGeom>
              <a:avLst/>
              <a:gdLst/>
              <a:ahLst/>
              <a:cxnLst/>
              <a:rect l="0" t="0" r="0" b="0"/>
              <a:pathLst>
                <a:path w="95" h="6534150">
                  <a:moveTo>
                    <a:pt x="0" y="0"/>
                  </a:moveTo>
                  <a:lnTo>
                    <a:pt x="0" y="6534150"/>
                  </a:lnTo>
                </a:path>
              </a:pathLst>
            </a:custGeom>
            <a:noFill/>
            <a:ln w="5172">
              <a:solidFill>
                <a:srgbClr val="DCE6E5"/>
              </a:solidFill>
              <a:prstDash val="solid"/>
            </a:ln>
          </p:spPr>
        </p:sp>
        <p:sp>
          <p:nvSpPr>
            <p:cNvPr id="8" name="Label 6 Density + atoms">
              <a:extLst>
                <a:ext uri="{FF2B5EF4-FFF2-40B4-BE49-F238E27FC236}">
                  <a16:creationId xmlns:a16="http://schemas.microsoft.com/office/drawing/2014/main" id="{191268D5-D037-466D-AB21-0BECAC829F0B}"/>
                </a:ext>
              </a:extLst>
            </p:cNvPr>
            <p:cNvSpPr>
              <a:spLocks noGrp="1"/>
            </p:cNvSpPr>
            <p:nvPr/>
          </p:nvSpPr>
          <p:spPr>
            <a:xfrm>
              <a:off x="400050" y="1504950"/>
              <a:ext cx="1714500" cy="285750"/>
            </a:xfrm>
            <a:prstGeom prst="rect">
              <a:avLst/>
            </a:prstGeom>
            <a:noFill/>
            <a:ln w="0">
              <a:noFill/>
            </a:ln>
          </p:spPr>
          <p:txBody>
            <a:bodyPr wrap="none" lIns="0" tIns="0" rIns="0" bIns="0" anchor="ctr">
              <a:noAutofit/>
            </a:bodyPr>
            <a:lstStyle/>
            <a:p>
              <a:pPr algn="ctr">
                <a:defRPr sz="780" b="0">
                  <a:solidFill>
                    <a:srgbClr val="6F8290"/>
                  </a:solidFill>
                  <a:latin typeface="Arial"/>
                  <a:ea typeface="Arial"/>
                  <a:cs typeface="Arial"/>
                </a:defRPr>
              </a:pPr>
              <a:r>
                <a:rPr sz="780" b="0">
                  <a:solidFill>
                    <a:srgbClr val="6F8290"/>
                  </a:solidFill>
                  <a:latin typeface="Arial"/>
                  <a:ea typeface="Arial"/>
                  <a:cs typeface="Arial"/>
                </a:rPr>
                <a:t>Density + atoms</a:t>
              </a:r>
            </a:p>
          </p:txBody>
        </p:sp>
        <p:sp>
          <p:nvSpPr>
            <p:cNvPr id="9" name="Label 7 48³ crop">
              <a:extLst>
                <a:ext uri="{FF2B5EF4-FFF2-40B4-BE49-F238E27FC236}">
                  <a16:creationId xmlns:a16="http://schemas.microsoft.com/office/drawing/2014/main" id="{A1E69B51-0D26-4D32-B055-54B9B9544EF9}"/>
                </a:ext>
              </a:extLst>
            </p:cNvPr>
            <p:cNvSpPr>
              <a:spLocks noGrp="1"/>
            </p:cNvSpPr>
            <p:nvPr/>
          </p:nvSpPr>
          <p:spPr>
            <a:xfrm>
              <a:off x="342900" y="2809875"/>
              <a:ext cx="1504950" cy="285750"/>
            </a:xfrm>
            <a:prstGeom prst="rect">
              <a:avLst/>
            </a:prstGeom>
            <a:noFill/>
            <a:ln w="0">
              <a:noFill/>
            </a:ln>
          </p:spPr>
          <p:txBody>
            <a:bodyPr wrap="none" lIns="0" tIns="0" rIns="0" bIns="0" anchor="ctr">
              <a:noAutofit/>
            </a:bodyPr>
            <a:lstStyle/>
            <a:p>
              <a:pPr algn="ctr">
                <a:defRPr sz="780" b="0">
                  <a:solidFill>
                    <a:srgbClr val="6F8290"/>
                  </a:solidFill>
                  <a:latin typeface="Arial"/>
                  <a:ea typeface="Arial"/>
                  <a:cs typeface="Arial"/>
                </a:defRPr>
              </a:pPr>
              <a:r>
                <a:rPr sz="780" b="0">
                  <a:solidFill>
                    <a:srgbClr val="6F8290"/>
                  </a:solidFill>
                  <a:latin typeface="Arial"/>
                  <a:ea typeface="Arial"/>
                  <a:cs typeface="Arial"/>
                </a:rPr>
                <a:t>48³ crop</a:t>
              </a:r>
            </a:p>
          </p:txBody>
        </p:sp>
        <p:sp>
          <p:nvSpPr>
            <p:cNvPr id="10" name="Label 8 Base summary">
              <a:extLst>
                <a:ext uri="{FF2B5EF4-FFF2-40B4-BE49-F238E27FC236}">
                  <a16:creationId xmlns:a16="http://schemas.microsoft.com/office/drawing/2014/main" id="{6612CC9B-9442-436B-BD97-65A9DC658AE7}"/>
                </a:ext>
              </a:extLst>
            </p:cNvPr>
            <p:cNvSpPr>
              <a:spLocks noGrp="1"/>
            </p:cNvSpPr>
            <p:nvPr/>
          </p:nvSpPr>
          <p:spPr>
            <a:xfrm>
              <a:off x="4914900" y="1495425"/>
              <a:ext cx="1695450" cy="276225"/>
            </a:xfrm>
            <a:prstGeom prst="rect">
              <a:avLst/>
            </a:prstGeom>
            <a:noFill/>
            <a:ln w="0">
              <a:noFill/>
            </a:ln>
          </p:spPr>
          <p:txBody>
            <a:bodyPr wrap="none" lIns="0" tIns="0" rIns="0" bIns="0" anchor="ctr">
              <a:noAutofit/>
            </a:bodyPr>
            <a:lstStyle/>
            <a:p>
              <a:pPr algn="ctr">
                <a:defRPr sz="746" b="1">
                  <a:solidFill>
                    <a:srgbClr val="203646"/>
                  </a:solidFill>
                  <a:latin typeface="Arial"/>
                  <a:ea typeface="Arial"/>
                  <a:cs typeface="Arial"/>
                </a:defRPr>
              </a:pPr>
              <a:r>
                <a:rPr sz="746" b="1">
                  <a:solidFill>
                    <a:srgbClr val="203646"/>
                  </a:solidFill>
                  <a:latin typeface="Arial"/>
                  <a:ea typeface="Arial"/>
                  <a:cs typeface="Arial"/>
                </a:rPr>
                <a:t>Base summary</a:t>
              </a:r>
            </a:p>
          </p:txBody>
        </p:sp>
        <mc:AlternateContent xmlns:mc="http://schemas.openxmlformats.org/markup-compatibility/2006" xmlns:a14="http://schemas.microsoft.com/office/drawing/2010/main">
          <mc:Choice Requires="a14">
            <p:sp>
              <p:nvSpPr>
                <p:cNvPr id="11" name="Label 9 h">
                  <a:extLst>
                    <a:ext uri="{FF2B5EF4-FFF2-40B4-BE49-F238E27FC236}">
                      <a16:creationId xmlns:a16="http://schemas.microsoft.com/office/drawing/2014/main" id="{6DAFBB7D-906C-48B7-BC48-2740B4B59D07}"/>
                    </a:ext>
                  </a:extLst>
                </p:cNvPr>
                <p:cNvSpPr>
                  <a:spLocks noGrp="1"/>
                </p:cNvSpPr>
                <p:nvPr/>
              </p:nvSpPr>
              <p:spPr>
                <a:xfrm>
                  <a:off x="5524500" y="1790700"/>
                  <a:ext cx="714375" cy="361950"/>
                </a:xfrm>
                <a:prstGeom prst="rect">
                  <a:avLst/>
                </a:prstGeom>
                <a:noFill/>
                <a:ln w="0">
                  <a:noFill/>
                </a:ln>
              </p:spPr>
              <p:txBody>
                <a:bodyPr wrap="none" lIns="0" tIns="0" rIns="0" bIns="0" anchor="ctr">
                  <a:noAutofit/>
                </a:bodyPr>
                <a:lstStyle/>
                <a:p>
                  <a:pPr algn="l"/>
                  <a14:m>
                    <m:oMathPara xmlns:m="http://schemas.openxmlformats.org/officeDocument/2006/math">
                      <m:oMathParaPr>
                        <m:jc m:val="left"/>
                      </m:oMathParaPr>
                      <m:oMath>
                        <m:sSubSup>
                          <m:sSubSupPr>
                            <m:ctrlPr>
                              <a:rPr lang="en-US" sz="950">
                                <a:solidFill>
                                  <a:srgbClr val="203646"/>
                                </a:solidFill>
                                <a:latin typeface="Cambria Math"/>
                              </a:rPr>
                            </m:ctrlPr>
                          </m:sSubSupPr>
                          <m:e>
                            <m:r>
                              <a:rPr lang="en-US" sz="950">
                                <a:solidFill>
                                  <a:srgbClr val="203646"/>
                                </a:solidFill>
                                <a:latin typeface="Cambria Math"/>
                              </a:rPr>
                              <m:t>ℎ</m:t>
                            </m:r>
                          </m:e>
                          <m:sub>
                            <m:r>
                              <a:rPr lang="en-US" sz="950">
                                <a:solidFill>
                                  <a:srgbClr val="203646"/>
                                </a:solidFill>
                                <a:latin typeface="Cambria Math"/>
                              </a:rPr>
                              <m:t>𝑗</m:t>
                            </m:r>
                          </m:sub>
                          <m:sup>
                            <m:r>
                              <m:rPr>
                                <m:sty m:val="p"/>
                              </m:rPr>
                              <a:rPr lang="en-US" sz="950">
                                <a:solidFill>
                                  <a:srgbClr val="203646"/>
                                </a:solidFill>
                                <a:latin typeface="Cambria Math"/>
                              </a:rPr>
                              <m:t>vox</m:t>
                            </m:r>
                          </m:sup>
                        </m:sSubSup>
                      </m:oMath>
                    </m:oMathPara>
                  </a14:m>
                  <a:endParaRPr lang="en-US" sz="950"/>
                </a:p>
              </p:txBody>
            </p:sp>
          </mc:Choice>
          <mc:Fallback xmlns="">
            <p:sp>
              <p:nvSpPr>
                <p:cNvPr id="11" name="Label 9 h">
                  <a:extLst>
                    <a:ext uri="{FF2B5EF4-FFF2-40B4-BE49-F238E27FC236}">
                      <a16:creationId xmlns:a16="http://schemas.microsoft.com/office/drawing/2014/main" id="{6DAFBB7D-906C-48B7-BC48-2740B4B59D07}"/>
                    </a:ext>
                  </a:extLst>
                </p:cNvPr>
                <p:cNvSpPr>
                  <a:spLocks noGrp="1" noRot="1" noChangeAspect="1" noMove="1" noResize="1" noEditPoints="1" noAdjustHandles="1" noChangeArrowheads="1" noChangeShapeType="1" noTextEdit="1"/>
                </p:cNvSpPr>
                <p:nvPr/>
              </p:nvSpPr>
              <p:spPr>
                <a:xfrm>
                  <a:off x="5524500" y="1790700"/>
                  <a:ext cx="714375" cy="361950"/>
                </a:xfrm>
                <a:prstGeom prst="rect">
                  <a:avLst/>
                </a:prstGeom>
                <a:blipFill>
                  <a:blip r:embed="rId3"/>
                  <a:stretch>
                    <a:fillRect l="-15094" b="-25926"/>
                  </a:stretch>
                </a:blipFill>
                <a:ln w="0">
                  <a:noFill/>
                </a:ln>
              </p:spPr>
              <p:txBody>
                <a:bodyPr/>
                <a:lstStyle/>
                <a:p>
                  <a:r>
                    <a:rPr lang="zh-CN" altLang="en-US">
                      <a:noFill/>
                    </a:rPr>
                    <a:t> </a:t>
                  </a:r>
                </a:p>
              </p:txBody>
            </p:sp>
          </mc:Fallback>
        </mc:AlternateContent>
        <p:sp>
          <p:nvSpPr>
            <p:cNvPr id="12" name="Arrow 10">
              <a:extLst>
                <a:ext uri="{FF2B5EF4-FFF2-40B4-BE49-F238E27FC236}">
                  <a16:creationId xmlns:a16="http://schemas.microsoft.com/office/drawing/2014/main" id="{DF6FC9A7-560D-4F48-9229-F63DEEB9E74A}"/>
                </a:ext>
              </a:extLst>
            </p:cNvPr>
            <p:cNvSpPr>
              <a:spLocks noGrp="1"/>
            </p:cNvSpPr>
            <p:nvPr/>
          </p:nvSpPr>
          <p:spPr>
            <a:xfrm>
              <a:off x="1647825" y="2390775"/>
              <a:ext cx="1076325" cy="95"/>
            </a:xfrm>
            <a:custGeom>
              <a:avLst/>
              <a:gdLst/>
              <a:ahLst/>
              <a:cxnLst/>
              <a:rect l="0" t="0" r="0" b="0"/>
              <a:pathLst>
                <a:path w="1076325" h="95">
                  <a:moveTo>
                    <a:pt x="0" y="0"/>
                  </a:moveTo>
                  <a:lnTo>
                    <a:pt x="1076325" y="0"/>
                  </a:lnTo>
                </a:path>
              </a:pathLst>
            </a:custGeom>
            <a:noFill/>
            <a:ln w="7327">
              <a:solidFill>
                <a:srgbClr val="397FA6"/>
              </a:solidFill>
              <a:prstDash val="solid"/>
            </a:ln>
          </p:spPr>
        </p:sp>
        <p:sp>
          <p:nvSpPr>
            <p:cNvPr id="13" name="Arrow 11">
              <a:extLst>
                <a:ext uri="{FF2B5EF4-FFF2-40B4-BE49-F238E27FC236}">
                  <a16:creationId xmlns:a16="http://schemas.microsoft.com/office/drawing/2014/main" id="{B0A7842E-1518-4284-BC52-3D126FD41DF5}"/>
                </a:ext>
              </a:extLst>
            </p:cNvPr>
            <p:cNvSpPr>
              <a:spLocks noGrp="1"/>
            </p:cNvSpPr>
            <p:nvPr/>
          </p:nvSpPr>
          <p:spPr>
            <a:xfrm>
              <a:off x="3876675" y="2390775"/>
              <a:ext cx="1162050" cy="95"/>
            </a:xfrm>
            <a:custGeom>
              <a:avLst/>
              <a:gdLst/>
              <a:ahLst/>
              <a:cxnLst/>
              <a:rect l="0" t="0" r="0" b="0"/>
              <a:pathLst>
                <a:path w="1162050" h="95">
                  <a:moveTo>
                    <a:pt x="0" y="0"/>
                  </a:moveTo>
                  <a:lnTo>
                    <a:pt x="1162050" y="0"/>
                  </a:lnTo>
                </a:path>
              </a:pathLst>
            </a:custGeom>
            <a:noFill/>
            <a:ln w="7327">
              <a:solidFill>
                <a:srgbClr val="397FA6"/>
              </a:solidFill>
              <a:prstDash val="solid"/>
            </a:ln>
          </p:spPr>
        </p:sp>
        <p:sp>
          <p:nvSpPr>
            <p:cNvPr id="14" name="Arrow 12">
              <a:extLst>
                <a:ext uri="{FF2B5EF4-FFF2-40B4-BE49-F238E27FC236}">
                  <a16:creationId xmlns:a16="http://schemas.microsoft.com/office/drawing/2014/main" id="{4F9C0D86-B3EB-4D05-A329-7F4A2706A3D4}"/>
                </a:ext>
              </a:extLst>
            </p:cNvPr>
            <p:cNvSpPr>
              <a:spLocks noGrp="1"/>
            </p:cNvSpPr>
            <p:nvPr/>
          </p:nvSpPr>
          <p:spPr>
            <a:xfrm>
              <a:off x="5762625" y="2514600"/>
              <a:ext cx="95" cy="4260850"/>
            </a:xfrm>
            <a:custGeom>
              <a:avLst/>
              <a:gdLst/>
              <a:ahLst/>
              <a:cxnLst/>
              <a:rect l="0" t="0" r="0" b="0"/>
              <a:pathLst>
                <a:path w="95" h="3609975">
                  <a:moveTo>
                    <a:pt x="0" y="0"/>
                  </a:moveTo>
                  <a:lnTo>
                    <a:pt x="0" y="3609975"/>
                  </a:lnTo>
                </a:path>
              </a:pathLst>
            </a:custGeom>
            <a:noFill/>
            <a:ln w="7327">
              <a:solidFill>
                <a:srgbClr val="397FA6"/>
              </a:solidFill>
              <a:prstDash val="solid"/>
            </a:ln>
          </p:spPr>
        </p:sp>
        <p:sp>
          <p:nvSpPr>
            <p:cNvPr id="15" name="Operator ">
              <a:extLst>
                <a:ext uri="{FF2B5EF4-FFF2-40B4-BE49-F238E27FC236}">
                  <a16:creationId xmlns:a16="http://schemas.microsoft.com/office/drawing/2014/main" id="{6A635DDF-931C-40C7-9372-FBE3D0225AAE}"/>
                </a:ext>
              </a:extLst>
            </p:cNvPr>
            <p:cNvSpPr>
              <a:spLocks noGrp="1"/>
            </p:cNvSpPr>
            <p:nvPr/>
          </p:nvSpPr>
          <p:spPr>
            <a:xfrm>
              <a:off x="647700" y="3638550"/>
              <a:ext cx="4552950" cy="1362075"/>
            </a:xfrm>
            <a:prstGeom prst="roundRect">
              <a:avLst>
                <a:gd name="adj" fmla="val 4895"/>
              </a:avLst>
            </a:prstGeom>
            <a:solidFill>
              <a:srgbClr val="FCFEFD"/>
            </a:solidFill>
            <a:ln w="6896">
              <a:solidFill>
                <a:srgbClr val="C6DDD5"/>
              </a:solidFill>
            </a:ln>
          </p:spPr>
        </p:sp>
        <p:sp>
          <p:nvSpPr>
            <p:cNvPr id="16" name="Line 13">
              <a:extLst>
                <a:ext uri="{FF2B5EF4-FFF2-40B4-BE49-F238E27FC236}">
                  <a16:creationId xmlns:a16="http://schemas.microsoft.com/office/drawing/2014/main" id="{9DCC26C4-3AFD-4B6C-82E8-F2A92BE1B4ED}"/>
                </a:ext>
              </a:extLst>
            </p:cNvPr>
            <p:cNvSpPr>
              <a:spLocks noGrp="1"/>
            </p:cNvSpPr>
            <p:nvPr/>
          </p:nvSpPr>
          <p:spPr>
            <a:xfrm>
              <a:off x="2343150" y="3771900"/>
              <a:ext cx="95" cy="1095375"/>
            </a:xfrm>
            <a:custGeom>
              <a:avLst/>
              <a:gdLst/>
              <a:ahLst/>
              <a:cxnLst/>
              <a:rect l="0" t="0" r="0" b="0"/>
              <a:pathLst>
                <a:path w="95" h="1095375">
                  <a:moveTo>
                    <a:pt x="0" y="0"/>
                  </a:moveTo>
                  <a:lnTo>
                    <a:pt x="0" y="1095375"/>
                  </a:lnTo>
                </a:path>
              </a:pathLst>
            </a:custGeom>
            <a:noFill/>
            <a:ln w="5172">
              <a:solidFill>
                <a:srgbClr val="C6DDD5"/>
              </a:solidFill>
              <a:prstDash val="dash"/>
            </a:ln>
          </p:spPr>
        </p:sp>
        <p:sp>
          <p:nvSpPr>
            <p:cNvPr id="17" name="Label 14 Pocket">
              <a:extLst>
                <a:ext uri="{FF2B5EF4-FFF2-40B4-BE49-F238E27FC236}">
                  <a16:creationId xmlns:a16="http://schemas.microsoft.com/office/drawing/2014/main" id="{7B341D76-822C-4EFC-896B-D7DA5224B4D2}"/>
                </a:ext>
              </a:extLst>
            </p:cNvPr>
            <p:cNvSpPr>
              <a:spLocks noGrp="1"/>
            </p:cNvSpPr>
            <p:nvPr/>
          </p:nvSpPr>
          <p:spPr>
            <a:xfrm>
              <a:off x="781050" y="3714750"/>
              <a:ext cx="1409700" cy="285750"/>
            </a:xfrm>
            <a:prstGeom prst="rect">
              <a:avLst/>
            </a:prstGeom>
            <a:noFill/>
            <a:ln w="0">
              <a:noFill/>
            </a:ln>
          </p:spPr>
          <p:txBody>
            <a:bodyPr wrap="none" lIns="0" tIns="0" rIns="0" bIns="0" anchor="ctr">
              <a:noAutofit/>
            </a:bodyPr>
            <a:lstStyle/>
            <a:p>
              <a:pPr algn="ctr">
                <a:defRPr sz="780" b="1">
                  <a:solidFill>
                    <a:srgbClr val="203646"/>
                  </a:solidFill>
                  <a:latin typeface="Arial"/>
                  <a:ea typeface="Arial"/>
                  <a:cs typeface="Arial"/>
                </a:defRPr>
              </a:pPr>
              <a:r>
                <a:rPr sz="780" b="1">
                  <a:solidFill>
                    <a:srgbClr val="203646"/>
                  </a:solidFill>
                  <a:latin typeface="Arial"/>
                  <a:ea typeface="Arial"/>
                  <a:cs typeface="Arial"/>
                </a:rPr>
                <a:t>Pocket</a:t>
              </a:r>
            </a:p>
          </p:txBody>
        </p:sp>
        <p:sp>
          <p:nvSpPr>
            <p:cNvPr id="18" name="Label 15 Cues from Find">
              <a:extLst>
                <a:ext uri="{FF2B5EF4-FFF2-40B4-BE49-F238E27FC236}">
                  <a16:creationId xmlns:a16="http://schemas.microsoft.com/office/drawing/2014/main" id="{C141CF89-3E5E-4857-A84C-31A6C715361F}"/>
                </a:ext>
              </a:extLst>
            </p:cNvPr>
            <p:cNvSpPr>
              <a:spLocks noGrp="1"/>
            </p:cNvSpPr>
            <p:nvPr/>
          </p:nvSpPr>
          <p:spPr>
            <a:xfrm>
              <a:off x="2409825" y="3714750"/>
              <a:ext cx="2695575" cy="285750"/>
            </a:xfrm>
            <a:prstGeom prst="rect">
              <a:avLst/>
            </a:prstGeom>
            <a:noFill/>
            <a:ln w="0">
              <a:noFill/>
            </a:ln>
          </p:spPr>
          <p:txBody>
            <a:bodyPr wrap="none" lIns="0" tIns="0" rIns="0" bIns="0" anchor="ctr">
              <a:noAutofit/>
            </a:bodyPr>
            <a:lstStyle/>
            <a:p>
              <a:pPr algn="ctr">
                <a:defRPr sz="780" b="1">
                  <a:solidFill>
                    <a:srgbClr val="203646"/>
                  </a:solidFill>
                  <a:latin typeface="Arial"/>
                  <a:ea typeface="Arial"/>
                  <a:cs typeface="Arial"/>
                </a:defRPr>
              </a:pPr>
              <a:r>
                <a:rPr sz="780" b="1">
                  <a:solidFill>
                    <a:srgbClr val="203646"/>
                  </a:solidFill>
                  <a:latin typeface="Arial"/>
                  <a:ea typeface="Arial"/>
                  <a:cs typeface="Arial"/>
                </a:rPr>
                <a:t>Cues from Find</a:t>
              </a:r>
            </a:p>
          </p:txBody>
        </p:sp>
        <p:sp>
          <p:nvSpPr>
            <p:cNvPr id="19" name="Label 16 Blob">
              <a:extLst>
                <a:ext uri="{FF2B5EF4-FFF2-40B4-BE49-F238E27FC236}">
                  <a16:creationId xmlns:a16="http://schemas.microsoft.com/office/drawing/2014/main" id="{DC548A32-F72A-40A4-8418-2A9509570565}"/>
                </a:ext>
              </a:extLst>
            </p:cNvPr>
            <p:cNvSpPr>
              <a:spLocks noGrp="1"/>
            </p:cNvSpPr>
            <p:nvPr/>
          </p:nvSpPr>
          <p:spPr>
            <a:xfrm>
              <a:off x="2667000" y="4667250"/>
              <a:ext cx="1000125" cy="266700"/>
            </a:xfrm>
            <a:prstGeom prst="rect">
              <a:avLst/>
            </a:prstGeom>
            <a:noFill/>
            <a:ln w="0">
              <a:noFill/>
            </a:ln>
          </p:spPr>
          <p:txBody>
            <a:bodyPr wrap="none" lIns="0" tIns="0" rIns="0" bIns="0" anchor="ctr">
              <a:noAutofit/>
            </a:bodyPr>
            <a:lstStyle/>
            <a:p>
              <a:pPr algn="ctr">
                <a:defRPr sz="679" b="0">
                  <a:solidFill>
                    <a:srgbClr val="203646"/>
                  </a:solidFill>
                  <a:latin typeface="Arial"/>
                  <a:ea typeface="Arial"/>
                  <a:cs typeface="Arial"/>
                </a:defRPr>
              </a:pPr>
              <a:r>
                <a:rPr sz="679" b="0">
                  <a:solidFill>
                    <a:srgbClr val="203646"/>
                  </a:solidFill>
                  <a:latin typeface="Arial"/>
                  <a:ea typeface="Arial"/>
                  <a:cs typeface="Arial"/>
                </a:rPr>
                <a:t>Blob</a:t>
              </a:r>
            </a:p>
          </p:txBody>
        </p:sp>
        <p:sp>
          <p:nvSpPr>
            <p:cNvPr id="20" name="Label 17 Pseudo">
              <a:extLst>
                <a:ext uri="{FF2B5EF4-FFF2-40B4-BE49-F238E27FC236}">
                  <a16:creationId xmlns:a16="http://schemas.microsoft.com/office/drawing/2014/main" id="{9BD417D3-0E17-4ACF-9018-0BE403FB89B6}"/>
                </a:ext>
              </a:extLst>
            </p:cNvPr>
            <p:cNvSpPr>
              <a:spLocks noGrp="1"/>
            </p:cNvSpPr>
            <p:nvPr/>
          </p:nvSpPr>
          <p:spPr>
            <a:xfrm>
              <a:off x="4133850" y="4667250"/>
              <a:ext cx="1000125" cy="266700"/>
            </a:xfrm>
            <a:prstGeom prst="rect">
              <a:avLst/>
            </a:prstGeom>
            <a:noFill/>
            <a:ln w="0">
              <a:noFill/>
            </a:ln>
          </p:spPr>
          <p:txBody>
            <a:bodyPr wrap="none" lIns="0" tIns="0" rIns="0" bIns="0" anchor="ctr">
              <a:noAutofit/>
            </a:bodyPr>
            <a:lstStyle/>
            <a:p>
              <a:pPr algn="ctr">
                <a:defRPr sz="746" b="0">
                  <a:solidFill>
                    <a:srgbClr val="203646"/>
                  </a:solidFill>
                  <a:latin typeface="Arial"/>
                  <a:ea typeface="Arial"/>
                  <a:cs typeface="Arial"/>
                </a:defRPr>
              </a:pPr>
              <a:r>
                <a:rPr sz="746" b="0">
                  <a:solidFill>
                    <a:srgbClr val="203646"/>
                  </a:solidFill>
                  <a:latin typeface="Arial"/>
                  <a:ea typeface="Arial"/>
                  <a:cs typeface="Arial"/>
                </a:rPr>
                <a:t>Pseudo</a:t>
              </a:r>
            </a:p>
          </p:txBody>
        </p:sp>
        <p:sp>
          <p:nvSpPr>
            <p:cNvPr id="21" name="Operator Mean/max pool">
              <a:extLst>
                <a:ext uri="{FF2B5EF4-FFF2-40B4-BE49-F238E27FC236}">
                  <a16:creationId xmlns:a16="http://schemas.microsoft.com/office/drawing/2014/main" id="{B4DDAE5A-8AC7-44AF-AC70-FFA982BC313D}"/>
                </a:ext>
              </a:extLst>
            </p:cNvPr>
            <p:cNvSpPr>
              <a:spLocks noGrp="1"/>
            </p:cNvSpPr>
            <p:nvPr/>
          </p:nvSpPr>
          <p:spPr>
            <a:xfrm>
              <a:off x="647700" y="5895975"/>
              <a:ext cx="2000250" cy="466725"/>
            </a:xfrm>
            <a:prstGeom prst="roundRect">
              <a:avLst>
                <a:gd name="adj" fmla="val 14286"/>
              </a:avLst>
            </a:prstGeom>
            <a:solidFill>
              <a:srgbClr val="FFFFFF"/>
            </a:solidFill>
            <a:ln w="6896">
              <a:solidFill>
                <a:srgbClr val="2B887C"/>
              </a:solidFill>
            </a:ln>
          </p:spPr>
          <p:txBody>
            <a:bodyPr wrap="none" lIns="28575" tIns="9525" rIns="28575" bIns="9525" anchor="ctr">
              <a:noAutofit/>
            </a:bodyPr>
            <a:lstStyle/>
            <a:p>
              <a:pPr algn="ctr">
                <a:defRPr sz="780" b="1">
                  <a:solidFill>
                    <a:srgbClr val="2B887C"/>
                  </a:solidFill>
                  <a:latin typeface="Arial"/>
                  <a:ea typeface="Arial"/>
                  <a:cs typeface="Arial"/>
                </a:defRPr>
              </a:pPr>
              <a:r>
                <a:rPr sz="780" b="1">
                  <a:solidFill>
                    <a:srgbClr val="2B887C"/>
                  </a:solidFill>
                  <a:latin typeface="Arial"/>
                  <a:ea typeface="Arial"/>
                  <a:cs typeface="Arial"/>
                </a:rPr>
                <a:t>Mean/max pool</a:t>
              </a:r>
            </a:p>
          </p:txBody>
        </p:sp>
        <p:sp>
          <p:nvSpPr>
            <p:cNvPr id="22" name="Operator Attention">
              <a:extLst>
                <a:ext uri="{FF2B5EF4-FFF2-40B4-BE49-F238E27FC236}">
                  <a16:creationId xmlns:a16="http://schemas.microsoft.com/office/drawing/2014/main" id="{C4710753-9AFD-4D68-B8DC-20EB145331A3}"/>
                </a:ext>
              </a:extLst>
            </p:cNvPr>
            <p:cNvSpPr>
              <a:spLocks noGrp="1"/>
            </p:cNvSpPr>
            <p:nvPr/>
          </p:nvSpPr>
          <p:spPr>
            <a:xfrm>
              <a:off x="3200400" y="5895975"/>
              <a:ext cx="2000250" cy="466725"/>
            </a:xfrm>
            <a:prstGeom prst="roundRect">
              <a:avLst>
                <a:gd name="adj" fmla="val 14286"/>
              </a:avLst>
            </a:prstGeom>
            <a:solidFill>
              <a:srgbClr val="FFFFFF"/>
            </a:solidFill>
            <a:ln w="6896">
              <a:solidFill>
                <a:srgbClr val="2B887C"/>
              </a:solidFill>
            </a:ln>
          </p:spPr>
          <p:txBody>
            <a:bodyPr wrap="none" lIns="28575" tIns="9525" rIns="28575" bIns="9525" anchor="ctr">
              <a:noAutofit/>
            </a:bodyPr>
            <a:lstStyle/>
            <a:p>
              <a:pPr algn="ctr">
                <a:defRPr sz="780" b="1">
                  <a:solidFill>
                    <a:srgbClr val="2B887C"/>
                  </a:solidFill>
                  <a:latin typeface="Arial"/>
                  <a:ea typeface="Arial"/>
                  <a:cs typeface="Arial"/>
                </a:defRPr>
              </a:pPr>
              <a:r>
                <a:rPr sz="780" b="1">
                  <a:solidFill>
                    <a:srgbClr val="2B887C"/>
                  </a:solidFill>
                  <a:latin typeface="Arial"/>
                  <a:ea typeface="Arial"/>
                  <a:cs typeface="Arial"/>
                </a:rPr>
                <a:t>Attention</a:t>
              </a:r>
            </a:p>
          </p:txBody>
        </p:sp>
        <p:sp>
          <p:nvSpPr>
            <p:cNvPr id="23" name="Line 18">
              <a:extLst>
                <a:ext uri="{FF2B5EF4-FFF2-40B4-BE49-F238E27FC236}">
                  <a16:creationId xmlns:a16="http://schemas.microsoft.com/office/drawing/2014/main" id="{1BF7E2D7-D737-4FE4-934A-06CC5E30649E}"/>
                </a:ext>
              </a:extLst>
            </p:cNvPr>
            <p:cNvSpPr>
              <a:spLocks noGrp="1"/>
            </p:cNvSpPr>
            <p:nvPr/>
          </p:nvSpPr>
          <p:spPr>
            <a:xfrm>
              <a:off x="2924175" y="5000625"/>
              <a:ext cx="95" cy="285750"/>
            </a:xfrm>
            <a:custGeom>
              <a:avLst/>
              <a:gdLst/>
              <a:ahLst/>
              <a:cxnLst/>
              <a:rect l="0" t="0" r="0" b="0"/>
              <a:pathLst>
                <a:path w="95" h="247650">
                  <a:moveTo>
                    <a:pt x="0" y="0"/>
                  </a:moveTo>
                  <a:lnTo>
                    <a:pt x="0" y="247650"/>
                  </a:lnTo>
                </a:path>
              </a:pathLst>
            </a:custGeom>
            <a:noFill/>
            <a:ln w="7327">
              <a:solidFill>
                <a:srgbClr val="2B887C"/>
              </a:solidFill>
              <a:prstDash val="solid"/>
            </a:ln>
          </p:spPr>
        </p:sp>
        <p:sp>
          <p:nvSpPr>
            <p:cNvPr id="24" name="Line 19">
              <a:extLst>
                <a:ext uri="{FF2B5EF4-FFF2-40B4-BE49-F238E27FC236}">
                  <a16:creationId xmlns:a16="http://schemas.microsoft.com/office/drawing/2014/main" id="{658B351A-0E49-40EB-95A6-11DB603CE18C}"/>
                </a:ext>
              </a:extLst>
            </p:cNvPr>
            <p:cNvSpPr>
              <a:spLocks noGrp="1"/>
            </p:cNvSpPr>
            <p:nvPr/>
          </p:nvSpPr>
          <p:spPr>
            <a:xfrm>
              <a:off x="1647825" y="5286375"/>
              <a:ext cx="2552700" cy="217"/>
            </a:xfrm>
            <a:custGeom>
              <a:avLst/>
              <a:gdLst/>
              <a:ahLst/>
              <a:cxnLst/>
              <a:rect l="0" t="0" r="0" b="0"/>
              <a:pathLst>
                <a:path w="2552700" h="95">
                  <a:moveTo>
                    <a:pt x="0" y="0"/>
                  </a:moveTo>
                  <a:lnTo>
                    <a:pt x="2552700" y="0"/>
                  </a:lnTo>
                </a:path>
              </a:pathLst>
            </a:custGeom>
            <a:noFill/>
            <a:ln w="7327">
              <a:solidFill>
                <a:srgbClr val="2B887C"/>
              </a:solidFill>
              <a:prstDash val="solid"/>
            </a:ln>
          </p:spPr>
        </p:sp>
        <p:sp>
          <p:nvSpPr>
            <p:cNvPr id="25" name="Arrow 20">
              <a:extLst>
                <a:ext uri="{FF2B5EF4-FFF2-40B4-BE49-F238E27FC236}">
                  <a16:creationId xmlns:a16="http://schemas.microsoft.com/office/drawing/2014/main" id="{881D18E0-1778-4056-B675-EB9110133E74}"/>
                </a:ext>
              </a:extLst>
            </p:cNvPr>
            <p:cNvSpPr>
              <a:spLocks noGrp="1"/>
            </p:cNvSpPr>
            <p:nvPr/>
          </p:nvSpPr>
          <p:spPr>
            <a:xfrm>
              <a:off x="1647825" y="5286375"/>
              <a:ext cx="95" cy="478971"/>
            </a:xfrm>
            <a:custGeom>
              <a:avLst/>
              <a:gdLst/>
              <a:ahLst/>
              <a:cxnLst/>
              <a:rect l="0" t="0" r="0" b="0"/>
              <a:pathLst>
                <a:path w="95" h="209550">
                  <a:moveTo>
                    <a:pt x="0" y="0"/>
                  </a:moveTo>
                  <a:lnTo>
                    <a:pt x="0" y="209550"/>
                  </a:lnTo>
                </a:path>
              </a:pathLst>
            </a:custGeom>
            <a:noFill/>
            <a:ln w="7327">
              <a:solidFill>
                <a:srgbClr val="2B887C"/>
              </a:solidFill>
              <a:prstDash val="solid"/>
            </a:ln>
          </p:spPr>
        </p:sp>
        <p:sp>
          <p:nvSpPr>
            <p:cNvPr id="26" name="Arrow 21">
              <a:extLst>
                <a:ext uri="{FF2B5EF4-FFF2-40B4-BE49-F238E27FC236}">
                  <a16:creationId xmlns:a16="http://schemas.microsoft.com/office/drawing/2014/main" id="{C977B47A-45AC-4FB5-9C20-E8F7776A388E}"/>
                </a:ext>
              </a:extLst>
            </p:cNvPr>
            <p:cNvSpPr>
              <a:spLocks noGrp="1"/>
            </p:cNvSpPr>
            <p:nvPr/>
          </p:nvSpPr>
          <p:spPr>
            <a:xfrm>
              <a:off x="4200525" y="5286375"/>
              <a:ext cx="95" cy="478971"/>
            </a:xfrm>
            <a:custGeom>
              <a:avLst/>
              <a:gdLst/>
              <a:ahLst/>
              <a:cxnLst/>
              <a:rect l="0" t="0" r="0" b="0"/>
              <a:pathLst>
                <a:path w="95" h="209550">
                  <a:moveTo>
                    <a:pt x="0" y="0"/>
                  </a:moveTo>
                  <a:lnTo>
                    <a:pt x="0" y="209550"/>
                  </a:lnTo>
                </a:path>
              </a:pathLst>
            </a:custGeom>
            <a:noFill/>
            <a:ln w="7327">
              <a:solidFill>
                <a:srgbClr val="2B887C"/>
              </a:solidFill>
              <a:prstDash val="solid"/>
            </a:ln>
          </p:spPr>
        </p:sp>
        <p:sp>
          <p:nvSpPr>
            <p:cNvPr id="27" name="Label 22 K, V">
              <a:extLst>
                <a:ext uri="{FF2B5EF4-FFF2-40B4-BE49-F238E27FC236}">
                  <a16:creationId xmlns:a16="http://schemas.microsoft.com/office/drawing/2014/main" id="{BC6C5941-143C-4B3A-BF30-F79717A25DAA}"/>
                </a:ext>
              </a:extLst>
            </p:cNvPr>
            <p:cNvSpPr>
              <a:spLocks noGrp="1"/>
            </p:cNvSpPr>
            <p:nvPr/>
          </p:nvSpPr>
          <p:spPr>
            <a:xfrm>
              <a:off x="4276725" y="5275385"/>
              <a:ext cx="628650" cy="577048"/>
            </a:xfrm>
            <a:prstGeom prst="rect">
              <a:avLst/>
            </a:prstGeom>
            <a:noFill/>
            <a:ln w="0">
              <a:noFill/>
            </a:ln>
          </p:spPr>
          <p:txBody>
            <a:bodyPr wrap="none" lIns="0" tIns="0" rIns="0" bIns="0" anchor="ctr">
              <a:noAutofit/>
            </a:bodyPr>
            <a:lstStyle/>
            <a:p>
              <a:pPr algn="ctr">
                <a:defRPr sz="713" b="0">
                  <a:solidFill>
                    <a:srgbClr val="2B887C"/>
                  </a:solidFill>
                  <a:latin typeface="Arial"/>
                  <a:ea typeface="Arial"/>
                  <a:cs typeface="Arial"/>
                </a:defRPr>
              </a:pPr>
              <a:r>
                <a:rPr sz="713" b="0">
                  <a:solidFill>
                    <a:srgbClr val="2B887C"/>
                  </a:solidFill>
                  <a:latin typeface="Arial"/>
                  <a:ea typeface="Arial"/>
                  <a:cs typeface="Arial"/>
                </a:rPr>
                <a:t>K, V</a:t>
              </a:r>
            </a:p>
          </p:txBody>
        </p:sp>
        <p:sp>
          <p:nvSpPr>
            <p:cNvPr id="28" name="Arrow 23">
              <a:extLst>
                <a:ext uri="{FF2B5EF4-FFF2-40B4-BE49-F238E27FC236}">
                  <a16:creationId xmlns:a16="http://schemas.microsoft.com/office/drawing/2014/main" id="{4BBAE0E3-9C64-4507-AE3A-19062B74C54C}"/>
                </a:ext>
              </a:extLst>
            </p:cNvPr>
            <p:cNvSpPr>
              <a:spLocks noGrp="1"/>
            </p:cNvSpPr>
            <p:nvPr/>
          </p:nvSpPr>
          <p:spPr>
            <a:xfrm>
              <a:off x="5248275" y="6124575"/>
              <a:ext cx="514350" cy="95"/>
            </a:xfrm>
            <a:custGeom>
              <a:avLst/>
              <a:gdLst/>
              <a:ahLst/>
              <a:cxnLst/>
              <a:rect l="0" t="0" r="0" b="0"/>
              <a:pathLst>
                <a:path w="514350" h="95">
                  <a:moveTo>
                    <a:pt x="514350" y="0"/>
                  </a:moveTo>
                  <a:lnTo>
                    <a:pt x="0" y="0"/>
                  </a:lnTo>
                </a:path>
              </a:pathLst>
            </a:custGeom>
            <a:noFill/>
            <a:ln w="7327">
              <a:solidFill>
                <a:srgbClr val="397FA6"/>
              </a:solidFill>
              <a:prstDash val="solid"/>
            </a:ln>
          </p:spPr>
        </p:sp>
        <p:sp>
          <p:nvSpPr>
            <p:cNvPr id="29" name="Label 24 Q">
              <a:extLst>
                <a:ext uri="{FF2B5EF4-FFF2-40B4-BE49-F238E27FC236}">
                  <a16:creationId xmlns:a16="http://schemas.microsoft.com/office/drawing/2014/main" id="{74FA3950-7A10-43A3-BA6B-CF1CD62A35FE}"/>
                </a:ext>
              </a:extLst>
            </p:cNvPr>
            <p:cNvSpPr>
              <a:spLocks noGrp="1"/>
            </p:cNvSpPr>
            <p:nvPr/>
          </p:nvSpPr>
          <p:spPr>
            <a:xfrm>
              <a:off x="5400675" y="5721804"/>
              <a:ext cx="276225" cy="364671"/>
            </a:xfrm>
            <a:prstGeom prst="rect">
              <a:avLst/>
            </a:prstGeom>
            <a:noFill/>
            <a:ln w="0">
              <a:noFill/>
            </a:ln>
          </p:spPr>
          <p:txBody>
            <a:bodyPr wrap="none" lIns="0" tIns="0" rIns="0" bIns="0" anchor="ctr">
              <a:noAutofit/>
            </a:bodyPr>
            <a:lstStyle/>
            <a:p>
              <a:pPr algn="ctr">
                <a:defRPr sz="746" b="1">
                  <a:solidFill>
                    <a:srgbClr val="397FA6"/>
                  </a:solidFill>
                  <a:latin typeface="Arial"/>
                  <a:ea typeface="Arial"/>
                  <a:cs typeface="Arial"/>
                </a:defRPr>
              </a:pPr>
              <a:r>
                <a:rPr sz="746" b="1">
                  <a:solidFill>
                    <a:srgbClr val="397FA6"/>
                  </a:solidFill>
                  <a:latin typeface="Arial"/>
                  <a:ea typeface="Arial"/>
                  <a:cs typeface="Arial"/>
                </a:rPr>
                <a:t>Q</a:t>
              </a:r>
            </a:p>
          </p:txBody>
        </p:sp>
        <p:sp>
          <p:nvSpPr>
            <p:cNvPr id="30" name="Line 25">
              <a:extLst>
                <a:ext uri="{FF2B5EF4-FFF2-40B4-BE49-F238E27FC236}">
                  <a16:creationId xmlns:a16="http://schemas.microsoft.com/office/drawing/2014/main" id="{941239EA-C042-477A-B5C9-A512EFC05EFB}"/>
                </a:ext>
              </a:extLst>
            </p:cNvPr>
            <p:cNvSpPr>
              <a:spLocks noGrp="1"/>
            </p:cNvSpPr>
            <p:nvPr/>
          </p:nvSpPr>
          <p:spPr>
            <a:xfrm>
              <a:off x="1647825" y="6362700"/>
              <a:ext cx="1276350" cy="353786"/>
            </a:xfrm>
            <a:custGeom>
              <a:avLst/>
              <a:gdLst/>
              <a:ahLst/>
              <a:cxnLst/>
              <a:rect l="0" t="0" r="0" b="0"/>
              <a:pathLst>
                <a:path w="1276350" h="285750">
                  <a:moveTo>
                    <a:pt x="0" y="0"/>
                  </a:moveTo>
                  <a:lnTo>
                    <a:pt x="0" y="285750"/>
                  </a:lnTo>
                  <a:lnTo>
                    <a:pt x="1276350" y="285750"/>
                  </a:lnTo>
                </a:path>
              </a:pathLst>
            </a:custGeom>
            <a:noFill/>
            <a:ln w="7327">
              <a:solidFill>
                <a:srgbClr val="2B887C"/>
              </a:solidFill>
              <a:prstDash val="solid"/>
            </a:ln>
          </p:spPr>
        </p:sp>
        <p:sp>
          <p:nvSpPr>
            <p:cNvPr id="31" name="Arrow 26">
              <a:extLst>
                <a:ext uri="{FF2B5EF4-FFF2-40B4-BE49-F238E27FC236}">
                  <a16:creationId xmlns:a16="http://schemas.microsoft.com/office/drawing/2014/main" id="{EDDA4103-FB14-434A-B443-98C1C25E015D}"/>
                </a:ext>
              </a:extLst>
            </p:cNvPr>
            <p:cNvSpPr>
              <a:spLocks noGrp="1"/>
            </p:cNvSpPr>
            <p:nvPr/>
          </p:nvSpPr>
          <p:spPr>
            <a:xfrm>
              <a:off x="2924175" y="6362700"/>
              <a:ext cx="1276350" cy="495300"/>
            </a:xfrm>
            <a:custGeom>
              <a:avLst/>
              <a:gdLst/>
              <a:ahLst/>
              <a:cxnLst/>
              <a:rect l="0" t="0" r="0" b="0"/>
              <a:pathLst>
                <a:path w="1276350" h="400050">
                  <a:moveTo>
                    <a:pt x="1276350" y="0"/>
                  </a:moveTo>
                  <a:lnTo>
                    <a:pt x="1276350" y="285750"/>
                  </a:lnTo>
                  <a:lnTo>
                    <a:pt x="0" y="285750"/>
                  </a:lnTo>
                  <a:lnTo>
                    <a:pt x="0" y="400050"/>
                  </a:lnTo>
                </a:path>
              </a:pathLst>
            </a:custGeom>
            <a:noFill/>
            <a:ln w="7327">
              <a:solidFill>
                <a:srgbClr val="2B887C"/>
              </a:solidFill>
              <a:prstDash val="solid"/>
            </a:ln>
          </p:spPr>
        </p:sp>
        <p:sp>
          <p:nvSpPr>
            <p:cNvPr id="32" name="Label 27 Concat">
              <a:extLst>
                <a:ext uri="{FF2B5EF4-FFF2-40B4-BE49-F238E27FC236}">
                  <a16:creationId xmlns:a16="http://schemas.microsoft.com/office/drawing/2014/main" id="{FEFF408E-DA64-45BC-A367-88F641E0AED5}"/>
                </a:ext>
              </a:extLst>
            </p:cNvPr>
            <p:cNvSpPr>
              <a:spLocks noGrp="1"/>
            </p:cNvSpPr>
            <p:nvPr/>
          </p:nvSpPr>
          <p:spPr>
            <a:xfrm>
              <a:off x="2495550" y="6374493"/>
              <a:ext cx="857250" cy="294821"/>
            </a:xfrm>
            <a:prstGeom prst="rect">
              <a:avLst/>
            </a:prstGeom>
            <a:noFill/>
            <a:ln w="0">
              <a:noFill/>
            </a:ln>
          </p:spPr>
          <p:txBody>
            <a:bodyPr wrap="none" lIns="0" tIns="0" rIns="0" bIns="0" anchor="ctr">
              <a:noAutofit/>
            </a:bodyPr>
            <a:lstStyle/>
            <a:p>
              <a:pPr algn="ctr">
                <a:defRPr sz="713" b="0">
                  <a:solidFill>
                    <a:srgbClr val="6F8290"/>
                  </a:solidFill>
                  <a:latin typeface="Arial"/>
                  <a:ea typeface="Arial"/>
                  <a:cs typeface="Arial"/>
                </a:defRPr>
              </a:pPr>
              <a:r>
                <a:rPr sz="713" b="0">
                  <a:solidFill>
                    <a:srgbClr val="6F8290"/>
                  </a:solidFill>
                  <a:latin typeface="Arial"/>
                  <a:ea typeface="Arial"/>
                  <a:cs typeface="Arial"/>
                </a:rPr>
                <a:t>Concat</a:t>
              </a:r>
            </a:p>
          </p:txBody>
        </p:sp>
        <p:sp>
          <p:nvSpPr>
            <p:cNvPr id="33" name="Operator MLP">
              <a:extLst>
                <a:ext uri="{FF2B5EF4-FFF2-40B4-BE49-F238E27FC236}">
                  <a16:creationId xmlns:a16="http://schemas.microsoft.com/office/drawing/2014/main" id="{DB8678C0-7F9E-41E0-8E9E-F8392CC539A3}"/>
                </a:ext>
              </a:extLst>
            </p:cNvPr>
            <p:cNvSpPr>
              <a:spLocks noGrp="1"/>
            </p:cNvSpPr>
            <p:nvPr/>
          </p:nvSpPr>
          <p:spPr>
            <a:xfrm>
              <a:off x="2428875" y="6896100"/>
              <a:ext cx="990600" cy="400050"/>
            </a:xfrm>
            <a:prstGeom prst="roundRect">
              <a:avLst>
                <a:gd name="adj" fmla="val 16667"/>
              </a:avLst>
            </a:prstGeom>
            <a:solidFill>
              <a:srgbClr val="FFFFFF"/>
            </a:solidFill>
            <a:ln w="6896">
              <a:solidFill>
                <a:srgbClr val="2B887C"/>
              </a:solidFill>
            </a:ln>
          </p:spPr>
          <p:txBody>
            <a:bodyPr wrap="none" lIns="28575" tIns="9525" rIns="28575" bIns="9525" anchor="ctr">
              <a:noAutofit/>
            </a:bodyPr>
            <a:lstStyle/>
            <a:p>
              <a:pPr algn="ctr">
                <a:defRPr sz="780" b="1">
                  <a:solidFill>
                    <a:srgbClr val="2B887C"/>
                  </a:solidFill>
                  <a:latin typeface="Arial"/>
                  <a:ea typeface="Arial"/>
                  <a:cs typeface="Arial"/>
                </a:defRPr>
              </a:pPr>
              <a:r>
                <a:rPr sz="780" b="1">
                  <a:solidFill>
                    <a:srgbClr val="2B887C"/>
                  </a:solidFill>
                  <a:latin typeface="Arial"/>
                  <a:ea typeface="Arial"/>
                  <a:cs typeface="Arial"/>
                </a:rPr>
                <a:t>MLP</a:t>
              </a:r>
            </a:p>
          </p:txBody>
        </p:sp>
        <p:sp>
          <p:nvSpPr>
            <p:cNvPr id="34" name="Arrow 28">
              <a:extLst>
                <a:ext uri="{FF2B5EF4-FFF2-40B4-BE49-F238E27FC236}">
                  <a16:creationId xmlns:a16="http://schemas.microsoft.com/office/drawing/2014/main" id="{41F4A7D2-1A3C-44B9-8902-187FFF02BED9}"/>
                </a:ext>
              </a:extLst>
            </p:cNvPr>
            <p:cNvSpPr>
              <a:spLocks noGrp="1"/>
            </p:cNvSpPr>
            <p:nvPr/>
          </p:nvSpPr>
          <p:spPr>
            <a:xfrm>
              <a:off x="3419475" y="7096125"/>
              <a:ext cx="1828800" cy="95"/>
            </a:xfrm>
            <a:custGeom>
              <a:avLst/>
              <a:gdLst/>
              <a:ahLst/>
              <a:cxnLst/>
              <a:rect l="0" t="0" r="0" b="0"/>
              <a:pathLst>
                <a:path w="1828800" h="95">
                  <a:moveTo>
                    <a:pt x="0" y="0"/>
                  </a:moveTo>
                  <a:lnTo>
                    <a:pt x="1828800" y="0"/>
                  </a:lnTo>
                </a:path>
              </a:pathLst>
            </a:custGeom>
            <a:noFill/>
            <a:ln w="7327">
              <a:solidFill>
                <a:srgbClr val="2B887C"/>
              </a:solidFill>
              <a:prstDash val="solid"/>
            </a:ln>
          </p:spPr>
        </p:sp>
        <p:sp>
          <p:nvSpPr>
            <p:cNvPr id="35" name="Operator FiLM">
              <a:extLst>
                <a:ext uri="{FF2B5EF4-FFF2-40B4-BE49-F238E27FC236}">
                  <a16:creationId xmlns:a16="http://schemas.microsoft.com/office/drawing/2014/main" id="{2E220EB8-C1B7-4DED-9534-935CEE22A04E}"/>
                </a:ext>
              </a:extLst>
            </p:cNvPr>
            <p:cNvSpPr>
              <a:spLocks noGrp="1"/>
            </p:cNvSpPr>
            <p:nvPr/>
          </p:nvSpPr>
          <p:spPr>
            <a:xfrm>
              <a:off x="5305425" y="6858000"/>
              <a:ext cx="914400" cy="466725"/>
            </a:xfrm>
            <a:prstGeom prst="roundRect">
              <a:avLst>
                <a:gd name="adj" fmla="val 14286"/>
              </a:avLst>
            </a:prstGeom>
            <a:solidFill>
              <a:srgbClr val="F4F0F8"/>
            </a:solidFill>
            <a:ln w="6896">
              <a:solidFill>
                <a:srgbClr val="9988B8"/>
              </a:solidFill>
            </a:ln>
          </p:spPr>
          <p:txBody>
            <a:bodyPr wrap="none" lIns="28575" tIns="9525" rIns="28575" bIns="9525" anchor="ctr">
              <a:noAutofit/>
            </a:bodyPr>
            <a:lstStyle/>
            <a:p>
              <a:pPr algn="ctr">
                <a:defRPr sz="815" b="1">
                  <a:solidFill>
                    <a:srgbClr val="9988B8"/>
                  </a:solidFill>
                  <a:latin typeface="Arial"/>
                  <a:ea typeface="Arial"/>
                  <a:cs typeface="Arial"/>
                </a:defRPr>
              </a:pPr>
              <a:r>
                <a:rPr sz="815" b="1">
                  <a:solidFill>
                    <a:srgbClr val="9988B8"/>
                  </a:solidFill>
                  <a:latin typeface="Arial"/>
                  <a:ea typeface="Arial"/>
                  <a:cs typeface="Arial"/>
                </a:rPr>
                <a:t>FiLM</a:t>
              </a:r>
            </a:p>
          </p:txBody>
        </p:sp>
        <p:sp>
          <p:nvSpPr>
            <p:cNvPr id="36" name="Arrow 29">
              <a:extLst>
                <a:ext uri="{FF2B5EF4-FFF2-40B4-BE49-F238E27FC236}">
                  <a16:creationId xmlns:a16="http://schemas.microsoft.com/office/drawing/2014/main" id="{8496D510-7A9D-444B-81B8-AF35E30C9CA5}"/>
                </a:ext>
              </a:extLst>
            </p:cNvPr>
            <p:cNvSpPr>
              <a:spLocks noGrp="1"/>
            </p:cNvSpPr>
            <p:nvPr/>
          </p:nvSpPr>
          <p:spPr>
            <a:xfrm>
              <a:off x="5762625" y="7324725"/>
              <a:ext cx="95" cy="352425"/>
            </a:xfrm>
            <a:custGeom>
              <a:avLst/>
              <a:gdLst/>
              <a:ahLst/>
              <a:cxnLst/>
              <a:rect l="0" t="0" r="0" b="0"/>
              <a:pathLst>
                <a:path w="95" h="352425">
                  <a:moveTo>
                    <a:pt x="0" y="0"/>
                  </a:moveTo>
                  <a:lnTo>
                    <a:pt x="0" y="352425"/>
                  </a:lnTo>
                </a:path>
              </a:pathLst>
            </a:custGeom>
            <a:noFill/>
            <a:ln w="7327">
              <a:solidFill>
                <a:srgbClr val="2B887C"/>
              </a:solidFill>
              <a:prstDash val="solid"/>
            </a:ln>
          </p:spPr>
        </p:sp>
        <mc:AlternateContent xmlns:mc="http://schemas.openxmlformats.org/markup-compatibility/2006" xmlns:a14="http://schemas.microsoft.com/office/drawing/2010/main">
          <mc:Choice Requires="a14">
            <p:sp>
              <p:nvSpPr>
                <p:cNvPr id="37" name="Label 30 h">
                  <a:extLst>
                    <a:ext uri="{FF2B5EF4-FFF2-40B4-BE49-F238E27FC236}">
                      <a16:creationId xmlns:a16="http://schemas.microsoft.com/office/drawing/2014/main" id="{101BB5F8-22E8-49B4-8D3D-39A424D3750D}"/>
                    </a:ext>
                  </a:extLst>
                </p:cNvPr>
                <p:cNvSpPr>
                  <a:spLocks noGrp="1"/>
                </p:cNvSpPr>
                <p:nvPr/>
              </p:nvSpPr>
              <p:spPr>
                <a:xfrm>
                  <a:off x="5153025" y="7372350"/>
                  <a:ext cx="495300" cy="323850"/>
                </a:xfrm>
                <a:prstGeom prst="rect">
                  <a:avLst/>
                </a:prstGeom>
                <a:noFill/>
                <a:ln w="0">
                  <a:noFill/>
                </a:ln>
              </p:spPr>
              <p:txBody>
                <a:bodyPr wrap="none" lIns="0" tIns="0" rIns="0" bIns="0" anchor="ctr">
                  <a:noAutofit/>
                </a:bodyPr>
                <a:lstStyle/>
                <a:p>
                  <a:pPr algn="l"/>
                  <a14:m>
                    <m:oMathPara xmlns:m="http://schemas.openxmlformats.org/officeDocument/2006/math">
                      <m:oMathParaPr>
                        <m:jc m:val="left"/>
                      </m:oMathParaPr>
                      <m:oMath>
                        <m:sSub>
                          <m:sSubPr>
                            <m:ctrlPr>
                              <a:rPr lang="en-US" sz="950">
                                <a:solidFill>
                                  <a:srgbClr val="203646"/>
                                </a:solidFill>
                                <a:latin typeface="Cambria Math"/>
                              </a:rPr>
                            </m:ctrlPr>
                          </m:sSubPr>
                          <m:e>
                            <m:r>
                              <a:rPr lang="en-US" sz="950">
                                <a:solidFill>
                                  <a:srgbClr val="203646"/>
                                </a:solidFill>
                                <a:latin typeface="Cambria Math"/>
                              </a:rPr>
                              <m:t>ℎ</m:t>
                            </m:r>
                          </m:e>
                          <m:sub>
                            <m:r>
                              <a:rPr lang="en-US" sz="950">
                                <a:solidFill>
                                  <a:srgbClr val="203646"/>
                                </a:solidFill>
                                <a:latin typeface="Cambria Math"/>
                              </a:rPr>
                              <m:t>𝑗</m:t>
                            </m:r>
                          </m:sub>
                        </m:sSub>
                      </m:oMath>
                    </m:oMathPara>
                  </a14:m>
                  <a:endParaRPr lang="en-US" sz="950"/>
                </a:p>
              </p:txBody>
            </p:sp>
          </mc:Choice>
          <mc:Fallback xmlns="">
            <p:sp>
              <p:nvSpPr>
                <p:cNvPr id="37" name="Label 30 h">
                  <a:extLst>
                    <a:ext uri="{FF2B5EF4-FFF2-40B4-BE49-F238E27FC236}">
                      <a16:creationId xmlns:a16="http://schemas.microsoft.com/office/drawing/2014/main" id="{101BB5F8-22E8-49B4-8D3D-39A424D3750D}"/>
                    </a:ext>
                  </a:extLst>
                </p:cNvPr>
                <p:cNvSpPr>
                  <a:spLocks noGrp="1" noRot="1" noChangeAspect="1" noMove="1" noResize="1" noEditPoints="1" noAdjustHandles="1" noChangeArrowheads="1" noChangeShapeType="1" noTextEdit="1"/>
                </p:cNvSpPr>
                <p:nvPr/>
              </p:nvSpPr>
              <p:spPr>
                <a:xfrm>
                  <a:off x="5153025" y="7372350"/>
                  <a:ext cx="495300" cy="323850"/>
                </a:xfrm>
                <a:prstGeom prst="rect">
                  <a:avLst/>
                </a:prstGeom>
                <a:blipFill>
                  <a:blip r:embed="rId4"/>
                  <a:stretch>
                    <a:fillRect l="-18919" b="-33333"/>
                  </a:stretch>
                </a:blipFill>
                <a:ln w="0">
                  <a:noFill/>
                </a:ln>
              </p:spPr>
              <p:txBody>
                <a:bodyPr/>
                <a:lstStyle/>
                <a:p>
                  <a:r>
                    <a:rPr lang="zh-CN" altLang="en-US">
                      <a:noFill/>
                    </a:rPr>
                    <a:t> </a:t>
                  </a:r>
                </a:p>
              </p:txBody>
            </p:sp>
          </mc:Fallback>
        </mc:AlternateContent>
        <p:sp>
          <p:nvSpPr>
            <p:cNvPr id="38" name="Label 31 User-provided SMILES · same PDB">
              <a:extLst>
                <a:ext uri="{FF2B5EF4-FFF2-40B4-BE49-F238E27FC236}">
                  <a16:creationId xmlns:a16="http://schemas.microsoft.com/office/drawing/2014/main" id="{ED1CAD8D-F73B-4069-B67E-F003ABB90BE6}"/>
                </a:ext>
              </a:extLst>
            </p:cNvPr>
            <p:cNvSpPr>
              <a:spLocks noGrp="1"/>
            </p:cNvSpPr>
            <p:nvPr/>
          </p:nvSpPr>
          <p:spPr>
            <a:xfrm>
              <a:off x="7429500" y="1323975"/>
              <a:ext cx="5772150" cy="304800"/>
            </a:xfrm>
            <a:prstGeom prst="rect">
              <a:avLst/>
            </a:prstGeom>
            <a:noFill/>
            <a:ln w="0">
              <a:noFill/>
            </a:ln>
          </p:spPr>
          <p:txBody>
            <a:bodyPr wrap="none" lIns="0" tIns="0" rIns="0" bIns="0" anchor="ctr">
              <a:noAutofit/>
            </a:bodyPr>
            <a:lstStyle/>
            <a:p>
              <a:pPr algn="ctr">
                <a:defRPr sz="815" b="0">
                  <a:solidFill>
                    <a:srgbClr val="6F8290"/>
                  </a:solidFill>
                  <a:latin typeface="Arial"/>
                  <a:ea typeface="Arial"/>
                  <a:cs typeface="Arial"/>
                </a:defRPr>
              </a:pPr>
              <a:r>
                <a:rPr sz="815" b="0">
                  <a:solidFill>
                    <a:srgbClr val="6F8290"/>
                  </a:solidFill>
                  <a:latin typeface="Arial"/>
                  <a:ea typeface="Arial"/>
                  <a:cs typeface="Arial"/>
                </a:rPr>
                <a:t>User-provided SMILES · same PDB</a:t>
              </a:r>
            </a:p>
          </p:txBody>
        </p:sp>
        <p:sp>
          <p:nvSpPr>
            <p:cNvPr id="39" name="Operator ">
              <a:extLst>
                <a:ext uri="{FF2B5EF4-FFF2-40B4-BE49-F238E27FC236}">
                  <a16:creationId xmlns:a16="http://schemas.microsoft.com/office/drawing/2014/main" id="{FE5F9913-0FBC-41FD-87CA-F2E109C36703}"/>
                </a:ext>
              </a:extLst>
            </p:cNvPr>
            <p:cNvSpPr>
              <a:spLocks noGrp="1"/>
            </p:cNvSpPr>
            <p:nvPr/>
          </p:nvSpPr>
          <p:spPr>
            <a:xfrm>
              <a:off x="9124950" y="1676400"/>
              <a:ext cx="2047875" cy="1630456"/>
            </a:xfrm>
            <a:prstGeom prst="roundRect">
              <a:avLst>
                <a:gd name="adj" fmla="val 4118"/>
              </a:avLst>
            </a:prstGeom>
            <a:solidFill>
              <a:srgbClr val="FFFFFF"/>
            </a:solidFill>
            <a:ln w="6896">
              <a:solidFill>
                <a:srgbClr val="BFD9CF"/>
              </a:solidFill>
            </a:ln>
          </p:spPr>
        </p:sp>
        <p:sp>
          <p:nvSpPr>
            <p:cNvPr id="40" name="Operator ">
              <a:extLst>
                <a:ext uri="{FF2B5EF4-FFF2-40B4-BE49-F238E27FC236}">
                  <a16:creationId xmlns:a16="http://schemas.microsoft.com/office/drawing/2014/main" id="{CF510BAF-F25B-4A99-A7E7-169D78E5753A}"/>
                </a:ext>
              </a:extLst>
            </p:cNvPr>
            <p:cNvSpPr>
              <a:spLocks noGrp="1"/>
            </p:cNvSpPr>
            <p:nvPr/>
          </p:nvSpPr>
          <p:spPr>
            <a:xfrm>
              <a:off x="9182100" y="2543175"/>
              <a:ext cx="1933575" cy="323850"/>
            </a:xfrm>
            <a:prstGeom prst="roundRect">
              <a:avLst>
                <a:gd name="adj" fmla="val 20588"/>
              </a:avLst>
            </a:prstGeom>
            <a:solidFill>
              <a:srgbClr val="EDF6F1"/>
            </a:solidFill>
            <a:ln w="6896">
              <a:solidFill>
                <a:srgbClr val="2B887C"/>
              </a:solidFill>
            </a:ln>
          </p:spPr>
        </p:sp>
        <p:sp>
          <p:nvSpPr>
            <p:cNvPr id="41" name="Label 32 1">
              <a:extLst>
                <a:ext uri="{FF2B5EF4-FFF2-40B4-BE49-F238E27FC236}">
                  <a16:creationId xmlns:a16="http://schemas.microsoft.com/office/drawing/2014/main" id="{7B38CB17-43C9-4848-8401-8A6E12FCA3BD}"/>
                </a:ext>
              </a:extLst>
            </p:cNvPr>
            <p:cNvSpPr>
              <a:spLocks noGrp="1"/>
            </p:cNvSpPr>
            <p:nvPr/>
          </p:nvSpPr>
          <p:spPr>
            <a:xfrm>
              <a:off x="9229725" y="1733550"/>
              <a:ext cx="247650" cy="266700"/>
            </a:xfrm>
            <a:prstGeom prst="rect">
              <a:avLst/>
            </a:prstGeom>
            <a:noFill/>
            <a:ln w="0">
              <a:noFill/>
            </a:ln>
          </p:spPr>
          <p:txBody>
            <a:bodyPr wrap="none" lIns="0" tIns="0" rIns="0" bIns="0" anchor="ctr">
              <a:noAutofit/>
            </a:bodyPr>
            <a:lstStyle/>
            <a:p>
              <a:pPr algn="ctr">
                <a:defRPr sz="746" b="0">
                  <a:solidFill>
                    <a:srgbClr val="5D83A8"/>
                  </a:solidFill>
                  <a:latin typeface="Arial"/>
                  <a:ea typeface="Arial"/>
                  <a:cs typeface="Arial"/>
                </a:defRPr>
              </a:pPr>
              <a:r>
                <a:rPr sz="746" b="0">
                  <a:solidFill>
                    <a:srgbClr val="5D83A8"/>
                  </a:solidFill>
                  <a:latin typeface="Arial"/>
                  <a:ea typeface="Arial"/>
                  <a:cs typeface="Arial"/>
                </a:rPr>
                <a:t>1</a:t>
              </a:r>
            </a:p>
          </p:txBody>
        </p:sp>
        <p:sp>
          <p:nvSpPr>
            <p:cNvPr id="42" name="Label 33 CCO">
              <a:extLst>
                <a:ext uri="{FF2B5EF4-FFF2-40B4-BE49-F238E27FC236}">
                  <a16:creationId xmlns:a16="http://schemas.microsoft.com/office/drawing/2014/main" id="{2D2F080F-6D00-409D-AF6C-BD6B8EBBD9FD}"/>
                </a:ext>
              </a:extLst>
            </p:cNvPr>
            <p:cNvSpPr>
              <a:spLocks noGrp="1"/>
            </p:cNvSpPr>
            <p:nvPr/>
          </p:nvSpPr>
          <p:spPr>
            <a:xfrm>
              <a:off x="9553575" y="1733550"/>
              <a:ext cx="1504950" cy="266700"/>
            </a:xfrm>
            <a:prstGeom prst="rect">
              <a:avLst/>
            </a:prstGeom>
            <a:noFill/>
            <a:ln w="0">
              <a:noFill/>
            </a:ln>
          </p:spPr>
          <p:txBody>
            <a:bodyPr wrap="none" lIns="0" tIns="0" rIns="0" bIns="0" anchor="ctr">
              <a:noAutofit/>
            </a:bodyPr>
            <a:lstStyle/>
            <a:p>
              <a:pPr algn="l">
                <a:defRPr sz="780" b="0">
                  <a:solidFill>
                    <a:srgbClr val="5D83A8"/>
                  </a:solidFill>
                  <a:latin typeface="Arial"/>
                  <a:ea typeface="Arial"/>
                  <a:cs typeface="Arial"/>
                </a:defRPr>
              </a:pPr>
              <a:r>
                <a:rPr sz="780" b="0">
                  <a:solidFill>
                    <a:srgbClr val="5D83A8"/>
                  </a:solidFill>
                  <a:latin typeface="Arial"/>
                  <a:ea typeface="Arial"/>
                  <a:cs typeface="Arial"/>
                </a:rPr>
                <a:t>CCO</a:t>
              </a:r>
            </a:p>
          </p:txBody>
        </p:sp>
        <p:sp>
          <p:nvSpPr>
            <p:cNvPr id="43" name="Label 34 2">
              <a:extLst>
                <a:ext uri="{FF2B5EF4-FFF2-40B4-BE49-F238E27FC236}">
                  <a16:creationId xmlns:a16="http://schemas.microsoft.com/office/drawing/2014/main" id="{E9DA0728-EA12-4AB4-B455-161C33F5CCD3}"/>
                </a:ext>
              </a:extLst>
            </p:cNvPr>
            <p:cNvSpPr>
              <a:spLocks noGrp="1"/>
            </p:cNvSpPr>
            <p:nvPr/>
          </p:nvSpPr>
          <p:spPr>
            <a:xfrm>
              <a:off x="9229725" y="2152650"/>
              <a:ext cx="247650" cy="266700"/>
            </a:xfrm>
            <a:prstGeom prst="rect">
              <a:avLst/>
            </a:prstGeom>
            <a:noFill/>
            <a:ln w="0">
              <a:noFill/>
            </a:ln>
          </p:spPr>
          <p:txBody>
            <a:bodyPr wrap="none" lIns="0" tIns="0" rIns="0" bIns="0" anchor="ctr">
              <a:noAutofit/>
            </a:bodyPr>
            <a:lstStyle/>
            <a:p>
              <a:pPr algn="ctr">
                <a:defRPr sz="746" b="0">
                  <a:solidFill>
                    <a:srgbClr val="AC844C"/>
                  </a:solidFill>
                  <a:latin typeface="Arial"/>
                  <a:ea typeface="Arial"/>
                  <a:cs typeface="Arial"/>
                </a:defRPr>
              </a:pPr>
              <a:r>
                <a:rPr sz="746" b="0">
                  <a:solidFill>
                    <a:srgbClr val="AC844C"/>
                  </a:solidFill>
                  <a:latin typeface="Arial"/>
                  <a:ea typeface="Arial"/>
                  <a:cs typeface="Arial"/>
                </a:rPr>
                <a:t>2</a:t>
              </a:r>
            </a:p>
          </p:txBody>
        </p:sp>
        <p:sp>
          <p:nvSpPr>
            <p:cNvPr id="44" name="Label 35 CC(=O)O">
              <a:extLst>
                <a:ext uri="{FF2B5EF4-FFF2-40B4-BE49-F238E27FC236}">
                  <a16:creationId xmlns:a16="http://schemas.microsoft.com/office/drawing/2014/main" id="{3AFB7644-D7C9-4E0C-87DB-F35C2A74A94F}"/>
                </a:ext>
              </a:extLst>
            </p:cNvPr>
            <p:cNvSpPr>
              <a:spLocks noGrp="1"/>
            </p:cNvSpPr>
            <p:nvPr/>
          </p:nvSpPr>
          <p:spPr>
            <a:xfrm>
              <a:off x="9553575" y="2152650"/>
              <a:ext cx="1504950" cy="266700"/>
            </a:xfrm>
            <a:prstGeom prst="rect">
              <a:avLst/>
            </a:prstGeom>
            <a:noFill/>
            <a:ln w="0">
              <a:noFill/>
            </a:ln>
          </p:spPr>
          <p:txBody>
            <a:bodyPr wrap="none" lIns="0" tIns="0" rIns="0" bIns="0" anchor="ctr">
              <a:noAutofit/>
            </a:bodyPr>
            <a:lstStyle/>
            <a:p>
              <a:pPr algn="l">
                <a:defRPr sz="780" b="0">
                  <a:solidFill>
                    <a:srgbClr val="AC844C"/>
                  </a:solidFill>
                  <a:latin typeface="Arial"/>
                  <a:ea typeface="Arial"/>
                  <a:cs typeface="Arial"/>
                </a:defRPr>
              </a:pPr>
              <a:r>
                <a:rPr sz="780" b="0">
                  <a:solidFill>
                    <a:srgbClr val="AC844C"/>
                  </a:solidFill>
                  <a:latin typeface="Arial"/>
                  <a:ea typeface="Arial"/>
                  <a:cs typeface="Arial"/>
                </a:rPr>
                <a:t>CC(=O)O</a:t>
              </a:r>
            </a:p>
          </p:txBody>
        </p:sp>
        <p:sp>
          <p:nvSpPr>
            <p:cNvPr id="45" name="Label 36 k">
              <a:extLst>
                <a:ext uri="{FF2B5EF4-FFF2-40B4-BE49-F238E27FC236}">
                  <a16:creationId xmlns:a16="http://schemas.microsoft.com/office/drawing/2014/main" id="{1FBD9557-EC77-4A33-8786-61A01BD2331E}"/>
                </a:ext>
              </a:extLst>
            </p:cNvPr>
            <p:cNvSpPr>
              <a:spLocks noGrp="1"/>
            </p:cNvSpPr>
            <p:nvPr/>
          </p:nvSpPr>
          <p:spPr>
            <a:xfrm>
              <a:off x="9229725" y="2571750"/>
              <a:ext cx="247650" cy="266700"/>
            </a:xfrm>
            <a:prstGeom prst="rect">
              <a:avLst/>
            </a:prstGeom>
            <a:noFill/>
            <a:ln w="0">
              <a:noFill/>
            </a:ln>
          </p:spPr>
          <p:txBody>
            <a:bodyPr wrap="none" lIns="0" tIns="0" rIns="0" bIns="0" anchor="ctr">
              <a:noAutofit/>
            </a:bodyPr>
            <a:lstStyle/>
            <a:p>
              <a:pPr algn="ctr">
                <a:defRPr sz="746" b="1">
                  <a:solidFill>
                    <a:srgbClr val="2B887C"/>
                  </a:solidFill>
                  <a:latin typeface="Arial"/>
                  <a:ea typeface="Arial"/>
                  <a:cs typeface="Arial"/>
                </a:defRPr>
              </a:pPr>
              <a:r>
                <a:rPr sz="746" b="1">
                  <a:solidFill>
                    <a:srgbClr val="2B887C"/>
                  </a:solidFill>
                  <a:latin typeface="Arial"/>
                  <a:ea typeface="Arial"/>
                  <a:cs typeface="Arial"/>
                </a:rPr>
                <a:t>k</a:t>
              </a:r>
            </a:p>
          </p:txBody>
        </p:sp>
        <p:sp>
          <p:nvSpPr>
            <p:cNvPr id="46" name="Label 37 Cc1ccccc1">
              <a:extLst>
                <a:ext uri="{FF2B5EF4-FFF2-40B4-BE49-F238E27FC236}">
                  <a16:creationId xmlns:a16="http://schemas.microsoft.com/office/drawing/2014/main" id="{986EA45A-2020-48EF-8536-9309D8414E45}"/>
                </a:ext>
              </a:extLst>
            </p:cNvPr>
            <p:cNvSpPr>
              <a:spLocks noGrp="1"/>
            </p:cNvSpPr>
            <p:nvPr/>
          </p:nvSpPr>
          <p:spPr>
            <a:xfrm>
              <a:off x="9553575" y="2571750"/>
              <a:ext cx="1504950" cy="266700"/>
            </a:xfrm>
            <a:prstGeom prst="rect">
              <a:avLst/>
            </a:prstGeom>
            <a:noFill/>
            <a:ln w="0">
              <a:noFill/>
            </a:ln>
          </p:spPr>
          <p:txBody>
            <a:bodyPr wrap="none" lIns="0" tIns="0" rIns="0" bIns="0" anchor="ctr">
              <a:noAutofit/>
            </a:bodyPr>
            <a:lstStyle/>
            <a:p>
              <a:pPr algn="l">
                <a:defRPr sz="780" b="1">
                  <a:solidFill>
                    <a:srgbClr val="2B887C"/>
                  </a:solidFill>
                  <a:latin typeface="Arial"/>
                  <a:ea typeface="Arial"/>
                  <a:cs typeface="Arial"/>
                </a:defRPr>
              </a:pPr>
              <a:r>
                <a:rPr sz="780" b="1">
                  <a:solidFill>
                    <a:srgbClr val="2B887C"/>
                  </a:solidFill>
                  <a:latin typeface="Arial"/>
                  <a:ea typeface="Arial"/>
                  <a:cs typeface="Arial"/>
                </a:rPr>
                <a:t>Cc1ccccc1</a:t>
              </a:r>
            </a:p>
          </p:txBody>
        </p:sp>
        <p:sp>
          <p:nvSpPr>
            <p:cNvPr id="47" name="Label 38 K">
              <a:extLst>
                <a:ext uri="{FF2B5EF4-FFF2-40B4-BE49-F238E27FC236}">
                  <a16:creationId xmlns:a16="http://schemas.microsoft.com/office/drawing/2014/main" id="{792DC12A-7C0C-4B1D-85D3-DF3B198DFE56}"/>
                </a:ext>
              </a:extLst>
            </p:cNvPr>
            <p:cNvSpPr>
              <a:spLocks noGrp="1"/>
            </p:cNvSpPr>
            <p:nvPr/>
          </p:nvSpPr>
          <p:spPr>
            <a:xfrm>
              <a:off x="9229725" y="2990850"/>
              <a:ext cx="247650" cy="266700"/>
            </a:xfrm>
            <a:prstGeom prst="rect">
              <a:avLst/>
            </a:prstGeom>
            <a:noFill/>
            <a:ln w="0">
              <a:noFill/>
            </a:ln>
          </p:spPr>
          <p:txBody>
            <a:bodyPr wrap="none" lIns="0" tIns="0" rIns="0" bIns="0" anchor="ctr">
              <a:noAutofit/>
            </a:bodyPr>
            <a:lstStyle/>
            <a:p>
              <a:pPr algn="ctr">
                <a:defRPr sz="746" b="0">
                  <a:solidFill>
                    <a:srgbClr val="9580A8"/>
                  </a:solidFill>
                  <a:latin typeface="Arial"/>
                  <a:ea typeface="Arial"/>
                  <a:cs typeface="Arial"/>
                </a:defRPr>
              </a:pPr>
              <a:r>
                <a:rPr sz="746" b="0">
                  <a:solidFill>
                    <a:srgbClr val="9580A8"/>
                  </a:solidFill>
                  <a:latin typeface="Arial"/>
                  <a:ea typeface="Arial"/>
                  <a:cs typeface="Arial"/>
                </a:rPr>
                <a:t>K</a:t>
              </a:r>
            </a:p>
          </p:txBody>
        </p:sp>
        <p:sp>
          <p:nvSpPr>
            <p:cNvPr id="48" name="Label 39 CC(N)=O">
              <a:extLst>
                <a:ext uri="{FF2B5EF4-FFF2-40B4-BE49-F238E27FC236}">
                  <a16:creationId xmlns:a16="http://schemas.microsoft.com/office/drawing/2014/main" id="{019D17D9-C664-46C8-AEE8-2973000375A4}"/>
                </a:ext>
              </a:extLst>
            </p:cNvPr>
            <p:cNvSpPr>
              <a:spLocks noGrp="1"/>
            </p:cNvSpPr>
            <p:nvPr/>
          </p:nvSpPr>
          <p:spPr>
            <a:xfrm>
              <a:off x="9553575" y="2990850"/>
              <a:ext cx="1504950" cy="266700"/>
            </a:xfrm>
            <a:prstGeom prst="rect">
              <a:avLst/>
            </a:prstGeom>
            <a:noFill/>
            <a:ln w="0">
              <a:noFill/>
            </a:ln>
          </p:spPr>
          <p:txBody>
            <a:bodyPr wrap="none" lIns="0" tIns="0" rIns="0" bIns="0" anchor="ctr">
              <a:noAutofit/>
            </a:bodyPr>
            <a:lstStyle/>
            <a:p>
              <a:pPr algn="l">
                <a:defRPr sz="780" b="0">
                  <a:solidFill>
                    <a:srgbClr val="9580A8"/>
                  </a:solidFill>
                  <a:latin typeface="Arial"/>
                  <a:ea typeface="Arial"/>
                  <a:cs typeface="Arial"/>
                </a:defRPr>
              </a:pPr>
              <a:r>
                <a:rPr sz="780" b="0">
                  <a:solidFill>
                    <a:srgbClr val="9580A8"/>
                  </a:solidFill>
                  <a:latin typeface="Arial"/>
                  <a:ea typeface="Arial"/>
                  <a:cs typeface="Arial"/>
                </a:rPr>
                <a:t>CC(N)=O</a:t>
              </a:r>
            </a:p>
          </p:txBody>
        </p:sp>
        <p:sp>
          <p:nvSpPr>
            <p:cNvPr id="49" name="Label 40 ···">
              <a:extLst>
                <a:ext uri="{FF2B5EF4-FFF2-40B4-BE49-F238E27FC236}">
                  <a16:creationId xmlns:a16="http://schemas.microsoft.com/office/drawing/2014/main" id="{8FEA4283-3967-4F3D-81E9-43D290844C61}"/>
                </a:ext>
              </a:extLst>
            </p:cNvPr>
            <p:cNvSpPr>
              <a:spLocks noGrp="1"/>
            </p:cNvSpPr>
            <p:nvPr/>
          </p:nvSpPr>
          <p:spPr>
            <a:xfrm>
              <a:off x="9725025" y="2409825"/>
              <a:ext cx="857250" cy="133350"/>
            </a:xfrm>
            <a:prstGeom prst="rect">
              <a:avLst/>
            </a:prstGeom>
            <a:noFill/>
            <a:ln w="0">
              <a:noFill/>
            </a:ln>
          </p:spPr>
          <p:txBody>
            <a:bodyPr wrap="none" lIns="0" tIns="0" rIns="0" bIns="0" anchor="ctr">
              <a:noAutofit/>
            </a:bodyPr>
            <a:lstStyle/>
            <a:p>
              <a:pPr algn="ctr">
                <a:defRPr sz="645" b="0">
                  <a:solidFill>
                    <a:srgbClr val="6F8290"/>
                  </a:solidFill>
                  <a:latin typeface="Arial"/>
                  <a:ea typeface="Arial"/>
                  <a:cs typeface="Arial"/>
                </a:defRPr>
              </a:pPr>
              <a:r>
                <a:rPr sz="645" b="0">
                  <a:solidFill>
                    <a:srgbClr val="6F8290"/>
                  </a:solidFill>
                  <a:latin typeface="Arial"/>
                  <a:ea typeface="Arial"/>
                  <a:cs typeface="Arial"/>
                </a:rPr>
                <a:t>···</a:t>
              </a:r>
            </a:p>
          </p:txBody>
        </p:sp>
        <p:sp>
          <p:nvSpPr>
            <p:cNvPr id="50" name="Label 41 ···">
              <a:extLst>
                <a:ext uri="{FF2B5EF4-FFF2-40B4-BE49-F238E27FC236}">
                  <a16:creationId xmlns:a16="http://schemas.microsoft.com/office/drawing/2014/main" id="{76922B7D-4423-435C-B1A7-9865C8B9F602}"/>
                </a:ext>
              </a:extLst>
            </p:cNvPr>
            <p:cNvSpPr>
              <a:spLocks noGrp="1"/>
            </p:cNvSpPr>
            <p:nvPr/>
          </p:nvSpPr>
          <p:spPr>
            <a:xfrm>
              <a:off x="9725025" y="2847975"/>
              <a:ext cx="857250" cy="133350"/>
            </a:xfrm>
            <a:prstGeom prst="rect">
              <a:avLst/>
            </a:prstGeom>
            <a:noFill/>
            <a:ln w="0">
              <a:noFill/>
            </a:ln>
          </p:spPr>
          <p:txBody>
            <a:bodyPr wrap="none" lIns="0" tIns="0" rIns="0" bIns="0" anchor="ctr">
              <a:noAutofit/>
            </a:bodyPr>
            <a:lstStyle/>
            <a:p>
              <a:pPr algn="ctr">
                <a:defRPr sz="645" b="0">
                  <a:solidFill>
                    <a:srgbClr val="6F8290"/>
                  </a:solidFill>
                  <a:latin typeface="Arial"/>
                  <a:ea typeface="Arial"/>
                  <a:cs typeface="Arial"/>
                </a:defRPr>
              </a:pPr>
              <a:r>
                <a:rPr sz="645" b="0">
                  <a:solidFill>
                    <a:srgbClr val="6F8290"/>
                  </a:solidFill>
                  <a:latin typeface="Arial"/>
                  <a:ea typeface="Arial"/>
                  <a:cs typeface="Arial"/>
                </a:rPr>
                <a:t>···</a:t>
              </a:r>
            </a:p>
          </p:txBody>
        </p:sp>
        <p:sp>
          <p:nvSpPr>
            <p:cNvPr id="51" name="Arrow 42">
              <a:extLst>
                <a:ext uri="{FF2B5EF4-FFF2-40B4-BE49-F238E27FC236}">
                  <a16:creationId xmlns:a16="http://schemas.microsoft.com/office/drawing/2014/main" id="{AFAB896C-98EA-4808-AA6F-46D561F74290}"/>
                </a:ext>
              </a:extLst>
            </p:cNvPr>
            <p:cNvSpPr>
              <a:spLocks noGrp="1"/>
            </p:cNvSpPr>
            <p:nvPr/>
          </p:nvSpPr>
          <p:spPr>
            <a:xfrm>
              <a:off x="7953375" y="2705100"/>
              <a:ext cx="1171575" cy="850526"/>
            </a:xfrm>
            <a:custGeom>
              <a:avLst/>
              <a:gdLst/>
              <a:ahLst/>
              <a:cxnLst/>
              <a:rect l="0" t="0" r="0" b="0"/>
              <a:pathLst>
                <a:path w="1171575" h="704850">
                  <a:moveTo>
                    <a:pt x="1171575" y="0"/>
                  </a:moveTo>
                  <a:lnTo>
                    <a:pt x="0" y="0"/>
                  </a:lnTo>
                  <a:lnTo>
                    <a:pt x="0" y="704850"/>
                  </a:lnTo>
                </a:path>
              </a:pathLst>
            </a:custGeom>
            <a:noFill/>
            <a:ln w="7327">
              <a:solidFill>
                <a:srgbClr val="2B887C"/>
              </a:solidFill>
              <a:prstDash val="solid"/>
            </a:ln>
          </p:spPr>
        </p:sp>
        <p:sp>
          <p:nvSpPr>
            <p:cNvPr id="52" name="Label 43 RDKit">
              <a:extLst>
                <a:ext uri="{FF2B5EF4-FFF2-40B4-BE49-F238E27FC236}">
                  <a16:creationId xmlns:a16="http://schemas.microsoft.com/office/drawing/2014/main" id="{8F74F837-8D93-413F-90E2-DBDD415CFE98}"/>
                </a:ext>
              </a:extLst>
            </p:cNvPr>
            <p:cNvSpPr>
              <a:spLocks noGrp="1"/>
            </p:cNvSpPr>
            <p:nvPr/>
          </p:nvSpPr>
          <p:spPr>
            <a:xfrm>
              <a:off x="8143875" y="2762250"/>
              <a:ext cx="809625" cy="257175"/>
            </a:xfrm>
            <a:prstGeom prst="rect">
              <a:avLst/>
            </a:prstGeom>
            <a:noFill/>
            <a:ln w="0">
              <a:noFill/>
            </a:ln>
          </p:spPr>
          <p:txBody>
            <a:bodyPr wrap="none" lIns="0" tIns="0" rIns="0" bIns="0" anchor="ctr">
              <a:noAutofit/>
            </a:bodyPr>
            <a:lstStyle/>
            <a:p>
              <a:pPr algn="ctr">
                <a:defRPr sz="746" b="0">
                  <a:solidFill>
                    <a:srgbClr val="6F8290"/>
                  </a:solidFill>
                  <a:latin typeface="Arial"/>
                  <a:ea typeface="Arial"/>
                  <a:cs typeface="Arial"/>
                </a:defRPr>
              </a:pPr>
              <a:r>
                <a:rPr sz="746" b="0">
                  <a:solidFill>
                    <a:srgbClr val="6F8290"/>
                  </a:solidFill>
                  <a:latin typeface="Arial"/>
                  <a:ea typeface="Arial"/>
                  <a:cs typeface="Arial"/>
                </a:rPr>
                <a:t>RDKit</a:t>
              </a:r>
            </a:p>
          </p:txBody>
        </p:sp>
        <p:sp>
          <p:nvSpPr>
            <p:cNvPr id="53" name="Arrow 44">
              <a:extLst>
                <a:ext uri="{FF2B5EF4-FFF2-40B4-BE49-F238E27FC236}">
                  <a16:creationId xmlns:a16="http://schemas.microsoft.com/office/drawing/2014/main" id="{674136A9-6A3D-4868-A3AB-D8E80853FF10}"/>
                </a:ext>
              </a:extLst>
            </p:cNvPr>
            <p:cNvSpPr>
              <a:spLocks noGrp="1"/>
            </p:cNvSpPr>
            <p:nvPr/>
          </p:nvSpPr>
          <p:spPr>
            <a:xfrm>
              <a:off x="10144125" y="3306856"/>
              <a:ext cx="95" cy="407894"/>
            </a:xfrm>
            <a:custGeom>
              <a:avLst/>
              <a:gdLst/>
              <a:ahLst/>
              <a:cxnLst/>
              <a:rect l="0" t="0" r="0" b="0"/>
              <a:pathLst>
                <a:path w="95" h="228600">
                  <a:moveTo>
                    <a:pt x="0" y="0"/>
                  </a:moveTo>
                  <a:lnTo>
                    <a:pt x="0" y="228600"/>
                  </a:lnTo>
                </a:path>
              </a:pathLst>
            </a:custGeom>
            <a:noFill/>
            <a:ln w="7327">
              <a:solidFill>
                <a:srgbClr val="2B887C"/>
              </a:solidFill>
              <a:prstDash val="solid"/>
            </a:ln>
          </p:spPr>
        </p:sp>
        <p:sp>
          <p:nvSpPr>
            <p:cNvPr id="54" name="Arrow 45">
              <a:extLst>
                <a:ext uri="{FF2B5EF4-FFF2-40B4-BE49-F238E27FC236}">
                  <a16:creationId xmlns:a16="http://schemas.microsoft.com/office/drawing/2014/main" id="{1486C32B-90D7-47A2-AF46-FF66831DD660}"/>
                </a:ext>
              </a:extLst>
            </p:cNvPr>
            <p:cNvSpPr>
              <a:spLocks noGrp="1"/>
            </p:cNvSpPr>
            <p:nvPr/>
          </p:nvSpPr>
          <p:spPr>
            <a:xfrm>
              <a:off x="11172825" y="1866900"/>
              <a:ext cx="1162050" cy="1838325"/>
            </a:xfrm>
            <a:custGeom>
              <a:avLst/>
              <a:gdLst/>
              <a:ahLst/>
              <a:cxnLst/>
              <a:rect l="0" t="0" r="0" b="0"/>
              <a:pathLst>
                <a:path w="1162050" h="1647825">
                  <a:moveTo>
                    <a:pt x="0" y="0"/>
                  </a:moveTo>
                  <a:lnTo>
                    <a:pt x="1162050" y="0"/>
                  </a:lnTo>
                  <a:lnTo>
                    <a:pt x="1162050" y="1647825"/>
                  </a:lnTo>
                </a:path>
              </a:pathLst>
            </a:custGeom>
            <a:noFill/>
            <a:ln w="7327">
              <a:solidFill>
                <a:srgbClr val="2B887C"/>
              </a:solidFill>
              <a:prstDash val="solid"/>
            </a:ln>
          </p:spPr>
        </p:sp>
        <p:sp>
          <p:nvSpPr>
            <p:cNvPr id="55" name="Line 46">
              <a:extLst>
                <a:ext uri="{FF2B5EF4-FFF2-40B4-BE49-F238E27FC236}">
                  <a16:creationId xmlns:a16="http://schemas.microsoft.com/office/drawing/2014/main" id="{016A1C10-1874-47CE-BC54-87D809A1117F}"/>
                </a:ext>
              </a:extLst>
            </p:cNvPr>
            <p:cNvSpPr>
              <a:spLocks noGrp="1"/>
            </p:cNvSpPr>
            <p:nvPr/>
          </p:nvSpPr>
          <p:spPr>
            <a:xfrm>
              <a:off x="11172825" y="2286000"/>
              <a:ext cx="1162050" cy="95"/>
            </a:xfrm>
            <a:custGeom>
              <a:avLst/>
              <a:gdLst/>
              <a:ahLst/>
              <a:cxnLst/>
              <a:rect l="0" t="0" r="0" b="0"/>
              <a:pathLst>
                <a:path w="1162050" h="95">
                  <a:moveTo>
                    <a:pt x="0" y="0"/>
                  </a:moveTo>
                  <a:lnTo>
                    <a:pt x="1162050" y="0"/>
                  </a:lnTo>
                </a:path>
              </a:pathLst>
            </a:custGeom>
            <a:noFill/>
            <a:ln w="7327">
              <a:solidFill>
                <a:srgbClr val="2B887C"/>
              </a:solidFill>
              <a:prstDash val="solid"/>
            </a:ln>
          </p:spPr>
        </p:sp>
        <p:sp>
          <p:nvSpPr>
            <p:cNvPr id="56" name="Line 47">
              <a:extLst>
                <a:ext uri="{FF2B5EF4-FFF2-40B4-BE49-F238E27FC236}">
                  <a16:creationId xmlns:a16="http://schemas.microsoft.com/office/drawing/2014/main" id="{E259FDCB-0955-4FBA-9434-55FA0E075B4E}"/>
                </a:ext>
              </a:extLst>
            </p:cNvPr>
            <p:cNvSpPr>
              <a:spLocks noGrp="1"/>
            </p:cNvSpPr>
            <p:nvPr/>
          </p:nvSpPr>
          <p:spPr>
            <a:xfrm>
              <a:off x="11172825" y="3124200"/>
              <a:ext cx="1162050" cy="95"/>
            </a:xfrm>
            <a:custGeom>
              <a:avLst/>
              <a:gdLst/>
              <a:ahLst/>
              <a:cxnLst/>
              <a:rect l="0" t="0" r="0" b="0"/>
              <a:pathLst>
                <a:path w="1162050" h="95">
                  <a:moveTo>
                    <a:pt x="0" y="0"/>
                  </a:moveTo>
                  <a:lnTo>
                    <a:pt x="1162050" y="0"/>
                  </a:lnTo>
                </a:path>
              </a:pathLst>
            </a:custGeom>
            <a:noFill/>
            <a:ln w="7327">
              <a:solidFill>
                <a:srgbClr val="2B887C"/>
              </a:solidFill>
              <a:prstDash val="solid"/>
            </a:ln>
          </p:spPr>
        </p:sp>
        <p:sp>
          <p:nvSpPr>
            <p:cNvPr id="57" name="Label 48 Other identities">
              <a:extLst>
                <a:ext uri="{FF2B5EF4-FFF2-40B4-BE49-F238E27FC236}">
                  <a16:creationId xmlns:a16="http://schemas.microsoft.com/office/drawing/2014/main" id="{3B1A6A32-3716-471F-8EAE-AEA9F3651D58}"/>
                </a:ext>
              </a:extLst>
            </p:cNvPr>
            <p:cNvSpPr>
              <a:spLocks noGrp="1"/>
            </p:cNvSpPr>
            <p:nvPr/>
          </p:nvSpPr>
          <p:spPr>
            <a:xfrm>
              <a:off x="12477750" y="2571750"/>
              <a:ext cx="1095375" cy="514350"/>
            </a:xfrm>
            <a:prstGeom prst="rect">
              <a:avLst/>
            </a:prstGeom>
            <a:noFill/>
            <a:ln w="0">
              <a:noFill/>
            </a:ln>
          </p:spPr>
          <p:txBody>
            <a:bodyPr wrap="none" lIns="0" tIns="0" rIns="0" bIns="0" anchor="ctr">
              <a:noAutofit/>
            </a:bodyPr>
            <a:lstStyle/>
            <a:p>
              <a:pPr algn="ctr">
                <a:defRPr sz="713" b="0">
                  <a:solidFill>
                    <a:srgbClr val="6F8290"/>
                  </a:solidFill>
                  <a:latin typeface="Arial"/>
                  <a:ea typeface="Arial"/>
                  <a:cs typeface="Arial"/>
                </a:defRPr>
              </a:pPr>
              <a:r>
                <a:rPr sz="713" b="0">
                  <a:solidFill>
                    <a:srgbClr val="6F8290"/>
                  </a:solidFill>
                  <a:latin typeface="Arial"/>
                  <a:ea typeface="Arial"/>
                  <a:cs typeface="Arial"/>
                </a:rPr>
                <a:t>Other</a:t>
              </a:r>
            </a:p>
            <a:p>
              <a:pPr algn="ctr">
                <a:defRPr sz="713" b="0">
                  <a:solidFill>
                    <a:srgbClr val="6F8290"/>
                  </a:solidFill>
                  <a:latin typeface="Arial"/>
                  <a:ea typeface="Arial"/>
                  <a:cs typeface="Arial"/>
                </a:defRPr>
              </a:pPr>
              <a:r>
                <a:rPr sz="713" b="0">
                  <a:solidFill>
                    <a:srgbClr val="6F8290"/>
                  </a:solidFill>
                  <a:latin typeface="Arial"/>
                  <a:ea typeface="Arial"/>
                  <a:cs typeface="Arial"/>
                </a:rPr>
                <a:t>identities</a:t>
              </a:r>
            </a:p>
          </p:txBody>
        </p:sp>
        <p:sp>
          <p:nvSpPr>
            <p:cNvPr id="58" name="Label 49 Own graph">
              <a:extLst>
                <a:ext uri="{FF2B5EF4-FFF2-40B4-BE49-F238E27FC236}">
                  <a16:creationId xmlns:a16="http://schemas.microsoft.com/office/drawing/2014/main" id="{27EAE6F9-109D-4D9B-AF4E-51FDF92C760D}"/>
                </a:ext>
              </a:extLst>
            </p:cNvPr>
            <p:cNvSpPr>
              <a:spLocks noGrp="1"/>
            </p:cNvSpPr>
            <p:nvPr/>
          </p:nvSpPr>
          <p:spPr>
            <a:xfrm>
              <a:off x="7229475" y="4324350"/>
              <a:ext cx="1438275" cy="285750"/>
            </a:xfrm>
            <a:prstGeom prst="rect">
              <a:avLst/>
            </a:prstGeom>
            <a:noFill/>
            <a:ln w="0">
              <a:noFill/>
            </a:ln>
          </p:spPr>
          <p:txBody>
            <a:bodyPr wrap="none" lIns="0" tIns="0" rIns="0" bIns="0" anchor="ctr">
              <a:noAutofit/>
            </a:bodyPr>
            <a:lstStyle/>
            <a:p>
              <a:pPr algn="ctr">
                <a:defRPr sz="780" b="0">
                  <a:solidFill>
                    <a:srgbClr val="6F8290"/>
                  </a:solidFill>
                  <a:latin typeface="Arial"/>
                  <a:ea typeface="Arial"/>
                  <a:cs typeface="Arial"/>
                </a:defRPr>
              </a:pPr>
              <a:r>
                <a:rPr sz="780" b="0">
                  <a:solidFill>
                    <a:srgbClr val="6F8290"/>
                  </a:solidFill>
                  <a:latin typeface="Arial"/>
                  <a:ea typeface="Arial"/>
                  <a:cs typeface="Arial"/>
                </a:rPr>
                <a:t>Own graph</a:t>
              </a:r>
            </a:p>
          </p:txBody>
        </p:sp>
        <p:sp>
          <p:nvSpPr>
            <p:cNvPr id="59" name="Operator SMI-TED">
              <a:extLst>
                <a:ext uri="{FF2B5EF4-FFF2-40B4-BE49-F238E27FC236}">
                  <a16:creationId xmlns:a16="http://schemas.microsoft.com/office/drawing/2014/main" id="{D27CA22D-BBBA-4386-95C5-6BB50F4DFA89}"/>
                </a:ext>
              </a:extLst>
            </p:cNvPr>
            <p:cNvSpPr>
              <a:spLocks noGrp="1"/>
            </p:cNvSpPr>
            <p:nvPr/>
          </p:nvSpPr>
          <p:spPr>
            <a:xfrm>
              <a:off x="9391650" y="3762375"/>
              <a:ext cx="1504950" cy="466725"/>
            </a:xfrm>
            <a:prstGeom prst="roundRect">
              <a:avLst>
                <a:gd name="adj" fmla="val 14286"/>
              </a:avLst>
            </a:prstGeom>
            <a:solidFill>
              <a:srgbClr val="FFFFFF"/>
            </a:solidFill>
            <a:ln w="6896">
              <a:solidFill>
                <a:srgbClr val="2B887C"/>
              </a:solidFill>
            </a:ln>
          </p:spPr>
          <p:txBody>
            <a:bodyPr wrap="none" lIns="28575" tIns="9525" rIns="28575" bIns="9525" anchor="ctr">
              <a:noAutofit/>
            </a:bodyPr>
            <a:lstStyle/>
            <a:p>
              <a:pPr algn="ctr">
                <a:defRPr sz="780" b="1">
                  <a:solidFill>
                    <a:srgbClr val="2B887C"/>
                  </a:solidFill>
                  <a:latin typeface="Arial"/>
                  <a:ea typeface="Arial"/>
                  <a:cs typeface="Arial"/>
                </a:defRPr>
              </a:pPr>
              <a:r>
                <a:rPr sz="780" b="1">
                  <a:solidFill>
                    <a:srgbClr val="2B887C"/>
                  </a:solidFill>
                  <a:latin typeface="Arial"/>
                  <a:ea typeface="Arial"/>
                  <a:cs typeface="Arial"/>
                </a:rPr>
                <a:t>SMI-TED</a:t>
              </a:r>
            </a:p>
          </p:txBody>
        </p:sp>
        <p:sp>
          <p:nvSpPr>
            <p:cNvPr id="60" name="Label 50 + linear">
              <a:extLst>
                <a:ext uri="{FF2B5EF4-FFF2-40B4-BE49-F238E27FC236}">
                  <a16:creationId xmlns:a16="http://schemas.microsoft.com/office/drawing/2014/main" id="{896B2FD9-1A88-4015-9E11-62DEE9BCA953}"/>
                </a:ext>
              </a:extLst>
            </p:cNvPr>
            <p:cNvSpPr>
              <a:spLocks noGrp="1"/>
            </p:cNvSpPr>
            <p:nvPr/>
          </p:nvSpPr>
          <p:spPr>
            <a:xfrm>
              <a:off x="9525000" y="4295775"/>
              <a:ext cx="1238250" cy="276225"/>
            </a:xfrm>
            <a:prstGeom prst="rect">
              <a:avLst/>
            </a:prstGeom>
            <a:noFill/>
            <a:ln w="0">
              <a:noFill/>
            </a:ln>
          </p:spPr>
          <p:txBody>
            <a:bodyPr wrap="none" lIns="0" tIns="0" rIns="0" bIns="0" anchor="ctr">
              <a:noAutofit/>
            </a:bodyPr>
            <a:lstStyle/>
            <a:p>
              <a:pPr algn="ctr">
                <a:defRPr sz="746" b="0">
                  <a:solidFill>
                    <a:srgbClr val="6F8290"/>
                  </a:solidFill>
                  <a:latin typeface="Arial"/>
                  <a:ea typeface="Arial"/>
                  <a:cs typeface="Arial"/>
                </a:defRPr>
              </a:pPr>
              <a:r>
                <a:rPr sz="746" b="0">
                  <a:solidFill>
                    <a:srgbClr val="6F8290"/>
                  </a:solidFill>
                  <a:latin typeface="Arial"/>
                  <a:ea typeface="Arial"/>
                  <a:cs typeface="Arial"/>
                </a:rPr>
                <a:t>+ linear</a:t>
              </a:r>
            </a:p>
          </p:txBody>
        </p:sp>
        <p:sp>
          <p:nvSpPr>
            <p:cNvPr id="61" name="Operator SMI-TED">
              <a:extLst>
                <a:ext uri="{FF2B5EF4-FFF2-40B4-BE49-F238E27FC236}">
                  <a16:creationId xmlns:a16="http://schemas.microsoft.com/office/drawing/2014/main" id="{6A8EDFBF-01BA-4A67-9863-CA0818640501}"/>
                </a:ext>
              </a:extLst>
            </p:cNvPr>
            <p:cNvSpPr>
              <a:spLocks noGrp="1"/>
            </p:cNvSpPr>
            <p:nvPr/>
          </p:nvSpPr>
          <p:spPr>
            <a:xfrm>
              <a:off x="11582400" y="3762375"/>
              <a:ext cx="1504950" cy="466725"/>
            </a:xfrm>
            <a:prstGeom prst="roundRect">
              <a:avLst>
                <a:gd name="adj" fmla="val 14286"/>
              </a:avLst>
            </a:prstGeom>
            <a:solidFill>
              <a:srgbClr val="FFFFFF"/>
            </a:solidFill>
            <a:ln w="6896">
              <a:solidFill>
                <a:srgbClr val="2B887C"/>
              </a:solidFill>
            </a:ln>
          </p:spPr>
          <p:txBody>
            <a:bodyPr wrap="none" lIns="28575" tIns="9525" rIns="28575" bIns="9525" anchor="ctr">
              <a:noAutofit/>
            </a:bodyPr>
            <a:lstStyle/>
            <a:p>
              <a:pPr algn="ctr">
                <a:defRPr sz="780" b="1">
                  <a:solidFill>
                    <a:srgbClr val="2B887C"/>
                  </a:solidFill>
                  <a:latin typeface="Arial"/>
                  <a:ea typeface="Arial"/>
                  <a:cs typeface="Arial"/>
                </a:defRPr>
              </a:pPr>
              <a:r>
                <a:rPr sz="780" b="1">
                  <a:solidFill>
                    <a:srgbClr val="2B887C"/>
                  </a:solidFill>
                  <a:latin typeface="Arial"/>
                  <a:ea typeface="Arial"/>
                  <a:cs typeface="Arial"/>
                </a:rPr>
                <a:t>SMI-TED</a:t>
              </a:r>
            </a:p>
          </p:txBody>
        </p:sp>
        <p:sp>
          <p:nvSpPr>
            <p:cNvPr id="62" name="Label 51 + linear">
              <a:extLst>
                <a:ext uri="{FF2B5EF4-FFF2-40B4-BE49-F238E27FC236}">
                  <a16:creationId xmlns:a16="http://schemas.microsoft.com/office/drawing/2014/main" id="{10FFCDF8-8B1A-454D-8FFC-73D334A127B8}"/>
                </a:ext>
              </a:extLst>
            </p:cNvPr>
            <p:cNvSpPr>
              <a:spLocks noGrp="1"/>
            </p:cNvSpPr>
            <p:nvPr/>
          </p:nvSpPr>
          <p:spPr>
            <a:xfrm>
              <a:off x="11715750" y="4295775"/>
              <a:ext cx="1238250" cy="276225"/>
            </a:xfrm>
            <a:prstGeom prst="rect">
              <a:avLst/>
            </a:prstGeom>
            <a:noFill/>
            <a:ln w="0">
              <a:noFill/>
            </a:ln>
          </p:spPr>
          <p:txBody>
            <a:bodyPr wrap="none" lIns="0" tIns="0" rIns="0" bIns="0" anchor="ctr">
              <a:noAutofit/>
            </a:bodyPr>
            <a:lstStyle/>
            <a:p>
              <a:pPr algn="ctr">
                <a:defRPr sz="746" b="0">
                  <a:solidFill>
                    <a:srgbClr val="6F8290"/>
                  </a:solidFill>
                  <a:latin typeface="Arial"/>
                  <a:ea typeface="Arial"/>
                  <a:cs typeface="Arial"/>
                </a:defRPr>
              </a:pPr>
              <a:r>
                <a:rPr sz="746" b="0">
                  <a:solidFill>
                    <a:srgbClr val="6F8290"/>
                  </a:solidFill>
                  <a:latin typeface="Arial"/>
                  <a:ea typeface="Arial"/>
                  <a:cs typeface="Arial"/>
                </a:rPr>
                <a:t>+ linear</a:t>
              </a:r>
            </a:p>
          </p:txBody>
        </p:sp>
        <p:sp>
          <p:nvSpPr>
            <p:cNvPr id="63" name="Arrow 52">
              <a:extLst>
                <a:ext uri="{FF2B5EF4-FFF2-40B4-BE49-F238E27FC236}">
                  <a16:creationId xmlns:a16="http://schemas.microsoft.com/office/drawing/2014/main" id="{9C942E65-4659-449B-B193-4D07CB0E84E0}"/>
                </a:ext>
              </a:extLst>
            </p:cNvPr>
            <p:cNvSpPr>
              <a:spLocks noGrp="1"/>
            </p:cNvSpPr>
            <p:nvPr/>
          </p:nvSpPr>
          <p:spPr>
            <a:xfrm>
              <a:off x="7953375" y="4619625"/>
              <a:ext cx="95" cy="104775"/>
            </a:xfrm>
            <a:custGeom>
              <a:avLst/>
              <a:gdLst/>
              <a:ahLst/>
              <a:cxnLst/>
              <a:rect l="0" t="0" r="0" b="0"/>
              <a:pathLst>
                <a:path w="95" h="104775">
                  <a:moveTo>
                    <a:pt x="0" y="0"/>
                  </a:moveTo>
                  <a:lnTo>
                    <a:pt x="0" y="104775"/>
                  </a:lnTo>
                </a:path>
              </a:pathLst>
            </a:custGeom>
            <a:noFill/>
            <a:ln w="7327">
              <a:solidFill>
                <a:srgbClr val="2B887C"/>
              </a:solidFill>
              <a:prstDash val="solid"/>
            </a:ln>
          </p:spPr>
        </p:sp>
        <p:sp>
          <p:nvSpPr>
            <p:cNvPr id="64" name="Operator GNN">
              <a:extLst>
                <a:ext uri="{FF2B5EF4-FFF2-40B4-BE49-F238E27FC236}">
                  <a16:creationId xmlns:a16="http://schemas.microsoft.com/office/drawing/2014/main" id="{16B978A5-FB9C-4170-978D-794C78029223}"/>
                </a:ext>
              </a:extLst>
            </p:cNvPr>
            <p:cNvSpPr>
              <a:spLocks noGrp="1"/>
            </p:cNvSpPr>
            <p:nvPr/>
          </p:nvSpPr>
          <p:spPr>
            <a:xfrm>
              <a:off x="7372350" y="4772025"/>
              <a:ext cx="1162050" cy="426427"/>
            </a:xfrm>
            <a:prstGeom prst="roundRect">
              <a:avLst>
                <a:gd name="adj" fmla="val 16667"/>
              </a:avLst>
            </a:prstGeom>
            <a:solidFill>
              <a:srgbClr val="FFFFFF"/>
            </a:solidFill>
            <a:ln w="6896">
              <a:solidFill>
                <a:srgbClr val="2B887C"/>
              </a:solidFill>
            </a:ln>
          </p:spPr>
          <p:txBody>
            <a:bodyPr wrap="none" lIns="28575" tIns="9525" rIns="28575" bIns="9525" anchor="ctr">
              <a:noAutofit/>
            </a:bodyPr>
            <a:lstStyle/>
            <a:p>
              <a:pPr algn="ctr">
                <a:defRPr sz="780" b="1">
                  <a:solidFill>
                    <a:srgbClr val="2B887C"/>
                  </a:solidFill>
                  <a:latin typeface="Arial"/>
                  <a:ea typeface="Arial"/>
                  <a:cs typeface="Arial"/>
                </a:defRPr>
              </a:pPr>
              <a:r>
                <a:rPr sz="780" b="1">
                  <a:solidFill>
                    <a:srgbClr val="2B887C"/>
                  </a:solidFill>
                  <a:latin typeface="Arial"/>
                  <a:ea typeface="Arial"/>
                  <a:cs typeface="Arial"/>
                </a:rPr>
                <a:t>GNN</a:t>
              </a:r>
            </a:p>
          </p:txBody>
        </p:sp>
        <p:sp>
          <p:nvSpPr>
            <p:cNvPr id="65" name="Arrow 53">
              <a:extLst>
                <a:ext uri="{FF2B5EF4-FFF2-40B4-BE49-F238E27FC236}">
                  <a16:creationId xmlns:a16="http://schemas.microsoft.com/office/drawing/2014/main" id="{50775265-235D-426D-81B9-F1DF1347D804}"/>
                </a:ext>
              </a:extLst>
            </p:cNvPr>
            <p:cNvSpPr>
              <a:spLocks noGrp="1"/>
            </p:cNvSpPr>
            <p:nvPr/>
          </p:nvSpPr>
          <p:spPr>
            <a:xfrm>
              <a:off x="7953375" y="5198452"/>
              <a:ext cx="95" cy="545123"/>
            </a:xfrm>
            <a:custGeom>
              <a:avLst/>
              <a:gdLst/>
              <a:ahLst/>
              <a:cxnLst/>
              <a:rect l="0" t="0" r="0" b="0"/>
              <a:pathLst>
                <a:path w="95" h="276225">
                  <a:moveTo>
                    <a:pt x="0" y="0"/>
                  </a:moveTo>
                  <a:lnTo>
                    <a:pt x="0" y="276225"/>
                  </a:lnTo>
                </a:path>
              </a:pathLst>
            </a:custGeom>
            <a:noFill/>
            <a:ln w="7327">
              <a:solidFill>
                <a:srgbClr val="2B887C"/>
              </a:solidFill>
              <a:prstDash val="solid"/>
            </a:ln>
          </p:spPr>
        </p:sp>
        <p:sp>
          <p:nvSpPr>
            <p:cNvPr id="66" name="Label 54 K, V">
              <a:extLst>
                <a:ext uri="{FF2B5EF4-FFF2-40B4-BE49-F238E27FC236}">
                  <a16:creationId xmlns:a16="http://schemas.microsoft.com/office/drawing/2014/main" id="{C6B929A9-F769-4090-915E-E4B3BBE9AA64}"/>
                </a:ext>
              </a:extLst>
            </p:cNvPr>
            <p:cNvSpPr>
              <a:spLocks noGrp="1"/>
            </p:cNvSpPr>
            <p:nvPr/>
          </p:nvSpPr>
          <p:spPr>
            <a:xfrm>
              <a:off x="8058150" y="5242413"/>
              <a:ext cx="609600" cy="544704"/>
            </a:xfrm>
            <a:prstGeom prst="rect">
              <a:avLst/>
            </a:prstGeom>
            <a:noFill/>
            <a:ln w="0">
              <a:noFill/>
            </a:ln>
          </p:spPr>
          <p:txBody>
            <a:bodyPr wrap="none" lIns="0" tIns="0" rIns="0" bIns="0" anchor="ctr">
              <a:noAutofit/>
            </a:bodyPr>
            <a:lstStyle/>
            <a:p>
              <a:pPr algn="ctr">
                <a:defRPr sz="713" b="0">
                  <a:solidFill>
                    <a:srgbClr val="2B887C"/>
                  </a:solidFill>
                  <a:latin typeface="Arial"/>
                  <a:ea typeface="Arial"/>
                  <a:cs typeface="Arial"/>
                </a:defRPr>
              </a:pPr>
              <a:r>
                <a:rPr sz="713" b="0">
                  <a:solidFill>
                    <a:srgbClr val="2B887C"/>
                  </a:solidFill>
                  <a:latin typeface="Arial"/>
                  <a:ea typeface="Arial"/>
                  <a:cs typeface="Arial"/>
                </a:rPr>
                <a:t>K, V</a:t>
              </a:r>
            </a:p>
          </p:txBody>
        </p:sp>
        <p:sp>
          <p:nvSpPr>
            <p:cNvPr id="67" name="Arrow 55">
              <a:extLst>
                <a:ext uri="{FF2B5EF4-FFF2-40B4-BE49-F238E27FC236}">
                  <a16:creationId xmlns:a16="http://schemas.microsoft.com/office/drawing/2014/main" id="{A7E1DF6F-09D1-4D55-BCE0-B5EBD41D93B9}"/>
                </a:ext>
              </a:extLst>
            </p:cNvPr>
            <p:cNvSpPr>
              <a:spLocks noGrp="1"/>
            </p:cNvSpPr>
            <p:nvPr/>
          </p:nvSpPr>
          <p:spPr>
            <a:xfrm>
              <a:off x="10144125" y="4600575"/>
              <a:ext cx="95" cy="1314450"/>
            </a:xfrm>
            <a:custGeom>
              <a:avLst/>
              <a:gdLst/>
              <a:ahLst/>
              <a:cxnLst/>
              <a:rect l="0" t="0" r="0" b="0"/>
              <a:pathLst>
                <a:path w="95" h="933450">
                  <a:moveTo>
                    <a:pt x="0" y="0"/>
                  </a:moveTo>
                  <a:lnTo>
                    <a:pt x="0" y="933450"/>
                  </a:lnTo>
                </a:path>
              </a:pathLst>
            </a:custGeom>
            <a:noFill/>
            <a:ln w="7327">
              <a:solidFill>
                <a:srgbClr val="2B887C"/>
              </a:solidFill>
              <a:prstDash val="solid"/>
            </a:ln>
          </p:spPr>
        </p:sp>
        <p:sp>
          <p:nvSpPr>
            <p:cNvPr id="68" name="Arrow 56">
              <a:extLst>
                <a:ext uri="{FF2B5EF4-FFF2-40B4-BE49-F238E27FC236}">
                  <a16:creationId xmlns:a16="http://schemas.microsoft.com/office/drawing/2014/main" id="{F78BAAAF-603C-465E-A06C-FE576E5ACFB7}"/>
                </a:ext>
              </a:extLst>
            </p:cNvPr>
            <p:cNvSpPr>
              <a:spLocks noGrp="1"/>
            </p:cNvSpPr>
            <p:nvPr/>
          </p:nvSpPr>
          <p:spPr>
            <a:xfrm>
              <a:off x="12334875" y="4600575"/>
              <a:ext cx="95" cy="142875"/>
            </a:xfrm>
            <a:custGeom>
              <a:avLst/>
              <a:gdLst/>
              <a:ahLst/>
              <a:cxnLst/>
              <a:rect l="0" t="0" r="0" b="0"/>
              <a:pathLst>
                <a:path w="95" h="142875">
                  <a:moveTo>
                    <a:pt x="0" y="0"/>
                  </a:moveTo>
                  <a:lnTo>
                    <a:pt x="0" y="142875"/>
                  </a:lnTo>
                </a:path>
              </a:pathLst>
            </a:custGeom>
            <a:noFill/>
            <a:ln w="7327">
              <a:solidFill>
                <a:srgbClr val="2B887C"/>
              </a:solidFill>
              <a:prstDash val="solid"/>
            </a:ln>
          </p:spPr>
        </p:sp>
        <p:sp>
          <p:nvSpPr>
            <p:cNvPr id="69" name="Label 57 1">
              <a:extLst>
                <a:ext uri="{FF2B5EF4-FFF2-40B4-BE49-F238E27FC236}">
                  <a16:creationId xmlns:a16="http://schemas.microsoft.com/office/drawing/2014/main" id="{9343C393-C2D5-4150-9596-D1E8E97C1474}"/>
                </a:ext>
              </a:extLst>
            </p:cNvPr>
            <p:cNvSpPr>
              <a:spLocks noGrp="1"/>
            </p:cNvSpPr>
            <p:nvPr/>
          </p:nvSpPr>
          <p:spPr>
            <a:xfrm>
              <a:off x="11487150" y="4772025"/>
              <a:ext cx="190500" cy="219075"/>
            </a:xfrm>
            <a:prstGeom prst="rect">
              <a:avLst/>
            </a:prstGeom>
            <a:noFill/>
            <a:ln w="0">
              <a:noFill/>
            </a:ln>
          </p:spPr>
          <p:txBody>
            <a:bodyPr wrap="none" lIns="0" tIns="0" rIns="0" bIns="0" anchor="ctr">
              <a:noAutofit/>
            </a:bodyPr>
            <a:lstStyle/>
            <a:p>
              <a:pPr algn="ctr">
                <a:defRPr sz="610" b="0">
                  <a:solidFill>
                    <a:srgbClr val="5D83A8"/>
                  </a:solidFill>
                  <a:latin typeface="Arial"/>
                  <a:ea typeface="Arial"/>
                  <a:cs typeface="Arial"/>
                </a:defRPr>
              </a:pPr>
              <a:r>
                <a:rPr sz="610" b="0">
                  <a:solidFill>
                    <a:srgbClr val="5D83A8"/>
                  </a:solidFill>
                  <a:latin typeface="Arial"/>
                  <a:ea typeface="Arial"/>
                  <a:cs typeface="Arial"/>
                </a:rPr>
                <a:t>1</a:t>
              </a:r>
            </a:p>
          </p:txBody>
        </p:sp>
        <p:sp>
          <p:nvSpPr>
            <p:cNvPr id="70" name="Label 58 2">
              <a:extLst>
                <a:ext uri="{FF2B5EF4-FFF2-40B4-BE49-F238E27FC236}">
                  <a16:creationId xmlns:a16="http://schemas.microsoft.com/office/drawing/2014/main" id="{61A743F1-4DAD-4620-B9BD-0AC68A864F62}"/>
                </a:ext>
              </a:extLst>
            </p:cNvPr>
            <p:cNvSpPr>
              <a:spLocks noGrp="1"/>
            </p:cNvSpPr>
            <p:nvPr/>
          </p:nvSpPr>
          <p:spPr>
            <a:xfrm>
              <a:off x="11487150" y="4943475"/>
              <a:ext cx="190500" cy="243987"/>
            </a:xfrm>
            <a:prstGeom prst="rect">
              <a:avLst/>
            </a:prstGeom>
            <a:noFill/>
            <a:ln w="0">
              <a:noFill/>
            </a:ln>
          </p:spPr>
          <p:txBody>
            <a:bodyPr wrap="none" lIns="0" tIns="0" rIns="0" bIns="0" anchor="ctr">
              <a:noAutofit/>
            </a:bodyPr>
            <a:lstStyle/>
            <a:p>
              <a:pPr algn="ctr">
                <a:defRPr sz="610" b="0">
                  <a:solidFill>
                    <a:srgbClr val="AC844C"/>
                  </a:solidFill>
                  <a:latin typeface="Arial"/>
                  <a:ea typeface="Arial"/>
                  <a:cs typeface="Arial"/>
                </a:defRPr>
              </a:pPr>
              <a:r>
                <a:rPr sz="610" b="0">
                  <a:solidFill>
                    <a:srgbClr val="AC844C"/>
                  </a:solidFill>
                  <a:latin typeface="Arial"/>
                  <a:ea typeface="Arial"/>
                  <a:cs typeface="Arial"/>
                </a:rPr>
                <a:t>2</a:t>
              </a:r>
            </a:p>
          </p:txBody>
        </p:sp>
        <p:sp>
          <p:nvSpPr>
            <p:cNvPr id="71" name="Label 59 K">
              <a:extLst>
                <a:ext uri="{FF2B5EF4-FFF2-40B4-BE49-F238E27FC236}">
                  <a16:creationId xmlns:a16="http://schemas.microsoft.com/office/drawing/2014/main" id="{B12A73FD-EB4D-48C0-9C62-A5ABAD17C285}"/>
                </a:ext>
              </a:extLst>
            </p:cNvPr>
            <p:cNvSpPr>
              <a:spLocks noGrp="1"/>
            </p:cNvSpPr>
            <p:nvPr/>
          </p:nvSpPr>
          <p:spPr>
            <a:xfrm>
              <a:off x="11487150" y="5132510"/>
              <a:ext cx="190500" cy="349808"/>
            </a:xfrm>
            <a:prstGeom prst="rect">
              <a:avLst/>
            </a:prstGeom>
            <a:noFill/>
            <a:ln w="0">
              <a:noFill/>
            </a:ln>
          </p:spPr>
          <p:txBody>
            <a:bodyPr wrap="none" lIns="0" tIns="0" rIns="0" bIns="0" anchor="ctr">
              <a:noAutofit/>
            </a:bodyPr>
            <a:lstStyle/>
            <a:p>
              <a:pPr algn="ctr">
                <a:defRPr sz="610" b="0">
                  <a:solidFill>
                    <a:srgbClr val="9580A8"/>
                  </a:solidFill>
                  <a:latin typeface="Arial"/>
                  <a:ea typeface="Arial"/>
                  <a:cs typeface="Arial"/>
                </a:defRPr>
              </a:pPr>
              <a:r>
                <a:rPr sz="610" b="0">
                  <a:solidFill>
                    <a:srgbClr val="9580A8"/>
                  </a:solidFill>
                  <a:latin typeface="Arial"/>
                  <a:ea typeface="Arial"/>
                  <a:cs typeface="Arial"/>
                </a:rPr>
                <a:t>K</a:t>
              </a:r>
            </a:p>
          </p:txBody>
        </p:sp>
        <p:sp>
          <p:nvSpPr>
            <p:cNvPr id="72" name="Arrow 60">
              <a:extLst>
                <a:ext uri="{FF2B5EF4-FFF2-40B4-BE49-F238E27FC236}">
                  <a16:creationId xmlns:a16="http://schemas.microsoft.com/office/drawing/2014/main" id="{79F81BC1-8836-4E4C-ABFD-EB15DB64F361}"/>
                </a:ext>
              </a:extLst>
            </p:cNvPr>
            <p:cNvSpPr>
              <a:spLocks noGrp="1"/>
            </p:cNvSpPr>
            <p:nvPr/>
          </p:nvSpPr>
          <p:spPr>
            <a:xfrm>
              <a:off x="12334875" y="5395232"/>
              <a:ext cx="95" cy="348343"/>
            </a:xfrm>
            <a:custGeom>
              <a:avLst/>
              <a:gdLst/>
              <a:ahLst/>
              <a:cxnLst/>
              <a:rect l="0" t="0" r="0" b="0"/>
              <a:pathLst>
                <a:path w="95" h="152400">
                  <a:moveTo>
                    <a:pt x="0" y="0"/>
                  </a:moveTo>
                  <a:lnTo>
                    <a:pt x="0" y="152400"/>
                  </a:lnTo>
                </a:path>
              </a:pathLst>
            </a:custGeom>
            <a:noFill/>
            <a:ln w="7327">
              <a:solidFill>
                <a:srgbClr val="2B887C"/>
              </a:solidFill>
              <a:prstDash val="solid"/>
            </a:ln>
          </p:spPr>
        </p:sp>
        <p:sp>
          <p:nvSpPr>
            <p:cNvPr id="73" name="Label 61 K, V">
              <a:extLst>
                <a:ext uri="{FF2B5EF4-FFF2-40B4-BE49-F238E27FC236}">
                  <a16:creationId xmlns:a16="http://schemas.microsoft.com/office/drawing/2014/main" id="{2DC18B0A-509E-4F7E-93C4-D5AA05475B5F}"/>
                </a:ext>
              </a:extLst>
            </p:cNvPr>
            <p:cNvSpPr>
              <a:spLocks noGrp="1"/>
            </p:cNvSpPr>
            <p:nvPr/>
          </p:nvSpPr>
          <p:spPr>
            <a:xfrm>
              <a:off x="12439650" y="5286375"/>
              <a:ext cx="619125" cy="587829"/>
            </a:xfrm>
            <a:prstGeom prst="rect">
              <a:avLst/>
            </a:prstGeom>
            <a:noFill/>
            <a:ln w="0">
              <a:noFill/>
            </a:ln>
          </p:spPr>
          <p:txBody>
            <a:bodyPr wrap="none" lIns="0" tIns="0" rIns="0" bIns="0" anchor="ctr">
              <a:noAutofit/>
            </a:bodyPr>
            <a:lstStyle/>
            <a:p>
              <a:pPr algn="ctr">
                <a:defRPr sz="713" b="0">
                  <a:solidFill>
                    <a:srgbClr val="2B887C"/>
                  </a:solidFill>
                  <a:latin typeface="Arial"/>
                  <a:ea typeface="Arial"/>
                  <a:cs typeface="Arial"/>
                </a:defRPr>
              </a:pPr>
              <a:r>
                <a:rPr sz="713" b="0">
                  <a:solidFill>
                    <a:srgbClr val="2B887C"/>
                  </a:solidFill>
                  <a:latin typeface="Arial"/>
                  <a:ea typeface="Arial"/>
                  <a:cs typeface="Arial"/>
                </a:rPr>
                <a:t>K, V</a:t>
              </a:r>
            </a:p>
          </p:txBody>
        </p:sp>
        <p:sp>
          <p:nvSpPr>
            <p:cNvPr id="74" name="Operator Graph attention">
              <a:extLst>
                <a:ext uri="{FF2B5EF4-FFF2-40B4-BE49-F238E27FC236}">
                  <a16:creationId xmlns:a16="http://schemas.microsoft.com/office/drawing/2014/main" id="{F33C7717-9897-420C-98A5-DCC73A6E93CD}"/>
                </a:ext>
              </a:extLst>
            </p:cNvPr>
            <p:cNvSpPr>
              <a:spLocks noGrp="1"/>
            </p:cNvSpPr>
            <p:nvPr/>
          </p:nvSpPr>
          <p:spPr>
            <a:xfrm>
              <a:off x="6929438" y="5895975"/>
              <a:ext cx="2047875" cy="466725"/>
            </a:xfrm>
            <a:prstGeom prst="roundRect">
              <a:avLst>
                <a:gd name="adj" fmla="val 14286"/>
              </a:avLst>
            </a:prstGeom>
            <a:solidFill>
              <a:srgbClr val="FFFFFF"/>
            </a:solidFill>
            <a:ln w="6896">
              <a:solidFill>
                <a:srgbClr val="2B887C"/>
              </a:solidFill>
            </a:ln>
          </p:spPr>
          <p:txBody>
            <a:bodyPr wrap="none" lIns="28575" tIns="9525" rIns="28575" bIns="9525" anchor="ctr">
              <a:noAutofit/>
            </a:bodyPr>
            <a:lstStyle/>
            <a:p>
              <a:pPr algn="ctr">
                <a:defRPr sz="746" b="1">
                  <a:solidFill>
                    <a:srgbClr val="2B887C"/>
                  </a:solidFill>
                  <a:latin typeface="Arial"/>
                  <a:ea typeface="Arial"/>
                  <a:cs typeface="Arial"/>
                </a:defRPr>
              </a:pPr>
              <a:r>
                <a:rPr sz="746" b="1">
                  <a:solidFill>
                    <a:srgbClr val="2B887C"/>
                  </a:solidFill>
                  <a:latin typeface="Arial"/>
                  <a:ea typeface="Arial"/>
                  <a:cs typeface="Arial"/>
                </a:rPr>
                <a:t>Graph attention</a:t>
              </a:r>
            </a:p>
          </p:txBody>
        </p:sp>
        <p:sp>
          <p:nvSpPr>
            <p:cNvPr id="75" name="Operator Context attention">
              <a:extLst>
                <a:ext uri="{FF2B5EF4-FFF2-40B4-BE49-F238E27FC236}">
                  <a16:creationId xmlns:a16="http://schemas.microsoft.com/office/drawing/2014/main" id="{126DAB68-C90F-47E9-B4A8-8339C15959E2}"/>
                </a:ext>
              </a:extLst>
            </p:cNvPr>
            <p:cNvSpPr>
              <a:spLocks noGrp="1"/>
            </p:cNvSpPr>
            <p:nvPr/>
          </p:nvSpPr>
          <p:spPr>
            <a:xfrm>
              <a:off x="11310938" y="5895975"/>
              <a:ext cx="2047875" cy="466725"/>
            </a:xfrm>
            <a:prstGeom prst="roundRect">
              <a:avLst>
                <a:gd name="adj" fmla="val 14286"/>
              </a:avLst>
            </a:prstGeom>
            <a:solidFill>
              <a:srgbClr val="FFFFFF"/>
            </a:solidFill>
            <a:ln w="6896">
              <a:solidFill>
                <a:srgbClr val="2B887C"/>
              </a:solidFill>
            </a:ln>
          </p:spPr>
          <p:txBody>
            <a:bodyPr wrap="none" lIns="28575" tIns="9525" rIns="28575" bIns="9525" anchor="ctr">
              <a:noAutofit/>
            </a:bodyPr>
            <a:lstStyle/>
            <a:p>
              <a:pPr algn="ctr">
                <a:defRPr sz="746" b="1">
                  <a:solidFill>
                    <a:srgbClr val="2B887C"/>
                  </a:solidFill>
                  <a:latin typeface="Arial"/>
                  <a:ea typeface="Arial"/>
                  <a:cs typeface="Arial"/>
                </a:defRPr>
              </a:pPr>
              <a:r>
                <a:rPr sz="746" b="1">
                  <a:solidFill>
                    <a:srgbClr val="2B887C"/>
                  </a:solidFill>
                  <a:latin typeface="Arial"/>
                  <a:ea typeface="Arial"/>
                  <a:cs typeface="Arial"/>
                </a:rPr>
                <a:t>Context attention</a:t>
              </a:r>
            </a:p>
          </p:txBody>
        </p:sp>
        <p:sp>
          <p:nvSpPr>
            <p:cNvPr id="76" name="Operator ">
              <a:extLst>
                <a:ext uri="{FF2B5EF4-FFF2-40B4-BE49-F238E27FC236}">
                  <a16:creationId xmlns:a16="http://schemas.microsoft.com/office/drawing/2014/main" id="{09E429E9-4930-4308-A974-9868AE297957}"/>
                </a:ext>
              </a:extLst>
            </p:cNvPr>
            <p:cNvSpPr>
              <a:spLocks noGrp="1"/>
            </p:cNvSpPr>
            <p:nvPr/>
          </p:nvSpPr>
          <p:spPr>
            <a:xfrm>
              <a:off x="9515475" y="5981700"/>
              <a:ext cx="1257300" cy="304800"/>
            </a:xfrm>
            <a:prstGeom prst="roundRect">
              <a:avLst>
                <a:gd name="adj" fmla="val 21875"/>
              </a:avLst>
            </a:prstGeom>
            <a:solidFill>
              <a:srgbClr val="F7FBF8"/>
            </a:solidFill>
            <a:ln w="6896">
              <a:solidFill>
                <a:srgbClr val="8AB9AB"/>
              </a:solidFill>
            </a:ln>
          </p:spPr>
        </p:sp>
        <p:sp>
          <p:nvSpPr>
            <p:cNvPr id="77" name="Arrow 62">
              <a:extLst>
                <a:ext uri="{FF2B5EF4-FFF2-40B4-BE49-F238E27FC236}">
                  <a16:creationId xmlns:a16="http://schemas.microsoft.com/office/drawing/2014/main" id="{8D4F3E0D-F6FF-4E2F-880E-82295C7C71BE}"/>
                </a:ext>
              </a:extLst>
            </p:cNvPr>
            <p:cNvSpPr>
              <a:spLocks noGrp="1"/>
            </p:cNvSpPr>
            <p:nvPr/>
          </p:nvSpPr>
          <p:spPr>
            <a:xfrm>
              <a:off x="9029700" y="6134100"/>
              <a:ext cx="428625" cy="95"/>
            </a:xfrm>
            <a:custGeom>
              <a:avLst/>
              <a:gdLst/>
              <a:ahLst/>
              <a:cxnLst/>
              <a:rect l="0" t="0" r="0" b="0"/>
              <a:pathLst>
                <a:path w="428625" h="95">
                  <a:moveTo>
                    <a:pt x="428625" y="0"/>
                  </a:moveTo>
                  <a:lnTo>
                    <a:pt x="0" y="0"/>
                  </a:lnTo>
                </a:path>
              </a:pathLst>
            </a:custGeom>
            <a:noFill/>
            <a:ln w="7327">
              <a:solidFill>
                <a:srgbClr val="397FA6"/>
              </a:solidFill>
              <a:prstDash val="solid"/>
            </a:ln>
          </p:spPr>
        </p:sp>
        <p:sp>
          <p:nvSpPr>
            <p:cNvPr id="78" name="Arrow 63">
              <a:extLst>
                <a:ext uri="{FF2B5EF4-FFF2-40B4-BE49-F238E27FC236}">
                  <a16:creationId xmlns:a16="http://schemas.microsoft.com/office/drawing/2014/main" id="{539EBA44-2D01-4D56-9DF3-766D930FB78F}"/>
                </a:ext>
              </a:extLst>
            </p:cNvPr>
            <p:cNvSpPr>
              <a:spLocks noGrp="1"/>
            </p:cNvSpPr>
            <p:nvPr/>
          </p:nvSpPr>
          <p:spPr>
            <a:xfrm>
              <a:off x="10829925" y="6134100"/>
              <a:ext cx="428625" cy="95"/>
            </a:xfrm>
            <a:custGeom>
              <a:avLst/>
              <a:gdLst/>
              <a:ahLst/>
              <a:cxnLst/>
              <a:rect l="0" t="0" r="0" b="0"/>
              <a:pathLst>
                <a:path w="428625" h="95">
                  <a:moveTo>
                    <a:pt x="0" y="0"/>
                  </a:moveTo>
                  <a:lnTo>
                    <a:pt x="428625" y="0"/>
                  </a:lnTo>
                </a:path>
              </a:pathLst>
            </a:custGeom>
            <a:noFill/>
            <a:ln w="7327">
              <a:solidFill>
                <a:srgbClr val="397FA6"/>
              </a:solidFill>
              <a:prstDash val="solid"/>
            </a:ln>
          </p:spPr>
        </p:sp>
        <p:sp>
          <p:nvSpPr>
            <p:cNvPr id="79" name="Label 64 Q">
              <a:extLst>
                <a:ext uri="{FF2B5EF4-FFF2-40B4-BE49-F238E27FC236}">
                  <a16:creationId xmlns:a16="http://schemas.microsoft.com/office/drawing/2014/main" id="{D7AF6D8A-02DB-465D-8BEE-8146AA3317A9}"/>
                </a:ext>
              </a:extLst>
            </p:cNvPr>
            <p:cNvSpPr>
              <a:spLocks noGrp="1"/>
            </p:cNvSpPr>
            <p:nvPr/>
          </p:nvSpPr>
          <p:spPr>
            <a:xfrm>
              <a:off x="9110663" y="5721804"/>
              <a:ext cx="266700" cy="364671"/>
            </a:xfrm>
            <a:prstGeom prst="rect">
              <a:avLst/>
            </a:prstGeom>
            <a:noFill/>
            <a:ln w="0">
              <a:noFill/>
            </a:ln>
          </p:spPr>
          <p:txBody>
            <a:bodyPr wrap="none" lIns="0" tIns="0" rIns="0" bIns="0" anchor="ctr">
              <a:noAutofit/>
            </a:bodyPr>
            <a:lstStyle/>
            <a:p>
              <a:pPr algn="ctr">
                <a:defRPr sz="679" b="1">
                  <a:solidFill>
                    <a:srgbClr val="397FA6"/>
                  </a:solidFill>
                  <a:latin typeface="Arial"/>
                  <a:ea typeface="Arial"/>
                  <a:cs typeface="Arial"/>
                </a:defRPr>
              </a:pPr>
              <a:r>
                <a:rPr sz="679" b="1">
                  <a:solidFill>
                    <a:srgbClr val="397FA6"/>
                  </a:solidFill>
                  <a:latin typeface="Arial"/>
                  <a:ea typeface="Arial"/>
                  <a:cs typeface="Arial"/>
                </a:rPr>
                <a:t>Q</a:t>
              </a:r>
            </a:p>
          </p:txBody>
        </p:sp>
        <p:sp>
          <p:nvSpPr>
            <p:cNvPr id="80" name="Label 65 Q">
              <a:extLst>
                <a:ext uri="{FF2B5EF4-FFF2-40B4-BE49-F238E27FC236}">
                  <a16:creationId xmlns:a16="http://schemas.microsoft.com/office/drawing/2014/main" id="{F8030BF6-784A-4820-B0A2-F9E20A0E01E8}"/>
                </a:ext>
              </a:extLst>
            </p:cNvPr>
            <p:cNvSpPr>
              <a:spLocks noGrp="1"/>
            </p:cNvSpPr>
            <p:nvPr/>
          </p:nvSpPr>
          <p:spPr>
            <a:xfrm>
              <a:off x="10910888" y="5721804"/>
              <a:ext cx="266700" cy="364671"/>
            </a:xfrm>
            <a:prstGeom prst="rect">
              <a:avLst/>
            </a:prstGeom>
            <a:noFill/>
            <a:ln w="0">
              <a:noFill/>
            </a:ln>
          </p:spPr>
          <p:txBody>
            <a:bodyPr wrap="none" lIns="0" tIns="0" rIns="0" bIns="0" anchor="ctr">
              <a:noAutofit/>
            </a:bodyPr>
            <a:lstStyle/>
            <a:p>
              <a:pPr algn="ctr">
                <a:defRPr sz="679" b="1">
                  <a:solidFill>
                    <a:srgbClr val="397FA6"/>
                  </a:solidFill>
                  <a:latin typeface="Arial"/>
                  <a:ea typeface="Arial"/>
                  <a:cs typeface="Arial"/>
                </a:defRPr>
              </a:pPr>
              <a:r>
                <a:rPr sz="679" b="1">
                  <a:solidFill>
                    <a:srgbClr val="397FA6"/>
                  </a:solidFill>
                  <a:latin typeface="Arial"/>
                  <a:ea typeface="Arial"/>
                  <a:cs typeface="Arial"/>
                </a:rPr>
                <a:t>Q</a:t>
              </a:r>
            </a:p>
          </p:txBody>
        </p:sp>
        <p:sp>
          <p:nvSpPr>
            <p:cNvPr id="81" name="Arrow 66">
              <a:extLst>
                <a:ext uri="{FF2B5EF4-FFF2-40B4-BE49-F238E27FC236}">
                  <a16:creationId xmlns:a16="http://schemas.microsoft.com/office/drawing/2014/main" id="{75A8B12C-3E76-40DC-BED2-5B2AE9D76BC8}"/>
                </a:ext>
              </a:extLst>
            </p:cNvPr>
            <p:cNvSpPr>
              <a:spLocks noGrp="1"/>
            </p:cNvSpPr>
            <p:nvPr/>
          </p:nvSpPr>
          <p:spPr>
            <a:xfrm>
              <a:off x="7953375" y="6362700"/>
              <a:ext cx="1504950" cy="733425"/>
            </a:xfrm>
            <a:custGeom>
              <a:avLst/>
              <a:gdLst/>
              <a:ahLst/>
              <a:cxnLst/>
              <a:rect l="0" t="0" r="0" b="0"/>
              <a:pathLst>
                <a:path w="1504950" h="638175">
                  <a:moveTo>
                    <a:pt x="0" y="0"/>
                  </a:moveTo>
                  <a:lnTo>
                    <a:pt x="0" y="638175"/>
                  </a:lnTo>
                  <a:lnTo>
                    <a:pt x="1504950" y="638175"/>
                  </a:lnTo>
                </a:path>
              </a:pathLst>
            </a:custGeom>
            <a:noFill/>
            <a:ln w="7327">
              <a:solidFill>
                <a:srgbClr val="2B887C"/>
              </a:solidFill>
              <a:prstDash val="solid"/>
            </a:ln>
          </p:spPr>
        </p:sp>
        <p:sp>
          <p:nvSpPr>
            <p:cNvPr id="82" name="Arrow 67">
              <a:extLst>
                <a:ext uri="{FF2B5EF4-FFF2-40B4-BE49-F238E27FC236}">
                  <a16:creationId xmlns:a16="http://schemas.microsoft.com/office/drawing/2014/main" id="{DF50BC25-37EE-4A36-A5EA-CBB9340D342A}"/>
                </a:ext>
              </a:extLst>
            </p:cNvPr>
            <p:cNvSpPr>
              <a:spLocks noGrp="1"/>
            </p:cNvSpPr>
            <p:nvPr/>
          </p:nvSpPr>
          <p:spPr>
            <a:xfrm>
              <a:off x="10829925" y="6362700"/>
              <a:ext cx="1504950" cy="733425"/>
            </a:xfrm>
            <a:custGeom>
              <a:avLst/>
              <a:gdLst/>
              <a:ahLst/>
              <a:cxnLst/>
              <a:rect l="0" t="0" r="0" b="0"/>
              <a:pathLst>
                <a:path w="1504950" h="638175">
                  <a:moveTo>
                    <a:pt x="1504950" y="0"/>
                  </a:moveTo>
                  <a:lnTo>
                    <a:pt x="1504950" y="638175"/>
                  </a:lnTo>
                  <a:lnTo>
                    <a:pt x="0" y="638175"/>
                  </a:lnTo>
                </a:path>
              </a:pathLst>
            </a:custGeom>
            <a:noFill/>
            <a:ln w="7327">
              <a:solidFill>
                <a:srgbClr val="2B887C"/>
              </a:solidFill>
              <a:prstDash val="solid"/>
            </a:ln>
          </p:spPr>
        </p:sp>
        <p:sp>
          <p:nvSpPr>
            <p:cNvPr id="83" name="Arrow 68">
              <a:extLst>
                <a:ext uri="{FF2B5EF4-FFF2-40B4-BE49-F238E27FC236}">
                  <a16:creationId xmlns:a16="http://schemas.microsoft.com/office/drawing/2014/main" id="{34DE6FDB-0F74-4B5D-B9A6-F975BBA67297}"/>
                </a:ext>
              </a:extLst>
            </p:cNvPr>
            <p:cNvSpPr>
              <a:spLocks noGrp="1"/>
            </p:cNvSpPr>
            <p:nvPr/>
          </p:nvSpPr>
          <p:spPr>
            <a:xfrm>
              <a:off x="10144125" y="6229350"/>
              <a:ext cx="95" cy="546100"/>
            </a:xfrm>
            <a:custGeom>
              <a:avLst/>
              <a:gdLst/>
              <a:ahLst/>
              <a:cxnLst/>
              <a:rect l="0" t="0" r="0" b="0"/>
              <a:pathLst>
                <a:path w="95" h="466725">
                  <a:moveTo>
                    <a:pt x="0" y="0"/>
                  </a:moveTo>
                  <a:lnTo>
                    <a:pt x="0" y="466725"/>
                  </a:lnTo>
                </a:path>
              </a:pathLst>
            </a:custGeom>
            <a:noFill/>
            <a:ln w="7327">
              <a:solidFill>
                <a:srgbClr val="2B887C"/>
              </a:solidFill>
              <a:prstDash val="solid"/>
            </a:ln>
          </p:spPr>
        </p:sp>
        <p:sp>
          <p:nvSpPr>
            <p:cNvPr id="84" name="Operator Fusion">
              <a:extLst>
                <a:ext uri="{FF2B5EF4-FFF2-40B4-BE49-F238E27FC236}">
                  <a16:creationId xmlns:a16="http://schemas.microsoft.com/office/drawing/2014/main" id="{07CAC510-F36F-4FDE-9E3F-512FC9BB9F45}"/>
                </a:ext>
              </a:extLst>
            </p:cNvPr>
            <p:cNvSpPr>
              <a:spLocks noGrp="1"/>
            </p:cNvSpPr>
            <p:nvPr/>
          </p:nvSpPr>
          <p:spPr>
            <a:xfrm>
              <a:off x="9553575" y="6858000"/>
              <a:ext cx="1181100" cy="466725"/>
            </a:xfrm>
            <a:prstGeom prst="roundRect">
              <a:avLst>
                <a:gd name="adj" fmla="val 14286"/>
              </a:avLst>
            </a:prstGeom>
            <a:solidFill>
              <a:srgbClr val="FFFFFF"/>
            </a:solidFill>
            <a:ln w="6896">
              <a:solidFill>
                <a:srgbClr val="2B887C"/>
              </a:solidFill>
            </a:ln>
          </p:spPr>
          <p:txBody>
            <a:bodyPr wrap="none" lIns="28575" tIns="9525" rIns="28575" bIns="9525" anchor="ctr">
              <a:noAutofit/>
            </a:bodyPr>
            <a:lstStyle/>
            <a:p>
              <a:pPr algn="ctr">
                <a:defRPr sz="780" b="1">
                  <a:solidFill>
                    <a:srgbClr val="2B887C"/>
                  </a:solidFill>
                  <a:latin typeface="Arial"/>
                  <a:ea typeface="Arial"/>
                  <a:cs typeface="Arial"/>
                </a:defRPr>
              </a:pPr>
              <a:r>
                <a:rPr sz="780" b="1">
                  <a:solidFill>
                    <a:srgbClr val="2B887C"/>
                  </a:solidFill>
                  <a:latin typeface="Arial"/>
                  <a:ea typeface="Arial"/>
                  <a:cs typeface="Arial"/>
                </a:rPr>
                <a:t>Fusion</a:t>
              </a:r>
            </a:p>
          </p:txBody>
        </p:sp>
        <p:sp>
          <p:nvSpPr>
            <p:cNvPr id="85" name="Arrow 69">
              <a:extLst>
                <a:ext uri="{FF2B5EF4-FFF2-40B4-BE49-F238E27FC236}">
                  <a16:creationId xmlns:a16="http://schemas.microsoft.com/office/drawing/2014/main" id="{E7A7D860-51A0-4743-A4A8-852602D5DD07}"/>
                </a:ext>
              </a:extLst>
            </p:cNvPr>
            <p:cNvSpPr>
              <a:spLocks noGrp="1"/>
            </p:cNvSpPr>
            <p:nvPr/>
          </p:nvSpPr>
          <p:spPr>
            <a:xfrm>
              <a:off x="10144125" y="7324725"/>
              <a:ext cx="95" cy="352425"/>
            </a:xfrm>
            <a:custGeom>
              <a:avLst/>
              <a:gdLst/>
              <a:ahLst/>
              <a:cxnLst/>
              <a:rect l="0" t="0" r="0" b="0"/>
              <a:pathLst>
                <a:path w="95" h="352425">
                  <a:moveTo>
                    <a:pt x="0" y="0"/>
                  </a:moveTo>
                  <a:lnTo>
                    <a:pt x="0" y="352425"/>
                  </a:lnTo>
                </a:path>
              </a:pathLst>
            </a:custGeom>
            <a:noFill/>
            <a:ln w="7327">
              <a:solidFill>
                <a:srgbClr val="2B887C"/>
              </a:solidFill>
              <a:prstDash val="solid"/>
            </a:ln>
          </p:spPr>
        </p:sp>
        <mc:AlternateContent xmlns:mc="http://schemas.openxmlformats.org/markup-compatibility/2006" xmlns:a14="http://schemas.microsoft.com/office/drawing/2010/main">
          <mc:Choice Requires="a14">
            <p:sp>
              <p:nvSpPr>
                <p:cNvPr id="86" name="Label 70 g">
                  <a:extLst>
                    <a:ext uri="{FF2B5EF4-FFF2-40B4-BE49-F238E27FC236}">
                      <a16:creationId xmlns:a16="http://schemas.microsoft.com/office/drawing/2014/main" id="{D5DA0F07-BFD0-4B32-BB25-43B814104440}"/>
                    </a:ext>
                  </a:extLst>
                </p:cNvPr>
                <p:cNvSpPr>
                  <a:spLocks noGrp="1"/>
                </p:cNvSpPr>
                <p:nvPr/>
              </p:nvSpPr>
              <p:spPr>
                <a:xfrm>
                  <a:off x="10315575" y="7372350"/>
                  <a:ext cx="495300" cy="323850"/>
                </a:xfrm>
                <a:prstGeom prst="rect">
                  <a:avLst/>
                </a:prstGeom>
                <a:noFill/>
                <a:ln w="0">
                  <a:noFill/>
                </a:ln>
              </p:spPr>
              <p:txBody>
                <a:bodyPr wrap="none" lIns="0" tIns="0" rIns="0" bIns="0" anchor="ctr">
                  <a:noAutofit/>
                </a:bodyPr>
                <a:lstStyle/>
                <a:p>
                  <a:pPr algn="l"/>
                  <a14:m>
                    <m:oMathPara xmlns:m="http://schemas.openxmlformats.org/officeDocument/2006/math">
                      <m:oMathParaPr>
                        <m:jc m:val="left"/>
                      </m:oMathParaPr>
                      <m:oMath>
                        <m:sSub>
                          <m:sSubPr>
                            <m:ctrlPr>
                              <a:rPr lang="en-US" sz="950">
                                <a:solidFill>
                                  <a:srgbClr val="203646"/>
                                </a:solidFill>
                                <a:latin typeface="Cambria Math"/>
                              </a:rPr>
                            </m:ctrlPr>
                          </m:sSubPr>
                          <m:e>
                            <m:r>
                              <a:rPr lang="en-US" sz="950">
                                <a:solidFill>
                                  <a:srgbClr val="203646"/>
                                </a:solidFill>
                                <a:latin typeface="Cambria Math"/>
                              </a:rPr>
                              <m:t>𝑔</m:t>
                            </m:r>
                          </m:e>
                          <m:sub>
                            <m:r>
                              <a:rPr lang="en-US" sz="950">
                                <a:solidFill>
                                  <a:srgbClr val="203646"/>
                                </a:solidFill>
                                <a:latin typeface="Cambria Math"/>
                              </a:rPr>
                              <m:t>𝑘</m:t>
                            </m:r>
                          </m:sub>
                        </m:sSub>
                      </m:oMath>
                    </m:oMathPara>
                  </a14:m>
                  <a:endParaRPr lang="en-US" sz="950"/>
                </a:p>
              </p:txBody>
            </p:sp>
          </mc:Choice>
          <mc:Fallback xmlns="">
            <p:sp>
              <p:nvSpPr>
                <p:cNvPr id="86" name="Label 70 g">
                  <a:extLst>
                    <a:ext uri="{FF2B5EF4-FFF2-40B4-BE49-F238E27FC236}">
                      <a16:creationId xmlns:a16="http://schemas.microsoft.com/office/drawing/2014/main" id="{D5DA0F07-BFD0-4B32-BB25-43B814104440}"/>
                    </a:ext>
                  </a:extLst>
                </p:cNvPr>
                <p:cNvSpPr>
                  <a:spLocks noGrp="1" noRot="1" noChangeAspect="1" noMove="1" noResize="1" noEditPoints="1" noAdjustHandles="1" noChangeArrowheads="1" noChangeShapeType="1" noTextEdit="1"/>
                </p:cNvSpPr>
                <p:nvPr/>
              </p:nvSpPr>
              <p:spPr>
                <a:xfrm>
                  <a:off x="10315575" y="7372350"/>
                  <a:ext cx="495300" cy="323850"/>
                </a:xfrm>
                <a:prstGeom prst="rect">
                  <a:avLst/>
                </a:prstGeom>
                <a:blipFill>
                  <a:blip r:embed="rId5"/>
                  <a:stretch>
                    <a:fillRect l="-19444" b="-25000"/>
                  </a:stretch>
                </a:blipFill>
                <a:ln w="0">
                  <a:noFill/>
                </a:ln>
              </p:spPr>
              <p:txBody>
                <a:bodyPr/>
                <a:lstStyle/>
                <a:p>
                  <a:r>
                    <a:rPr lang="zh-CN" altLang="en-US">
                      <a:noFill/>
                    </a:rPr>
                    <a:t> </a:t>
                  </a:r>
                </a:p>
              </p:txBody>
            </p:sp>
          </mc:Fallback>
        </mc:AlternateContent>
        <p:sp>
          <p:nvSpPr>
            <p:cNvPr id="87" name="Arrow 71">
              <a:extLst>
                <a:ext uri="{FF2B5EF4-FFF2-40B4-BE49-F238E27FC236}">
                  <a16:creationId xmlns:a16="http://schemas.microsoft.com/office/drawing/2014/main" id="{0A2A98D2-E2C3-4EC2-BBFC-B83B74C59939}"/>
                </a:ext>
              </a:extLst>
            </p:cNvPr>
            <p:cNvSpPr>
              <a:spLocks noGrp="1"/>
            </p:cNvSpPr>
            <p:nvPr/>
          </p:nvSpPr>
          <p:spPr>
            <a:xfrm>
              <a:off x="1647825" y="7867650"/>
              <a:ext cx="3486150" cy="613204"/>
            </a:xfrm>
            <a:custGeom>
              <a:avLst/>
              <a:gdLst/>
              <a:ahLst/>
              <a:cxnLst/>
              <a:rect l="0" t="0" r="0" b="0"/>
              <a:pathLst>
                <a:path w="3486150" h="800100">
                  <a:moveTo>
                    <a:pt x="3486150" y="0"/>
                  </a:moveTo>
                  <a:lnTo>
                    <a:pt x="0" y="0"/>
                  </a:lnTo>
                  <a:lnTo>
                    <a:pt x="0" y="800100"/>
                  </a:lnTo>
                </a:path>
              </a:pathLst>
            </a:custGeom>
            <a:noFill/>
            <a:ln w="7327">
              <a:solidFill>
                <a:srgbClr val="397FA6"/>
              </a:solidFill>
              <a:prstDash val="solid"/>
            </a:ln>
          </p:spPr>
        </p:sp>
        <p:sp>
          <p:nvSpPr>
            <p:cNvPr id="88" name="Operator Foreground head">
              <a:extLst>
                <a:ext uri="{FF2B5EF4-FFF2-40B4-BE49-F238E27FC236}">
                  <a16:creationId xmlns:a16="http://schemas.microsoft.com/office/drawing/2014/main" id="{E649E0DB-319F-4592-937B-AB168647A014}"/>
                </a:ext>
              </a:extLst>
            </p:cNvPr>
            <p:cNvSpPr>
              <a:spLocks noGrp="1"/>
            </p:cNvSpPr>
            <p:nvPr/>
          </p:nvSpPr>
          <p:spPr>
            <a:xfrm>
              <a:off x="609600" y="8543925"/>
              <a:ext cx="2190750" cy="466725"/>
            </a:xfrm>
            <a:prstGeom prst="roundRect">
              <a:avLst>
                <a:gd name="adj" fmla="val 14286"/>
              </a:avLst>
            </a:prstGeom>
            <a:solidFill>
              <a:srgbClr val="F7FAFC"/>
            </a:solidFill>
            <a:ln w="6896">
              <a:solidFill>
                <a:srgbClr val="397FA6"/>
              </a:solidFill>
            </a:ln>
          </p:spPr>
          <p:txBody>
            <a:bodyPr wrap="none" lIns="28575" tIns="9525" rIns="28575" bIns="9525" anchor="ctr">
              <a:noAutofit/>
            </a:bodyPr>
            <a:lstStyle/>
            <a:p>
              <a:pPr algn="ctr">
                <a:defRPr sz="815" b="1">
                  <a:solidFill>
                    <a:srgbClr val="397FA6"/>
                  </a:solidFill>
                  <a:latin typeface="Arial"/>
                  <a:ea typeface="Arial"/>
                  <a:cs typeface="Arial"/>
                </a:defRPr>
              </a:pPr>
              <a:r>
                <a:rPr sz="815" b="1">
                  <a:solidFill>
                    <a:srgbClr val="397FA6"/>
                  </a:solidFill>
                  <a:latin typeface="Arial"/>
                  <a:ea typeface="Arial"/>
                  <a:cs typeface="Arial"/>
                </a:rPr>
                <a:t>Foreground head</a:t>
              </a:r>
            </a:p>
          </p:txBody>
        </p:sp>
        <p:sp>
          <p:nvSpPr>
            <p:cNvPr id="89" name="Arrow 72">
              <a:extLst>
                <a:ext uri="{FF2B5EF4-FFF2-40B4-BE49-F238E27FC236}">
                  <a16:creationId xmlns:a16="http://schemas.microsoft.com/office/drawing/2014/main" id="{AC950889-7950-4382-989F-4ADA2971A5D8}"/>
                </a:ext>
              </a:extLst>
            </p:cNvPr>
            <p:cNvSpPr>
              <a:spLocks noGrp="1"/>
            </p:cNvSpPr>
            <p:nvPr/>
          </p:nvSpPr>
          <p:spPr>
            <a:xfrm>
              <a:off x="2800350" y="8772525"/>
              <a:ext cx="400050" cy="95"/>
            </a:xfrm>
            <a:custGeom>
              <a:avLst/>
              <a:gdLst/>
              <a:ahLst/>
              <a:cxnLst/>
              <a:rect l="0" t="0" r="0" b="0"/>
              <a:pathLst>
                <a:path w="400050" h="95">
                  <a:moveTo>
                    <a:pt x="0" y="0"/>
                  </a:moveTo>
                  <a:lnTo>
                    <a:pt x="400050" y="0"/>
                  </a:lnTo>
                </a:path>
              </a:pathLst>
            </a:custGeom>
            <a:noFill/>
            <a:ln w="7327">
              <a:solidFill>
                <a:srgbClr val="397FA6"/>
              </a:solidFill>
              <a:prstDash val="solid"/>
            </a:ln>
          </p:spPr>
        </p:sp>
        <p:sp>
          <p:nvSpPr>
            <p:cNvPr id="90" name="Label 73 Foreground probability">
              <a:extLst>
                <a:ext uri="{FF2B5EF4-FFF2-40B4-BE49-F238E27FC236}">
                  <a16:creationId xmlns:a16="http://schemas.microsoft.com/office/drawing/2014/main" id="{217FE554-D66D-431D-A008-17522F8D7032}"/>
                </a:ext>
              </a:extLst>
            </p:cNvPr>
            <p:cNvSpPr>
              <a:spLocks noGrp="1"/>
            </p:cNvSpPr>
            <p:nvPr/>
          </p:nvSpPr>
          <p:spPr>
            <a:xfrm>
              <a:off x="647700" y="9153525"/>
              <a:ext cx="2952750" cy="276225"/>
            </a:xfrm>
            <a:prstGeom prst="rect">
              <a:avLst/>
            </a:prstGeom>
            <a:noFill/>
            <a:ln w="0">
              <a:noFill/>
            </a:ln>
          </p:spPr>
          <p:txBody>
            <a:bodyPr wrap="none" lIns="0" tIns="0" rIns="0" bIns="0" anchor="ctr">
              <a:noAutofit/>
            </a:bodyPr>
            <a:lstStyle/>
            <a:p>
              <a:pPr algn="l">
                <a:defRPr sz="780" b="0">
                  <a:solidFill>
                    <a:srgbClr val="6F8290"/>
                  </a:solidFill>
                  <a:latin typeface="Arial"/>
                  <a:ea typeface="Arial"/>
                  <a:cs typeface="Arial"/>
                </a:defRPr>
              </a:pPr>
              <a:r>
                <a:rPr sz="780" b="0">
                  <a:solidFill>
                    <a:srgbClr val="6F8290"/>
                  </a:solidFill>
                  <a:latin typeface="Arial"/>
                  <a:ea typeface="Arial"/>
                  <a:cs typeface="Arial"/>
                </a:rPr>
                <a:t>Foreground probability</a:t>
              </a:r>
            </a:p>
          </p:txBody>
        </p:sp>
        <mc:AlternateContent xmlns:mc="http://schemas.openxmlformats.org/markup-compatibility/2006" xmlns:a14="http://schemas.microsoft.com/office/drawing/2010/main">
          <mc:Choice Requires="a14">
            <p:sp>
              <p:nvSpPr>
                <p:cNvPr id="91" name="Label 74 p">
                  <a:extLst>
                    <a:ext uri="{FF2B5EF4-FFF2-40B4-BE49-F238E27FC236}">
                      <a16:creationId xmlns:a16="http://schemas.microsoft.com/office/drawing/2014/main" id="{62FF4945-B9A9-44F5-926F-B575BA07572C}"/>
                    </a:ext>
                  </a:extLst>
                </p:cNvPr>
                <p:cNvSpPr>
                  <a:spLocks noGrp="1"/>
                </p:cNvSpPr>
                <p:nvPr/>
              </p:nvSpPr>
              <p:spPr>
                <a:xfrm>
                  <a:off x="3343275" y="8582025"/>
                  <a:ext cx="714375" cy="409575"/>
                </a:xfrm>
                <a:prstGeom prst="rect">
                  <a:avLst/>
                </a:prstGeom>
                <a:noFill/>
                <a:ln w="0">
                  <a:noFill/>
                </a:ln>
              </p:spPr>
              <p:txBody>
                <a:bodyPr wrap="none" lIns="0" tIns="0" rIns="0" bIns="0" anchor="ctr">
                  <a:noAutofit/>
                </a:bodyPr>
                <a:lstStyle/>
                <a:p>
                  <a:pPr algn="l"/>
                  <a14:m>
                    <m:oMathPara xmlns:m="http://schemas.openxmlformats.org/officeDocument/2006/math">
                      <m:oMathParaPr>
                        <m:jc m:val="left"/>
                      </m:oMathParaPr>
                      <m:oMath>
                        <m:sSubSup>
                          <m:sSubSupPr>
                            <m:ctrlPr>
                              <a:rPr lang="en-US" sz="950">
                                <a:solidFill>
                                  <a:srgbClr val="203646"/>
                                </a:solidFill>
                                <a:latin typeface="Cambria Math"/>
                              </a:rPr>
                            </m:ctrlPr>
                          </m:sSubSupPr>
                          <m:e>
                            <m:r>
                              <a:rPr lang="en-US" sz="950">
                                <a:solidFill>
                                  <a:srgbClr val="203646"/>
                                </a:solidFill>
                                <a:latin typeface="Cambria Math"/>
                              </a:rPr>
                              <m:t>𝑝</m:t>
                            </m:r>
                          </m:e>
                          <m:sub>
                            <m:r>
                              <a:rPr lang="en-US" sz="950">
                                <a:solidFill>
                                  <a:srgbClr val="203646"/>
                                </a:solidFill>
                                <a:latin typeface="Cambria Math"/>
                              </a:rPr>
                              <m:t>𝑗</m:t>
                            </m:r>
                          </m:sub>
                          <m:sup>
                            <m:r>
                              <m:rPr>
                                <m:sty m:val="p"/>
                              </m:rPr>
                              <a:rPr lang="en-US" sz="950">
                                <a:solidFill>
                                  <a:srgbClr val="203646"/>
                                </a:solidFill>
                                <a:latin typeface="Cambria Math"/>
                              </a:rPr>
                              <m:t>fg</m:t>
                            </m:r>
                          </m:sup>
                        </m:sSubSup>
                      </m:oMath>
                    </m:oMathPara>
                  </a14:m>
                  <a:endParaRPr lang="en-US" sz="950"/>
                </a:p>
              </p:txBody>
            </p:sp>
          </mc:Choice>
          <mc:Fallback xmlns="">
            <p:sp>
              <p:nvSpPr>
                <p:cNvPr id="91" name="Label 74 p">
                  <a:extLst>
                    <a:ext uri="{FF2B5EF4-FFF2-40B4-BE49-F238E27FC236}">
                      <a16:creationId xmlns:a16="http://schemas.microsoft.com/office/drawing/2014/main" id="{62FF4945-B9A9-44F5-926F-B575BA07572C}"/>
                    </a:ext>
                  </a:extLst>
                </p:cNvPr>
                <p:cNvSpPr>
                  <a:spLocks noGrp="1" noRot="1" noChangeAspect="1" noMove="1" noResize="1" noEditPoints="1" noAdjustHandles="1" noChangeArrowheads="1" noChangeShapeType="1" noTextEdit="1"/>
                </p:cNvSpPr>
                <p:nvPr/>
              </p:nvSpPr>
              <p:spPr>
                <a:xfrm>
                  <a:off x="3343275" y="8582025"/>
                  <a:ext cx="714375" cy="409575"/>
                </a:xfrm>
                <a:prstGeom prst="rect">
                  <a:avLst/>
                </a:prstGeom>
                <a:blipFill>
                  <a:blip r:embed="rId6"/>
                  <a:stretch>
                    <a:fillRect l="-13208" t="-3333" b="-30000"/>
                  </a:stretch>
                </a:blipFill>
                <a:ln w="0">
                  <a:noFill/>
                </a:ln>
              </p:spPr>
              <p:txBody>
                <a:bodyPr/>
                <a:lstStyle/>
                <a:p>
                  <a:r>
                    <a:rPr lang="zh-CN" altLang="en-US">
                      <a:noFill/>
                    </a:rPr>
                    <a:t> </a:t>
                  </a:r>
                </a:p>
              </p:txBody>
            </p:sp>
          </mc:Fallback>
        </mc:AlternateContent>
        <p:sp>
          <p:nvSpPr>
            <p:cNvPr id="92" name="Arrow 75">
              <a:extLst>
                <a:ext uri="{FF2B5EF4-FFF2-40B4-BE49-F238E27FC236}">
                  <a16:creationId xmlns:a16="http://schemas.microsoft.com/office/drawing/2014/main" id="{093631D5-4355-4D52-BEAC-53E2913549AD}"/>
                </a:ext>
              </a:extLst>
            </p:cNvPr>
            <p:cNvSpPr>
              <a:spLocks noGrp="1"/>
            </p:cNvSpPr>
            <p:nvPr/>
          </p:nvSpPr>
          <p:spPr>
            <a:xfrm>
              <a:off x="5762625" y="7991475"/>
              <a:ext cx="1333500" cy="781050"/>
            </a:xfrm>
            <a:custGeom>
              <a:avLst/>
              <a:gdLst/>
              <a:ahLst/>
              <a:cxnLst/>
              <a:rect l="0" t="0" r="0" b="0"/>
              <a:pathLst>
                <a:path w="1333500" h="971550">
                  <a:moveTo>
                    <a:pt x="0" y="0"/>
                  </a:moveTo>
                  <a:lnTo>
                    <a:pt x="0" y="971550"/>
                  </a:lnTo>
                  <a:lnTo>
                    <a:pt x="1333500" y="971550"/>
                  </a:lnTo>
                </a:path>
              </a:pathLst>
            </a:custGeom>
            <a:noFill/>
            <a:ln w="7327">
              <a:solidFill>
                <a:srgbClr val="397FA6"/>
              </a:solidFill>
              <a:prstDash val="solid"/>
            </a:ln>
          </p:spPr>
        </p:sp>
        <p:sp>
          <p:nvSpPr>
            <p:cNvPr id="93" name="Arrow 76">
              <a:extLst>
                <a:ext uri="{FF2B5EF4-FFF2-40B4-BE49-F238E27FC236}">
                  <a16:creationId xmlns:a16="http://schemas.microsoft.com/office/drawing/2014/main" id="{7401EFE1-C3B2-44A7-8AE1-991F702E00FA}"/>
                </a:ext>
              </a:extLst>
            </p:cNvPr>
            <p:cNvSpPr>
              <a:spLocks noGrp="1"/>
            </p:cNvSpPr>
            <p:nvPr/>
          </p:nvSpPr>
          <p:spPr>
            <a:xfrm>
              <a:off x="8105775" y="7991475"/>
              <a:ext cx="2038350" cy="498389"/>
            </a:xfrm>
            <a:custGeom>
              <a:avLst/>
              <a:gdLst/>
              <a:ahLst/>
              <a:cxnLst/>
              <a:rect l="0" t="0" r="0" b="0"/>
              <a:pathLst>
                <a:path w="2038350" h="685800">
                  <a:moveTo>
                    <a:pt x="2038350" y="0"/>
                  </a:moveTo>
                  <a:lnTo>
                    <a:pt x="2038350" y="390525"/>
                  </a:lnTo>
                  <a:lnTo>
                    <a:pt x="0" y="390525"/>
                  </a:lnTo>
                  <a:lnTo>
                    <a:pt x="0" y="685800"/>
                  </a:lnTo>
                </a:path>
              </a:pathLst>
            </a:custGeom>
            <a:noFill/>
            <a:ln w="7327">
              <a:solidFill>
                <a:srgbClr val="2B887C"/>
              </a:solidFill>
              <a:prstDash val="solid"/>
            </a:ln>
          </p:spPr>
        </p:sp>
        <p:sp>
          <p:nvSpPr>
            <p:cNvPr id="94" name="Operator Cosine score">
              <a:extLst>
                <a:ext uri="{FF2B5EF4-FFF2-40B4-BE49-F238E27FC236}">
                  <a16:creationId xmlns:a16="http://schemas.microsoft.com/office/drawing/2014/main" id="{43153F0F-030E-4A8C-975D-BCDD7031D716}"/>
                </a:ext>
              </a:extLst>
            </p:cNvPr>
            <p:cNvSpPr>
              <a:spLocks noGrp="1"/>
            </p:cNvSpPr>
            <p:nvPr/>
          </p:nvSpPr>
          <p:spPr>
            <a:xfrm>
              <a:off x="7153275" y="8543925"/>
              <a:ext cx="1905000" cy="466725"/>
            </a:xfrm>
            <a:prstGeom prst="roundRect">
              <a:avLst>
                <a:gd name="adj" fmla="val 14286"/>
              </a:avLst>
            </a:prstGeom>
            <a:solidFill>
              <a:srgbClr val="FFFFFF"/>
            </a:solidFill>
            <a:ln w="6896">
              <a:solidFill>
                <a:srgbClr val="2B887C"/>
              </a:solidFill>
            </a:ln>
          </p:spPr>
          <p:txBody>
            <a:bodyPr wrap="none" lIns="28575" tIns="9525" rIns="28575" bIns="9525" anchor="ctr">
              <a:noAutofit/>
            </a:bodyPr>
            <a:lstStyle/>
            <a:p>
              <a:pPr algn="ctr">
                <a:defRPr sz="815" b="1">
                  <a:solidFill>
                    <a:srgbClr val="2B887C"/>
                  </a:solidFill>
                  <a:latin typeface="Arial"/>
                  <a:ea typeface="Arial"/>
                  <a:cs typeface="Arial"/>
                </a:defRPr>
              </a:pPr>
              <a:r>
                <a:rPr sz="815" b="1">
                  <a:solidFill>
                    <a:srgbClr val="2B887C"/>
                  </a:solidFill>
                  <a:latin typeface="Arial"/>
                  <a:ea typeface="Arial"/>
                  <a:cs typeface="Arial"/>
                </a:rPr>
                <a:t>Cosine score</a:t>
              </a:r>
            </a:p>
          </p:txBody>
        </p:sp>
        <p:sp>
          <p:nvSpPr>
            <p:cNvPr id="95" name="Label 77 Learned projections">
              <a:extLst>
                <a:ext uri="{FF2B5EF4-FFF2-40B4-BE49-F238E27FC236}">
                  <a16:creationId xmlns:a16="http://schemas.microsoft.com/office/drawing/2014/main" id="{A1B660C7-6D72-43DF-93D6-AF904693EE8F}"/>
                </a:ext>
              </a:extLst>
            </p:cNvPr>
            <p:cNvSpPr>
              <a:spLocks noGrp="1"/>
            </p:cNvSpPr>
            <p:nvPr/>
          </p:nvSpPr>
          <p:spPr>
            <a:xfrm>
              <a:off x="7019925" y="9153525"/>
              <a:ext cx="2171700" cy="276225"/>
            </a:xfrm>
            <a:prstGeom prst="rect">
              <a:avLst/>
            </a:prstGeom>
            <a:noFill/>
            <a:ln w="0">
              <a:noFill/>
            </a:ln>
          </p:spPr>
          <p:txBody>
            <a:bodyPr wrap="none" lIns="0" tIns="0" rIns="0" bIns="0" anchor="ctr">
              <a:noAutofit/>
            </a:bodyPr>
            <a:lstStyle/>
            <a:p>
              <a:pPr algn="ctr">
                <a:defRPr sz="780" b="0">
                  <a:solidFill>
                    <a:srgbClr val="6F8290"/>
                  </a:solidFill>
                  <a:latin typeface="Arial"/>
                  <a:ea typeface="Arial"/>
                  <a:cs typeface="Arial"/>
                </a:defRPr>
              </a:pPr>
              <a:r>
                <a:rPr sz="780" b="0">
                  <a:solidFill>
                    <a:srgbClr val="6F8290"/>
                  </a:solidFill>
                  <a:latin typeface="Arial"/>
                  <a:ea typeface="Arial"/>
                  <a:cs typeface="Arial"/>
                </a:rPr>
                <a:t>Learned projections</a:t>
              </a:r>
            </a:p>
          </p:txBody>
        </p:sp>
        <p:sp>
          <p:nvSpPr>
            <p:cNvPr id="96" name="Arrow 78">
              <a:extLst>
                <a:ext uri="{FF2B5EF4-FFF2-40B4-BE49-F238E27FC236}">
                  <a16:creationId xmlns:a16="http://schemas.microsoft.com/office/drawing/2014/main" id="{29BF68B1-3859-428B-B99B-2E1D9F95D8F3}"/>
                </a:ext>
              </a:extLst>
            </p:cNvPr>
            <p:cNvSpPr>
              <a:spLocks noGrp="1"/>
            </p:cNvSpPr>
            <p:nvPr/>
          </p:nvSpPr>
          <p:spPr>
            <a:xfrm>
              <a:off x="9058275" y="8772525"/>
              <a:ext cx="1466850" cy="95"/>
            </a:xfrm>
            <a:custGeom>
              <a:avLst/>
              <a:gdLst/>
              <a:ahLst/>
              <a:cxnLst/>
              <a:rect l="0" t="0" r="0" b="0"/>
              <a:pathLst>
                <a:path w="1466850" h="95">
                  <a:moveTo>
                    <a:pt x="0" y="0"/>
                  </a:moveTo>
                  <a:lnTo>
                    <a:pt x="1466850" y="0"/>
                  </a:lnTo>
                </a:path>
              </a:pathLst>
            </a:custGeom>
            <a:noFill/>
            <a:ln w="7327">
              <a:solidFill>
                <a:srgbClr val="2B887C"/>
              </a:solidFill>
              <a:prstDash val="solid"/>
            </a:ln>
          </p:spPr>
        </p:sp>
        <mc:AlternateContent xmlns:mc="http://schemas.openxmlformats.org/markup-compatibility/2006" xmlns:a14="http://schemas.microsoft.com/office/drawing/2010/main">
          <mc:Choice Requires="a14">
            <p:sp>
              <p:nvSpPr>
                <p:cNvPr id="97" name="Label 79 s">
                  <a:extLst>
                    <a:ext uri="{FF2B5EF4-FFF2-40B4-BE49-F238E27FC236}">
                      <a16:creationId xmlns:a16="http://schemas.microsoft.com/office/drawing/2014/main" id="{2EEC63D8-78ED-4A57-B28C-7028FF104957}"/>
                    </a:ext>
                  </a:extLst>
                </p:cNvPr>
                <p:cNvSpPr>
                  <a:spLocks noGrp="1"/>
                </p:cNvSpPr>
                <p:nvPr/>
              </p:nvSpPr>
              <p:spPr>
                <a:xfrm>
                  <a:off x="9582150" y="8336692"/>
                  <a:ext cx="742950" cy="331058"/>
                </a:xfrm>
                <a:prstGeom prst="rect">
                  <a:avLst/>
                </a:prstGeom>
                <a:noFill/>
                <a:ln w="0">
                  <a:noFill/>
                </a:ln>
              </p:spPr>
              <p:txBody>
                <a:bodyPr wrap="none" lIns="0" tIns="0" rIns="0" bIns="0" anchor="ctr">
                  <a:noAutofit/>
                </a:bodyPr>
                <a:lstStyle/>
                <a:p>
                  <a:pPr algn="l"/>
                  <a14:m>
                    <m:oMathPara xmlns:m="http://schemas.openxmlformats.org/officeDocument/2006/math">
                      <m:oMathParaPr>
                        <m:jc m:val="left"/>
                      </m:oMathParaPr>
                      <m:oMath>
                        <m:sSub>
                          <m:sSubPr>
                            <m:ctrlPr>
                              <a:rPr lang="en-US" sz="950">
                                <a:solidFill>
                                  <a:srgbClr val="203646"/>
                                </a:solidFill>
                                <a:latin typeface="Cambria Math"/>
                              </a:rPr>
                            </m:ctrlPr>
                          </m:sSubPr>
                          <m:e>
                            <m:r>
                              <a:rPr lang="en-US" sz="950">
                                <a:solidFill>
                                  <a:srgbClr val="203646"/>
                                </a:solidFill>
                                <a:latin typeface="Cambria Math"/>
                              </a:rPr>
                              <m:t>𝑠</m:t>
                            </m:r>
                          </m:e>
                          <m:sub>
                            <m:r>
                              <a:rPr lang="en-US" sz="950">
                                <a:solidFill>
                                  <a:srgbClr val="203646"/>
                                </a:solidFill>
                                <a:latin typeface="Cambria Math"/>
                              </a:rPr>
                              <m:t>𝑗</m:t>
                            </m:r>
                            <m:r>
                              <a:rPr lang="en-US" sz="950">
                                <a:solidFill>
                                  <a:srgbClr val="203646"/>
                                </a:solidFill>
                                <a:latin typeface="Cambria Math"/>
                              </a:rPr>
                              <m:t>,</m:t>
                            </m:r>
                            <m:r>
                              <a:rPr lang="en-US" sz="950">
                                <a:solidFill>
                                  <a:srgbClr val="203646"/>
                                </a:solidFill>
                                <a:latin typeface="Cambria Math"/>
                              </a:rPr>
                              <m:t>𝑘</m:t>
                            </m:r>
                          </m:sub>
                        </m:sSub>
                      </m:oMath>
                    </m:oMathPara>
                  </a14:m>
                  <a:endParaRPr lang="en-US" sz="950"/>
                </a:p>
              </p:txBody>
            </p:sp>
          </mc:Choice>
          <mc:Fallback xmlns="">
            <p:sp>
              <p:nvSpPr>
                <p:cNvPr id="97" name="Label 79 s">
                  <a:extLst>
                    <a:ext uri="{FF2B5EF4-FFF2-40B4-BE49-F238E27FC236}">
                      <a16:creationId xmlns:a16="http://schemas.microsoft.com/office/drawing/2014/main" id="{2EEC63D8-78ED-4A57-B28C-7028FF104957}"/>
                    </a:ext>
                  </a:extLst>
                </p:cNvPr>
                <p:cNvSpPr>
                  <a:spLocks noGrp="1" noRot="1" noChangeAspect="1" noMove="1" noResize="1" noEditPoints="1" noAdjustHandles="1" noChangeArrowheads="1" noChangeShapeType="1" noTextEdit="1"/>
                </p:cNvSpPr>
                <p:nvPr/>
              </p:nvSpPr>
              <p:spPr>
                <a:xfrm>
                  <a:off x="9582150" y="8336692"/>
                  <a:ext cx="742950" cy="331058"/>
                </a:xfrm>
                <a:prstGeom prst="rect">
                  <a:avLst/>
                </a:prstGeom>
                <a:blipFill>
                  <a:blip r:embed="rId7"/>
                  <a:stretch>
                    <a:fillRect l="-9091" b="-33333"/>
                  </a:stretch>
                </a:blipFill>
                <a:ln w="0">
                  <a:noFill/>
                </a:ln>
              </p:spPr>
              <p:txBody>
                <a:bodyPr/>
                <a:lstStyle/>
                <a:p>
                  <a:r>
                    <a:rPr lang="zh-CN" altLang="en-US">
                      <a:noFill/>
                    </a:rPr>
                    <a:t> </a:t>
                  </a:r>
                </a:p>
              </p:txBody>
            </p:sp>
          </mc:Fallback>
        </mc:AlternateContent>
        <p:sp>
          <p:nvSpPr>
            <p:cNvPr id="98" name="Label 80 Identity scores">
              <a:extLst>
                <a:ext uri="{FF2B5EF4-FFF2-40B4-BE49-F238E27FC236}">
                  <a16:creationId xmlns:a16="http://schemas.microsoft.com/office/drawing/2014/main" id="{BC06909F-029C-45B3-86C0-EA89CC5D8A63}"/>
                </a:ext>
              </a:extLst>
            </p:cNvPr>
            <p:cNvSpPr>
              <a:spLocks noGrp="1"/>
            </p:cNvSpPr>
            <p:nvPr/>
          </p:nvSpPr>
          <p:spPr>
            <a:xfrm>
              <a:off x="10601325" y="7953375"/>
              <a:ext cx="2362200" cy="171682"/>
            </a:xfrm>
            <a:prstGeom prst="rect">
              <a:avLst/>
            </a:prstGeom>
            <a:noFill/>
            <a:ln w="0">
              <a:noFill/>
            </a:ln>
          </p:spPr>
          <p:txBody>
            <a:bodyPr wrap="none" lIns="0" tIns="0" rIns="0" bIns="0" anchor="ctr">
              <a:noAutofit/>
            </a:bodyPr>
            <a:lstStyle/>
            <a:p>
              <a:pPr algn="ctr">
                <a:defRPr sz="746" b="1">
                  <a:solidFill>
                    <a:srgbClr val="203646"/>
                  </a:solidFill>
                  <a:latin typeface="Arial"/>
                  <a:ea typeface="Arial"/>
                  <a:cs typeface="Arial"/>
                </a:defRPr>
              </a:pPr>
              <a:r>
                <a:rPr sz="746" b="1">
                  <a:solidFill>
                    <a:srgbClr val="203646"/>
                  </a:solidFill>
                  <a:latin typeface="Arial"/>
                  <a:ea typeface="Arial"/>
                  <a:cs typeface="Arial"/>
                </a:rPr>
                <a:t>Identity scores</a:t>
              </a:r>
            </a:p>
          </p:txBody>
        </p:sp>
        <p:sp>
          <p:nvSpPr>
            <p:cNvPr id="99" name="Highlighted identity column k">
              <a:extLst>
                <a:ext uri="{FF2B5EF4-FFF2-40B4-BE49-F238E27FC236}">
                  <a16:creationId xmlns:a16="http://schemas.microsoft.com/office/drawing/2014/main" id="{633B4652-EF6E-4C92-95AA-35395D1D6274}"/>
                </a:ext>
              </a:extLst>
            </p:cNvPr>
            <p:cNvSpPr>
              <a:spLocks noGrp="1"/>
            </p:cNvSpPr>
            <p:nvPr/>
          </p:nvSpPr>
          <p:spPr>
            <a:xfrm>
              <a:off x="11382375" y="8390753"/>
              <a:ext cx="428625" cy="1019947"/>
            </a:xfrm>
            <a:prstGeom prst="rect">
              <a:avLst/>
            </a:prstGeom>
            <a:solidFill>
              <a:srgbClr val="EDF6F1"/>
            </a:solidFill>
            <a:ln w="0">
              <a:noFill/>
            </a:ln>
          </p:spPr>
        </p:sp>
        <p:sp>
          <p:nvSpPr>
            <p:cNvPr id="100" name="Current pair score j,k">
              <a:extLst>
                <a:ext uri="{FF2B5EF4-FFF2-40B4-BE49-F238E27FC236}">
                  <a16:creationId xmlns:a16="http://schemas.microsoft.com/office/drawing/2014/main" id="{6344FA62-990A-40EE-ABD0-40ABCCC43574}"/>
                </a:ext>
              </a:extLst>
            </p:cNvPr>
            <p:cNvSpPr>
              <a:spLocks noGrp="1"/>
            </p:cNvSpPr>
            <p:nvPr/>
          </p:nvSpPr>
          <p:spPr>
            <a:xfrm>
              <a:off x="11382375" y="8639175"/>
              <a:ext cx="428625" cy="257175"/>
            </a:xfrm>
            <a:prstGeom prst="rect">
              <a:avLst/>
            </a:prstGeom>
            <a:solidFill>
              <a:srgbClr val="4C9D8F"/>
            </a:solidFill>
            <a:ln w="0">
              <a:noFill/>
            </a:ln>
          </p:spPr>
        </p:sp>
        <p:sp>
          <p:nvSpPr>
            <p:cNvPr id="101" name="Line 81">
              <a:extLst>
                <a:ext uri="{FF2B5EF4-FFF2-40B4-BE49-F238E27FC236}">
                  <a16:creationId xmlns:a16="http://schemas.microsoft.com/office/drawing/2014/main" id="{9156ECC4-48D8-435F-A10D-F829C6206D94}"/>
                </a:ext>
              </a:extLst>
            </p:cNvPr>
            <p:cNvSpPr>
              <a:spLocks noGrp="1"/>
            </p:cNvSpPr>
            <p:nvPr/>
          </p:nvSpPr>
          <p:spPr>
            <a:xfrm>
              <a:off x="10953750" y="8390753"/>
              <a:ext cx="95" cy="1019947"/>
            </a:xfrm>
            <a:custGeom>
              <a:avLst/>
              <a:gdLst/>
              <a:ahLst/>
              <a:cxnLst/>
              <a:rect l="0" t="0" r="0" b="0"/>
              <a:pathLst>
                <a:path w="95" h="1028700">
                  <a:moveTo>
                    <a:pt x="0" y="0"/>
                  </a:moveTo>
                  <a:lnTo>
                    <a:pt x="0" y="1028700"/>
                  </a:lnTo>
                </a:path>
              </a:pathLst>
            </a:custGeom>
            <a:noFill/>
            <a:ln w="5172">
              <a:solidFill>
                <a:srgbClr val="A7C4BD"/>
              </a:solidFill>
              <a:prstDash val="solid"/>
            </a:ln>
          </p:spPr>
        </p:sp>
        <p:sp>
          <p:nvSpPr>
            <p:cNvPr id="102" name="Line 82">
              <a:extLst>
                <a:ext uri="{FF2B5EF4-FFF2-40B4-BE49-F238E27FC236}">
                  <a16:creationId xmlns:a16="http://schemas.microsoft.com/office/drawing/2014/main" id="{C726D88E-6921-4ECB-B1A0-22AFABC86A49}"/>
                </a:ext>
              </a:extLst>
            </p:cNvPr>
            <p:cNvSpPr>
              <a:spLocks noGrp="1"/>
            </p:cNvSpPr>
            <p:nvPr/>
          </p:nvSpPr>
          <p:spPr>
            <a:xfrm>
              <a:off x="11382375" y="8390753"/>
              <a:ext cx="95" cy="1019947"/>
            </a:xfrm>
            <a:custGeom>
              <a:avLst/>
              <a:gdLst/>
              <a:ahLst/>
              <a:cxnLst/>
              <a:rect l="0" t="0" r="0" b="0"/>
              <a:pathLst>
                <a:path w="95" h="1028700">
                  <a:moveTo>
                    <a:pt x="0" y="0"/>
                  </a:moveTo>
                  <a:lnTo>
                    <a:pt x="0" y="1028700"/>
                  </a:lnTo>
                </a:path>
              </a:pathLst>
            </a:custGeom>
            <a:noFill/>
            <a:ln w="5172">
              <a:solidFill>
                <a:srgbClr val="A7C4BD"/>
              </a:solidFill>
              <a:prstDash val="solid"/>
            </a:ln>
          </p:spPr>
        </p:sp>
        <p:sp>
          <p:nvSpPr>
            <p:cNvPr id="103" name="Line 83">
              <a:extLst>
                <a:ext uri="{FF2B5EF4-FFF2-40B4-BE49-F238E27FC236}">
                  <a16:creationId xmlns:a16="http://schemas.microsoft.com/office/drawing/2014/main" id="{8FE62384-1DD2-4E24-A484-F9148874D6AA}"/>
                </a:ext>
              </a:extLst>
            </p:cNvPr>
            <p:cNvSpPr>
              <a:spLocks noGrp="1"/>
            </p:cNvSpPr>
            <p:nvPr/>
          </p:nvSpPr>
          <p:spPr>
            <a:xfrm>
              <a:off x="11811000" y="8390753"/>
              <a:ext cx="95" cy="1019947"/>
            </a:xfrm>
            <a:custGeom>
              <a:avLst/>
              <a:gdLst/>
              <a:ahLst/>
              <a:cxnLst/>
              <a:rect l="0" t="0" r="0" b="0"/>
              <a:pathLst>
                <a:path w="95" h="1028700">
                  <a:moveTo>
                    <a:pt x="0" y="0"/>
                  </a:moveTo>
                  <a:lnTo>
                    <a:pt x="0" y="1028700"/>
                  </a:lnTo>
                </a:path>
              </a:pathLst>
            </a:custGeom>
            <a:noFill/>
            <a:ln w="5172">
              <a:solidFill>
                <a:srgbClr val="A7C4BD"/>
              </a:solidFill>
              <a:prstDash val="solid"/>
            </a:ln>
          </p:spPr>
        </p:sp>
        <p:sp>
          <p:nvSpPr>
            <p:cNvPr id="104" name="Line 84">
              <a:extLst>
                <a:ext uri="{FF2B5EF4-FFF2-40B4-BE49-F238E27FC236}">
                  <a16:creationId xmlns:a16="http://schemas.microsoft.com/office/drawing/2014/main" id="{1E72C4A4-012C-4A16-9ED7-7F4CDEE8A18B}"/>
                </a:ext>
              </a:extLst>
            </p:cNvPr>
            <p:cNvSpPr>
              <a:spLocks noGrp="1"/>
            </p:cNvSpPr>
            <p:nvPr/>
          </p:nvSpPr>
          <p:spPr>
            <a:xfrm>
              <a:off x="12239625" y="8390753"/>
              <a:ext cx="95" cy="1019947"/>
            </a:xfrm>
            <a:custGeom>
              <a:avLst/>
              <a:gdLst/>
              <a:ahLst/>
              <a:cxnLst/>
              <a:rect l="0" t="0" r="0" b="0"/>
              <a:pathLst>
                <a:path w="95" h="1028700">
                  <a:moveTo>
                    <a:pt x="0" y="0"/>
                  </a:moveTo>
                  <a:lnTo>
                    <a:pt x="0" y="1028700"/>
                  </a:lnTo>
                </a:path>
              </a:pathLst>
            </a:custGeom>
            <a:noFill/>
            <a:ln w="5172">
              <a:solidFill>
                <a:srgbClr val="A7C4BD"/>
              </a:solidFill>
              <a:prstDash val="solid"/>
            </a:ln>
          </p:spPr>
        </p:sp>
        <p:sp>
          <p:nvSpPr>
            <p:cNvPr id="105" name="Line 85">
              <a:extLst>
                <a:ext uri="{FF2B5EF4-FFF2-40B4-BE49-F238E27FC236}">
                  <a16:creationId xmlns:a16="http://schemas.microsoft.com/office/drawing/2014/main" id="{0081AE91-CAB1-4A31-B437-466188445080}"/>
                </a:ext>
              </a:extLst>
            </p:cNvPr>
            <p:cNvSpPr>
              <a:spLocks noGrp="1"/>
            </p:cNvSpPr>
            <p:nvPr/>
          </p:nvSpPr>
          <p:spPr>
            <a:xfrm>
              <a:off x="12668250" y="8390753"/>
              <a:ext cx="95" cy="1019947"/>
            </a:xfrm>
            <a:custGeom>
              <a:avLst/>
              <a:gdLst/>
              <a:ahLst/>
              <a:cxnLst/>
              <a:rect l="0" t="0" r="0" b="0"/>
              <a:pathLst>
                <a:path w="95" h="1028700">
                  <a:moveTo>
                    <a:pt x="0" y="0"/>
                  </a:moveTo>
                  <a:lnTo>
                    <a:pt x="0" y="1028700"/>
                  </a:lnTo>
                </a:path>
              </a:pathLst>
            </a:custGeom>
            <a:noFill/>
            <a:ln w="5172">
              <a:solidFill>
                <a:srgbClr val="A7C4BD"/>
              </a:solidFill>
              <a:prstDash val="solid"/>
            </a:ln>
          </p:spPr>
        </p:sp>
        <p:sp>
          <p:nvSpPr>
            <p:cNvPr id="106" name="Line 86">
              <a:extLst>
                <a:ext uri="{FF2B5EF4-FFF2-40B4-BE49-F238E27FC236}">
                  <a16:creationId xmlns:a16="http://schemas.microsoft.com/office/drawing/2014/main" id="{5F7CB2D8-F16D-49E0-8122-C35EDC167CDA}"/>
                </a:ext>
              </a:extLst>
            </p:cNvPr>
            <p:cNvSpPr>
              <a:spLocks noGrp="1"/>
            </p:cNvSpPr>
            <p:nvPr/>
          </p:nvSpPr>
          <p:spPr>
            <a:xfrm>
              <a:off x="10953750" y="8390753"/>
              <a:ext cx="1714500" cy="90"/>
            </a:xfrm>
            <a:custGeom>
              <a:avLst/>
              <a:gdLst/>
              <a:ahLst/>
              <a:cxnLst/>
              <a:rect l="0" t="0" r="0" b="0"/>
              <a:pathLst>
                <a:path w="1714500" h="95">
                  <a:moveTo>
                    <a:pt x="0" y="0"/>
                  </a:moveTo>
                  <a:lnTo>
                    <a:pt x="1714500" y="0"/>
                  </a:lnTo>
                </a:path>
              </a:pathLst>
            </a:custGeom>
            <a:noFill/>
            <a:ln w="5172">
              <a:solidFill>
                <a:srgbClr val="A7C4BD"/>
              </a:solidFill>
              <a:prstDash val="solid"/>
            </a:ln>
          </p:spPr>
        </p:sp>
        <p:sp>
          <p:nvSpPr>
            <p:cNvPr id="107" name="Line 87">
              <a:extLst>
                <a:ext uri="{FF2B5EF4-FFF2-40B4-BE49-F238E27FC236}">
                  <a16:creationId xmlns:a16="http://schemas.microsoft.com/office/drawing/2014/main" id="{4996B01C-BC9A-4CBA-9586-E6C7B4AFF172}"/>
                </a:ext>
              </a:extLst>
            </p:cNvPr>
            <p:cNvSpPr>
              <a:spLocks noGrp="1"/>
            </p:cNvSpPr>
            <p:nvPr/>
          </p:nvSpPr>
          <p:spPr>
            <a:xfrm>
              <a:off x="10953750" y="8639175"/>
              <a:ext cx="1714500" cy="95"/>
            </a:xfrm>
            <a:custGeom>
              <a:avLst/>
              <a:gdLst/>
              <a:ahLst/>
              <a:cxnLst/>
              <a:rect l="0" t="0" r="0" b="0"/>
              <a:pathLst>
                <a:path w="1714500" h="95">
                  <a:moveTo>
                    <a:pt x="0" y="0"/>
                  </a:moveTo>
                  <a:lnTo>
                    <a:pt x="1714500" y="0"/>
                  </a:lnTo>
                </a:path>
              </a:pathLst>
            </a:custGeom>
            <a:noFill/>
            <a:ln w="5172">
              <a:solidFill>
                <a:srgbClr val="A7C4BD"/>
              </a:solidFill>
              <a:prstDash val="solid"/>
            </a:ln>
          </p:spPr>
        </p:sp>
        <p:sp>
          <p:nvSpPr>
            <p:cNvPr id="108" name="Line 88">
              <a:extLst>
                <a:ext uri="{FF2B5EF4-FFF2-40B4-BE49-F238E27FC236}">
                  <a16:creationId xmlns:a16="http://schemas.microsoft.com/office/drawing/2014/main" id="{550E0803-B892-4F46-B3CF-CF2F4E2653F0}"/>
                </a:ext>
              </a:extLst>
            </p:cNvPr>
            <p:cNvSpPr>
              <a:spLocks noGrp="1"/>
            </p:cNvSpPr>
            <p:nvPr/>
          </p:nvSpPr>
          <p:spPr>
            <a:xfrm>
              <a:off x="10953750" y="8896350"/>
              <a:ext cx="1714500" cy="95"/>
            </a:xfrm>
            <a:custGeom>
              <a:avLst/>
              <a:gdLst/>
              <a:ahLst/>
              <a:cxnLst/>
              <a:rect l="0" t="0" r="0" b="0"/>
              <a:pathLst>
                <a:path w="1714500" h="95">
                  <a:moveTo>
                    <a:pt x="0" y="0"/>
                  </a:moveTo>
                  <a:lnTo>
                    <a:pt x="1714500" y="0"/>
                  </a:lnTo>
                </a:path>
              </a:pathLst>
            </a:custGeom>
            <a:noFill/>
            <a:ln w="5172">
              <a:solidFill>
                <a:srgbClr val="A7C4BD"/>
              </a:solidFill>
              <a:prstDash val="solid"/>
            </a:ln>
          </p:spPr>
        </p:sp>
        <p:sp>
          <p:nvSpPr>
            <p:cNvPr id="109" name="Line 89">
              <a:extLst>
                <a:ext uri="{FF2B5EF4-FFF2-40B4-BE49-F238E27FC236}">
                  <a16:creationId xmlns:a16="http://schemas.microsoft.com/office/drawing/2014/main" id="{2DA6A8F3-819C-43AE-8E1F-E62488936338}"/>
                </a:ext>
              </a:extLst>
            </p:cNvPr>
            <p:cNvSpPr>
              <a:spLocks noGrp="1"/>
            </p:cNvSpPr>
            <p:nvPr/>
          </p:nvSpPr>
          <p:spPr>
            <a:xfrm>
              <a:off x="10953750" y="9153525"/>
              <a:ext cx="1714500" cy="95"/>
            </a:xfrm>
            <a:custGeom>
              <a:avLst/>
              <a:gdLst/>
              <a:ahLst/>
              <a:cxnLst/>
              <a:rect l="0" t="0" r="0" b="0"/>
              <a:pathLst>
                <a:path w="1714500" h="95">
                  <a:moveTo>
                    <a:pt x="0" y="0"/>
                  </a:moveTo>
                  <a:lnTo>
                    <a:pt x="1714500" y="0"/>
                  </a:lnTo>
                </a:path>
              </a:pathLst>
            </a:custGeom>
            <a:noFill/>
            <a:ln w="5172">
              <a:solidFill>
                <a:srgbClr val="A7C4BD"/>
              </a:solidFill>
              <a:prstDash val="solid"/>
            </a:ln>
          </p:spPr>
        </p:sp>
        <p:sp>
          <p:nvSpPr>
            <p:cNvPr id="110" name="Line 90">
              <a:extLst>
                <a:ext uri="{FF2B5EF4-FFF2-40B4-BE49-F238E27FC236}">
                  <a16:creationId xmlns:a16="http://schemas.microsoft.com/office/drawing/2014/main" id="{66A8BF9F-3528-4A2C-A310-71C77BCD8F48}"/>
                </a:ext>
              </a:extLst>
            </p:cNvPr>
            <p:cNvSpPr>
              <a:spLocks noGrp="1"/>
            </p:cNvSpPr>
            <p:nvPr/>
          </p:nvSpPr>
          <p:spPr>
            <a:xfrm>
              <a:off x="10953750" y="9410700"/>
              <a:ext cx="1714500" cy="95"/>
            </a:xfrm>
            <a:custGeom>
              <a:avLst/>
              <a:gdLst/>
              <a:ahLst/>
              <a:cxnLst/>
              <a:rect l="0" t="0" r="0" b="0"/>
              <a:pathLst>
                <a:path w="1714500" h="95">
                  <a:moveTo>
                    <a:pt x="0" y="0"/>
                  </a:moveTo>
                  <a:lnTo>
                    <a:pt x="1714500" y="0"/>
                  </a:lnTo>
                </a:path>
              </a:pathLst>
            </a:custGeom>
            <a:noFill/>
            <a:ln w="5172">
              <a:solidFill>
                <a:srgbClr val="A7C4BD"/>
              </a:solidFill>
              <a:prstDash val="solid"/>
            </a:ln>
          </p:spPr>
        </p:sp>
        <p:sp>
          <p:nvSpPr>
            <p:cNvPr id="111" name="Label 91 k">
              <a:extLst>
                <a:ext uri="{FF2B5EF4-FFF2-40B4-BE49-F238E27FC236}">
                  <a16:creationId xmlns:a16="http://schemas.microsoft.com/office/drawing/2014/main" id="{6907892D-46D5-436F-860B-90D18798F92C}"/>
                </a:ext>
              </a:extLst>
            </p:cNvPr>
            <p:cNvSpPr>
              <a:spLocks noGrp="1"/>
            </p:cNvSpPr>
            <p:nvPr/>
          </p:nvSpPr>
          <p:spPr>
            <a:xfrm>
              <a:off x="11477625" y="8183834"/>
              <a:ext cx="238125" cy="197909"/>
            </a:xfrm>
            <a:prstGeom prst="rect">
              <a:avLst/>
            </a:prstGeom>
            <a:noFill/>
            <a:ln w="0">
              <a:noFill/>
            </a:ln>
          </p:spPr>
          <p:txBody>
            <a:bodyPr wrap="none" lIns="0" tIns="0" rIns="0" bIns="0" anchor="ctr">
              <a:noAutofit/>
            </a:bodyPr>
            <a:lstStyle/>
            <a:p>
              <a:pPr algn="ctr">
                <a:defRPr sz="679" b="1">
                  <a:solidFill>
                    <a:srgbClr val="2B887C"/>
                  </a:solidFill>
                  <a:latin typeface="Arial"/>
                  <a:ea typeface="Arial"/>
                  <a:cs typeface="Arial"/>
                </a:defRPr>
              </a:pPr>
              <a:r>
                <a:rPr sz="679" b="1">
                  <a:solidFill>
                    <a:srgbClr val="2B887C"/>
                  </a:solidFill>
                  <a:latin typeface="Arial"/>
                  <a:ea typeface="Arial"/>
                  <a:cs typeface="Arial"/>
                </a:rPr>
                <a:t>k</a:t>
              </a:r>
            </a:p>
          </p:txBody>
        </p:sp>
        <p:sp>
          <p:nvSpPr>
            <p:cNvPr id="112" name="Label 92 j">
              <a:extLst>
                <a:ext uri="{FF2B5EF4-FFF2-40B4-BE49-F238E27FC236}">
                  <a16:creationId xmlns:a16="http://schemas.microsoft.com/office/drawing/2014/main" id="{7894E8FB-429B-4FCC-A36E-6ABCEC47B722}"/>
                </a:ext>
              </a:extLst>
            </p:cNvPr>
            <p:cNvSpPr>
              <a:spLocks noGrp="1"/>
            </p:cNvSpPr>
            <p:nvPr/>
          </p:nvSpPr>
          <p:spPr>
            <a:xfrm>
              <a:off x="10687050" y="8639175"/>
              <a:ext cx="200025" cy="257175"/>
            </a:xfrm>
            <a:prstGeom prst="rect">
              <a:avLst/>
            </a:prstGeom>
            <a:noFill/>
            <a:ln w="0">
              <a:noFill/>
            </a:ln>
          </p:spPr>
          <p:txBody>
            <a:bodyPr wrap="none" lIns="0" tIns="0" rIns="0" bIns="0" anchor="ctr">
              <a:noAutofit/>
            </a:bodyPr>
            <a:lstStyle/>
            <a:p>
              <a:pPr algn="ctr">
                <a:defRPr sz="679" b="1">
                  <a:solidFill>
                    <a:srgbClr val="397FA6"/>
                  </a:solidFill>
                  <a:latin typeface="Arial"/>
                  <a:ea typeface="Arial"/>
                  <a:cs typeface="Arial"/>
                </a:defRPr>
              </a:pPr>
              <a:r>
                <a:rPr sz="679" b="1">
                  <a:solidFill>
                    <a:srgbClr val="397FA6"/>
                  </a:solidFill>
                  <a:latin typeface="Arial"/>
                  <a:ea typeface="Arial"/>
                  <a:cs typeface="Arial"/>
                </a:rPr>
                <a:t>j</a:t>
              </a:r>
            </a:p>
          </p:txBody>
        </p:sp>
        <p:sp>
          <p:nvSpPr>
            <p:cNvPr id="113" name="Label 93 J × K">
              <a:extLst>
                <a:ext uri="{FF2B5EF4-FFF2-40B4-BE49-F238E27FC236}">
                  <a16:creationId xmlns:a16="http://schemas.microsoft.com/office/drawing/2014/main" id="{4BDCB8EA-D4C5-4CB9-878A-5BB1A5D3899F}"/>
                </a:ext>
              </a:extLst>
            </p:cNvPr>
            <p:cNvSpPr>
              <a:spLocks noGrp="1"/>
            </p:cNvSpPr>
            <p:nvPr/>
          </p:nvSpPr>
          <p:spPr>
            <a:xfrm>
              <a:off x="11163300" y="9508331"/>
              <a:ext cx="1304925" cy="207169"/>
            </a:xfrm>
            <a:prstGeom prst="rect">
              <a:avLst/>
            </a:prstGeom>
            <a:noFill/>
            <a:ln w="0">
              <a:noFill/>
            </a:ln>
          </p:spPr>
          <p:txBody>
            <a:bodyPr wrap="none" lIns="0" tIns="0" rIns="0" bIns="0" anchor="ctr">
              <a:noAutofit/>
            </a:bodyPr>
            <a:lstStyle/>
            <a:p>
              <a:pPr algn="ctr">
                <a:defRPr sz="780" b="0">
                  <a:solidFill>
                    <a:srgbClr val="6F8290"/>
                  </a:solidFill>
                  <a:latin typeface="Arial"/>
                  <a:ea typeface="Arial"/>
                  <a:cs typeface="Arial"/>
                </a:defRPr>
              </a:pPr>
              <a:r>
                <a:rPr sz="780" b="0">
                  <a:solidFill>
                    <a:srgbClr val="6F8290"/>
                  </a:solidFill>
                  <a:latin typeface="Arial"/>
                  <a:ea typeface="Arial"/>
                  <a:cs typeface="Arial"/>
                </a:rPr>
                <a:t>J × K</a:t>
              </a:r>
            </a:p>
          </p:txBody>
        </p:sp>
        <p:grpSp>
          <p:nvGrpSpPr>
            <p:cNvPr id="114" name="Density voxel illustration | exp">
              <a:extLst>
                <a:ext uri="{FF2B5EF4-FFF2-40B4-BE49-F238E27FC236}">
                  <a16:creationId xmlns:a16="http://schemas.microsoft.com/office/drawing/2014/main" id="{F17BDBC2-33AE-C128-EAA3-5581B99C76F7}"/>
                </a:ext>
              </a:extLst>
            </p:cNvPr>
            <p:cNvGrpSpPr/>
            <p:nvPr/>
          </p:nvGrpSpPr>
          <p:grpSpPr>
            <a:xfrm>
              <a:off x="647700" y="1990725"/>
              <a:ext cx="904875" cy="800100"/>
              <a:chOff x="1179315" y="2886201"/>
              <a:chExt cx="295650" cy="262800"/>
            </a:xfrm>
          </p:grpSpPr>
          <p:sp>
            <p:nvSpPr>
              <p:cNvPr id="115" name="path_2370">
                <a:extLst>
                  <a:ext uri="{FF2B5EF4-FFF2-40B4-BE49-F238E27FC236}">
                    <a16:creationId xmlns:a16="http://schemas.microsoft.com/office/drawing/2014/main" id="{3B46EB8D-B8F6-3337-7DC2-FD5800A84A85}"/>
                  </a:ext>
                </a:extLst>
              </p:cNvPr>
              <p:cNvSpPr/>
              <p:nvPr/>
            </p:nvSpPr>
            <p:spPr>
              <a:xfrm>
                <a:off x="1179315" y="2886201"/>
                <a:ext cx="295650" cy="47304"/>
              </a:xfrm>
              <a:custGeom>
                <a:avLst/>
                <a:gdLst/>
                <a:ahLst/>
                <a:cxnLst/>
                <a:rect l="0" t="0" r="w" b="h"/>
                <a:pathLst>
                  <a:path w="295650" h="47304" extrusionOk="0">
                    <a:moveTo>
                      <a:pt x="0" y="47304"/>
                    </a:moveTo>
                    <a:lnTo>
                      <a:pt x="47304" y="0"/>
                    </a:lnTo>
                    <a:lnTo>
                      <a:pt x="295650" y="0"/>
                    </a:lnTo>
                    <a:lnTo>
                      <a:pt x="248346" y="47304"/>
                    </a:lnTo>
                    <a:close/>
                  </a:path>
                </a:pathLst>
              </a:custGeom>
              <a:solidFill>
                <a:srgbClr val="EEF6FB">
                  <a:alpha val="70000"/>
                </a:srgbClr>
              </a:solidFill>
              <a:ln w="2534" cap="rnd" cmpd="sng" algn="ctr">
                <a:solidFill>
                  <a:srgbClr val="367FB7">
                    <a:alpha val="70000"/>
                  </a:srgbClr>
                </a:solidFill>
                <a:prstDash val="solid"/>
                <a:round/>
                <a:headEnd type="none" w="med" len="med"/>
                <a:tailEnd type="none" w="med" len="med"/>
              </a:ln>
              <a:effectLst/>
            </p:spPr>
          </p:sp>
          <p:sp>
            <p:nvSpPr>
              <p:cNvPr id="116" name="path_2371">
                <a:extLst>
                  <a:ext uri="{FF2B5EF4-FFF2-40B4-BE49-F238E27FC236}">
                    <a16:creationId xmlns:a16="http://schemas.microsoft.com/office/drawing/2014/main" id="{97A60EDB-AB8B-4A6B-AB9C-7023D70C0734}"/>
                  </a:ext>
                </a:extLst>
              </p:cNvPr>
              <p:cNvSpPr/>
              <p:nvPr/>
            </p:nvSpPr>
            <p:spPr>
              <a:xfrm>
                <a:off x="1427661" y="2886201"/>
                <a:ext cx="47304" cy="262800"/>
              </a:xfrm>
              <a:custGeom>
                <a:avLst/>
                <a:gdLst/>
                <a:ahLst/>
                <a:cxnLst/>
                <a:rect l="0" t="0" r="w" b="h"/>
                <a:pathLst>
                  <a:path w="47304" h="262800" extrusionOk="0">
                    <a:moveTo>
                      <a:pt x="0" y="47304"/>
                    </a:moveTo>
                    <a:lnTo>
                      <a:pt x="47304" y="0"/>
                    </a:lnTo>
                    <a:lnTo>
                      <a:pt x="47304" y="215496"/>
                    </a:lnTo>
                    <a:lnTo>
                      <a:pt x="0" y="262800"/>
                    </a:lnTo>
                    <a:close/>
                  </a:path>
                </a:pathLst>
              </a:custGeom>
              <a:solidFill>
                <a:srgbClr val="E1EEF6">
                  <a:alpha val="60000"/>
                </a:srgbClr>
              </a:solidFill>
              <a:ln w="2534" cap="rnd" cmpd="sng" algn="ctr">
                <a:solidFill>
                  <a:srgbClr val="367FB7">
                    <a:alpha val="60000"/>
                  </a:srgbClr>
                </a:solidFill>
                <a:prstDash val="solid"/>
                <a:round/>
                <a:headEnd type="none" w="med" len="med"/>
                <a:tailEnd type="none" w="med" len="med"/>
              </a:ln>
              <a:effectLst/>
            </p:spPr>
          </p:sp>
          <p:sp>
            <p:nvSpPr>
              <p:cNvPr id="117" name="rect_2372">
                <a:extLst>
                  <a:ext uri="{FF2B5EF4-FFF2-40B4-BE49-F238E27FC236}">
                    <a16:creationId xmlns:a16="http://schemas.microsoft.com/office/drawing/2014/main" id="{4D08E4CD-76E8-47FE-4B88-41CFC087E247}"/>
                  </a:ext>
                </a:extLst>
              </p:cNvPr>
              <p:cNvSpPr/>
              <p:nvPr/>
            </p:nvSpPr>
            <p:spPr>
              <a:xfrm>
                <a:off x="1179315" y="2933505"/>
                <a:ext cx="248346" cy="215496"/>
              </a:xfrm>
              <a:prstGeom prst="rect">
                <a:avLst/>
              </a:prstGeom>
              <a:solidFill>
                <a:srgbClr val="F7FBFE"/>
              </a:solidFill>
              <a:ln w="2534" cap="rnd" cmpd="sng" algn="ctr">
                <a:solidFill>
                  <a:srgbClr val="367FB7"/>
                </a:solidFill>
                <a:prstDash val="solid"/>
                <a:round/>
                <a:headEnd type="none" w="med" len="med"/>
                <a:tailEnd type="none" w="med" len="med"/>
              </a:ln>
              <a:effectLst/>
            </p:spPr>
          </p:sp>
          <p:sp>
            <p:nvSpPr>
              <p:cNvPr id="118" name="Density voxel cell">
                <a:extLst>
                  <a:ext uri="{FF2B5EF4-FFF2-40B4-BE49-F238E27FC236}">
                    <a16:creationId xmlns:a16="http://schemas.microsoft.com/office/drawing/2014/main" id="{9BF715A1-25E2-DA2F-DD9A-72ADFBE4DCBF}"/>
                  </a:ext>
                </a:extLst>
              </p:cNvPr>
              <p:cNvSpPr/>
              <p:nvPr/>
            </p:nvSpPr>
            <p:spPr>
              <a:xfrm>
                <a:off x="1180465" y="2934655"/>
                <a:ext cx="20277" cy="17291"/>
              </a:xfrm>
              <a:prstGeom prst="rect">
                <a:avLst/>
              </a:prstGeom>
              <a:solidFill>
                <a:srgbClr val="F1F7FC"/>
              </a:solidFill>
              <a:ln w="4435" cap="rnd" cmpd="sng" algn="ctr">
                <a:noFill/>
                <a:prstDash val="solid"/>
                <a:round/>
                <a:headEnd type="none" w="med" len="med"/>
                <a:tailEnd type="none" w="med" len="med"/>
              </a:ln>
              <a:effectLst/>
            </p:spPr>
          </p:sp>
          <p:sp>
            <p:nvSpPr>
              <p:cNvPr id="119" name="Density voxel cell">
                <a:extLst>
                  <a:ext uri="{FF2B5EF4-FFF2-40B4-BE49-F238E27FC236}">
                    <a16:creationId xmlns:a16="http://schemas.microsoft.com/office/drawing/2014/main" id="{41E334CD-D4DD-DB35-255B-BECD98FCCA34}"/>
                  </a:ext>
                </a:extLst>
              </p:cNvPr>
              <p:cNvSpPr/>
              <p:nvPr/>
            </p:nvSpPr>
            <p:spPr>
              <a:xfrm>
                <a:off x="1203042" y="2934655"/>
                <a:ext cx="20277" cy="17291"/>
              </a:xfrm>
              <a:prstGeom prst="rect">
                <a:avLst/>
              </a:prstGeom>
              <a:solidFill>
                <a:srgbClr val="E5F0F8"/>
              </a:solidFill>
              <a:ln w="4435" cap="rnd" cmpd="sng" algn="ctr">
                <a:noFill/>
                <a:prstDash val="solid"/>
                <a:round/>
                <a:headEnd type="none" w="med" len="med"/>
                <a:tailEnd type="none" w="med" len="med"/>
              </a:ln>
              <a:effectLst/>
            </p:spPr>
          </p:sp>
          <p:sp>
            <p:nvSpPr>
              <p:cNvPr id="120" name="Density voxel cell">
                <a:extLst>
                  <a:ext uri="{FF2B5EF4-FFF2-40B4-BE49-F238E27FC236}">
                    <a16:creationId xmlns:a16="http://schemas.microsoft.com/office/drawing/2014/main" id="{D9569432-012A-B5B3-8C53-37F77AFF3FD3}"/>
                  </a:ext>
                </a:extLst>
              </p:cNvPr>
              <p:cNvSpPr/>
              <p:nvPr/>
            </p:nvSpPr>
            <p:spPr>
              <a:xfrm>
                <a:off x="1225619" y="2934655"/>
                <a:ext cx="20277" cy="17291"/>
              </a:xfrm>
              <a:prstGeom prst="rect">
                <a:avLst/>
              </a:prstGeom>
              <a:solidFill>
                <a:srgbClr val="D3E5F1"/>
              </a:solidFill>
              <a:ln w="4435" cap="rnd" cmpd="sng" algn="ctr">
                <a:noFill/>
                <a:prstDash val="solid"/>
                <a:round/>
                <a:headEnd type="none" w="med" len="med"/>
                <a:tailEnd type="none" w="med" len="med"/>
              </a:ln>
              <a:effectLst/>
            </p:spPr>
          </p:sp>
          <p:sp>
            <p:nvSpPr>
              <p:cNvPr id="121" name="Density voxel cell">
                <a:extLst>
                  <a:ext uri="{FF2B5EF4-FFF2-40B4-BE49-F238E27FC236}">
                    <a16:creationId xmlns:a16="http://schemas.microsoft.com/office/drawing/2014/main" id="{A02D6558-ACDB-39C3-E1F7-C7675C780653}"/>
                  </a:ext>
                </a:extLst>
              </p:cNvPr>
              <p:cNvSpPr/>
              <p:nvPr/>
            </p:nvSpPr>
            <p:spPr>
              <a:xfrm>
                <a:off x="1248195" y="2934655"/>
                <a:ext cx="20277" cy="17291"/>
              </a:xfrm>
              <a:prstGeom prst="rect">
                <a:avLst/>
              </a:prstGeom>
              <a:solidFill>
                <a:srgbClr val="C6DDED"/>
              </a:solidFill>
              <a:ln w="4435" cap="rnd" cmpd="sng" algn="ctr">
                <a:noFill/>
                <a:prstDash val="solid"/>
                <a:round/>
                <a:headEnd type="none" w="med" len="med"/>
                <a:tailEnd type="none" w="med" len="med"/>
              </a:ln>
              <a:effectLst/>
            </p:spPr>
          </p:sp>
          <p:sp>
            <p:nvSpPr>
              <p:cNvPr id="122" name="Density voxel cell">
                <a:extLst>
                  <a:ext uri="{FF2B5EF4-FFF2-40B4-BE49-F238E27FC236}">
                    <a16:creationId xmlns:a16="http://schemas.microsoft.com/office/drawing/2014/main" id="{29585C36-18BD-AE6D-FF3D-F4A54A407BA6}"/>
                  </a:ext>
                </a:extLst>
              </p:cNvPr>
              <p:cNvSpPr/>
              <p:nvPr/>
            </p:nvSpPr>
            <p:spPr>
              <a:xfrm>
                <a:off x="1270772" y="2934655"/>
                <a:ext cx="20277" cy="17291"/>
              </a:xfrm>
              <a:prstGeom prst="rect">
                <a:avLst/>
              </a:prstGeom>
              <a:solidFill>
                <a:srgbClr val="C9DEEE"/>
              </a:solidFill>
              <a:ln w="4435" cap="rnd" cmpd="sng" algn="ctr">
                <a:noFill/>
                <a:prstDash val="solid"/>
                <a:round/>
                <a:headEnd type="none" w="med" len="med"/>
                <a:tailEnd type="none" w="med" len="med"/>
              </a:ln>
              <a:effectLst/>
            </p:spPr>
          </p:sp>
          <p:sp>
            <p:nvSpPr>
              <p:cNvPr id="123" name="Density voxel cell">
                <a:extLst>
                  <a:ext uri="{FF2B5EF4-FFF2-40B4-BE49-F238E27FC236}">
                    <a16:creationId xmlns:a16="http://schemas.microsoft.com/office/drawing/2014/main" id="{AB02672E-1DBC-F1A5-0456-4138E5C86DE0}"/>
                  </a:ext>
                </a:extLst>
              </p:cNvPr>
              <p:cNvSpPr/>
              <p:nvPr/>
            </p:nvSpPr>
            <p:spPr>
              <a:xfrm>
                <a:off x="1293349" y="2934655"/>
                <a:ext cx="20277" cy="17291"/>
              </a:xfrm>
              <a:prstGeom prst="rect">
                <a:avLst/>
              </a:prstGeom>
              <a:solidFill>
                <a:srgbClr val="D9E8F3"/>
              </a:solidFill>
              <a:ln w="4435" cap="rnd" cmpd="sng" algn="ctr">
                <a:noFill/>
                <a:prstDash val="solid"/>
                <a:round/>
                <a:headEnd type="none" w="med" len="med"/>
                <a:tailEnd type="none" w="med" len="med"/>
              </a:ln>
              <a:effectLst/>
            </p:spPr>
          </p:sp>
          <p:sp>
            <p:nvSpPr>
              <p:cNvPr id="124" name="Density voxel cell">
                <a:extLst>
                  <a:ext uri="{FF2B5EF4-FFF2-40B4-BE49-F238E27FC236}">
                    <a16:creationId xmlns:a16="http://schemas.microsoft.com/office/drawing/2014/main" id="{CC3278B1-6432-9508-0D2E-389BD2185A93}"/>
                  </a:ext>
                </a:extLst>
              </p:cNvPr>
              <p:cNvSpPr/>
              <p:nvPr/>
            </p:nvSpPr>
            <p:spPr>
              <a:xfrm>
                <a:off x="1315926" y="2934655"/>
                <a:ext cx="20277" cy="17291"/>
              </a:xfrm>
              <a:prstGeom prst="rect">
                <a:avLst/>
              </a:prstGeom>
              <a:solidFill>
                <a:srgbClr val="E9F3F9"/>
              </a:solidFill>
              <a:ln w="4435" cap="rnd" cmpd="sng" algn="ctr">
                <a:noFill/>
                <a:prstDash val="solid"/>
                <a:round/>
                <a:headEnd type="none" w="med" len="med"/>
                <a:tailEnd type="none" w="med" len="med"/>
              </a:ln>
              <a:effectLst/>
            </p:spPr>
          </p:sp>
          <p:sp>
            <p:nvSpPr>
              <p:cNvPr id="125" name="Density voxel cell">
                <a:extLst>
                  <a:ext uri="{FF2B5EF4-FFF2-40B4-BE49-F238E27FC236}">
                    <a16:creationId xmlns:a16="http://schemas.microsoft.com/office/drawing/2014/main" id="{7F566B7C-FEA4-641B-FAEA-4707B0E6F894}"/>
                  </a:ext>
                </a:extLst>
              </p:cNvPr>
              <p:cNvSpPr/>
              <p:nvPr/>
            </p:nvSpPr>
            <p:spPr>
              <a:xfrm>
                <a:off x="1338503" y="2934655"/>
                <a:ext cx="20277" cy="17291"/>
              </a:xfrm>
              <a:prstGeom prst="rect">
                <a:avLst/>
              </a:prstGeom>
              <a:solidFill>
                <a:srgbClr val="F3F8FC"/>
              </a:solidFill>
              <a:ln w="4435" cap="rnd" cmpd="sng" algn="ctr">
                <a:noFill/>
                <a:prstDash val="solid"/>
                <a:round/>
                <a:headEnd type="none" w="med" len="med"/>
                <a:tailEnd type="none" w="med" len="med"/>
              </a:ln>
              <a:effectLst/>
            </p:spPr>
          </p:sp>
          <p:sp>
            <p:nvSpPr>
              <p:cNvPr id="126" name="Density voxel cell">
                <a:extLst>
                  <a:ext uri="{FF2B5EF4-FFF2-40B4-BE49-F238E27FC236}">
                    <a16:creationId xmlns:a16="http://schemas.microsoft.com/office/drawing/2014/main" id="{74619C84-F5DB-6106-06C8-6E595EBB5358}"/>
                  </a:ext>
                </a:extLst>
              </p:cNvPr>
              <p:cNvSpPr/>
              <p:nvPr/>
            </p:nvSpPr>
            <p:spPr>
              <a:xfrm>
                <a:off x="1361080" y="2934655"/>
                <a:ext cx="20277" cy="17291"/>
              </a:xfrm>
              <a:prstGeom prst="rect">
                <a:avLst/>
              </a:prstGeom>
              <a:solidFill>
                <a:srgbClr val="F6FAFE"/>
              </a:solidFill>
              <a:ln w="4435" cap="rnd" cmpd="sng" algn="ctr">
                <a:noFill/>
                <a:prstDash val="solid"/>
                <a:round/>
                <a:headEnd type="none" w="med" len="med"/>
                <a:tailEnd type="none" w="med" len="med"/>
              </a:ln>
              <a:effectLst/>
            </p:spPr>
          </p:sp>
          <p:sp>
            <p:nvSpPr>
              <p:cNvPr id="127" name="Density voxel cell">
                <a:extLst>
                  <a:ext uri="{FF2B5EF4-FFF2-40B4-BE49-F238E27FC236}">
                    <a16:creationId xmlns:a16="http://schemas.microsoft.com/office/drawing/2014/main" id="{C4C408E6-DB20-1598-25A2-EAAB8F6FE3DB}"/>
                  </a:ext>
                </a:extLst>
              </p:cNvPr>
              <p:cNvSpPr/>
              <p:nvPr/>
            </p:nvSpPr>
            <p:spPr>
              <a:xfrm>
                <a:off x="1383657" y="2934655"/>
                <a:ext cx="20277" cy="17291"/>
              </a:xfrm>
              <a:prstGeom prst="rect">
                <a:avLst/>
              </a:prstGeom>
              <a:solidFill>
                <a:srgbClr val="F7FBFE"/>
              </a:solidFill>
              <a:ln w="4435" cap="rnd" cmpd="sng" algn="ctr">
                <a:noFill/>
                <a:prstDash val="solid"/>
                <a:round/>
                <a:headEnd type="none" w="med" len="med"/>
                <a:tailEnd type="none" w="med" len="med"/>
              </a:ln>
              <a:effectLst/>
            </p:spPr>
          </p:sp>
          <p:sp>
            <p:nvSpPr>
              <p:cNvPr id="128" name="Density voxel cell">
                <a:extLst>
                  <a:ext uri="{FF2B5EF4-FFF2-40B4-BE49-F238E27FC236}">
                    <a16:creationId xmlns:a16="http://schemas.microsoft.com/office/drawing/2014/main" id="{000F8736-20AE-E5AF-3296-BF98AF8EDEBC}"/>
                  </a:ext>
                </a:extLst>
              </p:cNvPr>
              <p:cNvSpPr/>
              <p:nvPr/>
            </p:nvSpPr>
            <p:spPr>
              <a:xfrm>
                <a:off x="1406234" y="2934655"/>
                <a:ext cx="20277" cy="17291"/>
              </a:xfrm>
              <a:prstGeom prst="rect">
                <a:avLst/>
              </a:prstGeom>
              <a:solidFill>
                <a:srgbClr val="F7FBFE"/>
              </a:solidFill>
              <a:ln w="4435" cap="rnd" cmpd="sng" algn="ctr">
                <a:noFill/>
                <a:prstDash val="solid"/>
                <a:round/>
                <a:headEnd type="none" w="med" len="med"/>
                <a:tailEnd type="none" w="med" len="med"/>
              </a:ln>
              <a:effectLst/>
            </p:spPr>
          </p:sp>
          <p:sp>
            <p:nvSpPr>
              <p:cNvPr id="129" name="Density voxel cell">
                <a:extLst>
                  <a:ext uri="{FF2B5EF4-FFF2-40B4-BE49-F238E27FC236}">
                    <a16:creationId xmlns:a16="http://schemas.microsoft.com/office/drawing/2014/main" id="{224FBE94-90E6-5C71-8E73-A0856AADCDB5}"/>
                  </a:ext>
                </a:extLst>
              </p:cNvPr>
              <p:cNvSpPr/>
              <p:nvPr/>
            </p:nvSpPr>
            <p:spPr>
              <a:xfrm>
                <a:off x="1180465" y="2954245"/>
                <a:ext cx="20277" cy="17291"/>
              </a:xfrm>
              <a:prstGeom prst="rect">
                <a:avLst/>
              </a:prstGeom>
              <a:solidFill>
                <a:srgbClr val="EBF3FA"/>
              </a:solidFill>
              <a:ln w="4435" cap="rnd" cmpd="sng" algn="ctr">
                <a:noFill/>
                <a:prstDash val="solid"/>
                <a:round/>
                <a:headEnd type="none" w="med" len="med"/>
                <a:tailEnd type="none" w="med" len="med"/>
              </a:ln>
              <a:effectLst/>
            </p:spPr>
          </p:sp>
          <p:sp>
            <p:nvSpPr>
              <p:cNvPr id="130" name="Density voxel cell">
                <a:extLst>
                  <a:ext uri="{FF2B5EF4-FFF2-40B4-BE49-F238E27FC236}">
                    <a16:creationId xmlns:a16="http://schemas.microsoft.com/office/drawing/2014/main" id="{35259CD0-2279-92F6-B157-01ABF8D47E63}"/>
                  </a:ext>
                </a:extLst>
              </p:cNvPr>
              <p:cNvSpPr/>
              <p:nvPr/>
            </p:nvSpPr>
            <p:spPr>
              <a:xfrm>
                <a:off x="1203042" y="2954245"/>
                <a:ext cx="20277" cy="17291"/>
              </a:xfrm>
              <a:prstGeom prst="rect">
                <a:avLst/>
              </a:prstGeom>
              <a:solidFill>
                <a:srgbClr val="D4E5F2"/>
              </a:solidFill>
              <a:ln w="4435" cap="rnd" cmpd="sng" algn="ctr">
                <a:noFill/>
                <a:prstDash val="solid"/>
                <a:round/>
                <a:headEnd type="none" w="med" len="med"/>
                <a:tailEnd type="none" w="med" len="med"/>
              </a:ln>
              <a:effectLst/>
            </p:spPr>
          </p:sp>
          <p:sp>
            <p:nvSpPr>
              <p:cNvPr id="131" name="Density voxel cell">
                <a:extLst>
                  <a:ext uri="{FF2B5EF4-FFF2-40B4-BE49-F238E27FC236}">
                    <a16:creationId xmlns:a16="http://schemas.microsoft.com/office/drawing/2014/main" id="{B77C8B13-85DC-D197-AC55-B201052B606B}"/>
                  </a:ext>
                </a:extLst>
              </p:cNvPr>
              <p:cNvSpPr/>
              <p:nvPr/>
            </p:nvSpPr>
            <p:spPr>
              <a:xfrm>
                <a:off x="1225619" y="2954245"/>
                <a:ext cx="20277" cy="17291"/>
              </a:xfrm>
              <a:prstGeom prst="rect">
                <a:avLst/>
              </a:prstGeom>
              <a:solidFill>
                <a:srgbClr val="B1D0E5"/>
              </a:solidFill>
              <a:ln w="4435" cap="rnd" cmpd="sng" algn="ctr">
                <a:noFill/>
                <a:prstDash val="solid"/>
                <a:round/>
                <a:headEnd type="none" w="med" len="med"/>
                <a:tailEnd type="none" w="med" len="med"/>
              </a:ln>
              <a:effectLst/>
            </p:spPr>
          </p:sp>
          <p:sp>
            <p:nvSpPr>
              <p:cNvPr id="132" name="Density voxel cell">
                <a:extLst>
                  <a:ext uri="{FF2B5EF4-FFF2-40B4-BE49-F238E27FC236}">
                    <a16:creationId xmlns:a16="http://schemas.microsoft.com/office/drawing/2014/main" id="{EF4D52F1-2674-F849-A5DF-A66200610794}"/>
                  </a:ext>
                </a:extLst>
              </p:cNvPr>
              <p:cNvSpPr/>
              <p:nvPr/>
            </p:nvSpPr>
            <p:spPr>
              <a:xfrm>
                <a:off x="1248195" y="2954245"/>
                <a:ext cx="20277" cy="17291"/>
              </a:xfrm>
              <a:prstGeom prst="rect">
                <a:avLst/>
              </a:prstGeom>
              <a:solidFill>
                <a:srgbClr val="98C0DC"/>
              </a:solidFill>
              <a:ln w="4435" cap="rnd" cmpd="sng" algn="ctr">
                <a:noFill/>
                <a:prstDash val="solid"/>
                <a:round/>
                <a:headEnd type="none" w="med" len="med"/>
                <a:tailEnd type="none" w="med" len="med"/>
              </a:ln>
              <a:effectLst/>
            </p:spPr>
          </p:sp>
          <p:sp>
            <p:nvSpPr>
              <p:cNvPr id="133" name="Density voxel cell">
                <a:extLst>
                  <a:ext uri="{FF2B5EF4-FFF2-40B4-BE49-F238E27FC236}">
                    <a16:creationId xmlns:a16="http://schemas.microsoft.com/office/drawing/2014/main" id="{EF8A9DEE-3146-0A8C-07F6-4B0436080DCD}"/>
                  </a:ext>
                </a:extLst>
              </p:cNvPr>
              <p:cNvSpPr/>
              <p:nvPr/>
            </p:nvSpPr>
            <p:spPr>
              <a:xfrm>
                <a:off x="1270772" y="2954245"/>
                <a:ext cx="20277" cy="17291"/>
              </a:xfrm>
              <a:prstGeom prst="rect">
                <a:avLst/>
              </a:prstGeom>
              <a:solidFill>
                <a:srgbClr val="9DC3DE"/>
              </a:solidFill>
              <a:ln w="4435" cap="rnd" cmpd="sng" algn="ctr">
                <a:noFill/>
                <a:prstDash val="solid"/>
                <a:round/>
                <a:headEnd type="none" w="med" len="med"/>
                <a:tailEnd type="none" w="med" len="med"/>
              </a:ln>
              <a:effectLst/>
            </p:spPr>
          </p:sp>
          <p:sp>
            <p:nvSpPr>
              <p:cNvPr id="134" name="Density voxel cell">
                <a:extLst>
                  <a:ext uri="{FF2B5EF4-FFF2-40B4-BE49-F238E27FC236}">
                    <a16:creationId xmlns:a16="http://schemas.microsoft.com/office/drawing/2014/main" id="{E92FF767-262B-48EB-1794-7F8A74486342}"/>
                  </a:ext>
                </a:extLst>
              </p:cNvPr>
              <p:cNvSpPr/>
              <p:nvPr/>
            </p:nvSpPr>
            <p:spPr>
              <a:xfrm>
                <a:off x="1293349" y="2954245"/>
                <a:ext cx="20277" cy="17291"/>
              </a:xfrm>
              <a:prstGeom prst="rect">
                <a:avLst/>
              </a:prstGeom>
              <a:solidFill>
                <a:srgbClr val="BCD6E9"/>
              </a:solidFill>
              <a:ln w="4435" cap="rnd" cmpd="sng" algn="ctr">
                <a:noFill/>
                <a:prstDash val="solid"/>
                <a:round/>
                <a:headEnd type="none" w="med" len="med"/>
                <a:tailEnd type="none" w="med" len="med"/>
              </a:ln>
              <a:effectLst/>
            </p:spPr>
          </p:sp>
          <p:sp>
            <p:nvSpPr>
              <p:cNvPr id="135" name="Density voxel cell">
                <a:extLst>
                  <a:ext uri="{FF2B5EF4-FFF2-40B4-BE49-F238E27FC236}">
                    <a16:creationId xmlns:a16="http://schemas.microsoft.com/office/drawing/2014/main" id="{31CD1140-55D8-695B-4B32-15A7EEFA7C2E}"/>
                  </a:ext>
                </a:extLst>
              </p:cNvPr>
              <p:cNvSpPr/>
              <p:nvPr/>
            </p:nvSpPr>
            <p:spPr>
              <a:xfrm>
                <a:off x="1315926" y="2954245"/>
                <a:ext cx="20277" cy="17291"/>
              </a:xfrm>
              <a:prstGeom prst="rect">
                <a:avLst/>
              </a:prstGeom>
              <a:solidFill>
                <a:srgbClr val="DCEAF5"/>
              </a:solidFill>
              <a:ln w="4435" cap="rnd" cmpd="sng" algn="ctr">
                <a:noFill/>
                <a:prstDash val="solid"/>
                <a:round/>
                <a:headEnd type="none" w="med" len="med"/>
                <a:tailEnd type="none" w="med" len="med"/>
              </a:ln>
              <a:effectLst/>
            </p:spPr>
          </p:sp>
          <p:sp>
            <p:nvSpPr>
              <p:cNvPr id="136" name="Density voxel cell">
                <a:extLst>
                  <a:ext uri="{FF2B5EF4-FFF2-40B4-BE49-F238E27FC236}">
                    <a16:creationId xmlns:a16="http://schemas.microsoft.com/office/drawing/2014/main" id="{6FCEC984-9FA2-8D34-062A-E775AEC21276}"/>
                  </a:ext>
                </a:extLst>
              </p:cNvPr>
              <p:cNvSpPr/>
              <p:nvPr/>
            </p:nvSpPr>
            <p:spPr>
              <a:xfrm>
                <a:off x="1338503" y="2954245"/>
                <a:ext cx="20277" cy="17291"/>
              </a:xfrm>
              <a:prstGeom prst="rect">
                <a:avLst/>
              </a:prstGeom>
              <a:solidFill>
                <a:srgbClr val="EFF6FB"/>
              </a:solidFill>
              <a:ln w="4435" cap="rnd" cmpd="sng" algn="ctr">
                <a:noFill/>
                <a:prstDash val="solid"/>
                <a:round/>
                <a:headEnd type="none" w="med" len="med"/>
                <a:tailEnd type="none" w="med" len="med"/>
              </a:ln>
              <a:effectLst/>
            </p:spPr>
          </p:sp>
          <p:sp>
            <p:nvSpPr>
              <p:cNvPr id="137" name="Density voxel cell">
                <a:extLst>
                  <a:ext uri="{FF2B5EF4-FFF2-40B4-BE49-F238E27FC236}">
                    <a16:creationId xmlns:a16="http://schemas.microsoft.com/office/drawing/2014/main" id="{5B7E56B6-C03E-EDB6-BE88-674B363A848A}"/>
                  </a:ext>
                </a:extLst>
              </p:cNvPr>
              <p:cNvSpPr/>
              <p:nvPr/>
            </p:nvSpPr>
            <p:spPr>
              <a:xfrm>
                <a:off x="1361080" y="2954245"/>
                <a:ext cx="20277" cy="17291"/>
              </a:xfrm>
              <a:prstGeom prst="rect">
                <a:avLst/>
              </a:prstGeom>
              <a:solidFill>
                <a:srgbClr val="F5FAFD"/>
              </a:solidFill>
              <a:ln w="4435" cap="rnd" cmpd="sng" algn="ctr">
                <a:noFill/>
                <a:prstDash val="solid"/>
                <a:round/>
                <a:headEnd type="none" w="med" len="med"/>
                <a:tailEnd type="none" w="med" len="med"/>
              </a:ln>
              <a:effectLst/>
            </p:spPr>
          </p:sp>
          <p:sp>
            <p:nvSpPr>
              <p:cNvPr id="138" name="Density voxel cell">
                <a:extLst>
                  <a:ext uri="{FF2B5EF4-FFF2-40B4-BE49-F238E27FC236}">
                    <a16:creationId xmlns:a16="http://schemas.microsoft.com/office/drawing/2014/main" id="{494C6813-DE42-273F-B43D-4042EF74AD85}"/>
                  </a:ext>
                </a:extLst>
              </p:cNvPr>
              <p:cNvSpPr/>
              <p:nvPr/>
            </p:nvSpPr>
            <p:spPr>
              <a:xfrm>
                <a:off x="1383657" y="2954245"/>
                <a:ext cx="20277" cy="17291"/>
              </a:xfrm>
              <a:prstGeom prst="rect">
                <a:avLst/>
              </a:prstGeom>
              <a:solidFill>
                <a:srgbClr val="F7FBFE"/>
              </a:solidFill>
              <a:ln w="4435" cap="rnd" cmpd="sng" algn="ctr">
                <a:noFill/>
                <a:prstDash val="solid"/>
                <a:round/>
                <a:headEnd type="none" w="med" len="med"/>
                <a:tailEnd type="none" w="med" len="med"/>
              </a:ln>
              <a:effectLst/>
            </p:spPr>
          </p:sp>
          <p:sp>
            <p:nvSpPr>
              <p:cNvPr id="139" name="Density voxel cell">
                <a:extLst>
                  <a:ext uri="{FF2B5EF4-FFF2-40B4-BE49-F238E27FC236}">
                    <a16:creationId xmlns:a16="http://schemas.microsoft.com/office/drawing/2014/main" id="{FE7FDE35-BDF0-6CC8-771C-E6D66E5E1759}"/>
                  </a:ext>
                </a:extLst>
              </p:cNvPr>
              <p:cNvSpPr/>
              <p:nvPr/>
            </p:nvSpPr>
            <p:spPr>
              <a:xfrm>
                <a:off x="1406234" y="2954245"/>
                <a:ext cx="20277" cy="17291"/>
              </a:xfrm>
              <a:prstGeom prst="rect">
                <a:avLst/>
              </a:prstGeom>
              <a:solidFill>
                <a:srgbClr val="F7FBFE"/>
              </a:solidFill>
              <a:ln w="4435" cap="rnd" cmpd="sng" algn="ctr">
                <a:noFill/>
                <a:prstDash val="solid"/>
                <a:round/>
                <a:headEnd type="none" w="med" len="med"/>
                <a:tailEnd type="none" w="med" len="med"/>
              </a:ln>
              <a:effectLst/>
            </p:spPr>
          </p:sp>
          <p:sp>
            <p:nvSpPr>
              <p:cNvPr id="140" name="Density voxel cell">
                <a:extLst>
                  <a:ext uri="{FF2B5EF4-FFF2-40B4-BE49-F238E27FC236}">
                    <a16:creationId xmlns:a16="http://schemas.microsoft.com/office/drawing/2014/main" id="{094997D5-E3E4-5104-D0E8-B2AC28130CA0}"/>
                  </a:ext>
                </a:extLst>
              </p:cNvPr>
              <p:cNvSpPr/>
              <p:nvPr/>
            </p:nvSpPr>
            <p:spPr>
              <a:xfrm>
                <a:off x="1180465" y="2973836"/>
                <a:ext cx="20277" cy="17291"/>
              </a:xfrm>
              <a:prstGeom prst="rect">
                <a:avLst/>
              </a:prstGeom>
              <a:solidFill>
                <a:srgbClr val="E4EFF7"/>
              </a:solidFill>
              <a:ln w="4435" cap="rnd" cmpd="sng" algn="ctr">
                <a:noFill/>
                <a:prstDash val="solid"/>
                <a:round/>
                <a:headEnd type="none" w="med" len="med"/>
                <a:tailEnd type="none" w="med" len="med"/>
              </a:ln>
              <a:effectLst/>
            </p:spPr>
          </p:sp>
          <p:sp>
            <p:nvSpPr>
              <p:cNvPr id="141" name="Density voxel cell">
                <a:extLst>
                  <a:ext uri="{FF2B5EF4-FFF2-40B4-BE49-F238E27FC236}">
                    <a16:creationId xmlns:a16="http://schemas.microsoft.com/office/drawing/2014/main" id="{EE2C12DD-02FF-046F-2A0F-797EA7D614B8}"/>
                  </a:ext>
                </a:extLst>
              </p:cNvPr>
              <p:cNvSpPr/>
              <p:nvPr/>
            </p:nvSpPr>
            <p:spPr>
              <a:xfrm>
                <a:off x="1203042" y="2973836"/>
                <a:ext cx="20277" cy="17291"/>
              </a:xfrm>
              <a:prstGeom prst="rect">
                <a:avLst/>
              </a:prstGeom>
              <a:solidFill>
                <a:srgbClr val="C0D9EB"/>
              </a:solidFill>
              <a:ln w="4435" cap="rnd" cmpd="sng" algn="ctr">
                <a:noFill/>
                <a:prstDash val="solid"/>
                <a:round/>
                <a:headEnd type="none" w="med" len="med"/>
                <a:tailEnd type="none" w="med" len="med"/>
              </a:ln>
              <a:effectLst/>
            </p:spPr>
          </p:sp>
          <p:sp>
            <p:nvSpPr>
              <p:cNvPr id="142" name="Density voxel cell">
                <a:extLst>
                  <a:ext uri="{FF2B5EF4-FFF2-40B4-BE49-F238E27FC236}">
                    <a16:creationId xmlns:a16="http://schemas.microsoft.com/office/drawing/2014/main" id="{B9BBCA64-478C-5BD7-5318-091F2F56B8BD}"/>
                  </a:ext>
                </a:extLst>
              </p:cNvPr>
              <p:cNvSpPr/>
              <p:nvPr/>
            </p:nvSpPr>
            <p:spPr>
              <a:xfrm>
                <a:off x="1225619" y="2973836"/>
                <a:ext cx="20277" cy="17291"/>
              </a:xfrm>
              <a:prstGeom prst="rect">
                <a:avLst/>
              </a:prstGeom>
              <a:solidFill>
                <a:srgbClr val="8BB8D8"/>
              </a:solidFill>
              <a:ln w="4435" cap="rnd" cmpd="sng" algn="ctr">
                <a:noFill/>
                <a:prstDash val="solid"/>
                <a:round/>
                <a:headEnd type="none" w="med" len="med"/>
                <a:tailEnd type="none" w="med" len="med"/>
              </a:ln>
              <a:effectLst/>
            </p:spPr>
          </p:sp>
          <p:sp>
            <p:nvSpPr>
              <p:cNvPr id="143" name="Density voxel cell">
                <a:extLst>
                  <a:ext uri="{FF2B5EF4-FFF2-40B4-BE49-F238E27FC236}">
                    <a16:creationId xmlns:a16="http://schemas.microsoft.com/office/drawing/2014/main" id="{328B4C68-24A7-4D3A-1162-518030C1CCD3}"/>
                  </a:ext>
                </a:extLst>
              </p:cNvPr>
              <p:cNvSpPr/>
              <p:nvPr/>
            </p:nvSpPr>
            <p:spPr>
              <a:xfrm>
                <a:off x="1248195" y="2973836"/>
                <a:ext cx="20277" cy="17291"/>
              </a:xfrm>
              <a:prstGeom prst="rect">
                <a:avLst/>
              </a:prstGeom>
              <a:solidFill>
                <a:srgbClr val="64A0CA"/>
              </a:solidFill>
              <a:ln w="4435" cap="rnd" cmpd="sng" algn="ctr">
                <a:noFill/>
                <a:prstDash val="solid"/>
                <a:round/>
                <a:headEnd type="none" w="med" len="med"/>
                <a:tailEnd type="none" w="med" len="med"/>
              </a:ln>
              <a:effectLst/>
            </p:spPr>
          </p:sp>
          <p:sp>
            <p:nvSpPr>
              <p:cNvPr id="144" name="Density voxel cell">
                <a:extLst>
                  <a:ext uri="{FF2B5EF4-FFF2-40B4-BE49-F238E27FC236}">
                    <a16:creationId xmlns:a16="http://schemas.microsoft.com/office/drawing/2014/main" id="{4B15846C-2FE4-F7D5-05E5-91EC8565AA11}"/>
                  </a:ext>
                </a:extLst>
              </p:cNvPr>
              <p:cNvSpPr/>
              <p:nvPr/>
            </p:nvSpPr>
            <p:spPr>
              <a:xfrm>
                <a:off x="1270772" y="2973836"/>
                <a:ext cx="20277" cy="17291"/>
              </a:xfrm>
              <a:prstGeom prst="rect">
                <a:avLst/>
              </a:prstGeom>
              <a:solidFill>
                <a:srgbClr val="6BA4CD"/>
              </a:solidFill>
              <a:ln w="4435" cap="rnd" cmpd="sng" algn="ctr">
                <a:noFill/>
                <a:prstDash val="solid"/>
                <a:round/>
                <a:headEnd type="none" w="med" len="med"/>
                <a:tailEnd type="none" w="med" len="med"/>
              </a:ln>
              <a:effectLst/>
            </p:spPr>
          </p:sp>
          <p:sp>
            <p:nvSpPr>
              <p:cNvPr id="145" name="Density voxel cell">
                <a:extLst>
                  <a:ext uri="{FF2B5EF4-FFF2-40B4-BE49-F238E27FC236}">
                    <a16:creationId xmlns:a16="http://schemas.microsoft.com/office/drawing/2014/main" id="{CA5A2E20-5928-DB07-7696-7A70F5C87BBA}"/>
                  </a:ext>
                </a:extLst>
              </p:cNvPr>
              <p:cNvSpPr/>
              <p:nvPr/>
            </p:nvSpPr>
            <p:spPr>
              <a:xfrm>
                <a:off x="1293349" y="2973836"/>
                <a:ext cx="20277" cy="17291"/>
              </a:xfrm>
              <a:prstGeom prst="rect">
                <a:avLst/>
              </a:prstGeom>
              <a:solidFill>
                <a:srgbClr val="9CC2DE"/>
              </a:solidFill>
              <a:ln w="4435" cap="rnd" cmpd="sng" algn="ctr">
                <a:noFill/>
                <a:prstDash val="solid"/>
                <a:round/>
                <a:headEnd type="none" w="med" len="med"/>
                <a:tailEnd type="none" w="med" len="med"/>
              </a:ln>
              <a:effectLst/>
            </p:spPr>
          </p:sp>
          <p:sp>
            <p:nvSpPr>
              <p:cNvPr id="146" name="Density voxel cell">
                <a:extLst>
                  <a:ext uri="{FF2B5EF4-FFF2-40B4-BE49-F238E27FC236}">
                    <a16:creationId xmlns:a16="http://schemas.microsoft.com/office/drawing/2014/main" id="{D26E1A62-30DE-618F-0941-BEEDFE91EFFD}"/>
                  </a:ext>
                </a:extLst>
              </p:cNvPr>
              <p:cNvSpPr/>
              <p:nvPr/>
            </p:nvSpPr>
            <p:spPr>
              <a:xfrm>
                <a:off x="1315926" y="2973836"/>
                <a:ext cx="20277" cy="17291"/>
              </a:xfrm>
              <a:prstGeom prst="rect">
                <a:avLst/>
              </a:prstGeom>
              <a:solidFill>
                <a:srgbClr val="CDE1EF"/>
              </a:solidFill>
              <a:ln w="4435" cap="rnd" cmpd="sng" algn="ctr">
                <a:noFill/>
                <a:prstDash val="solid"/>
                <a:round/>
                <a:headEnd type="none" w="med" len="med"/>
                <a:tailEnd type="none" w="med" len="med"/>
              </a:ln>
              <a:effectLst/>
            </p:spPr>
          </p:sp>
          <p:sp>
            <p:nvSpPr>
              <p:cNvPr id="147" name="Density voxel cell">
                <a:extLst>
                  <a:ext uri="{FF2B5EF4-FFF2-40B4-BE49-F238E27FC236}">
                    <a16:creationId xmlns:a16="http://schemas.microsoft.com/office/drawing/2014/main" id="{D7EA461D-7C3B-D215-8C6C-D3015AB487A9}"/>
                  </a:ext>
                </a:extLst>
              </p:cNvPr>
              <p:cNvSpPr/>
              <p:nvPr/>
            </p:nvSpPr>
            <p:spPr>
              <a:xfrm>
                <a:off x="1338503" y="2973836"/>
                <a:ext cx="20277" cy="17291"/>
              </a:xfrm>
              <a:prstGeom prst="rect">
                <a:avLst/>
              </a:prstGeom>
              <a:solidFill>
                <a:srgbClr val="EAF3F9"/>
              </a:solidFill>
              <a:ln w="4435" cap="rnd" cmpd="sng" algn="ctr">
                <a:noFill/>
                <a:prstDash val="solid"/>
                <a:round/>
                <a:headEnd type="none" w="med" len="med"/>
                <a:tailEnd type="none" w="med" len="med"/>
              </a:ln>
              <a:effectLst/>
            </p:spPr>
          </p:sp>
          <p:sp>
            <p:nvSpPr>
              <p:cNvPr id="148" name="Density voxel cell">
                <a:extLst>
                  <a:ext uri="{FF2B5EF4-FFF2-40B4-BE49-F238E27FC236}">
                    <a16:creationId xmlns:a16="http://schemas.microsoft.com/office/drawing/2014/main" id="{3B6CE279-F093-9188-AF2B-3914C0F2C10D}"/>
                  </a:ext>
                </a:extLst>
              </p:cNvPr>
              <p:cNvSpPr/>
              <p:nvPr/>
            </p:nvSpPr>
            <p:spPr>
              <a:xfrm>
                <a:off x="1361080" y="2973836"/>
                <a:ext cx="20277" cy="17291"/>
              </a:xfrm>
              <a:prstGeom prst="rect">
                <a:avLst/>
              </a:prstGeom>
              <a:solidFill>
                <a:srgbClr val="F4F9FD"/>
              </a:solidFill>
              <a:ln w="4435" cap="rnd" cmpd="sng" algn="ctr">
                <a:noFill/>
                <a:prstDash val="solid"/>
                <a:round/>
                <a:headEnd type="none" w="med" len="med"/>
                <a:tailEnd type="none" w="med" len="med"/>
              </a:ln>
              <a:effectLst/>
            </p:spPr>
          </p:sp>
          <p:sp>
            <p:nvSpPr>
              <p:cNvPr id="149" name="Density voxel cell">
                <a:extLst>
                  <a:ext uri="{FF2B5EF4-FFF2-40B4-BE49-F238E27FC236}">
                    <a16:creationId xmlns:a16="http://schemas.microsoft.com/office/drawing/2014/main" id="{16D79E8C-A282-9C8D-5C2E-9A1CEE7DCB3C}"/>
                  </a:ext>
                </a:extLst>
              </p:cNvPr>
              <p:cNvSpPr/>
              <p:nvPr/>
            </p:nvSpPr>
            <p:spPr>
              <a:xfrm>
                <a:off x="1383657" y="2973836"/>
                <a:ext cx="20277" cy="17291"/>
              </a:xfrm>
              <a:prstGeom prst="rect">
                <a:avLst/>
              </a:prstGeom>
              <a:solidFill>
                <a:srgbClr val="F7FBFE"/>
              </a:solidFill>
              <a:ln w="4435" cap="rnd" cmpd="sng" algn="ctr">
                <a:noFill/>
                <a:prstDash val="solid"/>
                <a:round/>
                <a:headEnd type="none" w="med" len="med"/>
                <a:tailEnd type="none" w="med" len="med"/>
              </a:ln>
              <a:effectLst/>
            </p:spPr>
          </p:sp>
          <p:sp>
            <p:nvSpPr>
              <p:cNvPr id="150" name="Density voxel cell">
                <a:extLst>
                  <a:ext uri="{FF2B5EF4-FFF2-40B4-BE49-F238E27FC236}">
                    <a16:creationId xmlns:a16="http://schemas.microsoft.com/office/drawing/2014/main" id="{C6BC222C-5D8E-5651-056E-8FBF2D1C8081}"/>
                  </a:ext>
                </a:extLst>
              </p:cNvPr>
              <p:cNvSpPr/>
              <p:nvPr/>
            </p:nvSpPr>
            <p:spPr>
              <a:xfrm>
                <a:off x="1406234" y="2973836"/>
                <a:ext cx="20277" cy="17291"/>
              </a:xfrm>
              <a:prstGeom prst="rect">
                <a:avLst/>
              </a:prstGeom>
              <a:solidFill>
                <a:srgbClr val="F7FBFE"/>
              </a:solidFill>
              <a:ln w="4435" cap="rnd" cmpd="sng" algn="ctr">
                <a:noFill/>
                <a:prstDash val="solid"/>
                <a:round/>
                <a:headEnd type="none" w="med" len="med"/>
                <a:tailEnd type="none" w="med" len="med"/>
              </a:ln>
              <a:effectLst/>
            </p:spPr>
          </p:sp>
          <p:sp>
            <p:nvSpPr>
              <p:cNvPr id="151" name="Density voxel cell">
                <a:extLst>
                  <a:ext uri="{FF2B5EF4-FFF2-40B4-BE49-F238E27FC236}">
                    <a16:creationId xmlns:a16="http://schemas.microsoft.com/office/drawing/2014/main" id="{29FDEF44-D407-471E-31F0-9ECD70E8B9F1}"/>
                  </a:ext>
                </a:extLst>
              </p:cNvPr>
              <p:cNvSpPr/>
              <p:nvPr/>
            </p:nvSpPr>
            <p:spPr>
              <a:xfrm>
                <a:off x="1180465" y="2993426"/>
                <a:ext cx="20277" cy="17291"/>
              </a:xfrm>
              <a:prstGeom prst="rect">
                <a:avLst/>
              </a:prstGeom>
              <a:solidFill>
                <a:srgbClr val="E0ECF6"/>
              </a:solidFill>
              <a:ln w="4435" cap="rnd" cmpd="sng" algn="ctr">
                <a:noFill/>
                <a:prstDash val="solid"/>
                <a:round/>
                <a:headEnd type="none" w="med" len="med"/>
                <a:tailEnd type="none" w="med" len="med"/>
              </a:ln>
              <a:effectLst/>
            </p:spPr>
          </p:sp>
          <p:sp>
            <p:nvSpPr>
              <p:cNvPr id="152" name="Density voxel cell">
                <a:extLst>
                  <a:ext uri="{FF2B5EF4-FFF2-40B4-BE49-F238E27FC236}">
                    <a16:creationId xmlns:a16="http://schemas.microsoft.com/office/drawing/2014/main" id="{AFF7AAFF-AD23-F9E9-BD44-B1FAB0671920}"/>
                  </a:ext>
                </a:extLst>
              </p:cNvPr>
              <p:cNvSpPr/>
              <p:nvPr/>
            </p:nvSpPr>
            <p:spPr>
              <a:xfrm>
                <a:off x="1203042" y="2993426"/>
                <a:ext cx="20277" cy="17291"/>
              </a:xfrm>
              <a:prstGeom prst="rect">
                <a:avLst/>
              </a:prstGeom>
              <a:solidFill>
                <a:srgbClr val="B4D2E6"/>
              </a:solidFill>
              <a:ln w="4435" cap="rnd" cmpd="sng" algn="ctr">
                <a:noFill/>
                <a:prstDash val="solid"/>
                <a:round/>
                <a:headEnd type="none" w="med" len="med"/>
                <a:tailEnd type="none" w="med" len="med"/>
              </a:ln>
              <a:effectLst/>
            </p:spPr>
          </p:sp>
          <p:sp>
            <p:nvSpPr>
              <p:cNvPr id="153" name="Density voxel cell">
                <a:extLst>
                  <a:ext uri="{FF2B5EF4-FFF2-40B4-BE49-F238E27FC236}">
                    <a16:creationId xmlns:a16="http://schemas.microsoft.com/office/drawing/2014/main" id="{D7F8DD1C-1086-78A9-A4EB-A80D76C7CF6D}"/>
                  </a:ext>
                </a:extLst>
              </p:cNvPr>
              <p:cNvSpPr/>
              <p:nvPr/>
            </p:nvSpPr>
            <p:spPr>
              <a:xfrm>
                <a:off x="1225619" y="2993426"/>
                <a:ext cx="20277" cy="17291"/>
              </a:xfrm>
              <a:prstGeom prst="rect">
                <a:avLst/>
              </a:prstGeom>
              <a:solidFill>
                <a:srgbClr val="73A9CF"/>
              </a:solidFill>
              <a:ln w="4435" cap="rnd" cmpd="sng" algn="ctr">
                <a:noFill/>
                <a:prstDash val="solid"/>
                <a:round/>
                <a:headEnd type="none" w="med" len="med"/>
                <a:tailEnd type="none" w="med" len="med"/>
              </a:ln>
              <a:effectLst/>
            </p:spPr>
          </p:sp>
          <p:sp>
            <p:nvSpPr>
              <p:cNvPr id="154" name="Density voxel cell">
                <a:extLst>
                  <a:ext uri="{FF2B5EF4-FFF2-40B4-BE49-F238E27FC236}">
                    <a16:creationId xmlns:a16="http://schemas.microsoft.com/office/drawing/2014/main" id="{DCFFE912-BA8C-160E-1379-617364030841}"/>
                  </a:ext>
                </a:extLst>
              </p:cNvPr>
              <p:cNvSpPr/>
              <p:nvPr/>
            </p:nvSpPr>
            <p:spPr>
              <a:xfrm>
                <a:off x="1248195" y="2993426"/>
                <a:ext cx="20277" cy="17291"/>
              </a:xfrm>
              <a:prstGeom prst="rect">
                <a:avLst/>
              </a:prstGeom>
              <a:solidFill>
                <a:srgbClr val="458DBF"/>
              </a:solidFill>
              <a:ln w="4435" cap="rnd" cmpd="sng" algn="ctr">
                <a:noFill/>
                <a:prstDash val="solid"/>
                <a:round/>
                <a:headEnd type="none" w="med" len="med"/>
                <a:tailEnd type="none" w="med" len="med"/>
              </a:ln>
              <a:effectLst/>
            </p:spPr>
          </p:sp>
          <p:sp>
            <p:nvSpPr>
              <p:cNvPr id="155" name="Density voxel cell">
                <a:extLst>
                  <a:ext uri="{FF2B5EF4-FFF2-40B4-BE49-F238E27FC236}">
                    <a16:creationId xmlns:a16="http://schemas.microsoft.com/office/drawing/2014/main" id="{FF240BE5-31B8-0D82-B584-C61459649583}"/>
                  </a:ext>
                </a:extLst>
              </p:cNvPr>
              <p:cNvSpPr/>
              <p:nvPr/>
            </p:nvSpPr>
            <p:spPr>
              <a:xfrm>
                <a:off x="1270772" y="2993426"/>
                <a:ext cx="20277" cy="17291"/>
              </a:xfrm>
              <a:prstGeom prst="rect">
                <a:avLst/>
              </a:prstGeom>
              <a:solidFill>
                <a:srgbClr val="4C91C2"/>
              </a:solidFill>
              <a:ln w="4435" cap="rnd" cmpd="sng" algn="ctr">
                <a:noFill/>
                <a:prstDash val="solid"/>
                <a:round/>
                <a:headEnd type="none" w="med" len="med"/>
                <a:tailEnd type="none" w="med" len="med"/>
              </a:ln>
              <a:effectLst/>
            </p:spPr>
          </p:sp>
          <p:sp>
            <p:nvSpPr>
              <p:cNvPr id="156" name="Density voxel cell">
                <a:extLst>
                  <a:ext uri="{FF2B5EF4-FFF2-40B4-BE49-F238E27FC236}">
                    <a16:creationId xmlns:a16="http://schemas.microsoft.com/office/drawing/2014/main" id="{9318405E-D2F4-F1DD-2995-771F58D17300}"/>
                  </a:ext>
                </a:extLst>
              </p:cNvPr>
              <p:cNvSpPr/>
              <p:nvPr/>
            </p:nvSpPr>
            <p:spPr>
              <a:xfrm>
                <a:off x="1293349" y="2993426"/>
                <a:ext cx="20277" cy="17291"/>
              </a:xfrm>
              <a:prstGeom prst="rect">
                <a:avLst/>
              </a:prstGeom>
              <a:solidFill>
                <a:srgbClr val="87B6D7"/>
              </a:solidFill>
              <a:ln w="4435" cap="rnd" cmpd="sng" algn="ctr">
                <a:noFill/>
                <a:prstDash val="solid"/>
                <a:round/>
                <a:headEnd type="none" w="med" len="med"/>
                <a:tailEnd type="none" w="med" len="med"/>
              </a:ln>
              <a:effectLst/>
            </p:spPr>
          </p:sp>
          <p:sp>
            <p:nvSpPr>
              <p:cNvPr id="157" name="Density voxel cell">
                <a:extLst>
                  <a:ext uri="{FF2B5EF4-FFF2-40B4-BE49-F238E27FC236}">
                    <a16:creationId xmlns:a16="http://schemas.microsoft.com/office/drawing/2014/main" id="{41759856-FB43-40FB-DE97-D8EC0CA676BC}"/>
                  </a:ext>
                </a:extLst>
              </p:cNvPr>
              <p:cNvSpPr/>
              <p:nvPr/>
            </p:nvSpPr>
            <p:spPr>
              <a:xfrm>
                <a:off x="1315926" y="2993426"/>
                <a:ext cx="20277" cy="17291"/>
              </a:xfrm>
              <a:prstGeom prst="rect">
                <a:avLst/>
              </a:prstGeom>
              <a:solidFill>
                <a:srgbClr val="C4DBEC"/>
              </a:solidFill>
              <a:ln w="4435" cap="rnd" cmpd="sng" algn="ctr">
                <a:noFill/>
                <a:prstDash val="solid"/>
                <a:round/>
                <a:headEnd type="none" w="med" len="med"/>
                <a:tailEnd type="none" w="med" len="med"/>
              </a:ln>
              <a:effectLst/>
            </p:spPr>
          </p:sp>
          <p:sp>
            <p:nvSpPr>
              <p:cNvPr id="158" name="Density voxel cell">
                <a:extLst>
                  <a:ext uri="{FF2B5EF4-FFF2-40B4-BE49-F238E27FC236}">
                    <a16:creationId xmlns:a16="http://schemas.microsoft.com/office/drawing/2014/main" id="{B2D45D46-B054-3666-1A2D-8F4369758C8D}"/>
                  </a:ext>
                </a:extLst>
              </p:cNvPr>
              <p:cNvSpPr/>
              <p:nvPr/>
            </p:nvSpPr>
            <p:spPr>
              <a:xfrm>
                <a:off x="1338503" y="2993426"/>
                <a:ext cx="20277" cy="17291"/>
              </a:xfrm>
              <a:prstGeom prst="rect">
                <a:avLst/>
              </a:prstGeom>
              <a:solidFill>
                <a:srgbClr val="E7F1F8"/>
              </a:solidFill>
              <a:ln w="4435" cap="rnd" cmpd="sng" algn="ctr">
                <a:noFill/>
                <a:prstDash val="solid"/>
                <a:round/>
                <a:headEnd type="none" w="med" len="med"/>
                <a:tailEnd type="none" w="med" len="med"/>
              </a:ln>
              <a:effectLst/>
            </p:spPr>
          </p:sp>
          <p:sp>
            <p:nvSpPr>
              <p:cNvPr id="159" name="Density voxel cell">
                <a:extLst>
                  <a:ext uri="{FF2B5EF4-FFF2-40B4-BE49-F238E27FC236}">
                    <a16:creationId xmlns:a16="http://schemas.microsoft.com/office/drawing/2014/main" id="{AB84AB3F-F61A-0E19-6BC4-0B1CDFF16E7A}"/>
                  </a:ext>
                </a:extLst>
              </p:cNvPr>
              <p:cNvSpPr/>
              <p:nvPr/>
            </p:nvSpPr>
            <p:spPr>
              <a:xfrm>
                <a:off x="1361080" y="2993426"/>
                <a:ext cx="20277" cy="17291"/>
              </a:xfrm>
              <a:prstGeom prst="rect">
                <a:avLst/>
              </a:prstGeom>
              <a:solidFill>
                <a:srgbClr val="F3F9FD"/>
              </a:solidFill>
              <a:ln w="4435" cap="rnd" cmpd="sng" algn="ctr">
                <a:noFill/>
                <a:prstDash val="solid"/>
                <a:round/>
                <a:headEnd type="none" w="med" len="med"/>
                <a:tailEnd type="none" w="med" len="med"/>
              </a:ln>
              <a:effectLst/>
            </p:spPr>
          </p:sp>
          <p:sp>
            <p:nvSpPr>
              <p:cNvPr id="160" name="Density voxel cell">
                <a:extLst>
                  <a:ext uri="{FF2B5EF4-FFF2-40B4-BE49-F238E27FC236}">
                    <a16:creationId xmlns:a16="http://schemas.microsoft.com/office/drawing/2014/main" id="{DBB8CA3A-B5F3-298F-C7DA-D5A02CB9F963}"/>
                  </a:ext>
                </a:extLst>
              </p:cNvPr>
              <p:cNvSpPr/>
              <p:nvPr/>
            </p:nvSpPr>
            <p:spPr>
              <a:xfrm>
                <a:off x="1383657" y="2993426"/>
                <a:ext cx="20277" cy="17291"/>
              </a:xfrm>
              <a:prstGeom prst="rect">
                <a:avLst/>
              </a:prstGeom>
              <a:solidFill>
                <a:srgbClr val="F6FBFE"/>
              </a:solidFill>
              <a:ln w="4435" cap="rnd" cmpd="sng" algn="ctr">
                <a:noFill/>
                <a:prstDash val="solid"/>
                <a:round/>
                <a:headEnd type="none" w="med" len="med"/>
                <a:tailEnd type="none" w="med" len="med"/>
              </a:ln>
              <a:effectLst/>
            </p:spPr>
          </p:sp>
          <p:sp>
            <p:nvSpPr>
              <p:cNvPr id="161" name="Density voxel cell">
                <a:extLst>
                  <a:ext uri="{FF2B5EF4-FFF2-40B4-BE49-F238E27FC236}">
                    <a16:creationId xmlns:a16="http://schemas.microsoft.com/office/drawing/2014/main" id="{AF0D0C5C-EE51-C6D2-F0BE-AF0563DECEAD}"/>
                  </a:ext>
                </a:extLst>
              </p:cNvPr>
              <p:cNvSpPr/>
              <p:nvPr/>
            </p:nvSpPr>
            <p:spPr>
              <a:xfrm>
                <a:off x="1406234" y="2993426"/>
                <a:ext cx="20277" cy="17291"/>
              </a:xfrm>
              <a:prstGeom prst="rect">
                <a:avLst/>
              </a:prstGeom>
              <a:solidFill>
                <a:srgbClr val="F7FBFE"/>
              </a:solidFill>
              <a:ln w="4435" cap="rnd" cmpd="sng" algn="ctr">
                <a:noFill/>
                <a:prstDash val="solid"/>
                <a:round/>
                <a:headEnd type="none" w="med" len="med"/>
                <a:tailEnd type="none" w="med" len="med"/>
              </a:ln>
              <a:effectLst/>
            </p:spPr>
          </p:sp>
          <p:sp>
            <p:nvSpPr>
              <p:cNvPr id="162" name="Density voxel cell">
                <a:extLst>
                  <a:ext uri="{FF2B5EF4-FFF2-40B4-BE49-F238E27FC236}">
                    <a16:creationId xmlns:a16="http://schemas.microsoft.com/office/drawing/2014/main" id="{CF5045B6-EFCE-7D6C-B2F1-E33597D00C9C}"/>
                  </a:ext>
                </a:extLst>
              </p:cNvPr>
              <p:cNvSpPr/>
              <p:nvPr/>
            </p:nvSpPr>
            <p:spPr>
              <a:xfrm>
                <a:off x="1180465" y="3013017"/>
                <a:ext cx="20277" cy="17291"/>
              </a:xfrm>
              <a:prstGeom prst="rect">
                <a:avLst/>
              </a:prstGeom>
              <a:solidFill>
                <a:srgbClr val="E0EDF6"/>
              </a:solidFill>
              <a:ln w="4435" cap="rnd" cmpd="sng" algn="ctr">
                <a:noFill/>
                <a:prstDash val="solid"/>
                <a:round/>
                <a:headEnd type="none" w="med" len="med"/>
                <a:tailEnd type="none" w="med" len="med"/>
              </a:ln>
              <a:effectLst/>
            </p:spPr>
          </p:sp>
          <p:sp>
            <p:nvSpPr>
              <p:cNvPr id="163" name="Density voxel cell">
                <a:extLst>
                  <a:ext uri="{FF2B5EF4-FFF2-40B4-BE49-F238E27FC236}">
                    <a16:creationId xmlns:a16="http://schemas.microsoft.com/office/drawing/2014/main" id="{D63D7054-2E53-5AC5-0097-0387F842EDA9}"/>
                  </a:ext>
                </a:extLst>
              </p:cNvPr>
              <p:cNvSpPr/>
              <p:nvPr/>
            </p:nvSpPr>
            <p:spPr>
              <a:xfrm>
                <a:off x="1203042" y="3013017"/>
                <a:ext cx="20277" cy="17291"/>
              </a:xfrm>
              <a:prstGeom prst="rect">
                <a:avLst/>
              </a:prstGeom>
              <a:solidFill>
                <a:srgbClr val="B6D3E7"/>
              </a:solidFill>
              <a:ln w="4435" cap="rnd" cmpd="sng" algn="ctr">
                <a:noFill/>
                <a:prstDash val="solid"/>
                <a:round/>
                <a:headEnd type="none" w="med" len="med"/>
                <a:tailEnd type="none" w="med" len="med"/>
              </a:ln>
              <a:effectLst/>
            </p:spPr>
          </p:sp>
          <p:sp>
            <p:nvSpPr>
              <p:cNvPr id="164" name="Density voxel cell">
                <a:extLst>
                  <a:ext uri="{FF2B5EF4-FFF2-40B4-BE49-F238E27FC236}">
                    <a16:creationId xmlns:a16="http://schemas.microsoft.com/office/drawing/2014/main" id="{5CAA6197-9453-7B21-0C08-24A19B30CBF8}"/>
                  </a:ext>
                </a:extLst>
              </p:cNvPr>
              <p:cNvSpPr/>
              <p:nvPr/>
            </p:nvSpPr>
            <p:spPr>
              <a:xfrm>
                <a:off x="1225619" y="3013017"/>
                <a:ext cx="20277" cy="17291"/>
              </a:xfrm>
              <a:prstGeom prst="rect">
                <a:avLst/>
              </a:prstGeom>
              <a:solidFill>
                <a:srgbClr val="78ACD1"/>
              </a:solidFill>
              <a:ln w="4435" cap="rnd" cmpd="sng" algn="ctr">
                <a:noFill/>
                <a:prstDash val="solid"/>
                <a:round/>
                <a:headEnd type="none" w="med" len="med"/>
                <a:tailEnd type="none" w="med" len="med"/>
              </a:ln>
              <a:effectLst/>
            </p:spPr>
          </p:sp>
          <p:sp>
            <p:nvSpPr>
              <p:cNvPr id="165" name="Density voxel cell">
                <a:extLst>
                  <a:ext uri="{FF2B5EF4-FFF2-40B4-BE49-F238E27FC236}">
                    <a16:creationId xmlns:a16="http://schemas.microsoft.com/office/drawing/2014/main" id="{13E6F680-305F-6F27-2D70-E1C6C47E8153}"/>
                  </a:ext>
                </a:extLst>
              </p:cNvPr>
              <p:cNvSpPr/>
              <p:nvPr/>
            </p:nvSpPr>
            <p:spPr>
              <a:xfrm>
                <a:off x="1248195" y="3013017"/>
                <a:ext cx="20277" cy="17291"/>
              </a:xfrm>
              <a:prstGeom prst="rect">
                <a:avLst/>
              </a:prstGeom>
              <a:solidFill>
                <a:srgbClr val="498FC1"/>
              </a:solidFill>
              <a:ln w="4435" cap="rnd" cmpd="sng" algn="ctr">
                <a:noFill/>
                <a:prstDash val="solid"/>
                <a:round/>
                <a:headEnd type="none" w="med" len="med"/>
                <a:tailEnd type="none" w="med" len="med"/>
              </a:ln>
              <a:effectLst/>
            </p:spPr>
          </p:sp>
          <p:sp>
            <p:nvSpPr>
              <p:cNvPr id="166" name="Density voxel cell">
                <a:extLst>
                  <a:ext uri="{FF2B5EF4-FFF2-40B4-BE49-F238E27FC236}">
                    <a16:creationId xmlns:a16="http://schemas.microsoft.com/office/drawing/2014/main" id="{947EEB47-6B02-0572-AC93-096BBD62465F}"/>
                  </a:ext>
                </a:extLst>
              </p:cNvPr>
              <p:cNvSpPr/>
              <p:nvPr/>
            </p:nvSpPr>
            <p:spPr>
              <a:xfrm>
                <a:off x="1270772" y="3013017"/>
                <a:ext cx="20277" cy="17291"/>
              </a:xfrm>
              <a:prstGeom prst="rect">
                <a:avLst/>
              </a:prstGeom>
              <a:solidFill>
                <a:srgbClr val="5295C4"/>
              </a:solidFill>
              <a:ln w="4435" cap="rnd" cmpd="sng" algn="ctr">
                <a:noFill/>
                <a:prstDash val="solid"/>
                <a:round/>
                <a:headEnd type="none" w="med" len="med"/>
                <a:tailEnd type="none" w="med" len="med"/>
              </a:ln>
              <a:effectLst/>
            </p:spPr>
          </p:sp>
          <p:sp>
            <p:nvSpPr>
              <p:cNvPr id="167" name="Density voxel cell">
                <a:extLst>
                  <a:ext uri="{FF2B5EF4-FFF2-40B4-BE49-F238E27FC236}">
                    <a16:creationId xmlns:a16="http://schemas.microsoft.com/office/drawing/2014/main" id="{5C0E8D5A-2402-F860-B80A-808D1F874329}"/>
                  </a:ext>
                </a:extLst>
              </p:cNvPr>
              <p:cNvSpPr/>
              <p:nvPr/>
            </p:nvSpPr>
            <p:spPr>
              <a:xfrm>
                <a:off x="1293349" y="3013017"/>
                <a:ext cx="20277" cy="17291"/>
              </a:xfrm>
              <a:prstGeom prst="rect">
                <a:avLst/>
              </a:prstGeom>
              <a:solidFill>
                <a:srgbClr val="8AB7D7"/>
              </a:solidFill>
              <a:ln w="4435" cap="rnd" cmpd="sng" algn="ctr">
                <a:noFill/>
                <a:prstDash val="solid"/>
                <a:round/>
                <a:headEnd type="none" w="med" len="med"/>
                <a:tailEnd type="none" w="med" len="med"/>
              </a:ln>
              <a:effectLst/>
            </p:spPr>
          </p:sp>
          <p:sp>
            <p:nvSpPr>
              <p:cNvPr id="168" name="Density voxel cell">
                <a:extLst>
                  <a:ext uri="{FF2B5EF4-FFF2-40B4-BE49-F238E27FC236}">
                    <a16:creationId xmlns:a16="http://schemas.microsoft.com/office/drawing/2014/main" id="{1936F1B8-C24F-60A2-7EE7-6C2382C21BBC}"/>
                  </a:ext>
                </a:extLst>
              </p:cNvPr>
              <p:cNvSpPr/>
              <p:nvPr/>
            </p:nvSpPr>
            <p:spPr>
              <a:xfrm>
                <a:off x="1315926" y="3013017"/>
                <a:ext cx="20277" cy="17291"/>
              </a:xfrm>
              <a:prstGeom prst="rect">
                <a:avLst/>
              </a:prstGeom>
              <a:solidFill>
                <a:srgbClr val="C3DBEC"/>
              </a:solidFill>
              <a:ln w="4435" cap="rnd" cmpd="sng" algn="ctr">
                <a:noFill/>
                <a:prstDash val="solid"/>
                <a:round/>
                <a:headEnd type="none" w="med" len="med"/>
                <a:tailEnd type="none" w="med" len="med"/>
              </a:ln>
              <a:effectLst/>
            </p:spPr>
          </p:sp>
          <p:sp>
            <p:nvSpPr>
              <p:cNvPr id="169" name="Density voxel cell">
                <a:extLst>
                  <a:ext uri="{FF2B5EF4-FFF2-40B4-BE49-F238E27FC236}">
                    <a16:creationId xmlns:a16="http://schemas.microsoft.com/office/drawing/2014/main" id="{D60497D2-B940-473C-5DEE-E5F8DFCF1E67}"/>
                  </a:ext>
                </a:extLst>
              </p:cNvPr>
              <p:cNvSpPr/>
              <p:nvPr/>
            </p:nvSpPr>
            <p:spPr>
              <a:xfrm>
                <a:off x="1338503" y="3013017"/>
                <a:ext cx="20277" cy="17291"/>
              </a:xfrm>
              <a:prstGeom prst="rect">
                <a:avLst/>
              </a:prstGeom>
              <a:solidFill>
                <a:srgbClr val="E4EFF7"/>
              </a:solidFill>
              <a:ln w="4435" cap="rnd" cmpd="sng" algn="ctr">
                <a:noFill/>
                <a:prstDash val="solid"/>
                <a:round/>
                <a:headEnd type="none" w="med" len="med"/>
                <a:tailEnd type="none" w="med" len="med"/>
              </a:ln>
              <a:effectLst/>
            </p:spPr>
          </p:sp>
          <p:sp>
            <p:nvSpPr>
              <p:cNvPr id="170" name="Density voxel cell">
                <a:extLst>
                  <a:ext uri="{FF2B5EF4-FFF2-40B4-BE49-F238E27FC236}">
                    <a16:creationId xmlns:a16="http://schemas.microsoft.com/office/drawing/2014/main" id="{E6F990AC-8B59-38D8-DA66-33F71DE0D1E1}"/>
                  </a:ext>
                </a:extLst>
              </p:cNvPr>
              <p:cNvSpPr/>
              <p:nvPr/>
            </p:nvSpPr>
            <p:spPr>
              <a:xfrm>
                <a:off x="1361080" y="3013017"/>
                <a:ext cx="20277" cy="17291"/>
              </a:xfrm>
              <a:prstGeom prst="rect">
                <a:avLst/>
              </a:prstGeom>
              <a:solidFill>
                <a:srgbClr val="F1F7FC"/>
              </a:solidFill>
              <a:ln w="4435" cap="rnd" cmpd="sng" algn="ctr">
                <a:noFill/>
                <a:prstDash val="solid"/>
                <a:round/>
                <a:headEnd type="none" w="med" len="med"/>
                <a:tailEnd type="none" w="med" len="med"/>
              </a:ln>
              <a:effectLst/>
            </p:spPr>
          </p:sp>
          <p:sp>
            <p:nvSpPr>
              <p:cNvPr id="171" name="Density voxel cell">
                <a:extLst>
                  <a:ext uri="{FF2B5EF4-FFF2-40B4-BE49-F238E27FC236}">
                    <a16:creationId xmlns:a16="http://schemas.microsoft.com/office/drawing/2014/main" id="{20DB01DE-99E1-473C-EF92-1090C6B1A2CD}"/>
                  </a:ext>
                </a:extLst>
              </p:cNvPr>
              <p:cNvSpPr/>
              <p:nvPr/>
            </p:nvSpPr>
            <p:spPr>
              <a:xfrm>
                <a:off x="1383657" y="3013017"/>
                <a:ext cx="20277" cy="17291"/>
              </a:xfrm>
              <a:prstGeom prst="rect">
                <a:avLst/>
              </a:prstGeom>
              <a:solidFill>
                <a:srgbClr val="F6FAFE"/>
              </a:solidFill>
              <a:ln w="4435" cap="rnd" cmpd="sng" algn="ctr">
                <a:noFill/>
                <a:prstDash val="solid"/>
                <a:round/>
                <a:headEnd type="none" w="med" len="med"/>
                <a:tailEnd type="none" w="med" len="med"/>
              </a:ln>
              <a:effectLst/>
            </p:spPr>
          </p:sp>
          <p:sp>
            <p:nvSpPr>
              <p:cNvPr id="172" name="Density voxel cell">
                <a:extLst>
                  <a:ext uri="{FF2B5EF4-FFF2-40B4-BE49-F238E27FC236}">
                    <a16:creationId xmlns:a16="http://schemas.microsoft.com/office/drawing/2014/main" id="{DF8C4298-EFBC-9938-84E9-FD43361BCAB5}"/>
                  </a:ext>
                </a:extLst>
              </p:cNvPr>
              <p:cNvSpPr/>
              <p:nvPr/>
            </p:nvSpPr>
            <p:spPr>
              <a:xfrm>
                <a:off x="1406234" y="3013017"/>
                <a:ext cx="20277" cy="17291"/>
              </a:xfrm>
              <a:prstGeom prst="rect">
                <a:avLst/>
              </a:prstGeom>
              <a:solidFill>
                <a:srgbClr val="F7FBFE"/>
              </a:solidFill>
              <a:ln w="4435" cap="rnd" cmpd="sng" algn="ctr">
                <a:noFill/>
                <a:prstDash val="solid"/>
                <a:round/>
                <a:headEnd type="none" w="med" len="med"/>
                <a:tailEnd type="none" w="med" len="med"/>
              </a:ln>
              <a:effectLst/>
            </p:spPr>
          </p:sp>
          <p:sp>
            <p:nvSpPr>
              <p:cNvPr id="173" name="Density voxel cell">
                <a:extLst>
                  <a:ext uri="{FF2B5EF4-FFF2-40B4-BE49-F238E27FC236}">
                    <a16:creationId xmlns:a16="http://schemas.microsoft.com/office/drawing/2014/main" id="{4B5E68ED-FA3B-EE4B-4C1A-08FDC6B90916}"/>
                  </a:ext>
                </a:extLst>
              </p:cNvPr>
              <p:cNvSpPr/>
              <p:nvPr/>
            </p:nvSpPr>
            <p:spPr>
              <a:xfrm>
                <a:off x="1180465" y="3032607"/>
                <a:ext cx="20277" cy="17291"/>
              </a:xfrm>
              <a:prstGeom prst="rect">
                <a:avLst/>
              </a:prstGeom>
              <a:solidFill>
                <a:srgbClr val="E6F0F8"/>
              </a:solidFill>
              <a:ln w="4435" cap="rnd" cmpd="sng" algn="ctr">
                <a:noFill/>
                <a:prstDash val="solid"/>
                <a:round/>
                <a:headEnd type="none" w="med" len="med"/>
                <a:tailEnd type="none" w="med" len="med"/>
              </a:ln>
              <a:effectLst/>
            </p:spPr>
          </p:sp>
          <p:sp>
            <p:nvSpPr>
              <p:cNvPr id="174" name="Density voxel cell">
                <a:extLst>
                  <a:ext uri="{FF2B5EF4-FFF2-40B4-BE49-F238E27FC236}">
                    <a16:creationId xmlns:a16="http://schemas.microsoft.com/office/drawing/2014/main" id="{2C46878B-5D28-6EC0-A85E-F58661601163}"/>
                  </a:ext>
                </a:extLst>
              </p:cNvPr>
              <p:cNvSpPr/>
              <p:nvPr/>
            </p:nvSpPr>
            <p:spPr>
              <a:xfrm>
                <a:off x="1203042" y="3032607"/>
                <a:ext cx="20277" cy="17291"/>
              </a:xfrm>
              <a:prstGeom prst="rect">
                <a:avLst/>
              </a:prstGeom>
              <a:solidFill>
                <a:srgbClr val="C6DCED"/>
              </a:solidFill>
              <a:ln w="4435" cap="rnd" cmpd="sng" algn="ctr">
                <a:noFill/>
                <a:prstDash val="solid"/>
                <a:round/>
                <a:headEnd type="none" w="med" len="med"/>
                <a:tailEnd type="none" w="med" len="med"/>
              </a:ln>
              <a:effectLst/>
            </p:spPr>
          </p:sp>
          <p:sp>
            <p:nvSpPr>
              <p:cNvPr id="175" name="Density voxel cell">
                <a:extLst>
                  <a:ext uri="{FF2B5EF4-FFF2-40B4-BE49-F238E27FC236}">
                    <a16:creationId xmlns:a16="http://schemas.microsoft.com/office/drawing/2014/main" id="{EF6D6C3A-00F3-76CA-CF9B-7AFE3B80D361}"/>
                  </a:ext>
                </a:extLst>
              </p:cNvPr>
              <p:cNvSpPr/>
              <p:nvPr/>
            </p:nvSpPr>
            <p:spPr>
              <a:xfrm>
                <a:off x="1225619" y="3032607"/>
                <a:ext cx="20277" cy="17291"/>
              </a:xfrm>
              <a:prstGeom prst="rect">
                <a:avLst/>
              </a:prstGeom>
              <a:solidFill>
                <a:srgbClr val="96BFDC"/>
              </a:solidFill>
              <a:ln w="4435" cap="rnd" cmpd="sng" algn="ctr">
                <a:noFill/>
                <a:prstDash val="solid"/>
                <a:round/>
                <a:headEnd type="none" w="med" len="med"/>
                <a:tailEnd type="none" w="med" len="med"/>
              </a:ln>
              <a:effectLst/>
            </p:spPr>
          </p:sp>
          <p:sp>
            <p:nvSpPr>
              <p:cNvPr id="176" name="Density voxel cell">
                <a:extLst>
                  <a:ext uri="{FF2B5EF4-FFF2-40B4-BE49-F238E27FC236}">
                    <a16:creationId xmlns:a16="http://schemas.microsoft.com/office/drawing/2014/main" id="{D79F7988-6E54-A275-98D1-5A8597F0CD75}"/>
                  </a:ext>
                </a:extLst>
              </p:cNvPr>
              <p:cNvSpPr/>
              <p:nvPr/>
            </p:nvSpPr>
            <p:spPr>
              <a:xfrm>
                <a:off x="1248195" y="3032607"/>
                <a:ext cx="20277" cy="17291"/>
              </a:xfrm>
              <a:prstGeom prst="rect">
                <a:avLst/>
              </a:prstGeom>
              <a:solidFill>
                <a:srgbClr val="72A9CF"/>
              </a:solidFill>
              <a:ln w="4435" cap="rnd" cmpd="sng" algn="ctr">
                <a:noFill/>
                <a:prstDash val="solid"/>
                <a:round/>
                <a:headEnd type="none" w="med" len="med"/>
                <a:tailEnd type="none" w="med" len="med"/>
              </a:ln>
              <a:effectLst/>
            </p:spPr>
          </p:sp>
          <p:sp>
            <p:nvSpPr>
              <p:cNvPr id="177" name="Density voxel cell">
                <a:extLst>
                  <a:ext uri="{FF2B5EF4-FFF2-40B4-BE49-F238E27FC236}">
                    <a16:creationId xmlns:a16="http://schemas.microsoft.com/office/drawing/2014/main" id="{3025CE9C-A45C-236F-9071-2EABD11D38DE}"/>
                  </a:ext>
                </a:extLst>
              </p:cNvPr>
              <p:cNvSpPr/>
              <p:nvPr/>
            </p:nvSpPr>
            <p:spPr>
              <a:xfrm>
                <a:off x="1270772" y="3032607"/>
                <a:ext cx="20277" cy="17291"/>
              </a:xfrm>
              <a:prstGeom prst="rect">
                <a:avLst/>
              </a:prstGeom>
              <a:solidFill>
                <a:srgbClr val="78ACD1"/>
              </a:solidFill>
              <a:ln w="4435" cap="rnd" cmpd="sng" algn="ctr">
                <a:noFill/>
                <a:prstDash val="solid"/>
                <a:round/>
                <a:headEnd type="none" w="med" len="med"/>
                <a:tailEnd type="none" w="med" len="med"/>
              </a:ln>
              <a:effectLst/>
            </p:spPr>
          </p:sp>
          <p:sp>
            <p:nvSpPr>
              <p:cNvPr id="178" name="Density voxel cell">
                <a:extLst>
                  <a:ext uri="{FF2B5EF4-FFF2-40B4-BE49-F238E27FC236}">
                    <a16:creationId xmlns:a16="http://schemas.microsoft.com/office/drawing/2014/main" id="{0AE665CC-128F-FA9F-7B0D-D6A82D94F792}"/>
                  </a:ext>
                </a:extLst>
              </p:cNvPr>
              <p:cNvSpPr/>
              <p:nvPr/>
            </p:nvSpPr>
            <p:spPr>
              <a:xfrm>
                <a:off x="1293349" y="3032607"/>
                <a:ext cx="20277" cy="17291"/>
              </a:xfrm>
              <a:prstGeom prst="rect">
                <a:avLst/>
              </a:prstGeom>
              <a:solidFill>
                <a:srgbClr val="9CC3DE"/>
              </a:solidFill>
              <a:ln w="4435" cap="rnd" cmpd="sng" algn="ctr">
                <a:noFill/>
                <a:prstDash val="solid"/>
                <a:round/>
                <a:headEnd type="none" w="med" len="med"/>
                <a:tailEnd type="none" w="med" len="med"/>
              </a:ln>
              <a:effectLst/>
            </p:spPr>
          </p:sp>
          <p:sp>
            <p:nvSpPr>
              <p:cNvPr id="179" name="Density voxel cell">
                <a:extLst>
                  <a:ext uri="{FF2B5EF4-FFF2-40B4-BE49-F238E27FC236}">
                    <a16:creationId xmlns:a16="http://schemas.microsoft.com/office/drawing/2014/main" id="{FEA6CE90-C862-1C07-1285-808E319995AC}"/>
                  </a:ext>
                </a:extLst>
              </p:cNvPr>
              <p:cNvSpPr/>
              <p:nvPr/>
            </p:nvSpPr>
            <p:spPr>
              <a:xfrm>
                <a:off x="1315926" y="3032607"/>
                <a:ext cx="20277" cy="17291"/>
              </a:xfrm>
              <a:prstGeom prst="rect">
                <a:avLst/>
              </a:prstGeom>
              <a:solidFill>
                <a:srgbClr val="BDD7E9"/>
              </a:solidFill>
              <a:ln w="4435" cap="rnd" cmpd="sng" algn="ctr">
                <a:noFill/>
                <a:prstDash val="solid"/>
                <a:round/>
                <a:headEnd type="none" w="med" len="med"/>
                <a:tailEnd type="none" w="med" len="med"/>
              </a:ln>
              <a:effectLst/>
            </p:spPr>
          </p:sp>
          <p:sp>
            <p:nvSpPr>
              <p:cNvPr id="180" name="Density voxel cell">
                <a:extLst>
                  <a:ext uri="{FF2B5EF4-FFF2-40B4-BE49-F238E27FC236}">
                    <a16:creationId xmlns:a16="http://schemas.microsoft.com/office/drawing/2014/main" id="{5E1D3F84-F19E-6846-EDD1-AA1C15226817}"/>
                  </a:ext>
                </a:extLst>
              </p:cNvPr>
              <p:cNvSpPr/>
              <p:nvPr/>
            </p:nvSpPr>
            <p:spPr>
              <a:xfrm>
                <a:off x="1338503" y="3032607"/>
                <a:ext cx="20277" cy="17291"/>
              </a:xfrm>
              <a:prstGeom prst="rect">
                <a:avLst/>
              </a:prstGeom>
              <a:solidFill>
                <a:srgbClr val="D2E4F1"/>
              </a:solidFill>
              <a:ln w="4435" cap="rnd" cmpd="sng" algn="ctr">
                <a:noFill/>
                <a:prstDash val="solid"/>
                <a:round/>
                <a:headEnd type="none" w="med" len="med"/>
                <a:tailEnd type="none" w="med" len="med"/>
              </a:ln>
              <a:effectLst/>
            </p:spPr>
          </p:sp>
          <p:sp>
            <p:nvSpPr>
              <p:cNvPr id="181" name="Density voxel cell">
                <a:extLst>
                  <a:ext uri="{FF2B5EF4-FFF2-40B4-BE49-F238E27FC236}">
                    <a16:creationId xmlns:a16="http://schemas.microsoft.com/office/drawing/2014/main" id="{E83125CD-EFD0-9BCE-34C6-B07A0A1A52F0}"/>
                  </a:ext>
                </a:extLst>
              </p:cNvPr>
              <p:cNvSpPr/>
              <p:nvPr/>
            </p:nvSpPr>
            <p:spPr>
              <a:xfrm>
                <a:off x="1361080" y="3032607"/>
                <a:ext cx="20277" cy="17291"/>
              </a:xfrm>
              <a:prstGeom prst="rect">
                <a:avLst/>
              </a:prstGeom>
              <a:solidFill>
                <a:srgbClr val="E5F0F8"/>
              </a:solidFill>
              <a:ln w="4435" cap="rnd" cmpd="sng" algn="ctr">
                <a:noFill/>
                <a:prstDash val="solid"/>
                <a:round/>
                <a:headEnd type="none" w="med" len="med"/>
                <a:tailEnd type="none" w="med" len="med"/>
              </a:ln>
              <a:effectLst/>
            </p:spPr>
          </p:sp>
          <p:sp>
            <p:nvSpPr>
              <p:cNvPr id="182" name="Density voxel cell">
                <a:extLst>
                  <a:ext uri="{FF2B5EF4-FFF2-40B4-BE49-F238E27FC236}">
                    <a16:creationId xmlns:a16="http://schemas.microsoft.com/office/drawing/2014/main" id="{C9F65B22-FFBE-3683-2EC3-58135A9810CD}"/>
                  </a:ext>
                </a:extLst>
              </p:cNvPr>
              <p:cNvSpPr/>
              <p:nvPr/>
            </p:nvSpPr>
            <p:spPr>
              <a:xfrm>
                <a:off x="1383657" y="3032607"/>
                <a:ext cx="20277" cy="17291"/>
              </a:xfrm>
              <a:prstGeom prst="rect">
                <a:avLst/>
              </a:prstGeom>
              <a:solidFill>
                <a:srgbClr val="F2F8FC"/>
              </a:solidFill>
              <a:ln w="4435" cap="rnd" cmpd="sng" algn="ctr">
                <a:noFill/>
                <a:prstDash val="solid"/>
                <a:round/>
                <a:headEnd type="none" w="med" len="med"/>
                <a:tailEnd type="none" w="med" len="med"/>
              </a:ln>
              <a:effectLst/>
            </p:spPr>
          </p:sp>
          <p:sp>
            <p:nvSpPr>
              <p:cNvPr id="183" name="Density voxel cell">
                <a:extLst>
                  <a:ext uri="{FF2B5EF4-FFF2-40B4-BE49-F238E27FC236}">
                    <a16:creationId xmlns:a16="http://schemas.microsoft.com/office/drawing/2014/main" id="{2361F1F5-5F63-35A6-52B0-09223E36E208}"/>
                  </a:ext>
                </a:extLst>
              </p:cNvPr>
              <p:cNvSpPr/>
              <p:nvPr/>
            </p:nvSpPr>
            <p:spPr>
              <a:xfrm>
                <a:off x="1406234" y="3032607"/>
                <a:ext cx="20277" cy="17291"/>
              </a:xfrm>
              <a:prstGeom prst="rect">
                <a:avLst/>
              </a:prstGeom>
              <a:solidFill>
                <a:srgbClr val="F6FBFE"/>
              </a:solidFill>
              <a:ln w="4435" cap="rnd" cmpd="sng" algn="ctr">
                <a:noFill/>
                <a:prstDash val="solid"/>
                <a:round/>
                <a:headEnd type="none" w="med" len="med"/>
                <a:tailEnd type="none" w="med" len="med"/>
              </a:ln>
              <a:effectLst/>
            </p:spPr>
          </p:sp>
          <p:sp>
            <p:nvSpPr>
              <p:cNvPr id="184" name="Density voxel cell">
                <a:extLst>
                  <a:ext uri="{FF2B5EF4-FFF2-40B4-BE49-F238E27FC236}">
                    <a16:creationId xmlns:a16="http://schemas.microsoft.com/office/drawing/2014/main" id="{FB84A6FB-0C1A-E1FB-7D56-BEA2E7165FF8}"/>
                  </a:ext>
                </a:extLst>
              </p:cNvPr>
              <p:cNvSpPr/>
              <p:nvPr/>
            </p:nvSpPr>
            <p:spPr>
              <a:xfrm>
                <a:off x="1180465" y="3052198"/>
                <a:ext cx="20277" cy="17291"/>
              </a:xfrm>
              <a:prstGeom prst="rect">
                <a:avLst/>
              </a:prstGeom>
              <a:solidFill>
                <a:srgbClr val="EDF5FA"/>
              </a:solidFill>
              <a:ln w="4435" cap="rnd" cmpd="sng" algn="ctr">
                <a:noFill/>
                <a:prstDash val="solid"/>
                <a:round/>
                <a:headEnd type="none" w="med" len="med"/>
                <a:tailEnd type="none" w="med" len="med"/>
              </a:ln>
              <a:effectLst/>
            </p:spPr>
          </p:sp>
          <p:sp>
            <p:nvSpPr>
              <p:cNvPr id="185" name="Density voxel cell">
                <a:extLst>
                  <a:ext uri="{FF2B5EF4-FFF2-40B4-BE49-F238E27FC236}">
                    <a16:creationId xmlns:a16="http://schemas.microsoft.com/office/drawing/2014/main" id="{0B452EFE-49D3-B8D7-5845-9FF2877FD6E7}"/>
                  </a:ext>
                </a:extLst>
              </p:cNvPr>
              <p:cNvSpPr/>
              <p:nvPr/>
            </p:nvSpPr>
            <p:spPr>
              <a:xfrm>
                <a:off x="1203042" y="3052198"/>
                <a:ext cx="20277" cy="17291"/>
              </a:xfrm>
              <a:prstGeom prst="rect">
                <a:avLst/>
              </a:prstGeom>
              <a:solidFill>
                <a:srgbClr val="D9E9F4"/>
              </a:solidFill>
              <a:ln w="4435" cap="rnd" cmpd="sng" algn="ctr">
                <a:noFill/>
                <a:prstDash val="solid"/>
                <a:round/>
                <a:headEnd type="none" w="med" len="med"/>
                <a:tailEnd type="none" w="med" len="med"/>
              </a:ln>
              <a:effectLst/>
            </p:spPr>
          </p:sp>
          <p:sp>
            <p:nvSpPr>
              <p:cNvPr id="186" name="Density voxel cell">
                <a:extLst>
                  <a:ext uri="{FF2B5EF4-FFF2-40B4-BE49-F238E27FC236}">
                    <a16:creationId xmlns:a16="http://schemas.microsoft.com/office/drawing/2014/main" id="{0FDB8035-0DC0-5DFE-5366-6E292F265FEB}"/>
                  </a:ext>
                </a:extLst>
              </p:cNvPr>
              <p:cNvSpPr/>
              <p:nvPr/>
            </p:nvSpPr>
            <p:spPr>
              <a:xfrm>
                <a:off x="1225619" y="3052198"/>
                <a:ext cx="20277" cy="17291"/>
              </a:xfrm>
              <a:prstGeom prst="rect">
                <a:avLst/>
              </a:prstGeom>
              <a:solidFill>
                <a:srgbClr val="BDD7E9"/>
              </a:solidFill>
              <a:ln w="4435" cap="rnd" cmpd="sng" algn="ctr">
                <a:noFill/>
                <a:prstDash val="solid"/>
                <a:round/>
                <a:headEnd type="none" w="med" len="med"/>
                <a:tailEnd type="none" w="med" len="med"/>
              </a:ln>
              <a:effectLst/>
            </p:spPr>
          </p:sp>
          <p:sp>
            <p:nvSpPr>
              <p:cNvPr id="187" name="Density voxel cell">
                <a:extLst>
                  <a:ext uri="{FF2B5EF4-FFF2-40B4-BE49-F238E27FC236}">
                    <a16:creationId xmlns:a16="http://schemas.microsoft.com/office/drawing/2014/main" id="{A0197778-3C7F-9E6B-47D8-DAC3CE347487}"/>
                  </a:ext>
                </a:extLst>
              </p:cNvPr>
              <p:cNvSpPr/>
              <p:nvPr/>
            </p:nvSpPr>
            <p:spPr>
              <a:xfrm>
                <a:off x="1248195" y="3052198"/>
                <a:ext cx="20277" cy="17291"/>
              </a:xfrm>
              <a:prstGeom prst="rect">
                <a:avLst/>
              </a:prstGeom>
              <a:solidFill>
                <a:srgbClr val="A7C9E2"/>
              </a:solidFill>
              <a:ln w="4435" cap="rnd" cmpd="sng" algn="ctr">
                <a:noFill/>
                <a:prstDash val="solid"/>
                <a:round/>
                <a:headEnd type="none" w="med" len="med"/>
                <a:tailEnd type="none" w="med" len="med"/>
              </a:ln>
              <a:effectLst/>
            </p:spPr>
          </p:sp>
          <p:sp>
            <p:nvSpPr>
              <p:cNvPr id="188" name="Density voxel cell">
                <a:extLst>
                  <a:ext uri="{FF2B5EF4-FFF2-40B4-BE49-F238E27FC236}">
                    <a16:creationId xmlns:a16="http://schemas.microsoft.com/office/drawing/2014/main" id="{987C99AA-69B9-C9F5-45A6-408AA2C986F3}"/>
                  </a:ext>
                </a:extLst>
              </p:cNvPr>
              <p:cNvSpPr/>
              <p:nvPr/>
            </p:nvSpPr>
            <p:spPr>
              <a:xfrm>
                <a:off x="1270772" y="3052198"/>
                <a:ext cx="20277" cy="17291"/>
              </a:xfrm>
              <a:prstGeom prst="rect">
                <a:avLst/>
              </a:prstGeom>
              <a:solidFill>
                <a:srgbClr val="A5C8E1"/>
              </a:solidFill>
              <a:ln w="4435" cap="rnd" cmpd="sng" algn="ctr">
                <a:noFill/>
                <a:prstDash val="solid"/>
                <a:round/>
                <a:headEnd type="none" w="med" len="med"/>
                <a:tailEnd type="none" w="med" len="med"/>
              </a:ln>
              <a:effectLst/>
            </p:spPr>
          </p:sp>
          <p:sp>
            <p:nvSpPr>
              <p:cNvPr id="189" name="Density voxel cell">
                <a:extLst>
                  <a:ext uri="{FF2B5EF4-FFF2-40B4-BE49-F238E27FC236}">
                    <a16:creationId xmlns:a16="http://schemas.microsoft.com/office/drawing/2014/main" id="{BA4E2FDF-B3FA-147B-FA94-2FD9346B0D93}"/>
                  </a:ext>
                </a:extLst>
              </p:cNvPr>
              <p:cNvSpPr/>
              <p:nvPr/>
            </p:nvSpPr>
            <p:spPr>
              <a:xfrm>
                <a:off x="1293349" y="3052198"/>
                <a:ext cx="20277" cy="17291"/>
              </a:xfrm>
              <a:prstGeom prst="rect">
                <a:avLst/>
              </a:prstGeom>
              <a:solidFill>
                <a:srgbClr val="A8CAE2"/>
              </a:solidFill>
              <a:ln w="4435" cap="rnd" cmpd="sng" algn="ctr">
                <a:noFill/>
                <a:prstDash val="solid"/>
                <a:round/>
                <a:headEnd type="none" w="med" len="med"/>
                <a:tailEnd type="none" w="med" len="med"/>
              </a:ln>
              <a:effectLst/>
            </p:spPr>
          </p:sp>
          <p:sp>
            <p:nvSpPr>
              <p:cNvPr id="190" name="Density voxel cell">
                <a:extLst>
                  <a:ext uri="{FF2B5EF4-FFF2-40B4-BE49-F238E27FC236}">
                    <a16:creationId xmlns:a16="http://schemas.microsoft.com/office/drawing/2014/main" id="{D46DBE3C-BEA2-20BE-E8E2-2B6AC76CC48F}"/>
                  </a:ext>
                </a:extLst>
              </p:cNvPr>
              <p:cNvSpPr/>
              <p:nvPr/>
            </p:nvSpPr>
            <p:spPr>
              <a:xfrm>
                <a:off x="1315926" y="3052198"/>
                <a:ext cx="20277" cy="17291"/>
              </a:xfrm>
              <a:prstGeom prst="rect">
                <a:avLst/>
              </a:prstGeom>
              <a:solidFill>
                <a:srgbClr val="9BC2DE"/>
              </a:solidFill>
              <a:ln w="4435" cap="rnd" cmpd="sng" algn="ctr">
                <a:noFill/>
                <a:prstDash val="solid"/>
                <a:round/>
                <a:headEnd type="none" w="med" len="med"/>
                <a:tailEnd type="none" w="med" len="med"/>
              </a:ln>
              <a:effectLst/>
            </p:spPr>
          </p:sp>
          <p:sp>
            <p:nvSpPr>
              <p:cNvPr id="191" name="Density voxel cell">
                <a:extLst>
                  <a:ext uri="{FF2B5EF4-FFF2-40B4-BE49-F238E27FC236}">
                    <a16:creationId xmlns:a16="http://schemas.microsoft.com/office/drawing/2014/main" id="{EFBFDB7C-B1C8-DCAC-453D-03D3964A62E7}"/>
                  </a:ext>
                </a:extLst>
              </p:cNvPr>
              <p:cNvSpPr/>
              <p:nvPr/>
            </p:nvSpPr>
            <p:spPr>
              <a:xfrm>
                <a:off x="1338503" y="3052198"/>
                <a:ext cx="20277" cy="17291"/>
              </a:xfrm>
              <a:prstGeom prst="rect">
                <a:avLst/>
              </a:prstGeom>
              <a:solidFill>
                <a:srgbClr val="9DC3DE"/>
              </a:solidFill>
              <a:ln w="4435" cap="rnd" cmpd="sng" algn="ctr">
                <a:noFill/>
                <a:prstDash val="solid"/>
                <a:round/>
                <a:headEnd type="none" w="med" len="med"/>
                <a:tailEnd type="none" w="med" len="med"/>
              </a:ln>
              <a:effectLst/>
            </p:spPr>
          </p:sp>
          <p:sp>
            <p:nvSpPr>
              <p:cNvPr id="192" name="Density voxel cell">
                <a:extLst>
                  <a:ext uri="{FF2B5EF4-FFF2-40B4-BE49-F238E27FC236}">
                    <a16:creationId xmlns:a16="http://schemas.microsoft.com/office/drawing/2014/main" id="{4C47AD83-2EBE-D266-B62C-F4E7DD877691}"/>
                  </a:ext>
                </a:extLst>
              </p:cNvPr>
              <p:cNvSpPr/>
              <p:nvPr/>
            </p:nvSpPr>
            <p:spPr>
              <a:xfrm>
                <a:off x="1361080" y="3052198"/>
                <a:ext cx="20277" cy="17291"/>
              </a:xfrm>
              <a:prstGeom prst="rect">
                <a:avLst/>
              </a:prstGeom>
              <a:solidFill>
                <a:srgbClr val="C4DBEC"/>
              </a:solidFill>
              <a:ln w="4435" cap="rnd" cmpd="sng" algn="ctr">
                <a:noFill/>
                <a:prstDash val="solid"/>
                <a:round/>
                <a:headEnd type="none" w="med" len="med"/>
                <a:tailEnd type="none" w="med" len="med"/>
              </a:ln>
              <a:effectLst/>
            </p:spPr>
          </p:sp>
          <p:sp>
            <p:nvSpPr>
              <p:cNvPr id="193" name="Density voxel cell">
                <a:extLst>
                  <a:ext uri="{FF2B5EF4-FFF2-40B4-BE49-F238E27FC236}">
                    <a16:creationId xmlns:a16="http://schemas.microsoft.com/office/drawing/2014/main" id="{6DDB0CFF-B0B7-4D03-6378-A9A335C2EC35}"/>
                  </a:ext>
                </a:extLst>
              </p:cNvPr>
              <p:cNvSpPr/>
              <p:nvPr/>
            </p:nvSpPr>
            <p:spPr>
              <a:xfrm>
                <a:off x="1383657" y="3052198"/>
                <a:ext cx="20277" cy="17291"/>
              </a:xfrm>
              <a:prstGeom prst="rect">
                <a:avLst/>
              </a:prstGeom>
              <a:solidFill>
                <a:srgbClr val="E8F2F9"/>
              </a:solidFill>
              <a:ln w="4435" cap="rnd" cmpd="sng" algn="ctr">
                <a:noFill/>
                <a:prstDash val="solid"/>
                <a:round/>
                <a:headEnd type="none" w="med" len="med"/>
                <a:tailEnd type="none" w="med" len="med"/>
              </a:ln>
              <a:effectLst/>
            </p:spPr>
          </p:sp>
          <p:sp>
            <p:nvSpPr>
              <p:cNvPr id="194" name="Density voxel cell">
                <a:extLst>
                  <a:ext uri="{FF2B5EF4-FFF2-40B4-BE49-F238E27FC236}">
                    <a16:creationId xmlns:a16="http://schemas.microsoft.com/office/drawing/2014/main" id="{ADB639B6-C644-5534-338F-E7CCE2EBCA84}"/>
                  </a:ext>
                </a:extLst>
              </p:cNvPr>
              <p:cNvSpPr/>
              <p:nvPr/>
            </p:nvSpPr>
            <p:spPr>
              <a:xfrm>
                <a:off x="1406234" y="3052198"/>
                <a:ext cx="20277" cy="17291"/>
              </a:xfrm>
              <a:prstGeom prst="rect">
                <a:avLst/>
              </a:prstGeom>
              <a:solidFill>
                <a:srgbClr val="F5FAFD"/>
              </a:solidFill>
              <a:ln w="4435" cap="rnd" cmpd="sng" algn="ctr">
                <a:noFill/>
                <a:prstDash val="solid"/>
                <a:round/>
                <a:headEnd type="none" w="med" len="med"/>
                <a:tailEnd type="none" w="med" len="med"/>
              </a:ln>
              <a:effectLst/>
            </p:spPr>
          </p:sp>
          <p:sp>
            <p:nvSpPr>
              <p:cNvPr id="195" name="Density voxel cell">
                <a:extLst>
                  <a:ext uri="{FF2B5EF4-FFF2-40B4-BE49-F238E27FC236}">
                    <a16:creationId xmlns:a16="http://schemas.microsoft.com/office/drawing/2014/main" id="{F0FF42AB-4A20-ACEC-842A-C49E1C90F291}"/>
                  </a:ext>
                </a:extLst>
              </p:cNvPr>
              <p:cNvSpPr/>
              <p:nvPr/>
            </p:nvSpPr>
            <p:spPr>
              <a:xfrm>
                <a:off x="1180465" y="3071789"/>
                <a:ext cx="20277" cy="17291"/>
              </a:xfrm>
              <a:prstGeom prst="rect">
                <a:avLst/>
              </a:prstGeom>
              <a:solidFill>
                <a:srgbClr val="F2F8FC"/>
              </a:solidFill>
              <a:ln w="4435" cap="rnd" cmpd="sng" algn="ctr">
                <a:noFill/>
                <a:prstDash val="solid"/>
                <a:round/>
                <a:headEnd type="none" w="med" len="med"/>
                <a:tailEnd type="none" w="med" len="med"/>
              </a:ln>
              <a:effectLst/>
            </p:spPr>
          </p:sp>
          <p:sp>
            <p:nvSpPr>
              <p:cNvPr id="196" name="Density voxel cell">
                <a:extLst>
                  <a:ext uri="{FF2B5EF4-FFF2-40B4-BE49-F238E27FC236}">
                    <a16:creationId xmlns:a16="http://schemas.microsoft.com/office/drawing/2014/main" id="{F76A7C32-7FFE-22DB-BF99-4B80BD3ABCE7}"/>
                  </a:ext>
                </a:extLst>
              </p:cNvPr>
              <p:cNvSpPr/>
              <p:nvPr/>
            </p:nvSpPr>
            <p:spPr>
              <a:xfrm>
                <a:off x="1203042" y="3071789"/>
                <a:ext cx="20277" cy="17291"/>
              </a:xfrm>
              <a:prstGeom prst="rect">
                <a:avLst/>
              </a:prstGeom>
              <a:solidFill>
                <a:srgbClr val="E9F2F9"/>
              </a:solidFill>
              <a:ln w="4435" cap="rnd" cmpd="sng" algn="ctr">
                <a:noFill/>
                <a:prstDash val="solid"/>
                <a:round/>
                <a:headEnd type="none" w="med" len="med"/>
                <a:tailEnd type="none" w="med" len="med"/>
              </a:ln>
              <a:effectLst/>
            </p:spPr>
          </p:sp>
          <p:sp>
            <p:nvSpPr>
              <p:cNvPr id="197" name="Density voxel cell">
                <a:extLst>
                  <a:ext uri="{FF2B5EF4-FFF2-40B4-BE49-F238E27FC236}">
                    <a16:creationId xmlns:a16="http://schemas.microsoft.com/office/drawing/2014/main" id="{C390261F-5DB5-7257-F04E-DFB2C1E47954}"/>
                  </a:ext>
                </a:extLst>
              </p:cNvPr>
              <p:cNvSpPr/>
              <p:nvPr/>
            </p:nvSpPr>
            <p:spPr>
              <a:xfrm>
                <a:off x="1225619" y="3071789"/>
                <a:ext cx="20277" cy="17291"/>
              </a:xfrm>
              <a:prstGeom prst="rect">
                <a:avLst/>
              </a:prstGeom>
              <a:solidFill>
                <a:srgbClr val="DBEAF4"/>
              </a:solidFill>
              <a:ln w="4435" cap="rnd" cmpd="sng" algn="ctr">
                <a:noFill/>
                <a:prstDash val="solid"/>
                <a:round/>
                <a:headEnd type="none" w="med" len="med"/>
                <a:tailEnd type="none" w="med" len="med"/>
              </a:ln>
              <a:effectLst/>
            </p:spPr>
          </p:sp>
          <p:sp>
            <p:nvSpPr>
              <p:cNvPr id="198" name="Density voxel cell">
                <a:extLst>
                  <a:ext uri="{FF2B5EF4-FFF2-40B4-BE49-F238E27FC236}">
                    <a16:creationId xmlns:a16="http://schemas.microsoft.com/office/drawing/2014/main" id="{E44EB6DA-5A90-65E6-2332-922FD555C953}"/>
                  </a:ext>
                </a:extLst>
              </p:cNvPr>
              <p:cNvSpPr/>
              <p:nvPr/>
            </p:nvSpPr>
            <p:spPr>
              <a:xfrm>
                <a:off x="1248195" y="3071789"/>
                <a:ext cx="20277" cy="17291"/>
              </a:xfrm>
              <a:prstGeom prst="rect">
                <a:avLst/>
              </a:prstGeom>
              <a:solidFill>
                <a:srgbClr val="D0E3F0"/>
              </a:solidFill>
              <a:ln w="4435" cap="rnd" cmpd="sng" algn="ctr">
                <a:noFill/>
                <a:prstDash val="solid"/>
                <a:round/>
                <a:headEnd type="none" w="med" len="med"/>
                <a:tailEnd type="none" w="med" len="med"/>
              </a:ln>
              <a:effectLst/>
            </p:spPr>
          </p:sp>
          <p:sp>
            <p:nvSpPr>
              <p:cNvPr id="199" name="Density voxel cell">
                <a:extLst>
                  <a:ext uri="{FF2B5EF4-FFF2-40B4-BE49-F238E27FC236}">
                    <a16:creationId xmlns:a16="http://schemas.microsoft.com/office/drawing/2014/main" id="{3B8F5E53-2562-620B-C3DC-EC1CFD4F6BB9}"/>
                  </a:ext>
                </a:extLst>
              </p:cNvPr>
              <p:cNvSpPr/>
              <p:nvPr/>
            </p:nvSpPr>
            <p:spPr>
              <a:xfrm>
                <a:off x="1270772" y="3071789"/>
                <a:ext cx="20277" cy="17291"/>
              </a:xfrm>
              <a:prstGeom prst="rect">
                <a:avLst/>
              </a:prstGeom>
              <a:solidFill>
                <a:srgbClr val="C9DEEE"/>
              </a:solidFill>
              <a:ln w="4435" cap="rnd" cmpd="sng" algn="ctr">
                <a:noFill/>
                <a:prstDash val="solid"/>
                <a:round/>
                <a:headEnd type="none" w="med" len="med"/>
                <a:tailEnd type="none" w="med" len="med"/>
              </a:ln>
              <a:effectLst/>
            </p:spPr>
          </p:sp>
          <p:sp>
            <p:nvSpPr>
              <p:cNvPr id="200" name="Density voxel cell">
                <a:extLst>
                  <a:ext uri="{FF2B5EF4-FFF2-40B4-BE49-F238E27FC236}">
                    <a16:creationId xmlns:a16="http://schemas.microsoft.com/office/drawing/2014/main" id="{233CD169-FEBD-C7E5-0057-F42B230601EB}"/>
                  </a:ext>
                </a:extLst>
              </p:cNvPr>
              <p:cNvSpPr/>
              <p:nvPr/>
            </p:nvSpPr>
            <p:spPr>
              <a:xfrm>
                <a:off x="1293349" y="3071789"/>
                <a:ext cx="20277" cy="17291"/>
              </a:xfrm>
              <a:prstGeom prst="rect">
                <a:avLst/>
              </a:prstGeom>
              <a:solidFill>
                <a:srgbClr val="AECDE4"/>
              </a:solidFill>
              <a:ln w="4435" cap="rnd" cmpd="sng" algn="ctr">
                <a:noFill/>
                <a:prstDash val="solid"/>
                <a:round/>
                <a:headEnd type="none" w="med" len="med"/>
                <a:tailEnd type="none" w="med" len="med"/>
              </a:ln>
              <a:effectLst/>
            </p:spPr>
          </p:sp>
          <p:sp>
            <p:nvSpPr>
              <p:cNvPr id="201" name="Density voxel cell">
                <a:extLst>
                  <a:ext uri="{FF2B5EF4-FFF2-40B4-BE49-F238E27FC236}">
                    <a16:creationId xmlns:a16="http://schemas.microsoft.com/office/drawing/2014/main" id="{A78B04AD-B49C-B575-DB43-6D90B8CA84E8}"/>
                  </a:ext>
                </a:extLst>
              </p:cNvPr>
              <p:cNvSpPr/>
              <p:nvPr/>
            </p:nvSpPr>
            <p:spPr>
              <a:xfrm>
                <a:off x="1315926" y="3071789"/>
                <a:ext cx="20277" cy="17291"/>
              </a:xfrm>
              <a:prstGeom prst="rect">
                <a:avLst/>
              </a:prstGeom>
              <a:solidFill>
                <a:srgbClr val="76ABD0"/>
              </a:solidFill>
              <a:ln w="4435" cap="rnd" cmpd="sng" algn="ctr">
                <a:noFill/>
                <a:prstDash val="solid"/>
                <a:round/>
                <a:headEnd type="none" w="med" len="med"/>
                <a:tailEnd type="none" w="med" len="med"/>
              </a:ln>
              <a:effectLst/>
            </p:spPr>
          </p:sp>
          <p:sp>
            <p:nvSpPr>
              <p:cNvPr id="202" name="Density voxel cell">
                <a:extLst>
                  <a:ext uri="{FF2B5EF4-FFF2-40B4-BE49-F238E27FC236}">
                    <a16:creationId xmlns:a16="http://schemas.microsoft.com/office/drawing/2014/main" id="{E373329B-E269-33B9-47CE-CBD9BD567DEE}"/>
                  </a:ext>
                </a:extLst>
              </p:cNvPr>
              <p:cNvSpPr/>
              <p:nvPr/>
            </p:nvSpPr>
            <p:spPr>
              <a:xfrm>
                <a:off x="1338503" y="3071789"/>
                <a:ext cx="20277" cy="17291"/>
              </a:xfrm>
              <a:prstGeom prst="rect">
                <a:avLst/>
              </a:prstGeom>
              <a:solidFill>
                <a:srgbClr val="66A1CB"/>
              </a:solidFill>
              <a:ln w="4435" cap="rnd" cmpd="sng" algn="ctr">
                <a:noFill/>
                <a:prstDash val="solid"/>
                <a:round/>
                <a:headEnd type="none" w="med" len="med"/>
                <a:tailEnd type="none" w="med" len="med"/>
              </a:ln>
              <a:effectLst/>
            </p:spPr>
          </p:sp>
          <p:sp>
            <p:nvSpPr>
              <p:cNvPr id="203" name="Density voxel cell">
                <a:extLst>
                  <a:ext uri="{FF2B5EF4-FFF2-40B4-BE49-F238E27FC236}">
                    <a16:creationId xmlns:a16="http://schemas.microsoft.com/office/drawing/2014/main" id="{89C9FB42-58FB-C06E-EF6F-6A4979B619DD}"/>
                  </a:ext>
                </a:extLst>
              </p:cNvPr>
              <p:cNvSpPr/>
              <p:nvPr/>
            </p:nvSpPr>
            <p:spPr>
              <a:xfrm>
                <a:off x="1361080" y="3071789"/>
                <a:ext cx="20277" cy="17291"/>
              </a:xfrm>
              <a:prstGeom prst="rect">
                <a:avLst/>
              </a:prstGeom>
              <a:solidFill>
                <a:srgbClr val="A1C6E0"/>
              </a:solidFill>
              <a:ln w="4435" cap="rnd" cmpd="sng" algn="ctr">
                <a:noFill/>
                <a:prstDash val="solid"/>
                <a:round/>
                <a:headEnd type="none" w="med" len="med"/>
                <a:tailEnd type="none" w="med" len="med"/>
              </a:ln>
              <a:effectLst/>
            </p:spPr>
          </p:sp>
          <p:sp>
            <p:nvSpPr>
              <p:cNvPr id="204" name="Density voxel cell">
                <a:extLst>
                  <a:ext uri="{FF2B5EF4-FFF2-40B4-BE49-F238E27FC236}">
                    <a16:creationId xmlns:a16="http://schemas.microsoft.com/office/drawing/2014/main" id="{E8E29BAB-F2E0-1C1F-885E-8286115BA070}"/>
                  </a:ext>
                </a:extLst>
              </p:cNvPr>
              <p:cNvSpPr/>
              <p:nvPr/>
            </p:nvSpPr>
            <p:spPr>
              <a:xfrm>
                <a:off x="1383657" y="3071789"/>
                <a:ext cx="20277" cy="17291"/>
              </a:xfrm>
              <a:prstGeom prst="rect">
                <a:avLst/>
              </a:prstGeom>
              <a:solidFill>
                <a:srgbClr val="DDEBF5"/>
              </a:solidFill>
              <a:ln w="4435" cap="rnd" cmpd="sng" algn="ctr">
                <a:noFill/>
                <a:prstDash val="solid"/>
                <a:round/>
                <a:headEnd type="none" w="med" len="med"/>
                <a:tailEnd type="none" w="med" len="med"/>
              </a:ln>
              <a:effectLst/>
            </p:spPr>
          </p:sp>
          <p:sp>
            <p:nvSpPr>
              <p:cNvPr id="205" name="Density voxel cell">
                <a:extLst>
                  <a:ext uri="{FF2B5EF4-FFF2-40B4-BE49-F238E27FC236}">
                    <a16:creationId xmlns:a16="http://schemas.microsoft.com/office/drawing/2014/main" id="{75D528CE-9C97-1CF6-8C79-C0F9962F0830}"/>
                  </a:ext>
                </a:extLst>
              </p:cNvPr>
              <p:cNvSpPr/>
              <p:nvPr/>
            </p:nvSpPr>
            <p:spPr>
              <a:xfrm>
                <a:off x="1406234" y="3071789"/>
                <a:ext cx="20277" cy="17291"/>
              </a:xfrm>
              <a:prstGeom prst="rect">
                <a:avLst/>
              </a:prstGeom>
              <a:solidFill>
                <a:srgbClr val="F3F9FD"/>
              </a:solidFill>
              <a:ln w="4435" cap="rnd" cmpd="sng" algn="ctr">
                <a:noFill/>
                <a:prstDash val="solid"/>
                <a:round/>
                <a:headEnd type="none" w="med" len="med"/>
                <a:tailEnd type="none" w="med" len="med"/>
              </a:ln>
              <a:effectLst/>
            </p:spPr>
          </p:sp>
          <p:sp>
            <p:nvSpPr>
              <p:cNvPr id="206" name="Density voxel cell">
                <a:extLst>
                  <a:ext uri="{FF2B5EF4-FFF2-40B4-BE49-F238E27FC236}">
                    <a16:creationId xmlns:a16="http://schemas.microsoft.com/office/drawing/2014/main" id="{02428E50-E939-8EF0-A73E-7EFF4C3BBE70}"/>
                  </a:ext>
                </a:extLst>
              </p:cNvPr>
              <p:cNvSpPr/>
              <p:nvPr/>
            </p:nvSpPr>
            <p:spPr>
              <a:xfrm>
                <a:off x="1180465" y="3091379"/>
                <a:ext cx="20277" cy="17291"/>
              </a:xfrm>
              <a:prstGeom prst="rect">
                <a:avLst/>
              </a:prstGeom>
              <a:solidFill>
                <a:srgbClr val="F5FAFD"/>
              </a:solidFill>
              <a:ln w="4435" cap="rnd" cmpd="sng" algn="ctr">
                <a:noFill/>
                <a:prstDash val="solid"/>
                <a:round/>
                <a:headEnd type="none" w="med" len="med"/>
                <a:tailEnd type="none" w="med" len="med"/>
              </a:ln>
              <a:effectLst/>
            </p:spPr>
          </p:sp>
          <p:sp>
            <p:nvSpPr>
              <p:cNvPr id="207" name="Density voxel cell">
                <a:extLst>
                  <a:ext uri="{FF2B5EF4-FFF2-40B4-BE49-F238E27FC236}">
                    <a16:creationId xmlns:a16="http://schemas.microsoft.com/office/drawing/2014/main" id="{F81743CA-F6DF-D91B-C3E8-BFE02C7351D0}"/>
                  </a:ext>
                </a:extLst>
              </p:cNvPr>
              <p:cNvSpPr/>
              <p:nvPr/>
            </p:nvSpPr>
            <p:spPr>
              <a:xfrm>
                <a:off x="1203042" y="3091379"/>
                <a:ext cx="20277" cy="17291"/>
              </a:xfrm>
              <a:prstGeom prst="rect">
                <a:avLst/>
              </a:prstGeom>
              <a:solidFill>
                <a:srgbClr val="F2F8FC"/>
              </a:solidFill>
              <a:ln w="4435" cap="rnd" cmpd="sng" algn="ctr">
                <a:noFill/>
                <a:prstDash val="solid"/>
                <a:round/>
                <a:headEnd type="none" w="med" len="med"/>
                <a:tailEnd type="none" w="med" len="med"/>
              </a:ln>
              <a:effectLst/>
            </p:spPr>
          </p:sp>
          <p:sp>
            <p:nvSpPr>
              <p:cNvPr id="208" name="Density voxel cell">
                <a:extLst>
                  <a:ext uri="{FF2B5EF4-FFF2-40B4-BE49-F238E27FC236}">
                    <a16:creationId xmlns:a16="http://schemas.microsoft.com/office/drawing/2014/main" id="{567B5E9B-8195-E7C2-DD90-053E494EA712}"/>
                  </a:ext>
                </a:extLst>
              </p:cNvPr>
              <p:cNvSpPr/>
              <p:nvPr/>
            </p:nvSpPr>
            <p:spPr>
              <a:xfrm>
                <a:off x="1225619" y="3091379"/>
                <a:ext cx="20277" cy="17291"/>
              </a:xfrm>
              <a:prstGeom prst="rect">
                <a:avLst/>
              </a:prstGeom>
              <a:solidFill>
                <a:srgbClr val="EDF5FA"/>
              </a:solidFill>
              <a:ln w="4435" cap="rnd" cmpd="sng" algn="ctr">
                <a:noFill/>
                <a:prstDash val="solid"/>
                <a:round/>
                <a:headEnd type="none" w="med" len="med"/>
                <a:tailEnd type="none" w="med" len="med"/>
              </a:ln>
              <a:effectLst/>
            </p:spPr>
          </p:sp>
          <p:sp>
            <p:nvSpPr>
              <p:cNvPr id="209" name="Density voxel cell">
                <a:extLst>
                  <a:ext uri="{FF2B5EF4-FFF2-40B4-BE49-F238E27FC236}">
                    <a16:creationId xmlns:a16="http://schemas.microsoft.com/office/drawing/2014/main" id="{437C888C-5EB4-D1D5-64CD-5B2D31ECBD1C}"/>
                  </a:ext>
                </a:extLst>
              </p:cNvPr>
              <p:cNvSpPr/>
              <p:nvPr/>
            </p:nvSpPr>
            <p:spPr>
              <a:xfrm>
                <a:off x="1248195" y="3091379"/>
                <a:ext cx="20277" cy="17291"/>
              </a:xfrm>
              <a:prstGeom prst="rect">
                <a:avLst/>
              </a:prstGeom>
              <a:solidFill>
                <a:srgbClr val="E8F2F9"/>
              </a:solidFill>
              <a:ln w="4435" cap="rnd" cmpd="sng" algn="ctr">
                <a:noFill/>
                <a:prstDash val="solid"/>
                <a:round/>
                <a:headEnd type="none" w="med" len="med"/>
                <a:tailEnd type="none" w="med" len="med"/>
              </a:ln>
              <a:effectLst/>
            </p:spPr>
          </p:sp>
          <p:sp>
            <p:nvSpPr>
              <p:cNvPr id="210" name="Density voxel cell">
                <a:extLst>
                  <a:ext uri="{FF2B5EF4-FFF2-40B4-BE49-F238E27FC236}">
                    <a16:creationId xmlns:a16="http://schemas.microsoft.com/office/drawing/2014/main" id="{67177DD2-52AD-D2DC-6B0C-CE46B5C8AB93}"/>
                  </a:ext>
                </a:extLst>
              </p:cNvPr>
              <p:cNvSpPr/>
              <p:nvPr/>
            </p:nvSpPr>
            <p:spPr>
              <a:xfrm>
                <a:off x="1270772" y="3091379"/>
                <a:ext cx="20277" cy="17291"/>
              </a:xfrm>
              <a:prstGeom prst="rect">
                <a:avLst/>
              </a:prstGeom>
              <a:solidFill>
                <a:srgbClr val="E0EDF6"/>
              </a:solidFill>
              <a:ln w="4435" cap="rnd" cmpd="sng" algn="ctr">
                <a:noFill/>
                <a:prstDash val="solid"/>
                <a:round/>
                <a:headEnd type="none" w="med" len="med"/>
                <a:tailEnd type="none" w="med" len="med"/>
              </a:ln>
              <a:effectLst/>
            </p:spPr>
          </p:sp>
          <p:sp>
            <p:nvSpPr>
              <p:cNvPr id="211" name="Density voxel cell">
                <a:extLst>
                  <a:ext uri="{FF2B5EF4-FFF2-40B4-BE49-F238E27FC236}">
                    <a16:creationId xmlns:a16="http://schemas.microsoft.com/office/drawing/2014/main" id="{390C67CD-39FD-A7A3-FF86-854A079F1972}"/>
                  </a:ext>
                </a:extLst>
              </p:cNvPr>
              <p:cNvSpPr/>
              <p:nvPr/>
            </p:nvSpPr>
            <p:spPr>
              <a:xfrm>
                <a:off x="1293349" y="3091379"/>
                <a:ext cx="20277" cy="17291"/>
              </a:xfrm>
              <a:prstGeom prst="rect">
                <a:avLst/>
              </a:prstGeom>
              <a:solidFill>
                <a:srgbClr val="C2DAEB"/>
              </a:solidFill>
              <a:ln w="4435" cap="rnd" cmpd="sng" algn="ctr">
                <a:noFill/>
                <a:prstDash val="solid"/>
                <a:round/>
                <a:headEnd type="none" w="med" len="med"/>
                <a:tailEnd type="none" w="med" len="med"/>
              </a:ln>
              <a:effectLst/>
            </p:spPr>
          </p:sp>
          <p:sp>
            <p:nvSpPr>
              <p:cNvPr id="212" name="Density voxel cell">
                <a:extLst>
                  <a:ext uri="{FF2B5EF4-FFF2-40B4-BE49-F238E27FC236}">
                    <a16:creationId xmlns:a16="http://schemas.microsoft.com/office/drawing/2014/main" id="{0472FD8B-8575-FB6E-536D-722A71488750}"/>
                  </a:ext>
                </a:extLst>
              </p:cNvPr>
              <p:cNvSpPr/>
              <p:nvPr/>
            </p:nvSpPr>
            <p:spPr>
              <a:xfrm>
                <a:off x="1315926" y="3091379"/>
                <a:ext cx="20277" cy="17291"/>
              </a:xfrm>
              <a:prstGeom prst="rect">
                <a:avLst/>
              </a:prstGeom>
              <a:solidFill>
                <a:srgbClr val="8AB8D8"/>
              </a:solidFill>
              <a:ln w="4435" cap="rnd" cmpd="sng" algn="ctr">
                <a:noFill/>
                <a:prstDash val="solid"/>
                <a:round/>
                <a:headEnd type="none" w="med" len="med"/>
                <a:tailEnd type="none" w="med" len="med"/>
              </a:ln>
              <a:effectLst/>
            </p:spPr>
          </p:sp>
          <p:sp>
            <p:nvSpPr>
              <p:cNvPr id="213" name="Density voxel cell">
                <a:extLst>
                  <a:ext uri="{FF2B5EF4-FFF2-40B4-BE49-F238E27FC236}">
                    <a16:creationId xmlns:a16="http://schemas.microsoft.com/office/drawing/2014/main" id="{1B9485FE-010C-F221-370D-F35EA3A77FD7}"/>
                  </a:ext>
                </a:extLst>
              </p:cNvPr>
              <p:cNvSpPr/>
              <p:nvPr/>
            </p:nvSpPr>
            <p:spPr>
              <a:xfrm>
                <a:off x="1338503" y="3091379"/>
                <a:ext cx="20277" cy="17291"/>
              </a:xfrm>
              <a:prstGeom prst="rect">
                <a:avLst/>
              </a:prstGeom>
              <a:solidFill>
                <a:srgbClr val="78ACD1"/>
              </a:solidFill>
              <a:ln w="4435" cap="rnd" cmpd="sng" algn="ctr">
                <a:noFill/>
                <a:prstDash val="solid"/>
                <a:round/>
                <a:headEnd type="none" w="med" len="med"/>
                <a:tailEnd type="none" w="med" len="med"/>
              </a:ln>
              <a:effectLst/>
            </p:spPr>
          </p:sp>
          <p:sp>
            <p:nvSpPr>
              <p:cNvPr id="214" name="Density voxel cell">
                <a:extLst>
                  <a:ext uri="{FF2B5EF4-FFF2-40B4-BE49-F238E27FC236}">
                    <a16:creationId xmlns:a16="http://schemas.microsoft.com/office/drawing/2014/main" id="{E4F281DC-25B5-EEB5-0A4C-71BF432C1AF2}"/>
                  </a:ext>
                </a:extLst>
              </p:cNvPr>
              <p:cNvSpPr/>
              <p:nvPr/>
            </p:nvSpPr>
            <p:spPr>
              <a:xfrm>
                <a:off x="1361080" y="3091379"/>
                <a:ext cx="20277" cy="17291"/>
              </a:xfrm>
              <a:prstGeom prst="rect">
                <a:avLst/>
              </a:prstGeom>
              <a:solidFill>
                <a:srgbClr val="ABCCE3"/>
              </a:solidFill>
              <a:ln w="4435" cap="rnd" cmpd="sng" algn="ctr">
                <a:noFill/>
                <a:prstDash val="solid"/>
                <a:round/>
                <a:headEnd type="none" w="med" len="med"/>
                <a:tailEnd type="none" w="med" len="med"/>
              </a:ln>
              <a:effectLst/>
            </p:spPr>
          </p:sp>
          <p:sp>
            <p:nvSpPr>
              <p:cNvPr id="215" name="Density voxel cell">
                <a:extLst>
                  <a:ext uri="{FF2B5EF4-FFF2-40B4-BE49-F238E27FC236}">
                    <a16:creationId xmlns:a16="http://schemas.microsoft.com/office/drawing/2014/main" id="{FBA1F386-8BED-0209-20FD-A492341E9C24}"/>
                  </a:ext>
                </a:extLst>
              </p:cNvPr>
              <p:cNvSpPr/>
              <p:nvPr/>
            </p:nvSpPr>
            <p:spPr>
              <a:xfrm>
                <a:off x="1383657" y="3091379"/>
                <a:ext cx="20277" cy="17291"/>
              </a:xfrm>
              <a:prstGeom prst="rect">
                <a:avLst/>
              </a:prstGeom>
              <a:solidFill>
                <a:srgbClr val="E0EDF6"/>
              </a:solidFill>
              <a:ln w="4435" cap="rnd" cmpd="sng" algn="ctr">
                <a:noFill/>
                <a:prstDash val="solid"/>
                <a:round/>
                <a:headEnd type="none" w="med" len="med"/>
                <a:tailEnd type="none" w="med" len="med"/>
              </a:ln>
              <a:effectLst/>
            </p:spPr>
          </p:sp>
          <p:sp>
            <p:nvSpPr>
              <p:cNvPr id="216" name="Density voxel cell">
                <a:extLst>
                  <a:ext uri="{FF2B5EF4-FFF2-40B4-BE49-F238E27FC236}">
                    <a16:creationId xmlns:a16="http://schemas.microsoft.com/office/drawing/2014/main" id="{BD2320C7-2820-4F0E-0BAA-C704E661014C}"/>
                  </a:ext>
                </a:extLst>
              </p:cNvPr>
              <p:cNvSpPr/>
              <p:nvPr/>
            </p:nvSpPr>
            <p:spPr>
              <a:xfrm>
                <a:off x="1406234" y="3091379"/>
                <a:ext cx="20277" cy="17291"/>
              </a:xfrm>
              <a:prstGeom prst="rect">
                <a:avLst/>
              </a:prstGeom>
              <a:solidFill>
                <a:srgbClr val="F4F9FD"/>
              </a:solidFill>
              <a:ln w="4435" cap="rnd" cmpd="sng" algn="ctr">
                <a:noFill/>
                <a:prstDash val="solid"/>
                <a:round/>
                <a:headEnd type="none" w="med" len="med"/>
                <a:tailEnd type="none" w="med" len="med"/>
              </a:ln>
              <a:effectLst/>
            </p:spPr>
          </p:sp>
          <p:sp>
            <p:nvSpPr>
              <p:cNvPr id="217" name="Density voxel cell">
                <a:extLst>
                  <a:ext uri="{FF2B5EF4-FFF2-40B4-BE49-F238E27FC236}">
                    <a16:creationId xmlns:a16="http://schemas.microsoft.com/office/drawing/2014/main" id="{791DA4EC-F207-4355-726B-29C7909419F2}"/>
                  </a:ext>
                </a:extLst>
              </p:cNvPr>
              <p:cNvSpPr/>
              <p:nvPr/>
            </p:nvSpPr>
            <p:spPr>
              <a:xfrm>
                <a:off x="1180465" y="3110970"/>
                <a:ext cx="20277" cy="17291"/>
              </a:xfrm>
              <a:prstGeom prst="rect">
                <a:avLst/>
              </a:prstGeom>
              <a:solidFill>
                <a:srgbClr val="F6FBFE"/>
              </a:solidFill>
              <a:ln w="4435" cap="rnd" cmpd="sng" algn="ctr">
                <a:noFill/>
                <a:prstDash val="solid"/>
                <a:round/>
                <a:headEnd type="none" w="med" len="med"/>
                <a:tailEnd type="none" w="med" len="med"/>
              </a:ln>
              <a:effectLst/>
            </p:spPr>
          </p:sp>
          <p:sp>
            <p:nvSpPr>
              <p:cNvPr id="218" name="Density voxel cell">
                <a:extLst>
                  <a:ext uri="{FF2B5EF4-FFF2-40B4-BE49-F238E27FC236}">
                    <a16:creationId xmlns:a16="http://schemas.microsoft.com/office/drawing/2014/main" id="{C5200CDC-C1AD-5612-A9E5-92C188E339A4}"/>
                  </a:ext>
                </a:extLst>
              </p:cNvPr>
              <p:cNvSpPr/>
              <p:nvPr/>
            </p:nvSpPr>
            <p:spPr>
              <a:xfrm>
                <a:off x="1203042" y="3110970"/>
                <a:ext cx="20277" cy="17291"/>
              </a:xfrm>
              <a:prstGeom prst="rect">
                <a:avLst/>
              </a:prstGeom>
              <a:solidFill>
                <a:srgbClr val="F5FAFD"/>
              </a:solidFill>
              <a:ln w="4435" cap="rnd" cmpd="sng" algn="ctr">
                <a:noFill/>
                <a:prstDash val="solid"/>
                <a:round/>
                <a:headEnd type="none" w="med" len="med"/>
                <a:tailEnd type="none" w="med" len="med"/>
              </a:ln>
              <a:effectLst/>
            </p:spPr>
          </p:sp>
          <p:sp>
            <p:nvSpPr>
              <p:cNvPr id="219" name="Density voxel cell">
                <a:extLst>
                  <a:ext uri="{FF2B5EF4-FFF2-40B4-BE49-F238E27FC236}">
                    <a16:creationId xmlns:a16="http://schemas.microsoft.com/office/drawing/2014/main" id="{F20B94B5-E3AC-3C4A-E435-6361A575B5C7}"/>
                  </a:ext>
                </a:extLst>
              </p:cNvPr>
              <p:cNvSpPr/>
              <p:nvPr/>
            </p:nvSpPr>
            <p:spPr>
              <a:xfrm>
                <a:off x="1225619" y="3110970"/>
                <a:ext cx="20277" cy="17291"/>
              </a:xfrm>
              <a:prstGeom prst="rect">
                <a:avLst/>
              </a:prstGeom>
              <a:solidFill>
                <a:srgbClr val="F4F9FD"/>
              </a:solidFill>
              <a:ln w="4435" cap="rnd" cmpd="sng" algn="ctr">
                <a:noFill/>
                <a:prstDash val="solid"/>
                <a:round/>
                <a:headEnd type="none" w="med" len="med"/>
                <a:tailEnd type="none" w="med" len="med"/>
              </a:ln>
              <a:effectLst/>
            </p:spPr>
          </p:sp>
          <p:sp>
            <p:nvSpPr>
              <p:cNvPr id="220" name="Density voxel cell">
                <a:extLst>
                  <a:ext uri="{FF2B5EF4-FFF2-40B4-BE49-F238E27FC236}">
                    <a16:creationId xmlns:a16="http://schemas.microsoft.com/office/drawing/2014/main" id="{C9F49614-963A-B610-A044-90733889FB62}"/>
                  </a:ext>
                </a:extLst>
              </p:cNvPr>
              <p:cNvSpPr/>
              <p:nvPr/>
            </p:nvSpPr>
            <p:spPr>
              <a:xfrm>
                <a:off x="1248195" y="3110970"/>
                <a:ext cx="20277" cy="17291"/>
              </a:xfrm>
              <a:prstGeom prst="rect">
                <a:avLst/>
              </a:prstGeom>
              <a:solidFill>
                <a:srgbClr val="F2F8FC"/>
              </a:solidFill>
              <a:ln w="4435" cap="rnd" cmpd="sng" algn="ctr">
                <a:noFill/>
                <a:prstDash val="solid"/>
                <a:round/>
                <a:headEnd type="none" w="med" len="med"/>
                <a:tailEnd type="none" w="med" len="med"/>
              </a:ln>
              <a:effectLst/>
            </p:spPr>
          </p:sp>
          <p:sp>
            <p:nvSpPr>
              <p:cNvPr id="221" name="Density voxel cell">
                <a:extLst>
                  <a:ext uri="{FF2B5EF4-FFF2-40B4-BE49-F238E27FC236}">
                    <a16:creationId xmlns:a16="http://schemas.microsoft.com/office/drawing/2014/main" id="{485F27DA-74DA-5260-DC15-A5EF7BC77E08}"/>
                  </a:ext>
                </a:extLst>
              </p:cNvPr>
              <p:cNvSpPr/>
              <p:nvPr/>
            </p:nvSpPr>
            <p:spPr>
              <a:xfrm>
                <a:off x="1270772" y="3110970"/>
                <a:ext cx="20277" cy="17291"/>
              </a:xfrm>
              <a:prstGeom prst="rect">
                <a:avLst/>
              </a:prstGeom>
              <a:solidFill>
                <a:srgbClr val="EFF6FB"/>
              </a:solidFill>
              <a:ln w="4435" cap="rnd" cmpd="sng" algn="ctr">
                <a:noFill/>
                <a:prstDash val="solid"/>
                <a:round/>
                <a:headEnd type="none" w="med" len="med"/>
                <a:tailEnd type="none" w="med" len="med"/>
              </a:ln>
              <a:effectLst/>
            </p:spPr>
          </p:sp>
          <p:sp>
            <p:nvSpPr>
              <p:cNvPr id="222" name="Density voxel cell">
                <a:extLst>
                  <a:ext uri="{FF2B5EF4-FFF2-40B4-BE49-F238E27FC236}">
                    <a16:creationId xmlns:a16="http://schemas.microsoft.com/office/drawing/2014/main" id="{3BD24B1C-E57B-608E-2846-BEC2E7789BF8}"/>
                  </a:ext>
                </a:extLst>
              </p:cNvPr>
              <p:cNvSpPr/>
              <p:nvPr/>
            </p:nvSpPr>
            <p:spPr>
              <a:xfrm>
                <a:off x="1293349" y="3110970"/>
                <a:ext cx="20277" cy="17291"/>
              </a:xfrm>
              <a:prstGeom prst="rect">
                <a:avLst/>
              </a:prstGeom>
              <a:solidFill>
                <a:srgbClr val="E0EDF6"/>
              </a:solidFill>
              <a:ln w="4435" cap="rnd" cmpd="sng" algn="ctr">
                <a:noFill/>
                <a:prstDash val="solid"/>
                <a:round/>
                <a:headEnd type="none" w="med" len="med"/>
                <a:tailEnd type="none" w="med" len="med"/>
              </a:ln>
              <a:effectLst/>
            </p:spPr>
          </p:sp>
          <p:sp>
            <p:nvSpPr>
              <p:cNvPr id="223" name="Density voxel cell">
                <a:extLst>
                  <a:ext uri="{FF2B5EF4-FFF2-40B4-BE49-F238E27FC236}">
                    <a16:creationId xmlns:a16="http://schemas.microsoft.com/office/drawing/2014/main" id="{ABDD6ABC-C670-F257-1D49-85B687DE86C2}"/>
                  </a:ext>
                </a:extLst>
              </p:cNvPr>
              <p:cNvSpPr/>
              <p:nvPr/>
            </p:nvSpPr>
            <p:spPr>
              <a:xfrm>
                <a:off x="1315926" y="3110970"/>
                <a:ext cx="20277" cy="17291"/>
              </a:xfrm>
              <a:prstGeom prst="rect">
                <a:avLst/>
              </a:prstGeom>
              <a:solidFill>
                <a:srgbClr val="C6DDED"/>
              </a:solidFill>
              <a:ln w="4435" cap="rnd" cmpd="sng" algn="ctr">
                <a:noFill/>
                <a:prstDash val="solid"/>
                <a:round/>
                <a:headEnd type="none" w="med" len="med"/>
                <a:tailEnd type="none" w="med" len="med"/>
              </a:ln>
              <a:effectLst/>
            </p:spPr>
          </p:sp>
          <p:sp>
            <p:nvSpPr>
              <p:cNvPr id="224" name="Density voxel cell">
                <a:extLst>
                  <a:ext uri="{FF2B5EF4-FFF2-40B4-BE49-F238E27FC236}">
                    <a16:creationId xmlns:a16="http://schemas.microsoft.com/office/drawing/2014/main" id="{5E004E6D-80D3-24E8-9F61-965C40CDCA94}"/>
                  </a:ext>
                </a:extLst>
              </p:cNvPr>
              <p:cNvSpPr/>
              <p:nvPr/>
            </p:nvSpPr>
            <p:spPr>
              <a:xfrm>
                <a:off x="1338503" y="3110970"/>
                <a:ext cx="20277" cy="17291"/>
              </a:xfrm>
              <a:prstGeom prst="rect">
                <a:avLst/>
              </a:prstGeom>
              <a:solidFill>
                <a:srgbClr val="BED7EA"/>
              </a:solidFill>
              <a:ln w="4435" cap="rnd" cmpd="sng" algn="ctr">
                <a:noFill/>
                <a:prstDash val="solid"/>
                <a:round/>
                <a:headEnd type="none" w="med" len="med"/>
                <a:tailEnd type="none" w="med" len="med"/>
              </a:ln>
              <a:effectLst/>
            </p:spPr>
          </p:sp>
          <p:sp>
            <p:nvSpPr>
              <p:cNvPr id="225" name="Density voxel cell">
                <a:extLst>
                  <a:ext uri="{FF2B5EF4-FFF2-40B4-BE49-F238E27FC236}">
                    <a16:creationId xmlns:a16="http://schemas.microsoft.com/office/drawing/2014/main" id="{E4EAEBA9-4BDB-13A2-2DF8-9B02FCB0E0E3}"/>
                  </a:ext>
                </a:extLst>
              </p:cNvPr>
              <p:cNvSpPr/>
              <p:nvPr/>
            </p:nvSpPr>
            <p:spPr>
              <a:xfrm>
                <a:off x="1361080" y="3110970"/>
                <a:ext cx="20277" cy="17291"/>
              </a:xfrm>
              <a:prstGeom prst="rect">
                <a:avLst/>
              </a:prstGeom>
              <a:solidFill>
                <a:srgbClr val="D5E6F2"/>
              </a:solidFill>
              <a:ln w="4435" cap="rnd" cmpd="sng" algn="ctr">
                <a:noFill/>
                <a:prstDash val="solid"/>
                <a:round/>
                <a:headEnd type="none" w="med" len="med"/>
                <a:tailEnd type="none" w="med" len="med"/>
              </a:ln>
              <a:effectLst/>
            </p:spPr>
          </p:sp>
          <p:sp>
            <p:nvSpPr>
              <p:cNvPr id="226" name="Density voxel cell">
                <a:extLst>
                  <a:ext uri="{FF2B5EF4-FFF2-40B4-BE49-F238E27FC236}">
                    <a16:creationId xmlns:a16="http://schemas.microsoft.com/office/drawing/2014/main" id="{C55EF68D-47DE-6970-D285-BA41F8F84F61}"/>
                  </a:ext>
                </a:extLst>
              </p:cNvPr>
              <p:cNvSpPr/>
              <p:nvPr/>
            </p:nvSpPr>
            <p:spPr>
              <a:xfrm>
                <a:off x="1383657" y="3110970"/>
                <a:ext cx="20277" cy="17291"/>
              </a:xfrm>
              <a:prstGeom prst="rect">
                <a:avLst/>
              </a:prstGeom>
              <a:solidFill>
                <a:srgbClr val="EDF5FA"/>
              </a:solidFill>
              <a:ln w="4435" cap="rnd" cmpd="sng" algn="ctr">
                <a:noFill/>
                <a:prstDash val="solid"/>
                <a:round/>
                <a:headEnd type="none" w="med" len="med"/>
                <a:tailEnd type="none" w="med" len="med"/>
              </a:ln>
              <a:effectLst/>
            </p:spPr>
          </p:sp>
          <p:sp>
            <p:nvSpPr>
              <p:cNvPr id="227" name="Density voxel cell">
                <a:extLst>
                  <a:ext uri="{FF2B5EF4-FFF2-40B4-BE49-F238E27FC236}">
                    <a16:creationId xmlns:a16="http://schemas.microsoft.com/office/drawing/2014/main" id="{698EE93B-CD3D-2BF2-C390-AEB56B50AA1C}"/>
                  </a:ext>
                </a:extLst>
              </p:cNvPr>
              <p:cNvSpPr/>
              <p:nvPr/>
            </p:nvSpPr>
            <p:spPr>
              <a:xfrm>
                <a:off x="1406234" y="3110970"/>
                <a:ext cx="20277" cy="17291"/>
              </a:xfrm>
              <a:prstGeom prst="rect">
                <a:avLst/>
              </a:prstGeom>
              <a:solidFill>
                <a:srgbClr val="F5FAFD"/>
              </a:solidFill>
              <a:ln w="4435" cap="rnd" cmpd="sng" algn="ctr">
                <a:noFill/>
                <a:prstDash val="solid"/>
                <a:round/>
                <a:headEnd type="none" w="med" len="med"/>
                <a:tailEnd type="none" w="med" len="med"/>
              </a:ln>
              <a:effectLst/>
            </p:spPr>
          </p:sp>
          <p:sp>
            <p:nvSpPr>
              <p:cNvPr id="228" name="Density voxel cell">
                <a:extLst>
                  <a:ext uri="{FF2B5EF4-FFF2-40B4-BE49-F238E27FC236}">
                    <a16:creationId xmlns:a16="http://schemas.microsoft.com/office/drawing/2014/main" id="{6834CA26-32C8-D962-7881-DCBF2125F1E7}"/>
                  </a:ext>
                </a:extLst>
              </p:cNvPr>
              <p:cNvSpPr/>
              <p:nvPr/>
            </p:nvSpPr>
            <p:spPr>
              <a:xfrm>
                <a:off x="1180465" y="3130560"/>
                <a:ext cx="20277" cy="17291"/>
              </a:xfrm>
              <a:prstGeom prst="rect">
                <a:avLst/>
              </a:prstGeom>
              <a:solidFill>
                <a:srgbClr val="F7FBFE"/>
              </a:solidFill>
              <a:ln w="4435" cap="rnd" cmpd="sng" algn="ctr">
                <a:noFill/>
                <a:prstDash val="solid"/>
                <a:round/>
                <a:headEnd type="none" w="med" len="med"/>
                <a:tailEnd type="none" w="med" len="med"/>
              </a:ln>
              <a:effectLst/>
            </p:spPr>
          </p:sp>
          <p:sp>
            <p:nvSpPr>
              <p:cNvPr id="229" name="Density voxel cell">
                <a:extLst>
                  <a:ext uri="{FF2B5EF4-FFF2-40B4-BE49-F238E27FC236}">
                    <a16:creationId xmlns:a16="http://schemas.microsoft.com/office/drawing/2014/main" id="{5E3D5964-6562-BB5A-F8FD-57ED28074506}"/>
                  </a:ext>
                </a:extLst>
              </p:cNvPr>
              <p:cNvSpPr/>
              <p:nvPr/>
            </p:nvSpPr>
            <p:spPr>
              <a:xfrm>
                <a:off x="1203042" y="3130560"/>
                <a:ext cx="20277" cy="17291"/>
              </a:xfrm>
              <a:prstGeom prst="rect">
                <a:avLst/>
              </a:prstGeom>
              <a:solidFill>
                <a:srgbClr val="F7FBFE"/>
              </a:solidFill>
              <a:ln w="4435" cap="rnd" cmpd="sng" algn="ctr">
                <a:noFill/>
                <a:prstDash val="solid"/>
                <a:round/>
                <a:headEnd type="none" w="med" len="med"/>
                <a:tailEnd type="none" w="med" len="med"/>
              </a:ln>
              <a:effectLst/>
            </p:spPr>
          </p:sp>
          <p:sp>
            <p:nvSpPr>
              <p:cNvPr id="230" name="Density voxel cell">
                <a:extLst>
                  <a:ext uri="{FF2B5EF4-FFF2-40B4-BE49-F238E27FC236}">
                    <a16:creationId xmlns:a16="http://schemas.microsoft.com/office/drawing/2014/main" id="{D5DC6309-4FE2-3123-0FE9-5EC8935B910C}"/>
                  </a:ext>
                </a:extLst>
              </p:cNvPr>
              <p:cNvSpPr/>
              <p:nvPr/>
            </p:nvSpPr>
            <p:spPr>
              <a:xfrm>
                <a:off x="1225619" y="3130560"/>
                <a:ext cx="20277" cy="17291"/>
              </a:xfrm>
              <a:prstGeom prst="rect">
                <a:avLst/>
              </a:prstGeom>
              <a:solidFill>
                <a:srgbClr val="F6FBFE"/>
              </a:solidFill>
              <a:ln w="4435" cap="rnd" cmpd="sng" algn="ctr">
                <a:noFill/>
                <a:prstDash val="solid"/>
                <a:round/>
                <a:headEnd type="none" w="med" len="med"/>
                <a:tailEnd type="none" w="med" len="med"/>
              </a:ln>
              <a:effectLst/>
            </p:spPr>
          </p:sp>
          <p:sp>
            <p:nvSpPr>
              <p:cNvPr id="231" name="Density voxel cell">
                <a:extLst>
                  <a:ext uri="{FF2B5EF4-FFF2-40B4-BE49-F238E27FC236}">
                    <a16:creationId xmlns:a16="http://schemas.microsoft.com/office/drawing/2014/main" id="{4A4FADAD-B80D-5ACA-405F-56868FB8E113}"/>
                  </a:ext>
                </a:extLst>
              </p:cNvPr>
              <p:cNvSpPr/>
              <p:nvPr/>
            </p:nvSpPr>
            <p:spPr>
              <a:xfrm>
                <a:off x="1248195" y="3130560"/>
                <a:ext cx="20277" cy="17291"/>
              </a:xfrm>
              <a:prstGeom prst="rect">
                <a:avLst/>
              </a:prstGeom>
              <a:solidFill>
                <a:srgbClr val="F6FAFE"/>
              </a:solidFill>
              <a:ln w="4435" cap="rnd" cmpd="sng" algn="ctr">
                <a:noFill/>
                <a:prstDash val="solid"/>
                <a:round/>
                <a:headEnd type="none" w="med" len="med"/>
                <a:tailEnd type="none" w="med" len="med"/>
              </a:ln>
              <a:effectLst/>
            </p:spPr>
          </p:sp>
          <p:sp>
            <p:nvSpPr>
              <p:cNvPr id="232" name="Density voxel cell">
                <a:extLst>
                  <a:ext uri="{FF2B5EF4-FFF2-40B4-BE49-F238E27FC236}">
                    <a16:creationId xmlns:a16="http://schemas.microsoft.com/office/drawing/2014/main" id="{583E2E26-C6D8-4638-2637-9FAF28C59D06}"/>
                  </a:ext>
                </a:extLst>
              </p:cNvPr>
              <p:cNvSpPr/>
              <p:nvPr/>
            </p:nvSpPr>
            <p:spPr>
              <a:xfrm>
                <a:off x="1270772" y="3130560"/>
                <a:ext cx="20277" cy="17291"/>
              </a:xfrm>
              <a:prstGeom prst="rect">
                <a:avLst/>
              </a:prstGeom>
              <a:solidFill>
                <a:srgbClr val="F5FAFD"/>
              </a:solidFill>
              <a:ln w="4435" cap="rnd" cmpd="sng" algn="ctr">
                <a:noFill/>
                <a:prstDash val="solid"/>
                <a:round/>
                <a:headEnd type="none" w="med" len="med"/>
                <a:tailEnd type="none" w="med" len="med"/>
              </a:ln>
              <a:effectLst/>
            </p:spPr>
          </p:sp>
          <p:sp>
            <p:nvSpPr>
              <p:cNvPr id="233" name="Density voxel cell">
                <a:extLst>
                  <a:ext uri="{FF2B5EF4-FFF2-40B4-BE49-F238E27FC236}">
                    <a16:creationId xmlns:a16="http://schemas.microsoft.com/office/drawing/2014/main" id="{B0846FD2-5DE6-0BF0-221C-6B05EFC57C34}"/>
                  </a:ext>
                </a:extLst>
              </p:cNvPr>
              <p:cNvSpPr/>
              <p:nvPr/>
            </p:nvSpPr>
            <p:spPr>
              <a:xfrm>
                <a:off x="1293349" y="3130560"/>
                <a:ext cx="20277" cy="17291"/>
              </a:xfrm>
              <a:prstGeom prst="rect">
                <a:avLst/>
              </a:prstGeom>
              <a:solidFill>
                <a:srgbClr val="F2F8FC"/>
              </a:solidFill>
              <a:ln w="4435" cap="rnd" cmpd="sng" algn="ctr">
                <a:noFill/>
                <a:prstDash val="solid"/>
                <a:round/>
                <a:headEnd type="none" w="med" len="med"/>
                <a:tailEnd type="none" w="med" len="med"/>
              </a:ln>
              <a:effectLst/>
            </p:spPr>
          </p:sp>
          <p:sp>
            <p:nvSpPr>
              <p:cNvPr id="234" name="Density voxel cell">
                <a:extLst>
                  <a:ext uri="{FF2B5EF4-FFF2-40B4-BE49-F238E27FC236}">
                    <a16:creationId xmlns:a16="http://schemas.microsoft.com/office/drawing/2014/main" id="{D6A26C51-95BC-A1E2-FFF2-6C4B262754AD}"/>
                  </a:ext>
                </a:extLst>
              </p:cNvPr>
              <p:cNvSpPr/>
              <p:nvPr/>
            </p:nvSpPr>
            <p:spPr>
              <a:xfrm>
                <a:off x="1315926" y="3130560"/>
                <a:ext cx="20277" cy="17291"/>
              </a:xfrm>
              <a:prstGeom prst="rect">
                <a:avLst/>
              </a:prstGeom>
              <a:solidFill>
                <a:srgbClr val="ECF4FA"/>
              </a:solidFill>
              <a:ln w="4435" cap="rnd" cmpd="sng" algn="ctr">
                <a:noFill/>
                <a:prstDash val="solid"/>
                <a:round/>
                <a:headEnd type="none" w="med" len="med"/>
                <a:tailEnd type="none" w="med" len="med"/>
              </a:ln>
              <a:effectLst/>
            </p:spPr>
          </p:sp>
          <p:sp>
            <p:nvSpPr>
              <p:cNvPr id="235" name="Density voxel cell">
                <a:extLst>
                  <a:ext uri="{FF2B5EF4-FFF2-40B4-BE49-F238E27FC236}">
                    <a16:creationId xmlns:a16="http://schemas.microsoft.com/office/drawing/2014/main" id="{5E08E8A1-D274-5576-92AC-83416D91C2AF}"/>
                  </a:ext>
                </a:extLst>
              </p:cNvPr>
              <p:cNvSpPr/>
              <p:nvPr/>
            </p:nvSpPr>
            <p:spPr>
              <a:xfrm>
                <a:off x="1338503" y="3130560"/>
                <a:ext cx="20277" cy="17291"/>
              </a:xfrm>
              <a:prstGeom prst="rect">
                <a:avLst/>
              </a:prstGeom>
              <a:solidFill>
                <a:srgbClr val="EAF3F9"/>
              </a:solidFill>
              <a:ln w="4435" cap="rnd" cmpd="sng" algn="ctr">
                <a:noFill/>
                <a:prstDash val="solid"/>
                <a:round/>
                <a:headEnd type="none" w="med" len="med"/>
                <a:tailEnd type="none" w="med" len="med"/>
              </a:ln>
              <a:effectLst/>
            </p:spPr>
          </p:sp>
          <p:sp>
            <p:nvSpPr>
              <p:cNvPr id="236" name="Density voxel cell">
                <a:extLst>
                  <a:ext uri="{FF2B5EF4-FFF2-40B4-BE49-F238E27FC236}">
                    <a16:creationId xmlns:a16="http://schemas.microsoft.com/office/drawing/2014/main" id="{1703A6D7-7C4E-382A-0AB4-BF738D09CAE8}"/>
                  </a:ext>
                </a:extLst>
              </p:cNvPr>
              <p:cNvSpPr/>
              <p:nvPr/>
            </p:nvSpPr>
            <p:spPr>
              <a:xfrm>
                <a:off x="1361080" y="3130560"/>
                <a:ext cx="20277" cy="17291"/>
              </a:xfrm>
              <a:prstGeom prst="rect">
                <a:avLst/>
              </a:prstGeom>
              <a:solidFill>
                <a:srgbClr val="EFF6FB"/>
              </a:solidFill>
              <a:ln w="4435" cap="rnd" cmpd="sng" algn="ctr">
                <a:noFill/>
                <a:prstDash val="solid"/>
                <a:round/>
                <a:headEnd type="none" w="med" len="med"/>
                <a:tailEnd type="none" w="med" len="med"/>
              </a:ln>
              <a:effectLst/>
            </p:spPr>
          </p:sp>
          <p:sp>
            <p:nvSpPr>
              <p:cNvPr id="237" name="Density voxel cell">
                <a:extLst>
                  <a:ext uri="{FF2B5EF4-FFF2-40B4-BE49-F238E27FC236}">
                    <a16:creationId xmlns:a16="http://schemas.microsoft.com/office/drawing/2014/main" id="{1F3C729F-004A-3286-EC69-46BAC4BF26A1}"/>
                  </a:ext>
                </a:extLst>
              </p:cNvPr>
              <p:cNvSpPr/>
              <p:nvPr/>
            </p:nvSpPr>
            <p:spPr>
              <a:xfrm>
                <a:off x="1383657" y="3130560"/>
                <a:ext cx="20277" cy="17291"/>
              </a:xfrm>
              <a:prstGeom prst="rect">
                <a:avLst/>
              </a:prstGeom>
              <a:solidFill>
                <a:srgbClr val="F5F9FD"/>
              </a:solidFill>
              <a:ln w="4435" cap="rnd" cmpd="sng" algn="ctr">
                <a:noFill/>
                <a:prstDash val="solid"/>
                <a:round/>
                <a:headEnd type="none" w="med" len="med"/>
                <a:tailEnd type="none" w="med" len="med"/>
              </a:ln>
              <a:effectLst/>
            </p:spPr>
          </p:sp>
          <p:sp>
            <p:nvSpPr>
              <p:cNvPr id="238" name="Density voxel cell">
                <a:extLst>
                  <a:ext uri="{FF2B5EF4-FFF2-40B4-BE49-F238E27FC236}">
                    <a16:creationId xmlns:a16="http://schemas.microsoft.com/office/drawing/2014/main" id="{FE168EEC-3163-0F93-F72E-A96C3EE67157}"/>
                  </a:ext>
                </a:extLst>
              </p:cNvPr>
              <p:cNvSpPr/>
              <p:nvPr/>
            </p:nvSpPr>
            <p:spPr>
              <a:xfrm>
                <a:off x="1406234" y="3130560"/>
                <a:ext cx="20277" cy="17291"/>
              </a:xfrm>
              <a:prstGeom prst="rect">
                <a:avLst/>
              </a:prstGeom>
              <a:solidFill>
                <a:srgbClr val="F7FBFE"/>
              </a:solidFill>
              <a:ln w="4435" cap="rnd" cmpd="sng" algn="ctr">
                <a:noFill/>
                <a:prstDash val="solid"/>
                <a:round/>
                <a:headEnd type="none" w="med" len="med"/>
                <a:tailEnd type="none" w="med" len="med"/>
              </a:ln>
              <a:effectLst/>
            </p:spPr>
          </p:sp>
          <p:cxnSp>
            <p:nvCxnSpPr>
              <p:cNvPr id="239" name="path_2494">
                <a:extLst>
                  <a:ext uri="{FF2B5EF4-FFF2-40B4-BE49-F238E27FC236}">
                    <a16:creationId xmlns:a16="http://schemas.microsoft.com/office/drawing/2014/main" id="{799387D9-7A49-9398-861C-D424E0DF0775}"/>
                  </a:ext>
                </a:extLst>
              </p:cNvPr>
              <p:cNvCxnSpPr/>
              <p:nvPr/>
            </p:nvCxnSpPr>
            <p:spPr>
              <a:xfrm>
                <a:off x="1179315" y="2933505"/>
                <a:ext cx="248346" cy="0"/>
              </a:xfrm>
              <a:prstGeom prst="line">
                <a:avLst/>
              </a:prstGeom>
              <a:noFill/>
              <a:ln w="2534" cap="rnd" cmpd="sng" algn="ctr">
                <a:solidFill>
                  <a:srgbClr val="367FB7"/>
                </a:solidFill>
                <a:prstDash val="solid"/>
                <a:round/>
                <a:headEnd type="none" w="med" len="med"/>
                <a:tailEnd type="none" w="med" len="med"/>
              </a:ln>
              <a:effectLst/>
            </p:spPr>
          </p:cxnSp>
          <p:cxnSp>
            <p:nvCxnSpPr>
              <p:cNvPr id="240" name="path_2495">
                <a:extLst>
                  <a:ext uri="{FF2B5EF4-FFF2-40B4-BE49-F238E27FC236}">
                    <a16:creationId xmlns:a16="http://schemas.microsoft.com/office/drawing/2014/main" id="{D7DB86AF-B33F-58B0-7CE4-8F9B0CEBDC47}"/>
                  </a:ext>
                </a:extLst>
              </p:cNvPr>
              <p:cNvCxnSpPr/>
              <p:nvPr/>
            </p:nvCxnSpPr>
            <p:spPr>
              <a:xfrm>
                <a:off x="1427661" y="2933505"/>
                <a:ext cx="0" cy="215496"/>
              </a:xfrm>
              <a:prstGeom prst="line">
                <a:avLst/>
              </a:prstGeom>
              <a:noFill/>
              <a:ln w="2534" cap="rnd" cmpd="sng" algn="ctr">
                <a:solidFill>
                  <a:srgbClr val="367FB7"/>
                </a:solidFill>
                <a:prstDash val="solid"/>
                <a:round/>
                <a:headEnd type="none" w="med" len="med"/>
                <a:tailEnd type="none" w="med" len="med"/>
              </a:ln>
              <a:effectLst/>
            </p:spPr>
          </p:cxnSp>
        </p:grpSp>
        <p:grpSp>
          <p:nvGrpSpPr>
            <p:cNvPr id="241" name="Match | compact U-Net operator">
              <a:extLst>
                <a:ext uri="{FF2B5EF4-FFF2-40B4-BE49-F238E27FC236}">
                  <a16:creationId xmlns:a16="http://schemas.microsoft.com/office/drawing/2014/main" id="{6128B88F-43E7-0942-7C4A-9552DEAED3C7}"/>
                </a:ext>
              </a:extLst>
            </p:cNvPr>
            <p:cNvGrpSpPr/>
            <p:nvPr/>
          </p:nvGrpSpPr>
          <p:grpSpPr>
            <a:xfrm>
              <a:off x="2800350" y="2057400"/>
              <a:ext cx="990600" cy="666750"/>
              <a:chOff x="1680559" y="2920365"/>
              <a:chExt cx="333146" cy="216810"/>
            </a:xfrm>
          </p:grpSpPr>
          <p:sp>
            <p:nvSpPr>
              <p:cNvPr id="242" name="rect_2499">
                <a:extLst>
                  <a:ext uri="{FF2B5EF4-FFF2-40B4-BE49-F238E27FC236}">
                    <a16:creationId xmlns:a16="http://schemas.microsoft.com/office/drawing/2014/main" id="{EA8A9DBE-7A55-2477-6B9B-D1AF7B973F59}"/>
                  </a:ext>
                </a:extLst>
              </p:cNvPr>
              <p:cNvSpPr/>
              <p:nvPr/>
            </p:nvSpPr>
            <p:spPr>
              <a:xfrm>
                <a:off x="1757475" y="2920365"/>
                <a:ext cx="256230" cy="183960"/>
              </a:xfrm>
              <a:prstGeom prst="roundRect">
                <a:avLst>
                  <a:gd name="adj" fmla="val 5357"/>
                </a:avLst>
              </a:prstGeom>
              <a:solidFill>
                <a:srgbClr val="E3EFF7"/>
              </a:solidFill>
              <a:ln w="4118" cap="rnd" cmpd="sng" algn="ctr">
                <a:solidFill>
                  <a:srgbClr val="367FB7"/>
                </a:solidFill>
                <a:prstDash val="solid"/>
                <a:round/>
                <a:headEnd type="none" w="med" len="med"/>
                <a:tailEnd type="none" w="med" len="med"/>
              </a:ln>
              <a:effectLst/>
            </p:spPr>
          </p:sp>
          <p:sp>
            <p:nvSpPr>
              <p:cNvPr id="243" name="rect_2500">
                <a:extLst>
                  <a:ext uri="{FF2B5EF4-FFF2-40B4-BE49-F238E27FC236}">
                    <a16:creationId xmlns:a16="http://schemas.microsoft.com/office/drawing/2014/main" id="{74FC5810-C12E-BEC7-522E-2688E68CB9AB}"/>
                  </a:ext>
                </a:extLst>
              </p:cNvPr>
              <p:cNvSpPr/>
              <p:nvPr/>
            </p:nvSpPr>
            <p:spPr>
              <a:xfrm>
                <a:off x="1731195" y="2936790"/>
                <a:ext cx="256230" cy="183960"/>
              </a:xfrm>
              <a:prstGeom prst="roundRect">
                <a:avLst>
                  <a:gd name="adj" fmla="val 5357"/>
                </a:avLst>
              </a:prstGeom>
              <a:solidFill>
                <a:srgbClr val="E3EFF7"/>
              </a:solidFill>
              <a:ln w="4118" cap="rnd" cmpd="sng" algn="ctr">
                <a:solidFill>
                  <a:srgbClr val="367FB7"/>
                </a:solidFill>
                <a:prstDash val="solid"/>
                <a:round/>
                <a:headEnd type="none" w="med" len="med"/>
                <a:tailEnd type="none" w="med" len="med"/>
              </a:ln>
              <a:effectLst/>
            </p:spPr>
          </p:sp>
          <p:sp>
            <p:nvSpPr>
              <p:cNvPr id="244" name="rect_2501">
                <a:extLst>
                  <a:ext uri="{FF2B5EF4-FFF2-40B4-BE49-F238E27FC236}">
                    <a16:creationId xmlns:a16="http://schemas.microsoft.com/office/drawing/2014/main" id="{09AB4D47-BE4F-1476-F0C4-C6489A07AAE5}"/>
                  </a:ext>
                </a:extLst>
              </p:cNvPr>
              <p:cNvSpPr/>
              <p:nvPr/>
            </p:nvSpPr>
            <p:spPr>
              <a:xfrm>
                <a:off x="1704915" y="2953215"/>
                <a:ext cx="256230" cy="183960"/>
              </a:xfrm>
              <a:prstGeom prst="roundRect">
                <a:avLst>
                  <a:gd name="adj" fmla="val 5357"/>
                </a:avLst>
              </a:prstGeom>
              <a:solidFill>
                <a:srgbClr val="E3EFF7"/>
              </a:solidFill>
              <a:ln w="4118" cap="rnd" cmpd="sng" algn="ctr">
                <a:solidFill>
                  <a:srgbClr val="367FB7"/>
                </a:solidFill>
                <a:prstDash val="solid"/>
                <a:round/>
                <a:headEnd type="none" w="med" len="med"/>
                <a:tailEnd type="none" w="med" len="med"/>
              </a:ln>
              <a:effectLst/>
            </p:spPr>
          </p:sp>
          <p:sp>
            <p:nvSpPr>
              <p:cNvPr id="245" name="Text | U-Net">
                <a:extLst>
                  <a:ext uri="{FF2B5EF4-FFF2-40B4-BE49-F238E27FC236}">
                    <a16:creationId xmlns:a16="http://schemas.microsoft.com/office/drawing/2014/main" id="{6577FB68-AC88-51AF-1B52-0FA4D9D6F355}"/>
                  </a:ext>
                </a:extLst>
              </p:cNvPr>
              <p:cNvSpPr txBox="1"/>
              <p:nvPr/>
            </p:nvSpPr>
            <p:spPr>
              <a:xfrm>
                <a:off x="1680559" y="2989350"/>
                <a:ext cx="304942" cy="121282"/>
              </a:xfrm>
              <a:prstGeom prst="rect">
                <a:avLst/>
              </a:prstGeom>
              <a:noFill/>
              <a:ln>
                <a:noFill/>
              </a:ln>
              <a:effectLst/>
            </p:spPr>
            <p:txBody>
              <a:bodyPr vertOverflow="overflow" horzOverflow="overflow" wrap="none" lIns="0" tIns="0" rIns="0" bIns="0" anchor="t" anchorCtr="0">
                <a:noAutofit/>
              </a:bodyPr>
              <a:lstStyle/>
              <a:p>
                <a:pPr marL="0" marR="0" indent="0" algn="ctr">
                  <a:spcBef>
                    <a:spcPts val="0"/>
                  </a:spcBef>
                  <a:spcAft>
                    <a:spcPts val="0"/>
                  </a:spcAft>
                  <a:buNone/>
                </a:pPr>
                <a:r>
                  <a:rPr lang="en-US" sz="649" b="1" i="0" baseline="0" dirty="0">
                    <a:solidFill>
                      <a:srgbClr val="367FB7"/>
                    </a:solidFill>
                    <a:latin typeface="Arial"/>
                    <a:ea typeface="Arial"/>
                    <a:cs typeface="Arial"/>
                  </a:rPr>
                  <a:t>U-Net</a:t>
                </a:r>
                <a:endParaRPr lang="en-US" sz="649"/>
              </a:p>
            </p:txBody>
          </p:sp>
        </p:grpSp>
        <p:grpSp>
          <p:nvGrpSpPr>
            <p:cNvPr id="246" name="Base voxel summary h_j^vox">
              <a:extLst>
                <a:ext uri="{FF2B5EF4-FFF2-40B4-BE49-F238E27FC236}">
                  <a16:creationId xmlns:a16="http://schemas.microsoft.com/office/drawing/2014/main" id="{79AC2BE8-FFB5-CB34-4DD1-EB168FB65885}"/>
                </a:ext>
              </a:extLst>
            </p:cNvPr>
            <p:cNvGrpSpPr/>
            <p:nvPr/>
          </p:nvGrpSpPr>
          <p:grpSpPr>
            <a:xfrm>
              <a:off x="5133975" y="2276475"/>
              <a:ext cx="1257300" cy="238125"/>
              <a:chOff x="2375055" y="3012345"/>
              <a:chExt cx="400770" cy="78840"/>
            </a:xfrm>
          </p:grpSpPr>
          <p:sp>
            <p:nvSpPr>
              <p:cNvPr id="247" name="feature_1">
                <a:extLst>
                  <a:ext uri="{FF2B5EF4-FFF2-40B4-BE49-F238E27FC236}">
                    <a16:creationId xmlns:a16="http://schemas.microsoft.com/office/drawing/2014/main" id="{29394FE3-BC56-B2A3-2353-E9A847D61D45}"/>
                  </a:ext>
                </a:extLst>
              </p:cNvPr>
              <p:cNvSpPr/>
              <p:nvPr/>
            </p:nvSpPr>
            <p:spPr>
              <a:xfrm>
                <a:off x="2375055" y="3012345"/>
                <a:ext cx="54437" cy="78840"/>
              </a:xfrm>
              <a:prstGeom prst="rect">
                <a:avLst/>
              </a:prstGeom>
              <a:solidFill>
                <a:srgbClr val="367FB7"/>
              </a:solidFill>
              <a:ln w="4435" cap="rnd" cmpd="sng" algn="ctr">
                <a:noFill/>
                <a:prstDash val="solid"/>
                <a:round/>
                <a:headEnd type="none" w="med" len="med"/>
                <a:tailEnd type="none" w="med" len="med"/>
              </a:ln>
              <a:effectLst/>
            </p:spPr>
          </p:sp>
          <p:sp>
            <p:nvSpPr>
              <p:cNvPr id="248" name="feature_2">
                <a:extLst>
                  <a:ext uri="{FF2B5EF4-FFF2-40B4-BE49-F238E27FC236}">
                    <a16:creationId xmlns:a16="http://schemas.microsoft.com/office/drawing/2014/main" id="{6B847FE5-7D0C-46AE-D6A6-0B429D9C70ED}"/>
                  </a:ext>
                </a:extLst>
              </p:cNvPr>
              <p:cNvSpPr/>
              <p:nvPr/>
            </p:nvSpPr>
            <p:spPr>
              <a:xfrm>
                <a:off x="2432777" y="3012345"/>
                <a:ext cx="54437" cy="78840"/>
              </a:xfrm>
              <a:prstGeom prst="rect">
                <a:avLst/>
              </a:prstGeom>
              <a:solidFill>
                <a:srgbClr val="7EAED0"/>
              </a:solidFill>
              <a:ln w="4435" cap="rnd" cmpd="sng" algn="ctr">
                <a:noFill/>
                <a:prstDash val="solid"/>
                <a:round/>
                <a:headEnd type="none" w="med" len="med"/>
                <a:tailEnd type="none" w="med" len="med"/>
              </a:ln>
              <a:effectLst/>
            </p:spPr>
          </p:sp>
          <p:sp>
            <p:nvSpPr>
              <p:cNvPr id="249" name="feature_3">
                <a:extLst>
                  <a:ext uri="{FF2B5EF4-FFF2-40B4-BE49-F238E27FC236}">
                    <a16:creationId xmlns:a16="http://schemas.microsoft.com/office/drawing/2014/main" id="{ECA431BA-AB44-4006-5FA2-541B286DFEC3}"/>
                  </a:ext>
                </a:extLst>
              </p:cNvPr>
              <p:cNvSpPr/>
              <p:nvPr/>
            </p:nvSpPr>
            <p:spPr>
              <a:xfrm>
                <a:off x="2490499" y="3012345"/>
                <a:ext cx="54437" cy="78840"/>
              </a:xfrm>
              <a:prstGeom prst="rect">
                <a:avLst/>
              </a:prstGeom>
              <a:solidFill>
                <a:srgbClr val="BCD8E7"/>
              </a:solidFill>
              <a:ln w="4435" cap="rnd" cmpd="sng" algn="ctr">
                <a:noFill/>
                <a:prstDash val="solid"/>
                <a:round/>
                <a:headEnd type="none" w="med" len="med"/>
                <a:tailEnd type="none" w="med" len="med"/>
              </a:ln>
              <a:effectLst/>
            </p:spPr>
          </p:sp>
          <p:sp>
            <p:nvSpPr>
              <p:cNvPr id="250" name="feature_4">
                <a:extLst>
                  <a:ext uri="{FF2B5EF4-FFF2-40B4-BE49-F238E27FC236}">
                    <a16:creationId xmlns:a16="http://schemas.microsoft.com/office/drawing/2014/main" id="{6B29FB8D-B3FE-A122-980E-845475951D94}"/>
                  </a:ext>
                </a:extLst>
              </p:cNvPr>
              <p:cNvSpPr/>
              <p:nvPr/>
            </p:nvSpPr>
            <p:spPr>
              <a:xfrm>
                <a:off x="2548221" y="3012345"/>
                <a:ext cx="54437" cy="78840"/>
              </a:xfrm>
              <a:prstGeom prst="rect">
                <a:avLst/>
              </a:prstGeom>
              <a:solidFill>
                <a:srgbClr val="88C3B4"/>
              </a:solidFill>
              <a:ln w="4435" cap="rnd" cmpd="sng" algn="ctr">
                <a:noFill/>
                <a:prstDash val="solid"/>
                <a:round/>
                <a:headEnd type="none" w="med" len="med"/>
                <a:tailEnd type="none" w="med" len="med"/>
              </a:ln>
              <a:effectLst/>
            </p:spPr>
          </p:sp>
          <p:sp>
            <p:nvSpPr>
              <p:cNvPr id="251" name="feature_5">
                <a:extLst>
                  <a:ext uri="{FF2B5EF4-FFF2-40B4-BE49-F238E27FC236}">
                    <a16:creationId xmlns:a16="http://schemas.microsoft.com/office/drawing/2014/main" id="{F59B3894-1B47-2C50-5364-F7CEB5D830B6}"/>
                  </a:ext>
                </a:extLst>
              </p:cNvPr>
              <p:cNvSpPr/>
              <p:nvPr/>
            </p:nvSpPr>
            <p:spPr>
              <a:xfrm>
                <a:off x="2605944" y="3012345"/>
                <a:ext cx="54437" cy="78840"/>
              </a:xfrm>
              <a:prstGeom prst="rect">
                <a:avLst/>
              </a:prstGeom>
              <a:solidFill>
                <a:srgbClr val="238777"/>
              </a:solidFill>
              <a:ln w="4435" cap="rnd" cmpd="sng" algn="ctr">
                <a:noFill/>
                <a:prstDash val="solid"/>
                <a:round/>
                <a:headEnd type="none" w="med" len="med"/>
                <a:tailEnd type="none" w="med" len="med"/>
              </a:ln>
              <a:effectLst/>
            </p:spPr>
          </p:sp>
          <p:sp>
            <p:nvSpPr>
              <p:cNvPr id="252" name="feature_6">
                <a:extLst>
                  <a:ext uri="{FF2B5EF4-FFF2-40B4-BE49-F238E27FC236}">
                    <a16:creationId xmlns:a16="http://schemas.microsoft.com/office/drawing/2014/main" id="{58333F02-3010-74DD-0039-DCC5A70C8F96}"/>
                  </a:ext>
                </a:extLst>
              </p:cNvPr>
              <p:cNvSpPr/>
              <p:nvPr/>
            </p:nvSpPr>
            <p:spPr>
              <a:xfrm>
                <a:off x="2663666" y="3012345"/>
                <a:ext cx="54437" cy="78840"/>
              </a:xfrm>
              <a:prstGeom prst="rect">
                <a:avLst/>
              </a:prstGeom>
              <a:solidFill>
                <a:srgbClr val="B1A4CC"/>
              </a:solidFill>
              <a:ln w="4435" cap="rnd" cmpd="sng" algn="ctr">
                <a:noFill/>
                <a:prstDash val="solid"/>
                <a:round/>
                <a:headEnd type="none" w="med" len="med"/>
                <a:tailEnd type="none" w="med" len="med"/>
              </a:ln>
              <a:effectLst/>
            </p:spPr>
          </p:sp>
          <p:sp>
            <p:nvSpPr>
              <p:cNvPr id="253" name="feature_7">
                <a:extLst>
                  <a:ext uri="{FF2B5EF4-FFF2-40B4-BE49-F238E27FC236}">
                    <a16:creationId xmlns:a16="http://schemas.microsoft.com/office/drawing/2014/main" id="{5453F6F6-9116-A69E-A408-A0B9D7EC45C0}"/>
                  </a:ext>
                </a:extLst>
              </p:cNvPr>
              <p:cNvSpPr/>
              <p:nvPr/>
            </p:nvSpPr>
            <p:spPr>
              <a:xfrm>
                <a:off x="2721388" y="3012345"/>
                <a:ext cx="54437" cy="78840"/>
              </a:xfrm>
              <a:prstGeom prst="rect">
                <a:avLst/>
              </a:prstGeom>
              <a:solidFill>
                <a:srgbClr val="D4CBE6"/>
              </a:solidFill>
              <a:ln w="4435" cap="rnd" cmpd="sng" algn="ctr">
                <a:noFill/>
                <a:prstDash val="solid"/>
                <a:round/>
                <a:headEnd type="none" w="med" len="med"/>
                <a:tailEnd type="none" w="med" len="med"/>
              </a:ln>
              <a:effectLst/>
            </p:spPr>
          </p:sp>
        </p:grpSp>
        <p:grpSp>
          <p:nvGrpSpPr>
            <p:cNvPr id="254" name="Local receptor pocket | atom environment">
              <a:extLst>
                <a:ext uri="{FF2B5EF4-FFF2-40B4-BE49-F238E27FC236}">
                  <a16:creationId xmlns:a16="http://schemas.microsoft.com/office/drawing/2014/main" id="{8A546335-9C89-DCEA-5E5B-E281D0EDC93A}"/>
                </a:ext>
              </a:extLst>
            </p:cNvPr>
            <p:cNvGrpSpPr/>
            <p:nvPr/>
          </p:nvGrpSpPr>
          <p:grpSpPr>
            <a:xfrm>
              <a:off x="1066800" y="4076700"/>
              <a:ext cx="838200" cy="638175"/>
              <a:chOff x="1295748" y="3525328"/>
              <a:chExt cx="304113" cy="219890"/>
            </a:xfrm>
          </p:grpSpPr>
          <p:sp>
            <p:nvSpPr>
              <p:cNvPr id="255" name="ellipse_2517">
                <a:extLst>
                  <a:ext uri="{FF2B5EF4-FFF2-40B4-BE49-F238E27FC236}">
                    <a16:creationId xmlns:a16="http://schemas.microsoft.com/office/drawing/2014/main" id="{490F1E75-C64B-41E9-72C1-C7F3991B01D0}"/>
                  </a:ext>
                </a:extLst>
              </p:cNvPr>
              <p:cNvSpPr/>
              <p:nvPr/>
            </p:nvSpPr>
            <p:spPr>
              <a:xfrm>
                <a:off x="1343499" y="3569364"/>
                <a:ext cx="20494" cy="20494"/>
              </a:xfrm>
              <a:prstGeom prst="ellipse">
                <a:avLst/>
              </a:prstGeom>
              <a:gradFill flip="none" rotWithShape="1">
                <a:gsLst>
                  <a:gs pos="0">
                    <a:srgbClr val="F4F6F8"/>
                  </a:gs>
                  <a:gs pos="43000">
                    <a:srgbClr val="CCD5DC"/>
                  </a:gs>
                  <a:gs pos="100000">
                    <a:srgbClr val="A2AFBA"/>
                  </a:gs>
                </a:gsLst>
                <a:lin ang="2700000" scaled="1"/>
                <a:tileRect/>
              </a:gradFill>
              <a:ln w="1743" cap="rnd" cmpd="sng" algn="ctr">
                <a:noFill/>
                <a:prstDash val="solid"/>
                <a:round/>
                <a:headEnd type="none" w="med" len="med"/>
                <a:tailEnd type="none" w="med" len="med"/>
              </a:ln>
              <a:effectLst/>
            </p:spPr>
          </p:sp>
          <p:sp>
            <p:nvSpPr>
              <p:cNvPr id="256" name="ellipse_2518">
                <a:extLst>
                  <a:ext uri="{FF2B5EF4-FFF2-40B4-BE49-F238E27FC236}">
                    <a16:creationId xmlns:a16="http://schemas.microsoft.com/office/drawing/2014/main" id="{892F2879-C479-A255-F42A-FEFBC395FAAE}"/>
                  </a:ext>
                </a:extLst>
              </p:cNvPr>
              <p:cNvSpPr/>
              <p:nvPr/>
            </p:nvSpPr>
            <p:spPr>
              <a:xfrm>
                <a:off x="1296724" y="3594466"/>
                <a:ext cx="19197" cy="19197"/>
              </a:xfrm>
              <a:prstGeom prst="ellipse">
                <a:avLst/>
              </a:prstGeom>
              <a:gradFill flip="none" rotWithShape="1">
                <a:gsLst>
                  <a:gs pos="0">
                    <a:srgbClr val="F4F6F8"/>
                  </a:gs>
                  <a:gs pos="43000">
                    <a:srgbClr val="CCD5DC"/>
                  </a:gs>
                  <a:gs pos="100000">
                    <a:srgbClr val="A2AFBA"/>
                  </a:gs>
                </a:gsLst>
                <a:lin ang="2700000" scaled="1"/>
                <a:tileRect/>
              </a:gradFill>
              <a:ln w="1743" cap="rnd" cmpd="sng" algn="ctr">
                <a:noFill/>
                <a:prstDash val="solid"/>
                <a:round/>
                <a:headEnd type="none" w="med" len="med"/>
                <a:tailEnd type="none" w="med" len="med"/>
              </a:ln>
              <a:effectLst/>
            </p:spPr>
          </p:sp>
          <p:sp>
            <p:nvSpPr>
              <p:cNvPr id="257" name="ellipse_2519">
                <a:extLst>
                  <a:ext uri="{FF2B5EF4-FFF2-40B4-BE49-F238E27FC236}">
                    <a16:creationId xmlns:a16="http://schemas.microsoft.com/office/drawing/2014/main" id="{183D700E-8E04-8CC9-C754-A55CDA7851B7}"/>
                  </a:ext>
                </a:extLst>
              </p:cNvPr>
              <p:cNvSpPr/>
              <p:nvPr/>
            </p:nvSpPr>
            <p:spPr>
              <a:xfrm>
                <a:off x="1438834" y="3720705"/>
                <a:ext cx="24513" cy="24513"/>
              </a:xfrm>
              <a:prstGeom prst="ellipse">
                <a:avLst/>
              </a:prstGeom>
              <a:gradFill flip="none" rotWithShape="1">
                <a:gsLst>
                  <a:gs pos="0">
                    <a:srgbClr val="F6F7F9"/>
                  </a:gs>
                  <a:gs pos="43000">
                    <a:srgbClr val="D2DAE1"/>
                  </a:gs>
                  <a:gs pos="100000">
                    <a:srgbClr val="AAB6C0"/>
                  </a:gs>
                </a:gsLst>
                <a:lin ang="2700000" scaled="1"/>
                <a:tileRect/>
              </a:gradFill>
              <a:ln w="1743" cap="rnd" cmpd="sng" algn="ctr">
                <a:noFill/>
                <a:prstDash val="solid"/>
                <a:round/>
                <a:headEnd type="none" w="med" len="med"/>
                <a:tailEnd type="none" w="med" len="med"/>
              </a:ln>
              <a:effectLst/>
            </p:spPr>
          </p:sp>
          <p:sp>
            <p:nvSpPr>
              <p:cNvPr id="258" name="ellipse_2520">
                <a:extLst>
                  <a:ext uri="{FF2B5EF4-FFF2-40B4-BE49-F238E27FC236}">
                    <a16:creationId xmlns:a16="http://schemas.microsoft.com/office/drawing/2014/main" id="{1ADF4877-FF02-CD7A-5512-5FE1EEADEC33}"/>
                  </a:ext>
                </a:extLst>
              </p:cNvPr>
              <p:cNvSpPr/>
              <p:nvPr/>
            </p:nvSpPr>
            <p:spPr>
              <a:xfrm>
                <a:off x="1501618" y="3664422"/>
                <a:ext cx="25439" cy="25439"/>
              </a:xfrm>
              <a:prstGeom prst="ellipse">
                <a:avLst/>
              </a:prstGeom>
              <a:gradFill flip="none" rotWithShape="1">
                <a:gsLst>
                  <a:gs pos="0">
                    <a:srgbClr val="F4F6F8"/>
                  </a:gs>
                  <a:gs pos="43000">
                    <a:srgbClr val="CDD5DC"/>
                  </a:gs>
                  <a:gs pos="100000">
                    <a:srgbClr val="A3B0BB"/>
                  </a:gs>
                </a:gsLst>
                <a:lin ang="2700000" scaled="1"/>
                <a:tileRect/>
              </a:gradFill>
              <a:ln w="1743" cap="rnd" cmpd="sng" algn="ctr">
                <a:noFill/>
                <a:prstDash val="solid"/>
                <a:round/>
                <a:headEnd type="none" w="med" len="med"/>
                <a:tailEnd type="none" w="med" len="med"/>
              </a:ln>
              <a:effectLst/>
            </p:spPr>
          </p:sp>
          <p:sp>
            <p:nvSpPr>
              <p:cNvPr id="259" name="ellipse_2521">
                <a:extLst>
                  <a:ext uri="{FF2B5EF4-FFF2-40B4-BE49-F238E27FC236}">
                    <a16:creationId xmlns:a16="http://schemas.microsoft.com/office/drawing/2014/main" id="{AD4A39CA-B81B-3CE8-18C8-06CC1DA13101}"/>
                  </a:ext>
                </a:extLst>
              </p:cNvPr>
              <p:cNvSpPr/>
              <p:nvPr/>
            </p:nvSpPr>
            <p:spPr>
              <a:xfrm>
                <a:off x="1321281" y="3628338"/>
                <a:ext cx="23115" cy="23115"/>
              </a:xfrm>
              <a:prstGeom prst="ellipse">
                <a:avLst/>
              </a:prstGeom>
              <a:gradFill flip="none" rotWithShape="1">
                <a:gsLst>
                  <a:gs pos="0">
                    <a:srgbClr val="F4F6F8"/>
                  </a:gs>
                  <a:gs pos="43000">
                    <a:srgbClr val="CDD5DC"/>
                  </a:gs>
                  <a:gs pos="100000">
                    <a:srgbClr val="A3B0BB"/>
                  </a:gs>
                </a:gsLst>
                <a:lin ang="2700000" scaled="1"/>
                <a:tileRect/>
              </a:gradFill>
              <a:ln w="1743" cap="rnd" cmpd="sng" algn="ctr">
                <a:noFill/>
                <a:prstDash val="solid"/>
                <a:round/>
                <a:headEnd type="none" w="med" len="med"/>
                <a:tailEnd type="none" w="med" len="med"/>
              </a:ln>
              <a:effectLst/>
            </p:spPr>
          </p:sp>
          <p:sp>
            <p:nvSpPr>
              <p:cNvPr id="260" name="ellipse_2522">
                <a:extLst>
                  <a:ext uri="{FF2B5EF4-FFF2-40B4-BE49-F238E27FC236}">
                    <a16:creationId xmlns:a16="http://schemas.microsoft.com/office/drawing/2014/main" id="{C71B0CFC-6744-0808-6F8F-052B64A931AF}"/>
                  </a:ext>
                </a:extLst>
              </p:cNvPr>
              <p:cNvSpPr/>
              <p:nvPr/>
            </p:nvSpPr>
            <p:spPr>
              <a:xfrm>
                <a:off x="1295748" y="3626085"/>
                <a:ext cx="19345" cy="19345"/>
              </a:xfrm>
              <a:prstGeom prst="ellipse">
                <a:avLst/>
              </a:prstGeom>
              <a:gradFill flip="none" rotWithShape="1">
                <a:gsLst>
                  <a:gs pos="0">
                    <a:srgbClr val="F7F8F9"/>
                  </a:gs>
                  <a:gs pos="43000">
                    <a:srgbClr val="D7DEE4"/>
                  </a:gs>
                  <a:gs pos="100000">
                    <a:srgbClr val="AFBAC3"/>
                  </a:gs>
                </a:gsLst>
                <a:lin ang="2700000" scaled="1"/>
                <a:tileRect/>
              </a:gradFill>
              <a:ln w="1743" cap="rnd" cmpd="sng" algn="ctr">
                <a:noFill/>
                <a:prstDash val="solid"/>
                <a:round/>
                <a:headEnd type="none" w="med" len="med"/>
                <a:tailEnd type="none" w="med" len="med"/>
              </a:ln>
              <a:effectLst/>
            </p:spPr>
          </p:sp>
          <p:sp>
            <p:nvSpPr>
              <p:cNvPr id="261" name="ellipse_2523">
                <a:extLst>
                  <a:ext uri="{FF2B5EF4-FFF2-40B4-BE49-F238E27FC236}">
                    <a16:creationId xmlns:a16="http://schemas.microsoft.com/office/drawing/2014/main" id="{81B904B4-D981-7D31-114B-C8031DA7E1E2}"/>
                  </a:ext>
                </a:extLst>
              </p:cNvPr>
              <p:cNvSpPr/>
              <p:nvPr/>
            </p:nvSpPr>
            <p:spPr>
              <a:xfrm>
                <a:off x="1338176" y="3604570"/>
                <a:ext cx="23202" cy="23202"/>
              </a:xfrm>
              <a:prstGeom prst="ellipse">
                <a:avLst/>
              </a:prstGeom>
              <a:gradFill flip="none" rotWithShape="1">
                <a:gsLst>
                  <a:gs pos="0">
                    <a:srgbClr val="F5F7F8"/>
                  </a:gs>
                  <a:gs pos="43000">
                    <a:srgbClr val="CFD7DF"/>
                  </a:gs>
                  <a:gs pos="100000">
                    <a:srgbClr val="A6B3BD"/>
                  </a:gs>
                </a:gsLst>
                <a:lin ang="2700000" scaled="1"/>
                <a:tileRect/>
              </a:gradFill>
              <a:ln w="1743" cap="rnd" cmpd="sng" algn="ctr">
                <a:noFill/>
                <a:prstDash val="solid"/>
                <a:round/>
                <a:headEnd type="none" w="med" len="med"/>
                <a:tailEnd type="none" w="med" len="med"/>
              </a:ln>
              <a:effectLst/>
            </p:spPr>
          </p:sp>
          <p:sp>
            <p:nvSpPr>
              <p:cNvPr id="262" name="ellipse_2524">
                <a:extLst>
                  <a:ext uri="{FF2B5EF4-FFF2-40B4-BE49-F238E27FC236}">
                    <a16:creationId xmlns:a16="http://schemas.microsoft.com/office/drawing/2014/main" id="{5CEC5C9B-6C6D-6ABE-8A4C-F9DFE218A0AD}"/>
                  </a:ext>
                </a:extLst>
              </p:cNvPr>
              <p:cNvSpPr/>
              <p:nvPr/>
            </p:nvSpPr>
            <p:spPr>
              <a:xfrm>
                <a:off x="1349937" y="3578135"/>
                <a:ext cx="25593" cy="25593"/>
              </a:xfrm>
              <a:prstGeom prst="ellipse">
                <a:avLst/>
              </a:prstGeom>
              <a:gradFill flip="none" rotWithShape="1">
                <a:gsLst>
                  <a:gs pos="0">
                    <a:srgbClr val="F5F7F8"/>
                  </a:gs>
                  <a:gs pos="43000">
                    <a:srgbClr val="D0D8DF"/>
                  </a:gs>
                  <a:gs pos="100000">
                    <a:srgbClr val="A7B3BD"/>
                  </a:gs>
                </a:gsLst>
                <a:lin ang="2700000" scaled="1"/>
                <a:tileRect/>
              </a:gradFill>
              <a:ln w="1743" cap="rnd" cmpd="sng" algn="ctr">
                <a:noFill/>
                <a:prstDash val="solid"/>
                <a:round/>
                <a:headEnd type="none" w="med" len="med"/>
                <a:tailEnd type="none" w="med" len="med"/>
              </a:ln>
              <a:effectLst/>
            </p:spPr>
          </p:sp>
          <p:sp>
            <p:nvSpPr>
              <p:cNvPr id="263" name="ellipse_2525">
                <a:extLst>
                  <a:ext uri="{FF2B5EF4-FFF2-40B4-BE49-F238E27FC236}">
                    <a16:creationId xmlns:a16="http://schemas.microsoft.com/office/drawing/2014/main" id="{26592A73-BCD5-B8D3-5929-96E05DF73040}"/>
                  </a:ext>
                </a:extLst>
              </p:cNvPr>
              <p:cNvSpPr/>
              <p:nvPr/>
            </p:nvSpPr>
            <p:spPr>
              <a:xfrm>
                <a:off x="1391990" y="3698653"/>
                <a:ext cx="18941" cy="18941"/>
              </a:xfrm>
              <a:prstGeom prst="ellipse">
                <a:avLst/>
              </a:prstGeom>
              <a:gradFill flip="none" rotWithShape="1">
                <a:gsLst>
                  <a:gs pos="0">
                    <a:srgbClr val="F6F8F9"/>
                  </a:gs>
                  <a:gs pos="43000">
                    <a:srgbClr val="D5DCE2"/>
                  </a:gs>
                  <a:gs pos="100000">
                    <a:srgbClr val="ADB8C2"/>
                  </a:gs>
                </a:gsLst>
                <a:lin ang="2700000" scaled="1"/>
                <a:tileRect/>
              </a:gradFill>
              <a:ln w="1743" cap="rnd" cmpd="sng" algn="ctr">
                <a:noFill/>
                <a:prstDash val="solid"/>
                <a:round/>
                <a:headEnd type="none" w="med" len="med"/>
                <a:tailEnd type="none" w="med" len="med"/>
              </a:ln>
              <a:effectLst/>
            </p:spPr>
          </p:sp>
          <p:sp>
            <p:nvSpPr>
              <p:cNvPr id="264" name="ellipse_2526">
                <a:extLst>
                  <a:ext uri="{FF2B5EF4-FFF2-40B4-BE49-F238E27FC236}">
                    <a16:creationId xmlns:a16="http://schemas.microsoft.com/office/drawing/2014/main" id="{C1AD6372-FE11-C8A0-662E-7FCAB201B8B8}"/>
                  </a:ext>
                </a:extLst>
              </p:cNvPr>
              <p:cNvSpPr/>
              <p:nvPr/>
            </p:nvSpPr>
            <p:spPr>
              <a:xfrm>
                <a:off x="1335383" y="3592607"/>
                <a:ext cx="16783" cy="16783"/>
              </a:xfrm>
              <a:prstGeom prst="ellipse">
                <a:avLst/>
              </a:prstGeom>
              <a:gradFill flip="none" rotWithShape="1">
                <a:gsLst>
                  <a:gs pos="0">
                    <a:srgbClr val="F5F6F8"/>
                  </a:gs>
                  <a:gs pos="43000">
                    <a:srgbClr val="CED6DD"/>
                  </a:gs>
                  <a:gs pos="100000">
                    <a:srgbClr val="A5B1BC"/>
                  </a:gs>
                </a:gsLst>
                <a:lin ang="2700000" scaled="1"/>
                <a:tileRect/>
              </a:gradFill>
              <a:ln w="1743" cap="rnd" cmpd="sng" algn="ctr">
                <a:noFill/>
                <a:prstDash val="solid"/>
                <a:round/>
                <a:headEnd type="none" w="med" len="med"/>
                <a:tailEnd type="none" w="med" len="med"/>
              </a:ln>
              <a:effectLst/>
            </p:spPr>
          </p:sp>
          <p:sp>
            <p:nvSpPr>
              <p:cNvPr id="265" name="ellipse_2527">
                <a:extLst>
                  <a:ext uri="{FF2B5EF4-FFF2-40B4-BE49-F238E27FC236}">
                    <a16:creationId xmlns:a16="http://schemas.microsoft.com/office/drawing/2014/main" id="{B2F41DFF-E9DE-FCEF-8307-67CB513293EF}"/>
                  </a:ext>
                </a:extLst>
              </p:cNvPr>
              <p:cNvSpPr/>
              <p:nvPr/>
            </p:nvSpPr>
            <p:spPr>
              <a:xfrm>
                <a:off x="1421016" y="3723168"/>
                <a:ext cx="20110" cy="20110"/>
              </a:xfrm>
              <a:prstGeom prst="ellipse">
                <a:avLst/>
              </a:prstGeom>
              <a:gradFill flip="none" rotWithShape="1">
                <a:gsLst>
                  <a:gs pos="0">
                    <a:srgbClr val="F6F7F9"/>
                  </a:gs>
                  <a:gs pos="43000">
                    <a:srgbClr val="D2DAE0"/>
                  </a:gs>
                  <a:gs pos="100000">
                    <a:srgbClr val="AAB6BF"/>
                  </a:gs>
                </a:gsLst>
                <a:lin ang="2700000" scaled="1"/>
                <a:tileRect/>
              </a:gradFill>
              <a:ln w="1743" cap="rnd" cmpd="sng" algn="ctr">
                <a:noFill/>
                <a:prstDash val="solid"/>
                <a:round/>
                <a:headEnd type="none" w="med" len="med"/>
                <a:tailEnd type="none" w="med" len="med"/>
              </a:ln>
              <a:effectLst/>
            </p:spPr>
          </p:sp>
          <p:sp>
            <p:nvSpPr>
              <p:cNvPr id="266" name="ellipse_2528">
                <a:extLst>
                  <a:ext uri="{FF2B5EF4-FFF2-40B4-BE49-F238E27FC236}">
                    <a16:creationId xmlns:a16="http://schemas.microsoft.com/office/drawing/2014/main" id="{3A7C2394-B8D2-C5F1-80C2-555C570628AA}"/>
                  </a:ext>
                </a:extLst>
              </p:cNvPr>
              <p:cNvSpPr/>
              <p:nvPr/>
            </p:nvSpPr>
            <p:spPr>
              <a:xfrm>
                <a:off x="1366273" y="3564666"/>
                <a:ext cx="21791" cy="21791"/>
              </a:xfrm>
              <a:prstGeom prst="ellipse">
                <a:avLst/>
              </a:prstGeom>
              <a:gradFill flip="none" rotWithShape="1">
                <a:gsLst>
                  <a:gs pos="0">
                    <a:srgbClr val="F7F9FA"/>
                  </a:gs>
                  <a:gs pos="43000">
                    <a:srgbClr val="DAE1E6"/>
                  </a:gs>
                  <a:gs pos="100000">
                    <a:srgbClr val="B2BDC6"/>
                  </a:gs>
                </a:gsLst>
                <a:lin ang="2700000" scaled="1"/>
                <a:tileRect/>
              </a:gradFill>
              <a:ln w="1743" cap="rnd" cmpd="sng" algn="ctr">
                <a:noFill/>
                <a:prstDash val="solid"/>
                <a:round/>
                <a:headEnd type="none" w="med" len="med"/>
                <a:tailEnd type="none" w="med" len="med"/>
              </a:ln>
              <a:effectLst/>
            </p:spPr>
          </p:sp>
          <p:sp>
            <p:nvSpPr>
              <p:cNvPr id="267" name="ellipse_2529">
                <a:extLst>
                  <a:ext uri="{FF2B5EF4-FFF2-40B4-BE49-F238E27FC236}">
                    <a16:creationId xmlns:a16="http://schemas.microsoft.com/office/drawing/2014/main" id="{D82D59C4-8258-92F6-372F-552A02221564}"/>
                  </a:ext>
                </a:extLst>
              </p:cNvPr>
              <p:cNvSpPr/>
              <p:nvPr/>
            </p:nvSpPr>
            <p:spPr>
              <a:xfrm>
                <a:off x="1327790" y="3609446"/>
                <a:ext cx="20508" cy="20508"/>
              </a:xfrm>
              <a:prstGeom prst="ellipse">
                <a:avLst/>
              </a:prstGeom>
              <a:gradFill flip="none" rotWithShape="1">
                <a:gsLst>
                  <a:gs pos="0">
                    <a:srgbClr val="F6F7F9"/>
                  </a:gs>
                  <a:gs pos="43000">
                    <a:srgbClr val="D3DAE1"/>
                  </a:gs>
                  <a:gs pos="100000">
                    <a:srgbClr val="AAB6C0"/>
                  </a:gs>
                </a:gsLst>
                <a:lin ang="2700000" scaled="1"/>
                <a:tileRect/>
              </a:gradFill>
              <a:ln w="1743" cap="rnd" cmpd="sng" algn="ctr">
                <a:noFill/>
                <a:prstDash val="solid"/>
                <a:round/>
                <a:headEnd type="none" w="med" len="med"/>
                <a:tailEnd type="none" w="med" len="med"/>
              </a:ln>
              <a:effectLst/>
            </p:spPr>
          </p:sp>
          <p:sp>
            <p:nvSpPr>
              <p:cNvPr id="268" name="ellipse_2530">
                <a:extLst>
                  <a:ext uri="{FF2B5EF4-FFF2-40B4-BE49-F238E27FC236}">
                    <a16:creationId xmlns:a16="http://schemas.microsoft.com/office/drawing/2014/main" id="{6C0C96E3-2F52-EA25-C9DA-B71EC5622B4C}"/>
                  </a:ext>
                </a:extLst>
              </p:cNvPr>
              <p:cNvSpPr/>
              <p:nvPr/>
            </p:nvSpPr>
            <p:spPr>
              <a:xfrm>
                <a:off x="1408118" y="3688755"/>
                <a:ext cx="22554" cy="22554"/>
              </a:xfrm>
              <a:prstGeom prst="ellipse">
                <a:avLst/>
              </a:prstGeom>
              <a:gradFill flip="none" rotWithShape="1">
                <a:gsLst>
                  <a:gs pos="0">
                    <a:srgbClr val="F6F7F9"/>
                  </a:gs>
                  <a:gs pos="43000">
                    <a:srgbClr val="D3DAE1"/>
                  </a:gs>
                  <a:gs pos="100000">
                    <a:srgbClr val="AAB6C0"/>
                  </a:gs>
                </a:gsLst>
                <a:lin ang="2700000" scaled="1"/>
                <a:tileRect/>
              </a:gradFill>
              <a:ln w="1743" cap="rnd" cmpd="sng" algn="ctr">
                <a:noFill/>
                <a:prstDash val="solid"/>
                <a:round/>
                <a:headEnd type="none" w="med" len="med"/>
                <a:tailEnd type="none" w="med" len="med"/>
              </a:ln>
              <a:effectLst/>
            </p:spPr>
          </p:sp>
          <p:sp>
            <p:nvSpPr>
              <p:cNvPr id="269" name="ellipse_2531">
                <a:extLst>
                  <a:ext uri="{FF2B5EF4-FFF2-40B4-BE49-F238E27FC236}">
                    <a16:creationId xmlns:a16="http://schemas.microsoft.com/office/drawing/2014/main" id="{93B3B389-A012-25BA-6F06-EC9DB59C4AFB}"/>
                  </a:ext>
                </a:extLst>
              </p:cNvPr>
              <p:cNvSpPr/>
              <p:nvPr/>
            </p:nvSpPr>
            <p:spPr>
              <a:xfrm>
                <a:off x="1428373" y="3713303"/>
                <a:ext cx="24738" cy="24738"/>
              </a:xfrm>
              <a:prstGeom prst="ellipse">
                <a:avLst/>
              </a:prstGeom>
              <a:gradFill flip="none" rotWithShape="1">
                <a:gsLst>
                  <a:gs pos="0">
                    <a:srgbClr val="F6F8F9"/>
                  </a:gs>
                  <a:gs pos="43000">
                    <a:srgbClr val="D4DCE1"/>
                  </a:gs>
                  <a:gs pos="100000">
                    <a:srgbClr val="ABB8C1"/>
                  </a:gs>
                </a:gsLst>
                <a:lin ang="2700000" scaled="1"/>
                <a:tileRect/>
              </a:gradFill>
              <a:ln w="1743" cap="rnd" cmpd="sng" algn="ctr">
                <a:noFill/>
                <a:prstDash val="solid"/>
                <a:round/>
                <a:headEnd type="none" w="med" len="med"/>
                <a:tailEnd type="none" w="med" len="med"/>
              </a:ln>
              <a:effectLst/>
            </p:spPr>
          </p:sp>
          <p:sp>
            <p:nvSpPr>
              <p:cNvPr id="270" name="ellipse_2532">
                <a:extLst>
                  <a:ext uri="{FF2B5EF4-FFF2-40B4-BE49-F238E27FC236}">
                    <a16:creationId xmlns:a16="http://schemas.microsoft.com/office/drawing/2014/main" id="{2665C2E6-3081-4A7C-3918-CEE33E8D470F}"/>
                  </a:ext>
                </a:extLst>
              </p:cNvPr>
              <p:cNvSpPr/>
              <p:nvPr/>
            </p:nvSpPr>
            <p:spPr>
              <a:xfrm>
                <a:off x="1547670" y="3653309"/>
                <a:ext cx="21842" cy="21842"/>
              </a:xfrm>
              <a:prstGeom prst="ellipse">
                <a:avLst/>
              </a:prstGeom>
              <a:gradFill flip="none" rotWithShape="1">
                <a:gsLst>
                  <a:gs pos="0">
                    <a:srgbClr val="F7F8F9"/>
                  </a:gs>
                  <a:gs pos="43000">
                    <a:srgbClr val="D7DFE4"/>
                  </a:gs>
                  <a:gs pos="100000">
                    <a:srgbClr val="AFBBC3"/>
                  </a:gs>
                </a:gsLst>
                <a:lin ang="2700000" scaled="1"/>
                <a:tileRect/>
              </a:gradFill>
              <a:ln w="1743" cap="rnd" cmpd="sng" algn="ctr">
                <a:noFill/>
                <a:prstDash val="solid"/>
                <a:round/>
                <a:headEnd type="none" w="med" len="med"/>
                <a:tailEnd type="none" w="med" len="med"/>
              </a:ln>
              <a:effectLst/>
            </p:spPr>
          </p:sp>
          <p:sp>
            <p:nvSpPr>
              <p:cNvPr id="271" name="ellipse_2533">
                <a:extLst>
                  <a:ext uri="{FF2B5EF4-FFF2-40B4-BE49-F238E27FC236}">
                    <a16:creationId xmlns:a16="http://schemas.microsoft.com/office/drawing/2014/main" id="{397B20B9-05A2-1028-A146-5C34D6D3B38B}"/>
                  </a:ext>
                </a:extLst>
              </p:cNvPr>
              <p:cNvSpPr/>
              <p:nvPr/>
            </p:nvSpPr>
            <p:spPr>
              <a:xfrm>
                <a:off x="1517557" y="3700982"/>
                <a:ext cx="20964" cy="20964"/>
              </a:xfrm>
              <a:prstGeom prst="ellipse">
                <a:avLst/>
              </a:prstGeom>
              <a:gradFill flip="none" rotWithShape="1">
                <a:gsLst>
                  <a:gs pos="0">
                    <a:srgbClr val="F6F7F9"/>
                  </a:gs>
                  <a:gs pos="43000">
                    <a:srgbClr val="D2DAE0"/>
                  </a:gs>
                  <a:gs pos="100000">
                    <a:srgbClr val="AAB5BF"/>
                  </a:gs>
                </a:gsLst>
                <a:lin ang="2700000" scaled="1"/>
                <a:tileRect/>
              </a:gradFill>
              <a:ln w="1743" cap="rnd" cmpd="sng" algn="ctr">
                <a:noFill/>
                <a:prstDash val="solid"/>
                <a:round/>
                <a:headEnd type="none" w="med" len="med"/>
                <a:tailEnd type="none" w="med" len="med"/>
              </a:ln>
              <a:effectLst/>
            </p:spPr>
          </p:sp>
          <p:sp>
            <p:nvSpPr>
              <p:cNvPr id="272" name="ellipse_2534">
                <a:extLst>
                  <a:ext uri="{FF2B5EF4-FFF2-40B4-BE49-F238E27FC236}">
                    <a16:creationId xmlns:a16="http://schemas.microsoft.com/office/drawing/2014/main" id="{24BEC070-0982-29B4-3C14-877FC589287C}"/>
                  </a:ext>
                </a:extLst>
              </p:cNvPr>
              <p:cNvSpPr/>
              <p:nvPr/>
            </p:nvSpPr>
            <p:spPr>
              <a:xfrm>
                <a:off x="1535521" y="3630252"/>
                <a:ext cx="17917" cy="17917"/>
              </a:xfrm>
              <a:prstGeom prst="ellipse">
                <a:avLst/>
              </a:prstGeom>
              <a:gradFill flip="none" rotWithShape="1">
                <a:gsLst>
                  <a:gs pos="0">
                    <a:srgbClr val="F7F9FA"/>
                  </a:gs>
                  <a:gs pos="43000">
                    <a:srgbClr val="D9E0E5"/>
                  </a:gs>
                  <a:gs pos="100000">
                    <a:srgbClr val="B1BDC5"/>
                  </a:gs>
                </a:gsLst>
                <a:lin ang="2700000" scaled="1"/>
                <a:tileRect/>
              </a:gradFill>
              <a:ln w="1743" cap="rnd" cmpd="sng" algn="ctr">
                <a:noFill/>
                <a:prstDash val="solid"/>
                <a:round/>
                <a:headEnd type="none" w="med" len="med"/>
                <a:tailEnd type="none" w="med" len="med"/>
              </a:ln>
              <a:effectLst/>
            </p:spPr>
          </p:sp>
          <p:sp>
            <p:nvSpPr>
              <p:cNvPr id="273" name="ellipse_2535">
                <a:extLst>
                  <a:ext uri="{FF2B5EF4-FFF2-40B4-BE49-F238E27FC236}">
                    <a16:creationId xmlns:a16="http://schemas.microsoft.com/office/drawing/2014/main" id="{55DDB44C-FD52-691B-04E4-7F95F52CE81A}"/>
                  </a:ext>
                </a:extLst>
              </p:cNvPr>
              <p:cNvSpPr/>
              <p:nvPr/>
            </p:nvSpPr>
            <p:spPr>
              <a:xfrm>
                <a:off x="1344039" y="3678107"/>
                <a:ext cx="21719" cy="21719"/>
              </a:xfrm>
              <a:prstGeom prst="ellipse">
                <a:avLst/>
              </a:prstGeom>
              <a:gradFill flip="none" rotWithShape="1">
                <a:gsLst>
                  <a:gs pos="0">
                    <a:srgbClr val="F7F8F9"/>
                  </a:gs>
                  <a:gs pos="43000">
                    <a:srgbClr val="D7DEE4"/>
                  </a:gs>
                  <a:gs pos="100000">
                    <a:srgbClr val="AFBAC3"/>
                  </a:gs>
                </a:gsLst>
                <a:lin ang="2700000" scaled="1"/>
                <a:tileRect/>
              </a:gradFill>
              <a:ln w="1743" cap="rnd" cmpd="sng" algn="ctr">
                <a:noFill/>
                <a:prstDash val="solid"/>
                <a:round/>
                <a:headEnd type="none" w="med" len="med"/>
                <a:tailEnd type="none" w="med" len="med"/>
              </a:ln>
              <a:effectLst/>
            </p:spPr>
          </p:sp>
          <p:sp>
            <p:nvSpPr>
              <p:cNvPr id="274" name="ellipse_2536">
                <a:extLst>
                  <a:ext uri="{FF2B5EF4-FFF2-40B4-BE49-F238E27FC236}">
                    <a16:creationId xmlns:a16="http://schemas.microsoft.com/office/drawing/2014/main" id="{DB3B2982-BFEB-6A45-029C-914E51F65C38}"/>
                  </a:ext>
                </a:extLst>
              </p:cNvPr>
              <p:cNvSpPr/>
              <p:nvPr/>
            </p:nvSpPr>
            <p:spPr>
              <a:xfrm>
                <a:off x="1486134" y="3678415"/>
                <a:ext cx="22120" cy="22120"/>
              </a:xfrm>
              <a:prstGeom prst="ellipse">
                <a:avLst/>
              </a:prstGeom>
              <a:gradFill flip="none" rotWithShape="1">
                <a:gsLst>
                  <a:gs pos="0">
                    <a:srgbClr val="F5F7F8"/>
                  </a:gs>
                  <a:gs pos="43000">
                    <a:srgbClr val="CED7DD"/>
                  </a:gs>
                  <a:gs pos="100000">
                    <a:srgbClr val="A5B2BC"/>
                  </a:gs>
                </a:gsLst>
                <a:lin ang="2700000" scaled="1"/>
                <a:tileRect/>
              </a:gradFill>
              <a:ln w="1743" cap="rnd" cmpd="sng" algn="ctr">
                <a:noFill/>
                <a:prstDash val="solid"/>
                <a:round/>
                <a:headEnd type="none" w="med" len="med"/>
                <a:tailEnd type="none" w="med" len="med"/>
              </a:ln>
              <a:effectLst/>
            </p:spPr>
          </p:sp>
          <p:sp>
            <p:nvSpPr>
              <p:cNvPr id="275" name="ellipse_2537">
                <a:extLst>
                  <a:ext uri="{FF2B5EF4-FFF2-40B4-BE49-F238E27FC236}">
                    <a16:creationId xmlns:a16="http://schemas.microsoft.com/office/drawing/2014/main" id="{1DCF7FB2-5804-A9AC-7BD3-2FD6484DAE31}"/>
                  </a:ext>
                </a:extLst>
              </p:cNvPr>
              <p:cNvSpPr/>
              <p:nvPr/>
            </p:nvSpPr>
            <p:spPr>
              <a:xfrm>
                <a:off x="1538537" y="3597777"/>
                <a:ext cx="22828" cy="22828"/>
              </a:xfrm>
              <a:prstGeom prst="ellipse">
                <a:avLst/>
              </a:prstGeom>
              <a:gradFill flip="none" rotWithShape="1">
                <a:gsLst>
                  <a:gs pos="0">
                    <a:srgbClr val="F5F7F8"/>
                  </a:gs>
                  <a:gs pos="43000">
                    <a:srgbClr val="CFD7DE"/>
                  </a:gs>
                  <a:gs pos="100000">
                    <a:srgbClr val="A5B3BD"/>
                  </a:gs>
                </a:gsLst>
                <a:lin ang="2700000" scaled="1"/>
                <a:tileRect/>
              </a:gradFill>
              <a:ln w="1743" cap="rnd" cmpd="sng" algn="ctr">
                <a:noFill/>
                <a:prstDash val="solid"/>
                <a:round/>
                <a:headEnd type="none" w="med" len="med"/>
                <a:tailEnd type="none" w="med" len="med"/>
              </a:ln>
              <a:effectLst/>
            </p:spPr>
          </p:sp>
          <p:sp>
            <p:nvSpPr>
              <p:cNvPr id="276" name="ellipse_2538">
                <a:extLst>
                  <a:ext uri="{FF2B5EF4-FFF2-40B4-BE49-F238E27FC236}">
                    <a16:creationId xmlns:a16="http://schemas.microsoft.com/office/drawing/2014/main" id="{A02474CD-446B-71E2-5988-474DDE931302}"/>
                  </a:ext>
                </a:extLst>
              </p:cNvPr>
              <p:cNvSpPr/>
              <p:nvPr/>
            </p:nvSpPr>
            <p:spPr>
              <a:xfrm>
                <a:off x="1401131" y="3720374"/>
                <a:ext cx="16876" cy="16876"/>
              </a:xfrm>
              <a:prstGeom prst="ellipse">
                <a:avLst/>
              </a:prstGeom>
              <a:gradFill flip="none" rotWithShape="1">
                <a:gsLst>
                  <a:gs pos="0">
                    <a:srgbClr val="F6F7F9"/>
                  </a:gs>
                  <a:gs pos="43000">
                    <a:srgbClr val="D2DAE0"/>
                  </a:gs>
                  <a:gs pos="100000">
                    <a:srgbClr val="A9B5BF"/>
                  </a:gs>
                </a:gsLst>
                <a:lin ang="2700000" scaled="1"/>
                <a:tileRect/>
              </a:gradFill>
              <a:ln w="1743" cap="rnd" cmpd="sng" algn="ctr">
                <a:noFill/>
                <a:prstDash val="solid"/>
                <a:round/>
                <a:headEnd type="none" w="med" len="med"/>
                <a:tailEnd type="none" w="med" len="med"/>
              </a:ln>
              <a:effectLst/>
            </p:spPr>
          </p:sp>
          <p:sp>
            <p:nvSpPr>
              <p:cNvPr id="277" name="ellipse_2539">
                <a:extLst>
                  <a:ext uri="{FF2B5EF4-FFF2-40B4-BE49-F238E27FC236}">
                    <a16:creationId xmlns:a16="http://schemas.microsoft.com/office/drawing/2014/main" id="{BD2F4409-7EEB-52D8-AAEB-448DFA620366}"/>
                  </a:ext>
                </a:extLst>
              </p:cNvPr>
              <p:cNvSpPr/>
              <p:nvPr/>
            </p:nvSpPr>
            <p:spPr>
              <a:xfrm>
                <a:off x="1525941" y="3593109"/>
                <a:ext cx="21620" cy="21620"/>
              </a:xfrm>
              <a:prstGeom prst="ellipse">
                <a:avLst/>
              </a:prstGeom>
              <a:gradFill flip="none" rotWithShape="1">
                <a:gsLst>
                  <a:gs pos="0">
                    <a:srgbClr val="F5F7F8"/>
                  </a:gs>
                  <a:gs pos="43000">
                    <a:srgbClr val="CED7DD"/>
                  </a:gs>
                  <a:gs pos="100000">
                    <a:srgbClr val="A5B2BC"/>
                  </a:gs>
                </a:gsLst>
                <a:lin ang="2700000" scaled="1"/>
                <a:tileRect/>
              </a:gradFill>
              <a:ln w="1743" cap="rnd" cmpd="sng" algn="ctr">
                <a:noFill/>
                <a:prstDash val="solid"/>
                <a:round/>
                <a:headEnd type="none" w="med" len="med"/>
                <a:tailEnd type="none" w="med" len="med"/>
              </a:ln>
              <a:effectLst/>
            </p:spPr>
          </p:sp>
          <p:sp>
            <p:nvSpPr>
              <p:cNvPr id="278" name="ellipse_2540">
                <a:extLst>
                  <a:ext uri="{FF2B5EF4-FFF2-40B4-BE49-F238E27FC236}">
                    <a16:creationId xmlns:a16="http://schemas.microsoft.com/office/drawing/2014/main" id="{B046F8B0-10BA-D952-FE90-C1B0C839E19C}"/>
                  </a:ext>
                </a:extLst>
              </p:cNvPr>
              <p:cNvSpPr/>
              <p:nvPr/>
            </p:nvSpPr>
            <p:spPr>
              <a:xfrm>
                <a:off x="1462052" y="3689103"/>
                <a:ext cx="24723" cy="24723"/>
              </a:xfrm>
              <a:prstGeom prst="ellipse">
                <a:avLst/>
              </a:prstGeom>
              <a:gradFill flip="none" rotWithShape="1">
                <a:gsLst>
                  <a:gs pos="0">
                    <a:srgbClr val="F5F6F8"/>
                  </a:gs>
                  <a:gs pos="43000">
                    <a:srgbClr val="CDD6DC"/>
                  </a:gs>
                  <a:gs pos="100000">
                    <a:srgbClr val="A4B1BB"/>
                  </a:gs>
                </a:gsLst>
                <a:lin ang="2700000" scaled="1"/>
                <a:tileRect/>
              </a:gradFill>
              <a:ln w="1743" cap="rnd" cmpd="sng" algn="ctr">
                <a:noFill/>
                <a:prstDash val="solid"/>
                <a:round/>
                <a:headEnd type="none" w="med" len="med"/>
                <a:tailEnd type="none" w="med" len="med"/>
              </a:ln>
              <a:effectLst/>
            </p:spPr>
          </p:sp>
          <p:sp>
            <p:nvSpPr>
              <p:cNvPr id="279" name="ellipse_2541">
                <a:extLst>
                  <a:ext uri="{FF2B5EF4-FFF2-40B4-BE49-F238E27FC236}">
                    <a16:creationId xmlns:a16="http://schemas.microsoft.com/office/drawing/2014/main" id="{6CDD3FDB-8919-EB67-CF24-0BBBB42F1B40}"/>
                  </a:ext>
                </a:extLst>
              </p:cNvPr>
              <p:cNvSpPr/>
              <p:nvPr/>
            </p:nvSpPr>
            <p:spPr>
              <a:xfrm>
                <a:off x="1338003" y="3621442"/>
                <a:ext cx="17209" cy="17209"/>
              </a:xfrm>
              <a:prstGeom prst="ellipse">
                <a:avLst/>
              </a:prstGeom>
              <a:gradFill flip="none" rotWithShape="1">
                <a:gsLst>
                  <a:gs pos="0">
                    <a:srgbClr val="F4F6F8"/>
                  </a:gs>
                  <a:gs pos="43000">
                    <a:srgbClr val="CDD5DC"/>
                  </a:gs>
                  <a:gs pos="100000">
                    <a:srgbClr val="A3B0BB"/>
                  </a:gs>
                </a:gsLst>
                <a:lin ang="2700000" scaled="1"/>
                <a:tileRect/>
              </a:gradFill>
              <a:ln w="1743" cap="rnd" cmpd="sng" algn="ctr">
                <a:noFill/>
                <a:prstDash val="solid"/>
                <a:round/>
                <a:headEnd type="none" w="med" len="med"/>
                <a:tailEnd type="none" w="med" len="med"/>
              </a:ln>
              <a:effectLst/>
            </p:spPr>
          </p:sp>
          <p:sp>
            <p:nvSpPr>
              <p:cNvPr id="280" name="ellipse_2542">
                <a:extLst>
                  <a:ext uri="{FF2B5EF4-FFF2-40B4-BE49-F238E27FC236}">
                    <a16:creationId xmlns:a16="http://schemas.microsoft.com/office/drawing/2014/main" id="{CFF69E3F-D140-DFDF-D864-A50C0FB1B7E6}"/>
                  </a:ext>
                </a:extLst>
              </p:cNvPr>
              <p:cNvSpPr/>
              <p:nvPr/>
            </p:nvSpPr>
            <p:spPr>
              <a:xfrm>
                <a:off x="1436611" y="3687896"/>
                <a:ext cx="16365" cy="16365"/>
              </a:xfrm>
              <a:prstGeom prst="ellipse">
                <a:avLst/>
              </a:prstGeom>
              <a:gradFill flip="none" rotWithShape="1">
                <a:gsLst>
                  <a:gs pos="0">
                    <a:srgbClr val="F5F7F8"/>
                  </a:gs>
                  <a:gs pos="43000">
                    <a:srgbClr val="D1D9DF"/>
                  </a:gs>
                  <a:gs pos="100000">
                    <a:srgbClr val="A8B4BE"/>
                  </a:gs>
                </a:gsLst>
                <a:lin ang="2700000" scaled="1"/>
                <a:tileRect/>
              </a:gradFill>
              <a:ln w="1743" cap="rnd" cmpd="sng" algn="ctr">
                <a:noFill/>
                <a:prstDash val="solid"/>
                <a:round/>
                <a:headEnd type="none" w="med" len="med"/>
                <a:tailEnd type="none" w="med" len="med"/>
              </a:ln>
              <a:effectLst/>
            </p:spPr>
          </p:sp>
          <p:sp>
            <p:nvSpPr>
              <p:cNvPr id="281" name="ellipse_2543">
                <a:extLst>
                  <a:ext uri="{FF2B5EF4-FFF2-40B4-BE49-F238E27FC236}">
                    <a16:creationId xmlns:a16="http://schemas.microsoft.com/office/drawing/2014/main" id="{B433D9F3-CB47-4D67-4580-C3837455EBB1}"/>
                  </a:ext>
                </a:extLst>
              </p:cNvPr>
              <p:cNvSpPr/>
              <p:nvPr/>
            </p:nvSpPr>
            <p:spPr>
              <a:xfrm>
                <a:off x="1387354" y="3566640"/>
                <a:ext cx="17190" cy="17190"/>
              </a:xfrm>
              <a:prstGeom prst="ellipse">
                <a:avLst/>
              </a:prstGeom>
              <a:gradFill flip="none" rotWithShape="1">
                <a:gsLst>
                  <a:gs pos="0">
                    <a:srgbClr val="F7F8F9"/>
                  </a:gs>
                  <a:gs pos="43000">
                    <a:srgbClr val="D7DFE4"/>
                  </a:gs>
                  <a:gs pos="100000">
                    <a:srgbClr val="AFBBC4"/>
                  </a:gs>
                </a:gsLst>
                <a:lin ang="2700000" scaled="1"/>
                <a:tileRect/>
              </a:gradFill>
              <a:ln w="1743" cap="rnd" cmpd="sng" algn="ctr">
                <a:noFill/>
                <a:prstDash val="solid"/>
                <a:round/>
                <a:headEnd type="none" w="med" len="med"/>
                <a:tailEnd type="none" w="med" len="med"/>
              </a:ln>
              <a:effectLst/>
            </p:spPr>
          </p:sp>
          <p:sp>
            <p:nvSpPr>
              <p:cNvPr id="282" name="ellipse_2544">
                <a:extLst>
                  <a:ext uri="{FF2B5EF4-FFF2-40B4-BE49-F238E27FC236}">
                    <a16:creationId xmlns:a16="http://schemas.microsoft.com/office/drawing/2014/main" id="{391AF5BE-594E-6140-B5B9-411507B66A8E}"/>
                  </a:ext>
                </a:extLst>
              </p:cNvPr>
              <p:cNvSpPr/>
              <p:nvPr/>
            </p:nvSpPr>
            <p:spPr>
              <a:xfrm>
                <a:off x="1453977" y="3540995"/>
                <a:ext cx="18775" cy="18775"/>
              </a:xfrm>
              <a:prstGeom prst="ellipse">
                <a:avLst/>
              </a:prstGeom>
              <a:gradFill flip="none" rotWithShape="1">
                <a:gsLst>
                  <a:gs pos="0">
                    <a:srgbClr val="F5F7F8"/>
                  </a:gs>
                  <a:gs pos="43000">
                    <a:srgbClr val="CFD7DF"/>
                  </a:gs>
                  <a:gs pos="100000">
                    <a:srgbClr val="A6B3BD"/>
                  </a:gs>
                </a:gsLst>
                <a:lin ang="2700000" scaled="1"/>
                <a:tileRect/>
              </a:gradFill>
              <a:ln w="1743" cap="rnd" cmpd="sng" algn="ctr">
                <a:noFill/>
                <a:prstDash val="solid"/>
                <a:round/>
                <a:headEnd type="none" w="med" len="med"/>
                <a:tailEnd type="none" w="med" len="med"/>
              </a:ln>
              <a:effectLst/>
            </p:spPr>
          </p:sp>
          <p:sp>
            <p:nvSpPr>
              <p:cNvPr id="283" name="ellipse_2545">
                <a:extLst>
                  <a:ext uri="{FF2B5EF4-FFF2-40B4-BE49-F238E27FC236}">
                    <a16:creationId xmlns:a16="http://schemas.microsoft.com/office/drawing/2014/main" id="{7CC3A651-DEF4-1329-531E-5B06B51EB7C0}"/>
                  </a:ext>
                </a:extLst>
              </p:cNvPr>
              <p:cNvSpPr/>
              <p:nvPr/>
            </p:nvSpPr>
            <p:spPr>
              <a:xfrm>
                <a:off x="1487168" y="3548389"/>
                <a:ext cx="16148" cy="16148"/>
              </a:xfrm>
              <a:prstGeom prst="ellipse">
                <a:avLst/>
              </a:prstGeom>
              <a:gradFill flip="none" rotWithShape="1">
                <a:gsLst>
                  <a:gs pos="0">
                    <a:srgbClr val="F4F6F8"/>
                  </a:gs>
                  <a:gs pos="43000">
                    <a:srgbClr val="CDD5DC"/>
                  </a:gs>
                  <a:gs pos="100000">
                    <a:srgbClr val="A3B0BB"/>
                  </a:gs>
                </a:gsLst>
                <a:lin ang="2700000" scaled="1"/>
                <a:tileRect/>
              </a:gradFill>
              <a:ln w="1743" cap="rnd" cmpd="sng" algn="ctr">
                <a:noFill/>
                <a:prstDash val="solid"/>
                <a:round/>
                <a:headEnd type="none" w="med" len="med"/>
                <a:tailEnd type="none" w="med" len="med"/>
              </a:ln>
              <a:effectLst/>
            </p:spPr>
          </p:sp>
          <p:sp>
            <p:nvSpPr>
              <p:cNvPr id="284" name="ellipse_2546">
                <a:extLst>
                  <a:ext uri="{FF2B5EF4-FFF2-40B4-BE49-F238E27FC236}">
                    <a16:creationId xmlns:a16="http://schemas.microsoft.com/office/drawing/2014/main" id="{4C37BF13-BFF4-3F8C-15E9-FFCE23649A87}"/>
                  </a:ext>
                </a:extLst>
              </p:cNvPr>
              <p:cNvSpPr/>
              <p:nvPr/>
            </p:nvSpPr>
            <p:spPr>
              <a:xfrm>
                <a:off x="1536436" y="3643342"/>
                <a:ext cx="21862" cy="21862"/>
              </a:xfrm>
              <a:prstGeom prst="ellipse">
                <a:avLst/>
              </a:prstGeom>
              <a:gradFill flip="none" rotWithShape="1">
                <a:gsLst>
                  <a:gs pos="0">
                    <a:srgbClr val="F5F7F8"/>
                  </a:gs>
                  <a:gs pos="43000">
                    <a:srgbClr val="D0D8DF"/>
                  </a:gs>
                  <a:gs pos="100000">
                    <a:srgbClr val="A7B3BD"/>
                  </a:gs>
                </a:gsLst>
                <a:lin ang="2700000" scaled="1"/>
                <a:tileRect/>
              </a:gradFill>
              <a:ln w="1743" cap="rnd" cmpd="sng" algn="ctr">
                <a:noFill/>
                <a:prstDash val="solid"/>
                <a:round/>
                <a:headEnd type="none" w="med" len="med"/>
                <a:tailEnd type="none" w="med" len="med"/>
              </a:ln>
              <a:effectLst/>
            </p:spPr>
          </p:sp>
          <p:sp>
            <p:nvSpPr>
              <p:cNvPr id="285" name="ellipse_2547">
                <a:extLst>
                  <a:ext uri="{FF2B5EF4-FFF2-40B4-BE49-F238E27FC236}">
                    <a16:creationId xmlns:a16="http://schemas.microsoft.com/office/drawing/2014/main" id="{15350B39-3D01-138C-1044-103868E6C1E9}"/>
                  </a:ext>
                </a:extLst>
              </p:cNvPr>
              <p:cNvSpPr/>
              <p:nvPr/>
            </p:nvSpPr>
            <p:spPr>
              <a:xfrm>
                <a:off x="1542031" y="3603619"/>
                <a:ext cx="25264" cy="25264"/>
              </a:xfrm>
              <a:prstGeom prst="ellipse">
                <a:avLst/>
              </a:prstGeom>
              <a:gradFill flip="none" rotWithShape="1">
                <a:gsLst>
                  <a:gs pos="0">
                    <a:srgbClr val="F7F8F9"/>
                  </a:gs>
                  <a:gs pos="43000">
                    <a:srgbClr val="D7DFE4"/>
                  </a:gs>
                  <a:gs pos="100000">
                    <a:srgbClr val="AFBBC4"/>
                  </a:gs>
                </a:gsLst>
                <a:lin ang="2700000" scaled="1"/>
                <a:tileRect/>
              </a:gradFill>
              <a:ln w="1743" cap="rnd" cmpd="sng" algn="ctr">
                <a:noFill/>
                <a:prstDash val="solid"/>
                <a:round/>
                <a:headEnd type="none" w="med" len="med"/>
                <a:tailEnd type="none" w="med" len="med"/>
              </a:ln>
              <a:effectLst/>
            </p:spPr>
          </p:sp>
          <p:sp>
            <p:nvSpPr>
              <p:cNvPr id="286" name="ellipse_2548">
                <a:extLst>
                  <a:ext uri="{FF2B5EF4-FFF2-40B4-BE49-F238E27FC236}">
                    <a16:creationId xmlns:a16="http://schemas.microsoft.com/office/drawing/2014/main" id="{E5899459-B525-A733-FDD1-3CBAB3B3CEE2}"/>
                  </a:ext>
                </a:extLst>
              </p:cNvPr>
              <p:cNvSpPr/>
              <p:nvPr/>
            </p:nvSpPr>
            <p:spPr>
              <a:xfrm>
                <a:off x="1434762" y="3711046"/>
                <a:ext cx="16788" cy="16788"/>
              </a:xfrm>
              <a:prstGeom prst="ellipse">
                <a:avLst/>
              </a:prstGeom>
              <a:gradFill flip="none" rotWithShape="1">
                <a:gsLst>
                  <a:gs pos="0">
                    <a:srgbClr val="F6F8F9"/>
                  </a:gs>
                  <a:gs pos="43000">
                    <a:srgbClr val="D6DDE3"/>
                  </a:gs>
                  <a:gs pos="100000">
                    <a:srgbClr val="AEB9C2"/>
                  </a:gs>
                </a:gsLst>
                <a:lin ang="2700000" scaled="1"/>
                <a:tileRect/>
              </a:gradFill>
              <a:ln w="1743" cap="rnd" cmpd="sng" algn="ctr">
                <a:noFill/>
                <a:prstDash val="solid"/>
                <a:round/>
                <a:headEnd type="none" w="med" len="med"/>
                <a:tailEnd type="none" w="med" len="med"/>
              </a:ln>
              <a:effectLst/>
            </p:spPr>
          </p:sp>
          <p:sp>
            <p:nvSpPr>
              <p:cNvPr id="287" name="ellipse_2549">
                <a:extLst>
                  <a:ext uri="{FF2B5EF4-FFF2-40B4-BE49-F238E27FC236}">
                    <a16:creationId xmlns:a16="http://schemas.microsoft.com/office/drawing/2014/main" id="{3EBF023C-14E9-4D4C-75BA-E653CC64E8C0}"/>
                  </a:ext>
                </a:extLst>
              </p:cNvPr>
              <p:cNvSpPr/>
              <p:nvPr/>
            </p:nvSpPr>
            <p:spPr>
              <a:xfrm>
                <a:off x="1543438" y="3672057"/>
                <a:ext cx="23717" cy="23717"/>
              </a:xfrm>
              <a:prstGeom prst="ellipse">
                <a:avLst/>
              </a:prstGeom>
              <a:gradFill flip="none" rotWithShape="1">
                <a:gsLst>
                  <a:gs pos="0">
                    <a:srgbClr val="F6F8F9"/>
                  </a:gs>
                  <a:gs pos="43000">
                    <a:srgbClr val="D5DCE2"/>
                  </a:gs>
                  <a:gs pos="100000">
                    <a:srgbClr val="ADB8C2"/>
                  </a:gs>
                </a:gsLst>
                <a:lin ang="2700000" scaled="1"/>
                <a:tileRect/>
              </a:gradFill>
              <a:ln w="1743" cap="rnd" cmpd="sng" algn="ctr">
                <a:noFill/>
                <a:prstDash val="solid"/>
                <a:round/>
                <a:headEnd type="none" w="med" len="med"/>
                <a:tailEnd type="none" w="med" len="med"/>
              </a:ln>
              <a:effectLst/>
            </p:spPr>
          </p:sp>
          <p:sp>
            <p:nvSpPr>
              <p:cNvPr id="288" name="ellipse_2550">
                <a:extLst>
                  <a:ext uri="{FF2B5EF4-FFF2-40B4-BE49-F238E27FC236}">
                    <a16:creationId xmlns:a16="http://schemas.microsoft.com/office/drawing/2014/main" id="{6067695C-84D5-EECB-20B9-F27354119662}"/>
                  </a:ext>
                </a:extLst>
              </p:cNvPr>
              <p:cNvSpPr/>
              <p:nvPr/>
            </p:nvSpPr>
            <p:spPr>
              <a:xfrm>
                <a:off x="1529817" y="3654293"/>
                <a:ext cx="15593" cy="15593"/>
              </a:xfrm>
              <a:prstGeom prst="ellipse">
                <a:avLst/>
              </a:prstGeom>
              <a:gradFill flip="none" rotWithShape="1">
                <a:gsLst>
                  <a:gs pos="0">
                    <a:srgbClr val="F7F8F9"/>
                  </a:gs>
                  <a:gs pos="43000">
                    <a:srgbClr val="D7DFE4"/>
                  </a:gs>
                  <a:gs pos="100000">
                    <a:srgbClr val="AFBBC3"/>
                  </a:gs>
                </a:gsLst>
                <a:lin ang="2700000" scaled="1"/>
                <a:tileRect/>
              </a:gradFill>
              <a:ln w="1743" cap="rnd" cmpd="sng" algn="ctr">
                <a:noFill/>
                <a:prstDash val="solid"/>
                <a:round/>
                <a:headEnd type="none" w="med" len="med"/>
                <a:tailEnd type="none" w="med" len="med"/>
              </a:ln>
              <a:effectLst/>
            </p:spPr>
          </p:sp>
          <p:sp>
            <p:nvSpPr>
              <p:cNvPr id="289" name="ellipse_2551">
                <a:extLst>
                  <a:ext uri="{FF2B5EF4-FFF2-40B4-BE49-F238E27FC236}">
                    <a16:creationId xmlns:a16="http://schemas.microsoft.com/office/drawing/2014/main" id="{C98B24CA-1AB6-4100-96AF-C2D6F92CAEDE}"/>
                  </a:ext>
                </a:extLst>
              </p:cNvPr>
              <p:cNvSpPr/>
              <p:nvPr/>
            </p:nvSpPr>
            <p:spPr>
              <a:xfrm>
                <a:off x="1550063" y="3626271"/>
                <a:ext cx="18725" cy="18725"/>
              </a:xfrm>
              <a:prstGeom prst="ellipse">
                <a:avLst/>
              </a:prstGeom>
              <a:gradFill flip="none" rotWithShape="1">
                <a:gsLst>
                  <a:gs pos="0">
                    <a:srgbClr val="F5F7F8"/>
                  </a:gs>
                  <a:gs pos="43000">
                    <a:srgbClr val="CFD7DE"/>
                  </a:gs>
                  <a:gs pos="100000">
                    <a:srgbClr val="A5B2BD"/>
                  </a:gs>
                </a:gsLst>
                <a:lin ang="2700000" scaled="1"/>
                <a:tileRect/>
              </a:gradFill>
              <a:ln w="1743" cap="rnd" cmpd="sng" algn="ctr">
                <a:noFill/>
                <a:prstDash val="solid"/>
                <a:round/>
                <a:headEnd type="none" w="med" len="med"/>
                <a:tailEnd type="none" w="med" len="med"/>
              </a:ln>
              <a:effectLst/>
            </p:spPr>
          </p:sp>
          <p:sp>
            <p:nvSpPr>
              <p:cNvPr id="290" name="ellipse_2552">
                <a:extLst>
                  <a:ext uri="{FF2B5EF4-FFF2-40B4-BE49-F238E27FC236}">
                    <a16:creationId xmlns:a16="http://schemas.microsoft.com/office/drawing/2014/main" id="{A0A6909F-141E-1139-9538-16BE3B9D2B9E}"/>
                  </a:ext>
                </a:extLst>
              </p:cNvPr>
              <p:cNvSpPr/>
              <p:nvPr/>
            </p:nvSpPr>
            <p:spPr>
              <a:xfrm>
                <a:off x="1395088" y="3533435"/>
                <a:ext cx="15948" cy="15948"/>
              </a:xfrm>
              <a:prstGeom prst="ellipse">
                <a:avLst/>
              </a:prstGeom>
              <a:gradFill flip="none" rotWithShape="1">
                <a:gsLst>
                  <a:gs pos="0">
                    <a:srgbClr val="F5F7F8"/>
                  </a:gs>
                  <a:gs pos="43000">
                    <a:srgbClr val="D1D9DF"/>
                  </a:gs>
                  <a:gs pos="100000">
                    <a:srgbClr val="A8B4BE"/>
                  </a:gs>
                </a:gsLst>
                <a:lin ang="2700000" scaled="1"/>
                <a:tileRect/>
              </a:gradFill>
              <a:ln w="1743" cap="rnd" cmpd="sng" algn="ctr">
                <a:noFill/>
                <a:prstDash val="solid"/>
                <a:round/>
                <a:headEnd type="none" w="med" len="med"/>
                <a:tailEnd type="none" w="med" len="med"/>
              </a:ln>
              <a:effectLst/>
            </p:spPr>
          </p:sp>
          <p:sp>
            <p:nvSpPr>
              <p:cNvPr id="291" name="ellipse_2553">
                <a:extLst>
                  <a:ext uri="{FF2B5EF4-FFF2-40B4-BE49-F238E27FC236}">
                    <a16:creationId xmlns:a16="http://schemas.microsoft.com/office/drawing/2014/main" id="{B51F9887-55B5-C5DF-F28A-983B345D8191}"/>
                  </a:ext>
                </a:extLst>
              </p:cNvPr>
              <p:cNvSpPr/>
              <p:nvPr/>
            </p:nvSpPr>
            <p:spPr>
              <a:xfrm>
                <a:off x="1313742" y="3573420"/>
                <a:ext cx="15496" cy="15496"/>
              </a:xfrm>
              <a:prstGeom prst="ellipse">
                <a:avLst/>
              </a:prstGeom>
              <a:gradFill flip="none" rotWithShape="1">
                <a:gsLst>
                  <a:gs pos="0">
                    <a:srgbClr val="F6F8F9"/>
                  </a:gs>
                  <a:gs pos="43000">
                    <a:srgbClr val="D5DCE3"/>
                  </a:gs>
                  <a:gs pos="100000">
                    <a:srgbClr val="ADB8C2"/>
                  </a:gs>
                </a:gsLst>
                <a:lin ang="2700000" scaled="1"/>
                <a:tileRect/>
              </a:gradFill>
              <a:ln w="1743" cap="rnd" cmpd="sng" algn="ctr">
                <a:noFill/>
                <a:prstDash val="solid"/>
                <a:round/>
                <a:headEnd type="none" w="med" len="med"/>
                <a:tailEnd type="none" w="med" len="med"/>
              </a:ln>
              <a:effectLst/>
            </p:spPr>
          </p:sp>
          <p:sp>
            <p:nvSpPr>
              <p:cNvPr id="292" name="ellipse_2554">
                <a:extLst>
                  <a:ext uri="{FF2B5EF4-FFF2-40B4-BE49-F238E27FC236}">
                    <a16:creationId xmlns:a16="http://schemas.microsoft.com/office/drawing/2014/main" id="{C9DD42D7-1497-EC7C-A5AF-39BDFD768099}"/>
                  </a:ext>
                </a:extLst>
              </p:cNvPr>
              <p:cNvSpPr/>
              <p:nvPr/>
            </p:nvSpPr>
            <p:spPr>
              <a:xfrm>
                <a:off x="1329291" y="3672157"/>
                <a:ext cx="23375" cy="23375"/>
              </a:xfrm>
              <a:prstGeom prst="ellipse">
                <a:avLst/>
              </a:prstGeom>
              <a:gradFill flip="none" rotWithShape="1">
                <a:gsLst>
                  <a:gs pos="0">
                    <a:srgbClr val="F7F9FA"/>
                  </a:gs>
                  <a:gs pos="43000">
                    <a:srgbClr val="DAE0E6"/>
                  </a:gs>
                  <a:gs pos="100000">
                    <a:srgbClr val="B2BDC6"/>
                  </a:gs>
                </a:gsLst>
                <a:lin ang="2700000" scaled="1"/>
                <a:tileRect/>
              </a:gradFill>
              <a:ln w="1743" cap="rnd" cmpd="sng" algn="ctr">
                <a:noFill/>
                <a:prstDash val="solid"/>
                <a:round/>
                <a:headEnd type="none" w="med" len="med"/>
                <a:tailEnd type="none" w="med" len="med"/>
              </a:ln>
              <a:effectLst/>
            </p:spPr>
          </p:sp>
          <p:sp>
            <p:nvSpPr>
              <p:cNvPr id="293" name="ellipse_2555">
                <a:extLst>
                  <a:ext uri="{FF2B5EF4-FFF2-40B4-BE49-F238E27FC236}">
                    <a16:creationId xmlns:a16="http://schemas.microsoft.com/office/drawing/2014/main" id="{3F789A2A-09D0-392D-BA7C-1F90338938D1}"/>
                  </a:ext>
                </a:extLst>
              </p:cNvPr>
              <p:cNvSpPr/>
              <p:nvPr/>
            </p:nvSpPr>
            <p:spPr>
              <a:xfrm>
                <a:off x="1307786" y="3621846"/>
                <a:ext cx="22071" cy="22071"/>
              </a:xfrm>
              <a:prstGeom prst="ellipse">
                <a:avLst/>
              </a:prstGeom>
              <a:gradFill flip="none" rotWithShape="1">
                <a:gsLst>
                  <a:gs pos="0">
                    <a:srgbClr val="F7F8F9"/>
                  </a:gs>
                  <a:gs pos="43000">
                    <a:srgbClr val="D8DFE4"/>
                  </a:gs>
                  <a:gs pos="100000">
                    <a:srgbClr val="B0BCC4"/>
                  </a:gs>
                </a:gsLst>
                <a:lin ang="2700000" scaled="1"/>
                <a:tileRect/>
              </a:gradFill>
              <a:ln w="1743" cap="rnd" cmpd="sng" algn="ctr">
                <a:noFill/>
                <a:prstDash val="solid"/>
                <a:round/>
                <a:headEnd type="none" w="med" len="med"/>
                <a:tailEnd type="none" w="med" len="med"/>
              </a:ln>
              <a:effectLst/>
            </p:spPr>
          </p:sp>
          <p:sp>
            <p:nvSpPr>
              <p:cNvPr id="294" name="ellipse_2556">
                <a:extLst>
                  <a:ext uri="{FF2B5EF4-FFF2-40B4-BE49-F238E27FC236}">
                    <a16:creationId xmlns:a16="http://schemas.microsoft.com/office/drawing/2014/main" id="{CDD4C285-88D5-EB92-4FF3-FBA259B28892}"/>
                  </a:ext>
                </a:extLst>
              </p:cNvPr>
              <p:cNvSpPr/>
              <p:nvPr/>
            </p:nvSpPr>
            <p:spPr>
              <a:xfrm>
                <a:off x="1584475" y="3627694"/>
                <a:ext cx="15386" cy="15386"/>
              </a:xfrm>
              <a:prstGeom prst="ellipse">
                <a:avLst/>
              </a:prstGeom>
              <a:gradFill flip="none" rotWithShape="1">
                <a:gsLst>
                  <a:gs pos="0">
                    <a:srgbClr val="F7F8FA"/>
                  </a:gs>
                  <a:gs pos="43000">
                    <a:srgbClr val="D9DFE5"/>
                  </a:gs>
                  <a:gs pos="100000">
                    <a:srgbClr val="B1BCC5"/>
                  </a:gs>
                </a:gsLst>
                <a:lin ang="2700000" scaled="1"/>
                <a:tileRect/>
              </a:gradFill>
              <a:ln w="1743" cap="rnd" cmpd="sng" algn="ctr">
                <a:noFill/>
                <a:prstDash val="solid"/>
                <a:round/>
                <a:headEnd type="none" w="med" len="med"/>
                <a:tailEnd type="none" w="med" len="med"/>
              </a:ln>
              <a:effectLst/>
            </p:spPr>
          </p:sp>
          <p:sp>
            <p:nvSpPr>
              <p:cNvPr id="295" name="ellipse_2557">
                <a:extLst>
                  <a:ext uri="{FF2B5EF4-FFF2-40B4-BE49-F238E27FC236}">
                    <a16:creationId xmlns:a16="http://schemas.microsoft.com/office/drawing/2014/main" id="{036C5327-B2B8-9796-434A-27EAEA809D16}"/>
                  </a:ext>
                </a:extLst>
              </p:cNvPr>
              <p:cNvSpPr/>
              <p:nvPr/>
            </p:nvSpPr>
            <p:spPr>
              <a:xfrm>
                <a:off x="1453895" y="3558216"/>
                <a:ext cx="24625" cy="24625"/>
              </a:xfrm>
              <a:prstGeom prst="ellipse">
                <a:avLst/>
              </a:prstGeom>
              <a:gradFill flip="none" rotWithShape="1">
                <a:gsLst>
                  <a:gs pos="0">
                    <a:srgbClr val="F5F7F8"/>
                  </a:gs>
                  <a:gs pos="43000">
                    <a:srgbClr val="D0D8DF"/>
                  </a:gs>
                  <a:gs pos="100000">
                    <a:srgbClr val="A7B3BE"/>
                  </a:gs>
                </a:gsLst>
                <a:lin ang="2700000" scaled="1"/>
                <a:tileRect/>
              </a:gradFill>
              <a:ln w="1743" cap="rnd" cmpd="sng" algn="ctr">
                <a:noFill/>
                <a:prstDash val="solid"/>
                <a:round/>
                <a:headEnd type="none" w="med" len="med"/>
                <a:tailEnd type="none" w="med" len="med"/>
              </a:ln>
              <a:effectLst/>
            </p:spPr>
          </p:sp>
          <p:sp>
            <p:nvSpPr>
              <p:cNvPr id="296" name="ellipse_2558">
                <a:extLst>
                  <a:ext uri="{FF2B5EF4-FFF2-40B4-BE49-F238E27FC236}">
                    <a16:creationId xmlns:a16="http://schemas.microsoft.com/office/drawing/2014/main" id="{4378DB49-3909-9476-9010-BB5A947A7C2A}"/>
                  </a:ext>
                </a:extLst>
              </p:cNvPr>
              <p:cNvSpPr/>
              <p:nvPr/>
            </p:nvSpPr>
            <p:spPr>
              <a:xfrm>
                <a:off x="1514397" y="3669171"/>
                <a:ext cx="15296" cy="15296"/>
              </a:xfrm>
              <a:prstGeom prst="ellipse">
                <a:avLst/>
              </a:prstGeom>
              <a:gradFill flip="none" rotWithShape="1">
                <a:gsLst>
                  <a:gs pos="0">
                    <a:srgbClr val="F6F7F9"/>
                  </a:gs>
                  <a:gs pos="43000">
                    <a:srgbClr val="D3DAE1"/>
                  </a:gs>
                  <a:gs pos="100000">
                    <a:srgbClr val="AAB6C0"/>
                  </a:gs>
                </a:gsLst>
                <a:lin ang="2700000" scaled="1"/>
                <a:tileRect/>
              </a:gradFill>
              <a:ln w="1743" cap="rnd" cmpd="sng" algn="ctr">
                <a:noFill/>
                <a:prstDash val="solid"/>
                <a:round/>
                <a:headEnd type="none" w="med" len="med"/>
                <a:tailEnd type="none" w="med" len="med"/>
              </a:ln>
              <a:effectLst/>
            </p:spPr>
          </p:sp>
          <p:sp>
            <p:nvSpPr>
              <p:cNvPr id="297" name="ellipse_2559">
                <a:extLst>
                  <a:ext uri="{FF2B5EF4-FFF2-40B4-BE49-F238E27FC236}">
                    <a16:creationId xmlns:a16="http://schemas.microsoft.com/office/drawing/2014/main" id="{09D4CB75-D7FC-1A97-951D-9CD42B6CC4BF}"/>
                  </a:ext>
                </a:extLst>
              </p:cNvPr>
              <p:cNvSpPr/>
              <p:nvPr/>
            </p:nvSpPr>
            <p:spPr>
              <a:xfrm>
                <a:off x="1502877" y="3686988"/>
                <a:ext cx="19310" cy="19310"/>
              </a:xfrm>
              <a:prstGeom prst="ellipse">
                <a:avLst/>
              </a:prstGeom>
              <a:gradFill flip="none" rotWithShape="1">
                <a:gsLst>
                  <a:gs pos="0">
                    <a:srgbClr val="F5F7F8"/>
                  </a:gs>
                  <a:gs pos="43000">
                    <a:srgbClr val="CED7DD"/>
                  </a:gs>
                  <a:gs pos="100000">
                    <a:srgbClr val="A5B2BC"/>
                  </a:gs>
                </a:gsLst>
                <a:lin ang="2700000" scaled="1"/>
                <a:tileRect/>
              </a:gradFill>
              <a:ln w="1743" cap="rnd" cmpd="sng" algn="ctr">
                <a:noFill/>
                <a:prstDash val="solid"/>
                <a:round/>
                <a:headEnd type="none" w="med" len="med"/>
                <a:tailEnd type="none" w="med" len="med"/>
              </a:ln>
              <a:effectLst/>
            </p:spPr>
          </p:sp>
          <p:sp>
            <p:nvSpPr>
              <p:cNvPr id="298" name="ellipse_2560">
                <a:extLst>
                  <a:ext uri="{FF2B5EF4-FFF2-40B4-BE49-F238E27FC236}">
                    <a16:creationId xmlns:a16="http://schemas.microsoft.com/office/drawing/2014/main" id="{A7D5DCB9-A475-94C4-BF7C-287AB3E1BAFD}"/>
                  </a:ext>
                </a:extLst>
              </p:cNvPr>
              <p:cNvSpPr/>
              <p:nvPr/>
            </p:nvSpPr>
            <p:spPr>
              <a:xfrm>
                <a:off x="1507745" y="3695631"/>
                <a:ext cx="15466" cy="15466"/>
              </a:xfrm>
              <a:prstGeom prst="ellipse">
                <a:avLst/>
              </a:prstGeom>
              <a:gradFill flip="none" rotWithShape="1">
                <a:gsLst>
                  <a:gs pos="0">
                    <a:srgbClr val="F6F8F9"/>
                  </a:gs>
                  <a:gs pos="43000">
                    <a:srgbClr val="D4DCE1"/>
                  </a:gs>
                  <a:gs pos="100000">
                    <a:srgbClr val="ABB8C1"/>
                  </a:gs>
                </a:gsLst>
                <a:lin ang="2700000" scaled="1"/>
                <a:tileRect/>
              </a:gradFill>
              <a:ln w="1743" cap="rnd" cmpd="sng" algn="ctr">
                <a:noFill/>
                <a:prstDash val="solid"/>
                <a:round/>
                <a:headEnd type="none" w="med" len="med"/>
                <a:tailEnd type="none" w="med" len="med"/>
              </a:ln>
              <a:effectLst/>
            </p:spPr>
          </p:sp>
          <p:sp>
            <p:nvSpPr>
              <p:cNvPr id="299" name="ellipse_2561">
                <a:extLst>
                  <a:ext uri="{FF2B5EF4-FFF2-40B4-BE49-F238E27FC236}">
                    <a16:creationId xmlns:a16="http://schemas.microsoft.com/office/drawing/2014/main" id="{0CA673BF-357C-B01C-31A9-9FB9B19F7DA6}"/>
                  </a:ext>
                </a:extLst>
              </p:cNvPr>
              <p:cNvSpPr/>
              <p:nvPr/>
            </p:nvSpPr>
            <p:spPr>
              <a:xfrm>
                <a:off x="1432818" y="3538051"/>
                <a:ext cx="19094" cy="19094"/>
              </a:xfrm>
              <a:prstGeom prst="ellipse">
                <a:avLst/>
              </a:prstGeom>
              <a:gradFill flip="none" rotWithShape="1">
                <a:gsLst>
                  <a:gs pos="0">
                    <a:srgbClr val="F4F6F8"/>
                  </a:gs>
                  <a:gs pos="43000">
                    <a:srgbClr val="CDD5DC"/>
                  </a:gs>
                  <a:gs pos="100000">
                    <a:srgbClr val="A3B0BA"/>
                  </a:gs>
                </a:gsLst>
                <a:lin ang="2700000" scaled="1"/>
                <a:tileRect/>
              </a:gradFill>
              <a:ln w="1743" cap="rnd" cmpd="sng" algn="ctr">
                <a:noFill/>
                <a:prstDash val="solid"/>
                <a:round/>
                <a:headEnd type="none" w="med" len="med"/>
                <a:tailEnd type="none" w="med" len="med"/>
              </a:ln>
              <a:effectLst/>
            </p:spPr>
          </p:sp>
          <p:sp>
            <p:nvSpPr>
              <p:cNvPr id="300" name="ellipse_2562">
                <a:extLst>
                  <a:ext uri="{FF2B5EF4-FFF2-40B4-BE49-F238E27FC236}">
                    <a16:creationId xmlns:a16="http://schemas.microsoft.com/office/drawing/2014/main" id="{14D7837D-194C-E0A4-16A4-B5F8F1BBDC8D}"/>
                  </a:ext>
                </a:extLst>
              </p:cNvPr>
              <p:cNvSpPr/>
              <p:nvPr/>
            </p:nvSpPr>
            <p:spPr>
              <a:xfrm>
                <a:off x="1511410" y="3670510"/>
                <a:ext cx="18124" cy="18124"/>
              </a:xfrm>
              <a:prstGeom prst="ellipse">
                <a:avLst/>
              </a:prstGeom>
              <a:gradFill flip="none" rotWithShape="1">
                <a:gsLst>
                  <a:gs pos="0">
                    <a:srgbClr val="F5F6F8"/>
                  </a:gs>
                  <a:gs pos="43000">
                    <a:srgbClr val="CDD5DC"/>
                  </a:gs>
                  <a:gs pos="100000">
                    <a:srgbClr val="A4B0BB"/>
                  </a:gs>
                </a:gsLst>
                <a:lin ang="2700000" scaled="1"/>
                <a:tileRect/>
              </a:gradFill>
              <a:ln w="1743" cap="rnd" cmpd="sng" algn="ctr">
                <a:noFill/>
                <a:prstDash val="solid"/>
                <a:round/>
                <a:headEnd type="none" w="med" len="med"/>
                <a:tailEnd type="none" w="med" len="med"/>
              </a:ln>
              <a:effectLst/>
            </p:spPr>
          </p:sp>
          <p:sp>
            <p:nvSpPr>
              <p:cNvPr id="301" name="ellipse_2563">
                <a:extLst>
                  <a:ext uri="{FF2B5EF4-FFF2-40B4-BE49-F238E27FC236}">
                    <a16:creationId xmlns:a16="http://schemas.microsoft.com/office/drawing/2014/main" id="{52EF51FB-802D-1292-5FE0-A46343ADBA16}"/>
                  </a:ext>
                </a:extLst>
              </p:cNvPr>
              <p:cNvSpPr/>
              <p:nvPr/>
            </p:nvSpPr>
            <p:spPr>
              <a:xfrm>
                <a:off x="1465959" y="3697582"/>
                <a:ext cx="20714" cy="20714"/>
              </a:xfrm>
              <a:prstGeom prst="ellipse">
                <a:avLst/>
              </a:prstGeom>
              <a:gradFill flip="none" rotWithShape="1">
                <a:gsLst>
                  <a:gs pos="0">
                    <a:srgbClr val="F7F9FA"/>
                  </a:gs>
                  <a:gs pos="43000">
                    <a:srgbClr val="DAE0E5"/>
                  </a:gs>
                  <a:gs pos="100000">
                    <a:srgbClr val="B2BDC5"/>
                  </a:gs>
                </a:gsLst>
                <a:lin ang="2700000" scaled="1"/>
                <a:tileRect/>
              </a:gradFill>
              <a:ln w="1743" cap="rnd" cmpd="sng" algn="ctr">
                <a:noFill/>
                <a:prstDash val="solid"/>
                <a:round/>
                <a:headEnd type="none" w="med" len="med"/>
                <a:tailEnd type="none" w="med" len="med"/>
              </a:ln>
              <a:effectLst/>
            </p:spPr>
          </p:sp>
          <p:sp>
            <p:nvSpPr>
              <p:cNvPr id="302" name="ellipse_2564">
                <a:extLst>
                  <a:ext uri="{FF2B5EF4-FFF2-40B4-BE49-F238E27FC236}">
                    <a16:creationId xmlns:a16="http://schemas.microsoft.com/office/drawing/2014/main" id="{AA596AC5-44B7-562E-BE66-331758298370}"/>
                  </a:ext>
                </a:extLst>
              </p:cNvPr>
              <p:cNvSpPr/>
              <p:nvPr/>
            </p:nvSpPr>
            <p:spPr>
              <a:xfrm>
                <a:off x="1421039" y="3688264"/>
                <a:ext cx="20580" cy="20580"/>
              </a:xfrm>
              <a:prstGeom prst="ellipse">
                <a:avLst/>
              </a:prstGeom>
              <a:gradFill flip="none" rotWithShape="1">
                <a:gsLst>
                  <a:gs pos="0">
                    <a:srgbClr val="F6F8F9"/>
                  </a:gs>
                  <a:gs pos="43000">
                    <a:srgbClr val="D5DCE2"/>
                  </a:gs>
                  <a:gs pos="100000">
                    <a:srgbClr val="ADB8C2"/>
                  </a:gs>
                </a:gsLst>
                <a:lin ang="2700000" scaled="1"/>
                <a:tileRect/>
              </a:gradFill>
              <a:ln w="1743" cap="rnd" cmpd="sng" algn="ctr">
                <a:noFill/>
                <a:prstDash val="solid"/>
                <a:round/>
                <a:headEnd type="none" w="med" len="med"/>
                <a:tailEnd type="none" w="med" len="med"/>
              </a:ln>
              <a:effectLst/>
            </p:spPr>
          </p:sp>
          <p:sp>
            <p:nvSpPr>
              <p:cNvPr id="303" name="ellipse_2565">
                <a:extLst>
                  <a:ext uri="{FF2B5EF4-FFF2-40B4-BE49-F238E27FC236}">
                    <a16:creationId xmlns:a16="http://schemas.microsoft.com/office/drawing/2014/main" id="{36782CF2-34EA-A5F7-ED53-7D6A038E7F34}"/>
                  </a:ext>
                </a:extLst>
              </p:cNvPr>
              <p:cNvSpPr/>
              <p:nvPr/>
            </p:nvSpPr>
            <p:spPr>
              <a:xfrm>
                <a:off x="1317547" y="3643031"/>
                <a:ext cx="24656" cy="24656"/>
              </a:xfrm>
              <a:prstGeom prst="ellipse">
                <a:avLst/>
              </a:prstGeom>
              <a:gradFill flip="none" rotWithShape="1">
                <a:gsLst>
                  <a:gs pos="0">
                    <a:srgbClr val="F6F7F8"/>
                  </a:gs>
                  <a:gs pos="43000">
                    <a:srgbClr val="D2DADF"/>
                  </a:gs>
                  <a:gs pos="100000">
                    <a:srgbClr val="A9B5BE"/>
                  </a:gs>
                </a:gsLst>
                <a:lin ang="2700000" scaled="1"/>
                <a:tileRect/>
              </a:gradFill>
              <a:ln w="1743" cap="rnd" cmpd="sng" algn="ctr">
                <a:noFill/>
                <a:prstDash val="solid"/>
                <a:round/>
                <a:headEnd type="none" w="med" len="med"/>
                <a:tailEnd type="none" w="med" len="med"/>
              </a:ln>
              <a:effectLst/>
            </p:spPr>
          </p:sp>
          <p:sp>
            <p:nvSpPr>
              <p:cNvPr id="304" name="ellipse_2566">
                <a:extLst>
                  <a:ext uri="{FF2B5EF4-FFF2-40B4-BE49-F238E27FC236}">
                    <a16:creationId xmlns:a16="http://schemas.microsoft.com/office/drawing/2014/main" id="{91F74E74-C2E5-F844-4C90-9158C8F7F24E}"/>
                  </a:ext>
                </a:extLst>
              </p:cNvPr>
              <p:cNvSpPr/>
              <p:nvPr/>
            </p:nvSpPr>
            <p:spPr>
              <a:xfrm>
                <a:off x="1490146" y="3564893"/>
                <a:ext cx="23114" cy="23114"/>
              </a:xfrm>
              <a:prstGeom prst="ellipse">
                <a:avLst/>
              </a:prstGeom>
              <a:gradFill flip="none" rotWithShape="1">
                <a:gsLst>
                  <a:gs pos="0">
                    <a:srgbClr val="F5F7F8"/>
                  </a:gs>
                  <a:gs pos="43000">
                    <a:srgbClr val="D1D9DF"/>
                  </a:gs>
                  <a:gs pos="100000">
                    <a:srgbClr val="A8B4BE"/>
                  </a:gs>
                </a:gsLst>
                <a:lin ang="2700000" scaled="1"/>
                <a:tileRect/>
              </a:gradFill>
              <a:ln w="1743" cap="rnd" cmpd="sng" algn="ctr">
                <a:noFill/>
                <a:prstDash val="solid"/>
                <a:round/>
                <a:headEnd type="none" w="med" len="med"/>
                <a:tailEnd type="none" w="med" len="med"/>
              </a:ln>
              <a:effectLst/>
            </p:spPr>
          </p:sp>
          <p:sp>
            <p:nvSpPr>
              <p:cNvPr id="305" name="ellipse_2567">
                <a:extLst>
                  <a:ext uri="{FF2B5EF4-FFF2-40B4-BE49-F238E27FC236}">
                    <a16:creationId xmlns:a16="http://schemas.microsoft.com/office/drawing/2014/main" id="{30CC97B4-48A6-02D8-0F93-B2F921571F2C}"/>
                  </a:ext>
                </a:extLst>
              </p:cNvPr>
              <p:cNvSpPr/>
              <p:nvPr/>
            </p:nvSpPr>
            <p:spPr>
              <a:xfrm>
                <a:off x="1318021" y="3588334"/>
                <a:ext cx="19866" cy="19866"/>
              </a:xfrm>
              <a:prstGeom prst="ellipse">
                <a:avLst/>
              </a:prstGeom>
              <a:gradFill flip="none" rotWithShape="1">
                <a:gsLst>
                  <a:gs pos="0">
                    <a:srgbClr val="F4F6F8"/>
                  </a:gs>
                  <a:gs pos="43000">
                    <a:srgbClr val="CDD5DC"/>
                  </a:gs>
                  <a:gs pos="100000">
                    <a:srgbClr val="A3B0BA"/>
                  </a:gs>
                </a:gsLst>
                <a:lin ang="2700000" scaled="1"/>
                <a:tileRect/>
              </a:gradFill>
              <a:ln w="1743" cap="rnd" cmpd="sng" algn="ctr">
                <a:noFill/>
                <a:prstDash val="solid"/>
                <a:round/>
                <a:headEnd type="none" w="med" len="med"/>
                <a:tailEnd type="none" w="med" len="med"/>
              </a:ln>
              <a:effectLst/>
            </p:spPr>
          </p:sp>
          <p:sp>
            <p:nvSpPr>
              <p:cNvPr id="306" name="ellipse_2568">
                <a:extLst>
                  <a:ext uri="{FF2B5EF4-FFF2-40B4-BE49-F238E27FC236}">
                    <a16:creationId xmlns:a16="http://schemas.microsoft.com/office/drawing/2014/main" id="{427C21BA-4F52-388F-8A08-05021637FE66}"/>
                  </a:ext>
                </a:extLst>
              </p:cNvPr>
              <p:cNvSpPr/>
              <p:nvPr/>
            </p:nvSpPr>
            <p:spPr>
              <a:xfrm>
                <a:off x="1478242" y="3571021"/>
                <a:ext cx="21106" cy="21106"/>
              </a:xfrm>
              <a:prstGeom prst="ellipse">
                <a:avLst/>
              </a:prstGeom>
              <a:gradFill flip="none" rotWithShape="1">
                <a:gsLst>
                  <a:gs pos="0">
                    <a:srgbClr val="F5F7F8"/>
                  </a:gs>
                  <a:gs pos="43000">
                    <a:srgbClr val="D0D8DF"/>
                  </a:gs>
                  <a:gs pos="100000">
                    <a:srgbClr val="A7B3BE"/>
                  </a:gs>
                </a:gsLst>
                <a:lin ang="2700000" scaled="1"/>
                <a:tileRect/>
              </a:gradFill>
              <a:ln w="1743" cap="rnd" cmpd="sng" algn="ctr">
                <a:noFill/>
                <a:prstDash val="solid"/>
                <a:round/>
                <a:headEnd type="none" w="med" len="med"/>
                <a:tailEnd type="none" w="med" len="med"/>
              </a:ln>
              <a:effectLst/>
            </p:spPr>
          </p:sp>
          <p:sp>
            <p:nvSpPr>
              <p:cNvPr id="307" name="ellipse_2569">
                <a:extLst>
                  <a:ext uri="{FF2B5EF4-FFF2-40B4-BE49-F238E27FC236}">
                    <a16:creationId xmlns:a16="http://schemas.microsoft.com/office/drawing/2014/main" id="{202A57B2-4C56-8A50-B31E-918ED56AEA81}"/>
                  </a:ext>
                </a:extLst>
              </p:cNvPr>
              <p:cNvSpPr/>
              <p:nvPr/>
            </p:nvSpPr>
            <p:spPr>
              <a:xfrm>
                <a:off x="1317612" y="3652314"/>
                <a:ext cx="17900" cy="17900"/>
              </a:xfrm>
              <a:prstGeom prst="ellipse">
                <a:avLst/>
              </a:prstGeom>
              <a:gradFill flip="none" rotWithShape="1">
                <a:gsLst>
                  <a:gs pos="0">
                    <a:srgbClr val="F5F7F8"/>
                  </a:gs>
                  <a:gs pos="43000">
                    <a:srgbClr val="CED7DD"/>
                  </a:gs>
                  <a:gs pos="100000">
                    <a:srgbClr val="A5B2BC"/>
                  </a:gs>
                </a:gsLst>
                <a:lin ang="2700000" scaled="1"/>
                <a:tileRect/>
              </a:gradFill>
              <a:ln w="1743" cap="rnd" cmpd="sng" algn="ctr">
                <a:noFill/>
                <a:prstDash val="solid"/>
                <a:round/>
                <a:headEnd type="none" w="med" len="med"/>
                <a:tailEnd type="none" w="med" len="med"/>
              </a:ln>
              <a:effectLst/>
            </p:spPr>
          </p:sp>
          <p:sp>
            <p:nvSpPr>
              <p:cNvPr id="308" name="ellipse_2570">
                <a:extLst>
                  <a:ext uri="{FF2B5EF4-FFF2-40B4-BE49-F238E27FC236}">
                    <a16:creationId xmlns:a16="http://schemas.microsoft.com/office/drawing/2014/main" id="{F450F644-39EA-B580-690F-C2B43B177AA9}"/>
                  </a:ext>
                </a:extLst>
              </p:cNvPr>
              <p:cNvSpPr/>
              <p:nvPr/>
            </p:nvSpPr>
            <p:spPr>
              <a:xfrm>
                <a:off x="1437620" y="3709822"/>
                <a:ext cx="15418" cy="15418"/>
              </a:xfrm>
              <a:prstGeom prst="ellipse">
                <a:avLst/>
              </a:prstGeom>
              <a:gradFill flip="none" rotWithShape="1">
                <a:gsLst>
                  <a:gs pos="0">
                    <a:srgbClr val="F6F8F9"/>
                  </a:gs>
                  <a:gs pos="43000">
                    <a:srgbClr val="D3DBE1"/>
                  </a:gs>
                  <a:gs pos="100000">
                    <a:srgbClr val="AAB7C0"/>
                  </a:gs>
                </a:gsLst>
                <a:lin ang="2700000" scaled="1"/>
                <a:tileRect/>
              </a:gradFill>
              <a:ln w="1743" cap="rnd" cmpd="sng" algn="ctr">
                <a:noFill/>
                <a:prstDash val="solid"/>
                <a:round/>
                <a:headEnd type="none" w="med" len="med"/>
                <a:tailEnd type="none" w="med" len="med"/>
              </a:ln>
              <a:effectLst/>
            </p:spPr>
          </p:sp>
          <p:sp>
            <p:nvSpPr>
              <p:cNvPr id="309" name="ellipse_2571">
                <a:extLst>
                  <a:ext uri="{FF2B5EF4-FFF2-40B4-BE49-F238E27FC236}">
                    <a16:creationId xmlns:a16="http://schemas.microsoft.com/office/drawing/2014/main" id="{04BDA40D-AF67-3544-4DB8-4D61A0831D23}"/>
                  </a:ext>
                </a:extLst>
              </p:cNvPr>
              <p:cNvSpPr/>
              <p:nvPr/>
            </p:nvSpPr>
            <p:spPr>
              <a:xfrm>
                <a:off x="1482151" y="3682518"/>
                <a:ext cx="16703" cy="16703"/>
              </a:xfrm>
              <a:prstGeom prst="ellipse">
                <a:avLst/>
              </a:prstGeom>
              <a:gradFill flip="none" rotWithShape="1">
                <a:gsLst>
                  <a:gs pos="0">
                    <a:srgbClr val="F7F9FA"/>
                  </a:gs>
                  <a:gs pos="43000">
                    <a:srgbClr val="DAE0E5"/>
                  </a:gs>
                  <a:gs pos="100000">
                    <a:srgbClr val="B2BDC5"/>
                  </a:gs>
                </a:gsLst>
                <a:lin ang="2700000" scaled="1"/>
                <a:tileRect/>
              </a:gradFill>
              <a:ln w="1743" cap="rnd" cmpd="sng" algn="ctr">
                <a:noFill/>
                <a:prstDash val="solid"/>
                <a:round/>
                <a:headEnd type="none" w="med" len="med"/>
                <a:tailEnd type="none" w="med" len="med"/>
              </a:ln>
              <a:effectLst/>
            </p:spPr>
          </p:sp>
          <p:sp>
            <p:nvSpPr>
              <p:cNvPr id="310" name="ellipse_2572">
                <a:extLst>
                  <a:ext uri="{FF2B5EF4-FFF2-40B4-BE49-F238E27FC236}">
                    <a16:creationId xmlns:a16="http://schemas.microsoft.com/office/drawing/2014/main" id="{6FD6116B-B584-6C99-2635-006146E86C3A}"/>
                  </a:ext>
                </a:extLst>
              </p:cNvPr>
              <p:cNvSpPr/>
              <p:nvPr/>
            </p:nvSpPr>
            <p:spPr>
              <a:xfrm>
                <a:off x="1411116" y="3562784"/>
                <a:ext cx="21423" cy="21423"/>
              </a:xfrm>
              <a:prstGeom prst="ellipse">
                <a:avLst/>
              </a:prstGeom>
              <a:gradFill flip="none" rotWithShape="1">
                <a:gsLst>
                  <a:gs pos="0">
                    <a:srgbClr val="F7F9FA"/>
                  </a:gs>
                  <a:gs pos="43000">
                    <a:srgbClr val="DAE1E6"/>
                  </a:gs>
                  <a:gs pos="100000">
                    <a:srgbClr val="B2BDC6"/>
                  </a:gs>
                </a:gsLst>
                <a:lin ang="2700000" scaled="1"/>
                <a:tileRect/>
              </a:gradFill>
              <a:ln w="1743" cap="rnd" cmpd="sng" algn="ctr">
                <a:noFill/>
                <a:prstDash val="solid"/>
                <a:round/>
                <a:headEnd type="none" w="med" len="med"/>
                <a:tailEnd type="none" w="med" len="med"/>
              </a:ln>
              <a:effectLst/>
            </p:spPr>
          </p:sp>
          <p:sp>
            <p:nvSpPr>
              <p:cNvPr id="311" name="ellipse_2573">
                <a:extLst>
                  <a:ext uri="{FF2B5EF4-FFF2-40B4-BE49-F238E27FC236}">
                    <a16:creationId xmlns:a16="http://schemas.microsoft.com/office/drawing/2014/main" id="{408C328A-DC76-75E1-2FC1-91AD0B00FAA2}"/>
                  </a:ext>
                </a:extLst>
              </p:cNvPr>
              <p:cNvSpPr/>
              <p:nvPr/>
            </p:nvSpPr>
            <p:spPr>
              <a:xfrm>
                <a:off x="1454564" y="3537748"/>
                <a:ext cx="19763" cy="19763"/>
              </a:xfrm>
              <a:prstGeom prst="ellipse">
                <a:avLst/>
              </a:prstGeom>
              <a:gradFill flip="none" rotWithShape="1">
                <a:gsLst>
                  <a:gs pos="0">
                    <a:srgbClr val="F7F8F9"/>
                  </a:gs>
                  <a:gs pos="43000">
                    <a:srgbClr val="D7DEE4"/>
                  </a:gs>
                  <a:gs pos="100000">
                    <a:srgbClr val="AFBAC3"/>
                  </a:gs>
                </a:gsLst>
                <a:lin ang="2700000" scaled="1"/>
                <a:tileRect/>
              </a:gradFill>
              <a:ln w="1743" cap="rnd" cmpd="sng" algn="ctr">
                <a:noFill/>
                <a:prstDash val="solid"/>
                <a:round/>
                <a:headEnd type="none" w="med" len="med"/>
                <a:tailEnd type="none" w="med" len="med"/>
              </a:ln>
              <a:effectLst/>
            </p:spPr>
          </p:sp>
          <p:sp>
            <p:nvSpPr>
              <p:cNvPr id="312" name="ellipse_2574">
                <a:extLst>
                  <a:ext uri="{FF2B5EF4-FFF2-40B4-BE49-F238E27FC236}">
                    <a16:creationId xmlns:a16="http://schemas.microsoft.com/office/drawing/2014/main" id="{E4AA29BE-10CD-DD58-32D2-8B44264F3B03}"/>
                  </a:ext>
                </a:extLst>
              </p:cNvPr>
              <p:cNvSpPr/>
              <p:nvPr/>
            </p:nvSpPr>
            <p:spPr>
              <a:xfrm>
                <a:off x="1516785" y="3654731"/>
                <a:ext cx="21578" cy="21578"/>
              </a:xfrm>
              <a:prstGeom prst="ellipse">
                <a:avLst/>
              </a:prstGeom>
              <a:gradFill flip="none" rotWithShape="1">
                <a:gsLst>
                  <a:gs pos="0">
                    <a:srgbClr val="F6F8F9"/>
                  </a:gs>
                  <a:gs pos="43000">
                    <a:srgbClr val="D3DBE1"/>
                  </a:gs>
                  <a:gs pos="100000">
                    <a:srgbClr val="AAB7C0"/>
                  </a:gs>
                </a:gsLst>
                <a:lin ang="2700000" scaled="1"/>
                <a:tileRect/>
              </a:gradFill>
              <a:ln w="1743" cap="rnd" cmpd="sng" algn="ctr">
                <a:noFill/>
                <a:prstDash val="solid"/>
                <a:round/>
                <a:headEnd type="none" w="med" len="med"/>
                <a:tailEnd type="none" w="med" len="med"/>
              </a:ln>
              <a:effectLst/>
            </p:spPr>
          </p:sp>
          <p:sp>
            <p:nvSpPr>
              <p:cNvPr id="313" name="ellipse_2575">
                <a:extLst>
                  <a:ext uri="{FF2B5EF4-FFF2-40B4-BE49-F238E27FC236}">
                    <a16:creationId xmlns:a16="http://schemas.microsoft.com/office/drawing/2014/main" id="{77F2D6ED-1157-A558-808E-36CB9FF125C4}"/>
                  </a:ext>
                </a:extLst>
              </p:cNvPr>
              <p:cNvSpPr/>
              <p:nvPr/>
            </p:nvSpPr>
            <p:spPr>
              <a:xfrm>
                <a:off x="1410634" y="3697683"/>
                <a:ext cx="24162" cy="24162"/>
              </a:xfrm>
              <a:prstGeom prst="ellipse">
                <a:avLst/>
              </a:prstGeom>
              <a:gradFill flip="none" rotWithShape="1">
                <a:gsLst>
                  <a:gs pos="0">
                    <a:srgbClr val="F6F7F9"/>
                  </a:gs>
                  <a:gs pos="43000">
                    <a:srgbClr val="D3DAE1"/>
                  </a:gs>
                  <a:gs pos="100000">
                    <a:srgbClr val="AAB6C0"/>
                  </a:gs>
                </a:gsLst>
                <a:lin ang="2700000" scaled="1"/>
                <a:tileRect/>
              </a:gradFill>
              <a:ln w="1743" cap="rnd" cmpd="sng" algn="ctr">
                <a:noFill/>
                <a:prstDash val="solid"/>
                <a:round/>
                <a:headEnd type="none" w="med" len="med"/>
                <a:tailEnd type="none" w="med" len="med"/>
              </a:ln>
              <a:effectLst/>
            </p:spPr>
          </p:sp>
          <p:sp>
            <p:nvSpPr>
              <p:cNvPr id="314" name="ellipse_2576">
                <a:extLst>
                  <a:ext uri="{FF2B5EF4-FFF2-40B4-BE49-F238E27FC236}">
                    <a16:creationId xmlns:a16="http://schemas.microsoft.com/office/drawing/2014/main" id="{CD7AC9AE-9E63-1900-227E-81832A033440}"/>
                  </a:ext>
                </a:extLst>
              </p:cNvPr>
              <p:cNvSpPr/>
              <p:nvPr/>
            </p:nvSpPr>
            <p:spPr>
              <a:xfrm>
                <a:off x="1425946" y="3562304"/>
                <a:ext cx="17525" cy="17525"/>
              </a:xfrm>
              <a:prstGeom prst="ellipse">
                <a:avLst/>
              </a:prstGeom>
              <a:gradFill flip="none" rotWithShape="1">
                <a:gsLst>
                  <a:gs pos="0">
                    <a:srgbClr val="F7F8F9"/>
                  </a:gs>
                  <a:gs pos="43000">
                    <a:srgbClr val="D7DFE4"/>
                  </a:gs>
                  <a:gs pos="100000">
                    <a:srgbClr val="AFBBC4"/>
                  </a:gs>
                </a:gsLst>
                <a:lin ang="2700000" scaled="1"/>
                <a:tileRect/>
              </a:gradFill>
              <a:ln w="1743" cap="rnd" cmpd="sng" algn="ctr">
                <a:noFill/>
                <a:prstDash val="solid"/>
                <a:round/>
                <a:headEnd type="none" w="med" len="med"/>
                <a:tailEnd type="none" w="med" len="med"/>
              </a:ln>
              <a:effectLst/>
            </p:spPr>
          </p:sp>
          <p:sp>
            <p:nvSpPr>
              <p:cNvPr id="315" name="ellipse_2577">
                <a:extLst>
                  <a:ext uri="{FF2B5EF4-FFF2-40B4-BE49-F238E27FC236}">
                    <a16:creationId xmlns:a16="http://schemas.microsoft.com/office/drawing/2014/main" id="{FC4B9BDD-1E64-62A4-931E-8BE8F4956F13}"/>
                  </a:ext>
                </a:extLst>
              </p:cNvPr>
              <p:cNvSpPr/>
              <p:nvPr/>
            </p:nvSpPr>
            <p:spPr>
              <a:xfrm>
                <a:off x="1355269" y="3594031"/>
                <a:ext cx="21133" cy="21133"/>
              </a:xfrm>
              <a:prstGeom prst="ellipse">
                <a:avLst/>
              </a:prstGeom>
              <a:gradFill flip="none" rotWithShape="1">
                <a:gsLst>
                  <a:gs pos="0">
                    <a:srgbClr val="F7F8F9"/>
                  </a:gs>
                  <a:gs pos="43000">
                    <a:srgbClr val="D8DFE4"/>
                  </a:gs>
                  <a:gs pos="100000">
                    <a:srgbClr val="B0BCC4"/>
                  </a:gs>
                </a:gsLst>
                <a:lin ang="2700000" scaled="1"/>
                <a:tileRect/>
              </a:gradFill>
              <a:ln w="1743" cap="rnd" cmpd="sng" algn="ctr">
                <a:noFill/>
                <a:prstDash val="solid"/>
                <a:round/>
                <a:headEnd type="none" w="med" len="med"/>
                <a:tailEnd type="none" w="med" len="med"/>
              </a:ln>
              <a:effectLst/>
            </p:spPr>
          </p:sp>
          <p:sp>
            <p:nvSpPr>
              <p:cNvPr id="316" name="ellipse_2578">
                <a:extLst>
                  <a:ext uri="{FF2B5EF4-FFF2-40B4-BE49-F238E27FC236}">
                    <a16:creationId xmlns:a16="http://schemas.microsoft.com/office/drawing/2014/main" id="{E90A7BCF-BBFD-63AC-4DC2-F0400FA90659}"/>
                  </a:ext>
                </a:extLst>
              </p:cNvPr>
              <p:cNvSpPr/>
              <p:nvPr/>
            </p:nvSpPr>
            <p:spPr>
              <a:xfrm>
                <a:off x="1506719" y="3690770"/>
                <a:ext cx="17358" cy="17358"/>
              </a:xfrm>
              <a:prstGeom prst="ellipse">
                <a:avLst/>
              </a:prstGeom>
              <a:gradFill flip="none" rotWithShape="1">
                <a:gsLst>
                  <a:gs pos="0">
                    <a:srgbClr val="F5F7F8"/>
                  </a:gs>
                  <a:gs pos="43000">
                    <a:srgbClr val="D1D9DF"/>
                  </a:gs>
                  <a:gs pos="100000">
                    <a:srgbClr val="A8B4BE"/>
                  </a:gs>
                </a:gsLst>
                <a:lin ang="2700000" scaled="1"/>
                <a:tileRect/>
              </a:gradFill>
              <a:ln w="1743" cap="rnd" cmpd="sng" algn="ctr">
                <a:noFill/>
                <a:prstDash val="solid"/>
                <a:round/>
                <a:headEnd type="none" w="med" len="med"/>
                <a:tailEnd type="none" w="med" len="med"/>
              </a:ln>
              <a:effectLst/>
            </p:spPr>
          </p:sp>
          <p:sp>
            <p:nvSpPr>
              <p:cNvPr id="317" name="ellipse_2579">
                <a:extLst>
                  <a:ext uri="{FF2B5EF4-FFF2-40B4-BE49-F238E27FC236}">
                    <a16:creationId xmlns:a16="http://schemas.microsoft.com/office/drawing/2014/main" id="{4CA60284-5726-C93A-3B96-4ADB5E0851CD}"/>
                  </a:ext>
                </a:extLst>
              </p:cNvPr>
              <p:cNvSpPr/>
              <p:nvPr/>
            </p:nvSpPr>
            <p:spPr>
              <a:xfrm>
                <a:off x="1349195" y="3647004"/>
                <a:ext cx="22300" cy="22300"/>
              </a:xfrm>
              <a:prstGeom prst="ellipse">
                <a:avLst/>
              </a:prstGeom>
              <a:gradFill flip="none" rotWithShape="1">
                <a:gsLst>
                  <a:gs pos="0">
                    <a:srgbClr val="F7F8FA"/>
                  </a:gs>
                  <a:gs pos="43000">
                    <a:srgbClr val="D9DFE5"/>
                  </a:gs>
                  <a:gs pos="100000">
                    <a:srgbClr val="B1BCC5"/>
                  </a:gs>
                </a:gsLst>
                <a:lin ang="2700000" scaled="1"/>
                <a:tileRect/>
              </a:gradFill>
              <a:ln w="1743" cap="rnd" cmpd="sng" algn="ctr">
                <a:noFill/>
                <a:prstDash val="solid"/>
                <a:round/>
                <a:headEnd type="none" w="med" len="med"/>
                <a:tailEnd type="none" w="med" len="med"/>
              </a:ln>
              <a:effectLst/>
            </p:spPr>
          </p:sp>
          <p:sp>
            <p:nvSpPr>
              <p:cNvPr id="318" name="ellipse_2580">
                <a:extLst>
                  <a:ext uri="{FF2B5EF4-FFF2-40B4-BE49-F238E27FC236}">
                    <a16:creationId xmlns:a16="http://schemas.microsoft.com/office/drawing/2014/main" id="{02C998C6-D15B-4D3E-F65C-901603E718E2}"/>
                  </a:ext>
                </a:extLst>
              </p:cNvPr>
              <p:cNvSpPr/>
              <p:nvPr/>
            </p:nvSpPr>
            <p:spPr>
              <a:xfrm>
                <a:off x="1577404" y="3601425"/>
                <a:ext cx="20206" cy="20206"/>
              </a:xfrm>
              <a:prstGeom prst="ellipse">
                <a:avLst/>
              </a:prstGeom>
              <a:gradFill flip="none" rotWithShape="1">
                <a:gsLst>
                  <a:gs pos="0">
                    <a:srgbClr val="F7F8F9"/>
                  </a:gs>
                  <a:gs pos="43000">
                    <a:srgbClr val="D7DEE4"/>
                  </a:gs>
                  <a:gs pos="100000">
                    <a:srgbClr val="AFBAC3"/>
                  </a:gs>
                </a:gsLst>
                <a:lin ang="2700000" scaled="1"/>
                <a:tileRect/>
              </a:gradFill>
              <a:ln w="1743" cap="rnd" cmpd="sng" algn="ctr">
                <a:noFill/>
                <a:prstDash val="solid"/>
                <a:round/>
                <a:headEnd type="none" w="med" len="med"/>
                <a:tailEnd type="none" w="med" len="med"/>
              </a:ln>
              <a:effectLst/>
            </p:spPr>
          </p:sp>
          <p:sp>
            <p:nvSpPr>
              <p:cNvPr id="319" name="ellipse_2581">
                <a:extLst>
                  <a:ext uri="{FF2B5EF4-FFF2-40B4-BE49-F238E27FC236}">
                    <a16:creationId xmlns:a16="http://schemas.microsoft.com/office/drawing/2014/main" id="{89A6ED92-C757-C6F6-B945-4BE2E2866F5C}"/>
                  </a:ext>
                </a:extLst>
              </p:cNvPr>
              <p:cNvSpPr/>
              <p:nvPr/>
            </p:nvSpPr>
            <p:spPr>
              <a:xfrm>
                <a:off x="1509076" y="3554975"/>
                <a:ext cx="15762" cy="15762"/>
              </a:xfrm>
              <a:prstGeom prst="ellipse">
                <a:avLst/>
              </a:prstGeom>
              <a:gradFill flip="none" rotWithShape="1">
                <a:gsLst>
                  <a:gs pos="0">
                    <a:srgbClr val="F5F7F8"/>
                  </a:gs>
                  <a:gs pos="43000">
                    <a:srgbClr val="CFD7DE"/>
                  </a:gs>
                  <a:gs pos="100000">
                    <a:srgbClr val="A5B2BD"/>
                  </a:gs>
                </a:gsLst>
                <a:lin ang="2700000" scaled="1"/>
                <a:tileRect/>
              </a:gradFill>
              <a:ln w="1743" cap="rnd" cmpd="sng" algn="ctr">
                <a:noFill/>
                <a:prstDash val="solid"/>
                <a:round/>
                <a:headEnd type="none" w="med" len="med"/>
                <a:tailEnd type="none" w="med" len="med"/>
              </a:ln>
              <a:effectLst/>
            </p:spPr>
          </p:sp>
          <p:sp>
            <p:nvSpPr>
              <p:cNvPr id="320" name="ellipse_2582">
                <a:extLst>
                  <a:ext uri="{FF2B5EF4-FFF2-40B4-BE49-F238E27FC236}">
                    <a16:creationId xmlns:a16="http://schemas.microsoft.com/office/drawing/2014/main" id="{D5B36787-5D31-63F7-73E4-671D3E9D0003}"/>
                  </a:ext>
                </a:extLst>
              </p:cNvPr>
              <p:cNvSpPr/>
              <p:nvPr/>
            </p:nvSpPr>
            <p:spPr>
              <a:xfrm>
                <a:off x="1462460" y="3706007"/>
                <a:ext cx="22750" cy="22750"/>
              </a:xfrm>
              <a:prstGeom prst="ellipse">
                <a:avLst/>
              </a:prstGeom>
              <a:gradFill flip="none" rotWithShape="1">
                <a:gsLst>
                  <a:gs pos="0">
                    <a:srgbClr val="F6F7F9"/>
                  </a:gs>
                  <a:gs pos="43000">
                    <a:srgbClr val="D2DAE0"/>
                  </a:gs>
                  <a:gs pos="100000">
                    <a:srgbClr val="AAB5BF"/>
                  </a:gs>
                </a:gsLst>
                <a:lin ang="2700000" scaled="1"/>
                <a:tileRect/>
              </a:gradFill>
              <a:ln w="1743" cap="rnd" cmpd="sng" algn="ctr">
                <a:noFill/>
                <a:prstDash val="solid"/>
                <a:round/>
                <a:headEnd type="none" w="med" len="med"/>
                <a:tailEnd type="none" w="med" len="med"/>
              </a:ln>
              <a:effectLst/>
            </p:spPr>
          </p:sp>
          <p:sp>
            <p:nvSpPr>
              <p:cNvPr id="321" name="ellipse_2583">
                <a:extLst>
                  <a:ext uri="{FF2B5EF4-FFF2-40B4-BE49-F238E27FC236}">
                    <a16:creationId xmlns:a16="http://schemas.microsoft.com/office/drawing/2014/main" id="{3CA56C3F-6592-2A93-F9E6-53959D44FCC5}"/>
                  </a:ext>
                </a:extLst>
              </p:cNvPr>
              <p:cNvSpPr/>
              <p:nvPr/>
            </p:nvSpPr>
            <p:spPr>
              <a:xfrm>
                <a:off x="1439477" y="3526920"/>
                <a:ext cx="21290" cy="21290"/>
              </a:xfrm>
              <a:prstGeom prst="ellipse">
                <a:avLst/>
              </a:prstGeom>
              <a:gradFill flip="none" rotWithShape="1">
                <a:gsLst>
                  <a:gs pos="0">
                    <a:srgbClr val="F7F8F9"/>
                  </a:gs>
                  <a:gs pos="43000">
                    <a:srgbClr val="D7DFE4"/>
                  </a:gs>
                  <a:gs pos="100000">
                    <a:srgbClr val="AFBBC3"/>
                  </a:gs>
                </a:gsLst>
                <a:lin ang="2700000" scaled="1"/>
                <a:tileRect/>
              </a:gradFill>
              <a:ln w="1743" cap="rnd" cmpd="sng" algn="ctr">
                <a:noFill/>
                <a:prstDash val="solid"/>
                <a:round/>
                <a:headEnd type="none" w="med" len="med"/>
                <a:tailEnd type="none" w="med" len="med"/>
              </a:ln>
              <a:effectLst/>
            </p:spPr>
          </p:sp>
          <p:sp>
            <p:nvSpPr>
              <p:cNvPr id="322" name="ellipse_2584">
                <a:extLst>
                  <a:ext uri="{FF2B5EF4-FFF2-40B4-BE49-F238E27FC236}">
                    <a16:creationId xmlns:a16="http://schemas.microsoft.com/office/drawing/2014/main" id="{BF1413D5-2A2A-D768-79D7-116EC5F56505}"/>
                  </a:ext>
                </a:extLst>
              </p:cNvPr>
              <p:cNvSpPr/>
              <p:nvPr/>
            </p:nvSpPr>
            <p:spPr>
              <a:xfrm>
                <a:off x="1310268" y="3672453"/>
                <a:ext cx="21000" cy="21000"/>
              </a:xfrm>
              <a:prstGeom prst="ellipse">
                <a:avLst/>
              </a:prstGeom>
              <a:gradFill flip="none" rotWithShape="1">
                <a:gsLst>
                  <a:gs pos="0">
                    <a:srgbClr val="F5F7F8"/>
                  </a:gs>
                  <a:gs pos="43000">
                    <a:srgbClr val="CFD7DE"/>
                  </a:gs>
                  <a:gs pos="100000">
                    <a:srgbClr val="A5B2BD"/>
                  </a:gs>
                </a:gsLst>
                <a:lin ang="2700000" scaled="1"/>
                <a:tileRect/>
              </a:gradFill>
              <a:ln w="1743" cap="rnd" cmpd="sng" algn="ctr">
                <a:noFill/>
                <a:prstDash val="solid"/>
                <a:round/>
                <a:headEnd type="none" w="med" len="med"/>
                <a:tailEnd type="none" w="med" len="med"/>
              </a:ln>
              <a:effectLst/>
            </p:spPr>
          </p:sp>
          <p:sp>
            <p:nvSpPr>
              <p:cNvPr id="323" name="ellipse_2585">
                <a:extLst>
                  <a:ext uri="{FF2B5EF4-FFF2-40B4-BE49-F238E27FC236}">
                    <a16:creationId xmlns:a16="http://schemas.microsoft.com/office/drawing/2014/main" id="{DC0E42FA-FFBC-0032-EEBE-AC23C2C8A18F}"/>
                  </a:ext>
                </a:extLst>
              </p:cNvPr>
              <p:cNvSpPr/>
              <p:nvPr/>
            </p:nvSpPr>
            <p:spPr>
              <a:xfrm>
                <a:off x="1552938" y="3621802"/>
                <a:ext cx="15605" cy="15605"/>
              </a:xfrm>
              <a:prstGeom prst="ellipse">
                <a:avLst/>
              </a:prstGeom>
              <a:gradFill flip="none" rotWithShape="1">
                <a:gsLst>
                  <a:gs pos="0">
                    <a:srgbClr val="F6F8F9"/>
                  </a:gs>
                  <a:gs pos="43000">
                    <a:srgbClr val="D4DCE1"/>
                  </a:gs>
                  <a:gs pos="100000">
                    <a:srgbClr val="ABB8C1"/>
                  </a:gs>
                </a:gsLst>
                <a:lin ang="2700000" scaled="1"/>
                <a:tileRect/>
              </a:gradFill>
              <a:ln w="1743" cap="rnd" cmpd="sng" algn="ctr">
                <a:noFill/>
                <a:prstDash val="solid"/>
                <a:round/>
                <a:headEnd type="none" w="med" len="med"/>
                <a:tailEnd type="none" w="med" len="med"/>
              </a:ln>
              <a:effectLst/>
            </p:spPr>
          </p:sp>
          <p:sp>
            <p:nvSpPr>
              <p:cNvPr id="324" name="ellipse_2586">
                <a:extLst>
                  <a:ext uri="{FF2B5EF4-FFF2-40B4-BE49-F238E27FC236}">
                    <a16:creationId xmlns:a16="http://schemas.microsoft.com/office/drawing/2014/main" id="{D5C55BEC-D6E8-C8A4-8630-7F45F0BB57D2}"/>
                  </a:ext>
                </a:extLst>
              </p:cNvPr>
              <p:cNvSpPr/>
              <p:nvPr/>
            </p:nvSpPr>
            <p:spPr>
              <a:xfrm>
                <a:off x="1558418" y="3676011"/>
                <a:ext cx="22184" cy="22184"/>
              </a:xfrm>
              <a:prstGeom prst="ellipse">
                <a:avLst/>
              </a:prstGeom>
              <a:gradFill flip="none" rotWithShape="1">
                <a:gsLst>
                  <a:gs pos="0">
                    <a:srgbClr val="F6F8F9"/>
                  </a:gs>
                  <a:gs pos="43000">
                    <a:srgbClr val="D5DCE2"/>
                  </a:gs>
                  <a:gs pos="100000">
                    <a:srgbClr val="ACB8C2"/>
                  </a:gs>
                </a:gsLst>
                <a:lin ang="2700000" scaled="1"/>
                <a:tileRect/>
              </a:gradFill>
              <a:ln w="1743" cap="rnd" cmpd="sng" algn="ctr">
                <a:noFill/>
                <a:prstDash val="solid"/>
                <a:round/>
                <a:headEnd type="none" w="med" len="med"/>
                <a:tailEnd type="none" w="med" len="med"/>
              </a:ln>
              <a:effectLst/>
            </p:spPr>
          </p:sp>
          <p:sp>
            <p:nvSpPr>
              <p:cNvPr id="325" name="ellipse_2587">
                <a:extLst>
                  <a:ext uri="{FF2B5EF4-FFF2-40B4-BE49-F238E27FC236}">
                    <a16:creationId xmlns:a16="http://schemas.microsoft.com/office/drawing/2014/main" id="{C0808DA2-649F-C26E-84AA-F0E33EFC7AFE}"/>
                  </a:ext>
                </a:extLst>
              </p:cNvPr>
              <p:cNvSpPr/>
              <p:nvPr/>
            </p:nvSpPr>
            <p:spPr>
              <a:xfrm>
                <a:off x="1456866" y="3525328"/>
                <a:ext cx="23606" cy="23606"/>
              </a:xfrm>
              <a:prstGeom prst="ellipse">
                <a:avLst/>
              </a:prstGeom>
              <a:gradFill flip="none" rotWithShape="1">
                <a:gsLst>
                  <a:gs pos="0">
                    <a:srgbClr val="F7F8FA"/>
                  </a:gs>
                  <a:gs pos="43000">
                    <a:srgbClr val="D9DFE5"/>
                  </a:gs>
                  <a:gs pos="100000">
                    <a:srgbClr val="B1BCC5"/>
                  </a:gs>
                </a:gsLst>
                <a:lin ang="2700000" scaled="1"/>
                <a:tileRect/>
              </a:gradFill>
              <a:ln w="1743" cap="rnd" cmpd="sng" algn="ctr">
                <a:noFill/>
                <a:prstDash val="solid"/>
                <a:round/>
                <a:headEnd type="none" w="med" len="med"/>
                <a:tailEnd type="none" w="med" len="med"/>
              </a:ln>
              <a:effectLst/>
            </p:spPr>
          </p:sp>
          <p:sp>
            <p:nvSpPr>
              <p:cNvPr id="326" name="ellipse_2588">
                <a:extLst>
                  <a:ext uri="{FF2B5EF4-FFF2-40B4-BE49-F238E27FC236}">
                    <a16:creationId xmlns:a16="http://schemas.microsoft.com/office/drawing/2014/main" id="{29107B3C-1C57-DFFE-E1D0-E36792584C4A}"/>
                  </a:ext>
                </a:extLst>
              </p:cNvPr>
              <p:cNvSpPr/>
              <p:nvPr/>
            </p:nvSpPr>
            <p:spPr>
              <a:xfrm>
                <a:off x="1364561" y="3569140"/>
                <a:ext cx="22851" cy="22851"/>
              </a:xfrm>
              <a:prstGeom prst="ellipse">
                <a:avLst/>
              </a:prstGeom>
              <a:gradFill flip="none" rotWithShape="1">
                <a:gsLst>
                  <a:gs pos="0">
                    <a:srgbClr val="F5F6F8"/>
                  </a:gs>
                  <a:gs pos="43000">
                    <a:srgbClr val="CED6DD"/>
                  </a:gs>
                  <a:gs pos="100000">
                    <a:srgbClr val="A5B1BC"/>
                  </a:gs>
                </a:gsLst>
                <a:lin ang="2700000" scaled="1"/>
                <a:tileRect/>
              </a:gradFill>
              <a:ln w="1743" cap="rnd" cmpd="sng" algn="ctr">
                <a:noFill/>
                <a:prstDash val="solid"/>
                <a:round/>
                <a:headEnd type="none" w="med" len="med"/>
                <a:tailEnd type="none" w="med" len="med"/>
              </a:ln>
              <a:effectLst/>
            </p:spPr>
          </p:sp>
          <p:sp>
            <p:nvSpPr>
              <p:cNvPr id="327" name="ellipse_2589">
                <a:extLst>
                  <a:ext uri="{FF2B5EF4-FFF2-40B4-BE49-F238E27FC236}">
                    <a16:creationId xmlns:a16="http://schemas.microsoft.com/office/drawing/2014/main" id="{2CEAF87E-D6F6-42AD-E07A-770EF7AC154A}"/>
                  </a:ext>
                </a:extLst>
              </p:cNvPr>
              <p:cNvSpPr/>
              <p:nvPr/>
            </p:nvSpPr>
            <p:spPr>
              <a:xfrm>
                <a:off x="1539847" y="3619786"/>
                <a:ext cx="18619" cy="18619"/>
              </a:xfrm>
              <a:prstGeom prst="ellipse">
                <a:avLst/>
              </a:prstGeom>
              <a:gradFill flip="none" rotWithShape="1">
                <a:gsLst>
                  <a:gs pos="0">
                    <a:srgbClr val="F6F7F9"/>
                  </a:gs>
                  <a:gs pos="43000">
                    <a:srgbClr val="D2DAE1"/>
                  </a:gs>
                  <a:gs pos="100000">
                    <a:srgbClr val="AAB6C0"/>
                  </a:gs>
                </a:gsLst>
                <a:lin ang="2700000" scaled="1"/>
                <a:tileRect/>
              </a:gradFill>
              <a:ln w="1743" cap="rnd" cmpd="sng" algn="ctr">
                <a:noFill/>
                <a:prstDash val="solid"/>
                <a:round/>
                <a:headEnd type="none" w="med" len="med"/>
                <a:tailEnd type="none" w="med" len="med"/>
              </a:ln>
              <a:effectLst/>
            </p:spPr>
          </p:sp>
          <p:sp>
            <p:nvSpPr>
              <p:cNvPr id="328" name="ellipse_2590">
                <a:extLst>
                  <a:ext uri="{FF2B5EF4-FFF2-40B4-BE49-F238E27FC236}">
                    <a16:creationId xmlns:a16="http://schemas.microsoft.com/office/drawing/2014/main" id="{C277D38E-B71B-37FE-B76B-E7CEDF17CC39}"/>
                  </a:ext>
                </a:extLst>
              </p:cNvPr>
              <p:cNvSpPr/>
              <p:nvPr/>
            </p:nvSpPr>
            <p:spPr>
              <a:xfrm>
                <a:off x="1298635" y="3654692"/>
                <a:ext cx="18927" cy="18927"/>
              </a:xfrm>
              <a:prstGeom prst="ellipse">
                <a:avLst/>
              </a:prstGeom>
              <a:gradFill flip="none" rotWithShape="1">
                <a:gsLst>
                  <a:gs pos="0">
                    <a:srgbClr val="F6F8F9"/>
                  </a:gs>
                  <a:gs pos="43000">
                    <a:srgbClr val="D5DCE1"/>
                  </a:gs>
                  <a:gs pos="100000">
                    <a:srgbClr val="ACB8C1"/>
                  </a:gs>
                </a:gsLst>
                <a:lin ang="2700000" scaled="1"/>
                <a:tileRect/>
              </a:gradFill>
              <a:ln w="1743" cap="rnd" cmpd="sng" algn="ctr">
                <a:noFill/>
                <a:prstDash val="solid"/>
                <a:round/>
                <a:headEnd type="none" w="med" len="med"/>
                <a:tailEnd type="none" w="med" len="med"/>
              </a:ln>
              <a:effectLst/>
            </p:spPr>
          </p:sp>
          <p:sp>
            <p:nvSpPr>
              <p:cNvPr id="329" name="ellipse_2591">
                <a:extLst>
                  <a:ext uri="{FF2B5EF4-FFF2-40B4-BE49-F238E27FC236}">
                    <a16:creationId xmlns:a16="http://schemas.microsoft.com/office/drawing/2014/main" id="{5C5D75F6-3BFE-01B7-FAC9-0FE9C38DA789}"/>
                  </a:ext>
                </a:extLst>
              </p:cNvPr>
              <p:cNvSpPr/>
              <p:nvPr/>
            </p:nvSpPr>
            <p:spPr>
              <a:xfrm>
                <a:off x="1319712" y="3686409"/>
                <a:ext cx="23715" cy="23715"/>
              </a:xfrm>
              <a:prstGeom prst="ellipse">
                <a:avLst/>
              </a:prstGeom>
              <a:gradFill flip="none" rotWithShape="1">
                <a:gsLst>
                  <a:gs pos="0">
                    <a:srgbClr val="F5F7F8"/>
                  </a:gs>
                  <a:gs pos="43000">
                    <a:srgbClr val="D1D9DF"/>
                  </a:gs>
                  <a:gs pos="100000">
                    <a:srgbClr val="A8B4BE"/>
                  </a:gs>
                </a:gsLst>
                <a:lin ang="2700000" scaled="1"/>
                <a:tileRect/>
              </a:gradFill>
              <a:ln w="1743" cap="rnd" cmpd="sng" algn="ctr">
                <a:noFill/>
                <a:prstDash val="solid"/>
                <a:round/>
                <a:headEnd type="none" w="med" len="med"/>
                <a:tailEnd type="none" w="med" len="med"/>
              </a:ln>
              <a:effectLst/>
            </p:spPr>
          </p:sp>
          <p:sp>
            <p:nvSpPr>
              <p:cNvPr id="330" name="ellipse_2592">
                <a:extLst>
                  <a:ext uri="{FF2B5EF4-FFF2-40B4-BE49-F238E27FC236}">
                    <a16:creationId xmlns:a16="http://schemas.microsoft.com/office/drawing/2014/main" id="{45E4E008-5C46-BA0E-38C4-A05788CDD8BF}"/>
                  </a:ext>
                </a:extLst>
              </p:cNvPr>
              <p:cNvSpPr/>
              <p:nvPr/>
            </p:nvSpPr>
            <p:spPr>
              <a:xfrm>
                <a:off x="1501588" y="3562901"/>
                <a:ext cx="22327" cy="22327"/>
              </a:xfrm>
              <a:prstGeom prst="ellipse">
                <a:avLst/>
              </a:prstGeom>
              <a:gradFill flip="none" rotWithShape="1">
                <a:gsLst>
                  <a:gs pos="0">
                    <a:srgbClr val="F6F8F9"/>
                  </a:gs>
                  <a:gs pos="43000">
                    <a:srgbClr val="D6DDE3"/>
                  </a:gs>
                  <a:gs pos="100000">
                    <a:srgbClr val="AEB9C2"/>
                  </a:gs>
                </a:gsLst>
                <a:lin ang="2700000" scaled="1"/>
                <a:tileRect/>
              </a:gradFill>
              <a:ln w="1743" cap="rnd" cmpd="sng" algn="ctr">
                <a:noFill/>
                <a:prstDash val="solid"/>
                <a:round/>
                <a:headEnd type="none" w="med" len="med"/>
                <a:tailEnd type="none" w="med" len="med"/>
              </a:ln>
              <a:effectLst/>
            </p:spPr>
          </p:sp>
          <p:sp>
            <p:nvSpPr>
              <p:cNvPr id="331" name="ellipse_2593">
                <a:extLst>
                  <a:ext uri="{FF2B5EF4-FFF2-40B4-BE49-F238E27FC236}">
                    <a16:creationId xmlns:a16="http://schemas.microsoft.com/office/drawing/2014/main" id="{953775E4-20FB-6686-AA64-00A9EBB97126}"/>
                  </a:ext>
                </a:extLst>
              </p:cNvPr>
              <p:cNvSpPr/>
              <p:nvPr/>
            </p:nvSpPr>
            <p:spPr>
              <a:xfrm>
                <a:off x="1466525" y="3529327"/>
                <a:ext cx="15101" cy="15101"/>
              </a:xfrm>
              <a:prstGeom prst="ellipse">
                <a:avLst/>
              </a:prstGeom>
              <a:gradFill flip="none" rotWithShape="1">
                <a:gsLst>
                  <a:gs pos="0">
                    <a:srgbClr val="F4F6F8"/>
                  </a:gs>
                  <a:gs pos="43000">
                    <a:srgbClr val="CCD5DC"/>
                  </a:gs>
                  <a:gs pos="100000">
                    <a:srgbClr val="A2AFBA"/>
                  </a:gs>
                </a:gsLst>
                <a:lin ang="2700000" scaled="1"/>
                <a:tileRect/>
              </a:gradFill>
              <a:ln w="1743" cap="rnd" cmpd="sng" algn="ctr">
                <a:noFill/>
                <a:prstDash val="solid"/>
                <a:round/>
                <a:headEnd type="none" w="med" len="med"/>
                <a:tailEnd type="none" w="med" len="med"/>
              </a:ln>
              <a:effectLst/>
            </p:spPr>
          </p:sp>
          <p:sp>
            <p:nvSpPr>
              <p:cNvPr id="332" name="ellipse_2594">
                <a:extLst>
                  <a:ext uri="{FF2B5EF4-FFF2-40B4-BE49-F238E27FC236}">
                    <a16:creationId xmlns:a16="http://schemas.microsoft.com/office/drawing/2014/main" id="{3F28BB9B-896D-933D-C8C4-5FF4AB72BB31}"/>
                  </a:ext>
                </a:extLst>
              </p:cNvPr>
              <p:cNvSpPr/>
              <p:nvPr/>
            </p:nvSpPr>
            <p:spPr>
              <a:xfrm>
                <a:off x="1333290" y="3551629"/>
                <a:ext cx="21303" cy="21303"/>
              </a:xfrm>
              <a:prstGeom prst="ellipse">
                <a:avLst/>
              </a:prstGeom>
              <a:gradFill flip="none" rotWithShape="1">
                <a:gsLst>
                  <a:gs pos="0">
                    <a:srgbClr val="F6F8F9"/>
                  </a:gs>
                  <a:gs pos="43000">
                    <a:srgbClr val="D3DBE1"/>
                  </a:gs>
                  <a:gs pos="100000">
                    <a:srgbClr val="AAB7C0"/>
                  </a:gs>
                </a:gsLst>
                <a:lin ang="2700000" scaled="1"/>
                <a:tileRect/>
              </a:gradFill>
              <a:ln w="1743" cap="rnd" cmpd="sng" algn="ctr">
                <a:noFill/>
                <a:prstDash val="solid"/>
                <a:round/>
                <a:headEnd type="none" w="med" len="med"/>
                <a:tailEnd type="none" w="med" len="med"/>
              </a:ln>
              <a:effectLst/>
            </p:spPr>
          </p:sp>
          <p:sp>
            <p:nvSpPr>
              <p:cNvPr id="333" name="ellipse_2595">
                <a:extLst>
                  <a:ext uri="{FF2B5EF4-FFF2-40B4-BE49-F238E27FC236}">
                    <a16:creationId xmlns:a16="http://schemas.microsoft.com/office/drawing/2014/main" id="{369FC49F-F3C1-9361-482C-2D3F82CE8D95}"/>
                  </a:ext>
                </a:extLst>
              </p:cNvPr>
              <p:cNvSpPr/>
              <p:nvPr/>
            </p:nvSpPr>
            <p:spPr>
              <a:xfrm>
                <a:off x="1339812" y="3618696"/>
                <a:ext cx="23994" cy="23994"/>
              </a:xfrm>
              <a:prstGeom prst="ellipse">
                <a:avLst/>
              </a:prstGeom>
              <a:gradFill flip="none" rotWithShape="1">
                <a:gsLst>
                  <a:gs pos="0">
                    <a:srgbClr val="F6F8F9"/>
                  </a:gs>
                  <a:gs pos="43000">
                    <a:srgbClr val="D3DBE1"/>
                  </a:gs>
                  <a:gs pos="100000">
                    <a:srgbClr val="AAB7C0"/>
                  </a:gs>
                </a:gsLst>
                <a:lin ang="2700000" scaled="1"/>
                <a:tileRect/>
              </a:gradFill>
              <a:ln w="1743" cap="rnd" cmpd="sng" algn="ctr">
                <a:noFill/>
                <a:prstDash val="solid"/>
                <a:round/>
                <a:headEnd type="none" w="med" len="med"/>
                <a:tailEnd type="none" w="med" len="med"/>
              </a:ln>
              <a:effectLst/>
            </p:spPr>
          </p:sp>
          <p:sp>
            <p:nvSpPr>
              <p:cNvPr id="334" name="ellipse_2596">
                <a:extLst>
                  <a:ext uri="{FF2B5EF4-FFF2-40B4-BE49-F238E27FC236}">
                    <a16:creationId xmlns:a16="http://schemas.microsoft.com/office/drawing/2014/main" id="{28872428-6A0B-EF19-253E-242AA15CBB05}"/>
                  </a:ext>
                </a:extLst>
              </p:cNvPr>
              <p:cNvSpPr/>
              <p:nvPr/>
            </p:nvSpPr>
            <p:spPr>
              <a:xfrm>
                <a:off x="1322053" y="3616233"/>
                <a:ext cx="19417" cy="19417"/>
              </a:xfrm>
              <a:prstGeom prst="ellipse">
                <a:avLst/>
              </a:prstGeom>
              <a:gradFill flip="none" rotWithShape="1">
                <a:gsLst>
                  <a:gs pos="0">
                    <a:srgbClr val="F5F6F8"/>
                  </a:gs>
                  <a:gs pos="43000">
                    <a:srgbClr val="CDD6DD"/>
                  </a:gs>
                  <a:gs pos="100000">
                    <a:srgbClr val="A4B1BC"/>
                  </a:gs>
                </a:gsLst>
                <a:lin ang="2700000" scaled="1"/>
                <a:tileRect/>
              </a:gradFill>
              <a:ln w="1743" cap="rnd" cmpd="sng" algn="ctr">
                <a:noFill/>
                <a:prstDash val="solid"/>
                <a:round/>
                <a:headEnd type="none" w="med" len="med"/>
                <a:tailEnd type="none" w="med" len="med"/>
              </a:ln>
              <a:effectLst/>
            </p:spPr>
          </p:sp>
          <p:sp>
            <p:nvSpPr>
              <p:cNvPr id="335" name="ellipse_2597">
                <a:extLst>
                  <a:ext uri="{FF2B5EF4-FFF2-40B4-BE49-F238E27FC236}">
                    <a16:creationId xmlns:a16="http://schemas.microsoft.com/office/drawing/2014/main" id="{7E3D634A-DE46-4983-25A1-09E745B1FC39}"/>
                  </a:ext>
                </a:extLst>
              </p:cNvPr>
              <p:cNvSpPr/>
              <p:nvPr/>
            </p:nvSpPr>
            <p:spPr>
              <a:xfrm>
                <a:off x="1442627" y="3702519"/>
                <a:ext cx="16815" cy="16815"/>
              </a:xfrm>
              <a:prstGeom prst="ellipse">
                <a:avLst/>
              </a:prstGeom>
              <a:gradFill flip="none" rotWithShape="1">
                <a:gsLst>
                  <a:gs pos="0">
                    <a:srgbClr val="F5F6F8"/>
                  </a:gs>
                  <a:gs pos="43000">
                    <a:srgbClr val="CDD5DC"/>
                  </a:gs>
                  <a:gs pos="100000">
                    <a:srgbClr val="A4B0BB"/>
                  </a:gs>
                </a:gsLst>
                <a:lin ang="2700000" scaled="1"/>
                <a:tileRect/>
              </a:gradFill>
              <a:ln w="1743" cap="rnd" cmpd="sng" algn="ctr">
                <a:noFill/>
                <a:prstDash val="solid"/>
                <a:round/>
                <a:headEnd type="none" w="med" len="med"/>
                <a:tailEnd type="none" w="med" len="med"/>
              </a:ln>
              <a:effectLst/>
            </p:spPr>
          </p:sp>
          <p:sp>
            <p:nvSpPr>
              <p:cNvPr id="336" name="ellipse_2598">
                <a:extLst>
                  <a:ext uri="{FF2B5EF4-FFF2-40B4-BE49-F238E27FC236}">
                    <a16:creationId xmlns:a16="http://schemas.microsoft.com/office/drawing/2014/main" id="{208125C0-72CA-275B-FB72-F553429AC006}"/>
                  </a:ext>
                </a:extLst>
              </p:cNvPr>
              <p:cNvSpPr/>
              <p:nvPr/>
            </p:nvSpPr>
            <p:spPr>
              <a:xfrm>
                <a:off x="1359926" y="3695336"/>
                <a:ext cx="19088" cy="19088"/>
              </a:xfrm>
              <a:prstGeom prst="ellipse">
                <a:avLst/>
              </a:prstGeom>
              <a:gradFill flip="none" rotWithShape="1">
                <a:gsLst>
                  <a:gs pos="0">
                    <a:srgbClr val="F6F8F9"/>
                  </a:gs>
                  <a:gs pos="43000">
                    <a:srgbClr val="D5DCE2"/>
                  </a:gs>
                  <a:gs pos="100000">
                    <a:srgbClr val="ACB8C2"/>
                  </a:gs>
                </a:gsLst>
                <a:lin ang="2700000" scaled="1"/>
                <a:tileRect/>
              </a:gradFill>
              <a:ln w="1743" cap="rnd" cmpd="sng" algn="ctr">
                <a:noFill/>
                <a:prstDash val="solid"/>
                <a:round/>
                <a:headEnd type="none" w="med" len="med"/>
                <a:tailEnd type="none" w="med" len="med"/>
              </a:ln>
              <a:effectLst/>
            </p:spPr>
          </p:sp>
          <p:sp>
            <p:nvSpPr>
              <p:cNvPr id="337" name="ellipse_2599">
                <a:extLst>
                  <a:ext uri="{FF2B5EF4-FFF2-40B4-BE49-F238E27FC236}">
                    <a16:creationId xmlns:a16="http://schemas.microsoft.com/office/drawing/2014/main" id="{BAC57C4D-45D8-B3D0-7413-303B62B1EECC}"/>
                  </a:ext>
                </a:extLst>
              </p:cNvPr>
              <p:cNvSpPr/>
              <p:nvPr/>
            </p:nvSpPr>
            <p:spPr>
              <a:xfrm>
                <a:off x="1316114" y="3579850"/>
                <a:ext cx="19778" cy="19778"/>
              </a:xfrm>
              <a:prstGeom prst="ellipse">
                <a:avLst/>
              </a:prstGeom>
              <a:gradFill flip="none" rotWithShape="1">
                <a:gsLst>
                  <a:gs pos="0">
                    <a:srgbClr val="F4F6F8"/>
                  </a:gs>
                  <a:gs pos="43000">
                    <a:srgbClr val="CCD5DC"/>
                  </a:gs>
                  <a:gs pos="100000">
                    <a:srgbClr val="A2AFBA"/>
                  </a:gs>
                </a:gsLst>
                <a:lin ang="2700000" scaled="1"/>
                <a:tileRect/>
              </a:gradFill>
              <a:ln w="1743" cap="rnd" cmpd="sng" algn="ctr">
                <a:noFill/>
                <a:prstDash val="solid"/>
                <a:round/>
                <a:headEnd type="none" w="med" len="med"/>
                <a:tailEnd type="none" w="med" len="med"/>
              </a:ln>
              <a:effectLst/>
            </p:spPr>
          </p:sp>
          <p:sp>
            <p:nvSpPr>
              <p:cNvPr id="338" name="ellipse_2600">
                <a:extLst>
                  <a:ext uri="{FF2B5EF4-FFF2-40B4-BE49-F238E27FC236}">
                    <a16:creationId xmlns:a16="http://schemas.microsoft.com/office/drawing/2014/main" id="{82CD3015-F894-BF2C-A919-4D7F1BCBADC0}"/>
                  </a:ext>
                </a:extLst>
              </p:cNvPr>
              <p:cNvSpPr/>
              <p:nvPr/>
            </p:nvSpPr>
            <p:spPr>
              <a:xfrm>
                <a:off x="1434798" y="3553542"/>
                <a:ext cx="17285" cy="17285"/>
              </a:xfrm>
              <a:prstGeom prst="ellipse">
                <a:avLst/>
              </a:prstGeom>
              <a:gradFill flip="none" rotWithShape="1">
                <a:gsLst>
                  <a:gs pos="0">
                    <a:srgbClr val="F5F7F8"/>
                  </a:gs>
                  <a:gs pos="43000">
                    <a:srgbClr val="CFD7DF"/>
                  </a:gs>
                  <a:gs pos="100000">
                    <a:srgbClr val="A6B3BD"/>
                  </a:gs>
                </a:gsLst>
                <a:lin ang="2700000" scaled="1"/>
                <a:tileRect/>
              </a:gradFill>
              <a:ln w="1743" cap="rnd" cmpd="sng" algn="ctr">
                <a:noFill/>
                <a:prstDash val="solid"/>
                <a:round/>
                <a:headEnd type="none" w="med" len="med"/>
                <a:tailEnd type="none" w="med" len="med"/>
              </a:ln>
              <a:effectLst/>
            </p:spPr>
          </p:sp>
          <p:sp>
            <p:nvSpPr>
              <p:cNvPr id="339" name="ellipse_2601">
                <a:extLst>
                  <a:ext uri="{FF2B5EF4-FFF2-40B4-BE49-F238E27FC236}">
                    <a16:creationId xmlns:a16="http://schemas.microsoft.com/office/drawing/2014/main" id="{B53DDC9A-1BFA-12A8-12C0-A6C59A8AF631}"/>
                  </a:ext>
                </a:extLst>
              </p:cNvPr>
              <p:cNvSpPr/>
              <p:nvPr/>
            </p:nvSpPr>
            <p:spPr>
              <a:xfrm>
                <a:off x="1494855" y="3573622"/>
                <a:ext cx="23632" cy="23632"/>
              </a:xfrm>
              <a:prstGeom prst="ellipse">
                <a:avLst/>
              </a:prstGeom>
              <a:gradFill flip="none" rotWithShape="1">
                <a:gsLst>
                  <a:gs pos="0">
                    <a:srgbClr val="F4F6F8"/>
                  </a:gs>
                  <a:gs pos="43000">
                    <a:srgbClr val="CDD5DC"/>
                  </a:gs>
                  <a:gs pos="100000">
                    <a:srgbClr val="A3B0BB"/>
                  </a:gs>
                </a:gsLst>
                <a:lin ang="2700000" scaled="1"/>
                <a:tileRect/>
              </a:gradFill>
              <a:ln w="1743" cap="rnd" cmpd="sng" algn="ctr">
                <a:noFill/>
                <a:prstDash val="solid"/>
                <a:round/>
                <a:headEnd type="none" w="med" len="med"/>
                <a:tailEnd type="none" w="med" len="med"/>
              </a:ln>
              <a:effectLst/>
            </p:spPr>
          </p:sp>
        </p:grpSp>
        <p:grpSp>
          <p:nvGrpSpPr>
            <p:cNvPr id="340" name="Feature vector">
              <a:extLst>
                <a:ext uri="{FF2B5EF4-FFF2-40B4-BE49-F238E27FC236}">
                  <a16:creationId xmlns:a16="http://schemas.microsoft.com/office/drawing/2014/main" id="{A560D1CF-DAE6-BC3C-8BCA-8EBDA8CCF180}"/>
                </a:ext>
              </a:extLst>
            </p:cNvPr>
            <p:cNvGrpSpPr/>
            <p:nvPr/>
          </p:nvGrpSpPr>
          <p:grpSpPr>
            <a:xfrm>
              <a:off x="1047750" y="4781550"/>
              <a:ext cx="885825" cy="123825"/>
              <a:chOff x="1274580" y="3787605"/>
              <a:chExt cx="338355" cy="49275"/>
            </a:xfrm>
          </p:grpSpPr>
          <p:sp>
            <p:nvSpPr>
              <p:cNvPr id="341" name="feature_1">
                <a:extLst>
                  <a:ext uri="{FF2B5EF4-FFF2-40B4-BE49-F238E27FC236}">
                    <a16:creationId xmlns:a16="http://schemas.microsoft.com/office/drawing/2014/main" id="{456842E3-0AD2-2B74-4A68-2F620A14BF62}"/>
                  </a:ext>
                </a:extLst>
              </p:cNvPr>
              <p:cNvSpPr/>
              <p:nvPr/>
            </p:nvSpPr>
            <p:spPr>
              <a:xfrm>
                <a:off x="1274580" y="3787605"/>
                <a:ext cx="45521" cy="49275"/>
              </a:xfrm>
              <a:prstGeom prst="rect">
                <a:avLst/>
              </a:prstGeom>
              <a:solidFill>
                <a:srgbClr val="90C4B4"/>
              </a:solidFill>
              <a:ln w="4435" cap="rnd" cmpd="sng" algn="ctr">
                <a:noFill/>
                <a:prstDash val="solid"/>
                <a:round/>
                <a:headEnd type="none" w="med" len="med"/>
                <a:tailEnd type="none" w="med" len="med"/>
              </a:ln>
              <a:effectLst/>
            </p:spPr>
          </p:sp>
          <p:sp>
            <p:nvSpPr>
              <p:cNvPr id="342" name="feature_2">
                <a:extLst>
                  <a:ext uri="{FF2B5EF4-FFF2-40B4-BE49-F238E27FC236}">
                    <a16:creationId xmlns:a16="http://schemas.microsoft.com/office/drawing/2014/main" id="{E257A1D0-E262-2434-240A-924058543E42}"/>
                  </a:ext>
                </a:extLst>
              </p:cNvPr>
              <p:cNvSpPr/>
              <p:nvPr/>
            </p:nvSpPr>
            <p:spPr>
              <a:xfrm>
                <a:off x="1323386" y="3787605"/>
                <a:ext cx="45521" cy="49275"/>
              </a:xfrm>
              <a:prstGeom prst="rect">
                <a:avLst/>
              </a:prstGeom>
              <a:solidFill>
                <a:srgbClr val="B9DBD1"/>
              </a:solidFill>
              <a:ln w="4435" cap="rnd" cmpd="sng" algn="ctr">
                <a:noFill/>
                <a:prstDash val="solid"/>
                <a:round/>
                <a:headEnd type="none" w="med" len="med"/>
                <a:tailEnd type="none" w="med" len="med"/>
              </a:ln>
              <a:effectLst/>
            </p:spPr>
          </p:sp>
          <p:sp>
            <p:nvSpPr>
              <p:cNvPr id="343" name="feature_3">
                <a:extLst>
                  <a:ext uri="{FF2B5EF4-FFF2-40B4-BE49-F238E27FC236}">
                    <a16:creationId xmlns:a16="http://schemas.microsoft.com/office/drawing/2014/main" id="{DC8740C6-4939-88C3-3E33-A546101172DE}"/>
                  </a:ext>
                </a:extLst>
              </p:cNvPr>
              <p:cNvSpPr/>
              <p:nvPr/>
            </p:nvSpPr>
            <p:spPr>
              <a:xfrm>
                <a:off x="1372191" y="3787605"/>
                <a:ext cx="45521" cy="49275"/>
              </a:xfrm>
              <a:prstGeom prst="rect">
                <a:avLst/>
              </a:prstGeom>
              <a:solidFill>
                <a:srgbClr val="4EAA93"/>
              </a:solidFill>
              <a:ln w="4435" cap="rnd" cmpd="sng" algn="ctr">
                <a:noFill/>
                <a:prstDash val="solid"/>
                <a:round/>
                <a:headEnd type="none" w="med" len="med"/>
                <a:tailEnd type="none" w="med" len="med"/>
              </a:ln>
              <a:effectLst/>
            </p:spPr>
          </p:sp>
          <p:sp>
            <p:nvSpPr>
              <p:cNvPr id="344" name="feature_4">
                <a:extLst>
                  <a:ext uri="{FF2B5EF4-FFF2-40B4-BE49-F238E27FC236}">
                    <a16:creationId xmlns:a16="http://schemas.microsoft.com/office/drawing/2014/main" id="{0E62A0FF-31C4-AC66-9157-5CB48D4008B3}"/>
                  </a:ext>
                </a:extLst>
              </p:cNvPr>
              <p:cNvSpPr/>
              <p:nvPr/>
            </p:nvSpPr>
            <p:spPr>
              <a:xfrm>
                <a:off x="1420997" y="3787605"/>
                <a:ext cx="45521" cy="49275"/>
              </a:xfrm>
              <a:prstGeom prst="rect">
                <a:avLst/>
              </a:prstGeom>
              <a:solidFill>
                <a:srgbClr val="90C4B4"/>
              </a:solidFill>
              <a:ln w="4435" cap="rnd" cmpd="sng" algn="ctr">
                <a:noFill/>
                <a:prstDash val="solid"/>
                <a:round/>
                <a:headEnd type="none" w="med" len="med"/>
                <a:tailEnd type="none" w="med" len="med"/>
              </a:ln>
              <a:effectLst/>
            </p:spPr>
          </p:sp>
          <p:sp>
            <p:nvSpPr>
              <p:cNvPr id="345" name="feature_5">
                <a:extLst>
                  <a:ext uri="{FF2B5EF4-FFF2-40B4-BE49-F238E27FC236}">
                    <a16:creationId xmlns:a16="http://schemas.microsoft.com/office/drawing/2014/main" id="{49542B0A-2559-4130-16DB-38C68896B0B7}"/>
                  </a:ext>
                </a:extLst>
              </p:cNvPr>
              <p:cNvSpPr/>
              <p:nvPr/>
            </p:nvSpPr>
            <p:spPr>
              <a:xfrm>
                <a:off x="1469803" y="3787605"/>
                <a:ext cx="45521" cy="49275"/>
              </a:xfrm>
              <a:prstGeom prst="rect">
                <a:avLst/>
              </a:prstGeom>
              <a:solidFill>
                <a:srgbClr val="B9DBD1"/>
              </a:solidFill>
              <a:ln w="4435" cap="rnd" cmpd="sng" algn="ctr">
                <a:noFill/>
                <a:prstDash val="solid"/>
                <a:round/>
                <a:headEnd type="none" w="med" len="med"/>
                <a:tailEnd type="none" w="med" len="med"/>
              </a:ln>
              <a:effectLst/>
            </p:spPr>
          </p:sp>
          <p:sp>
            <p:nvSpPr>
              <p:cNvPr id="346" name="feature_6">
                <a:extLst>
                  <a:ext uri="{FF2B5EF4-FFF2-40B4-BE49-F238E27FC236}">
                    <a16:creationId xmlns:a16="http://schemas.microsoft.com/office/drawing/2014/main" id="{99C3E403-5EFD-7FBF-762E-0BE994BD05EB}"/>
                  </a:ext>
                </a:extLst>
              </p:cNvPr>
              <p:cNvSpPr/>
              <p:nvPr/>
            </p:nvSpPr>
            <p:spPr>
              <a:xfrm>
                <a:off x="1518609" y="3787605"/>
                <a:ext cx="45521" cy="49275"/>
              </a:xfrm>
              <a:prstGeom prst="rect">
                <a:avLst/>
              </a:prstGeom>
              <a:solidFill>
                <a:srgbClr val="4EAA93"/>
              </a:solidFill>
              <a:ln w="4435" cap="rnd" cmpd="sng" algn="ctr">
                <a:noFill/>
                <a:prstDash val="solid"/>
                <a:round/>
                <a:headEnd type="none" w="med" len="med"/>
                <a:tailEnd type="none" w="med" len="med"/>
              </a:ln>
              <a:effectLst/>
            </p:spPr>
          </p:sp>
          <p:sp>
            <p:nvSpPr>
              <p:cNvPr id="347" name="feature_7">
                <a:extLst>
                  <a:ext uri="{FF2B5EF4-FFF2-40B4-BE49-F238E27FC236}">
                    <a16:creationId xmlns:a16="http://schemas.microsoft.com/office/drawing/2014/main" id="{F9D7F0BE-3E1C-18E2-8C8F-DF1C870A483A}"/>
                  </a:ext>
                </a:extLst>
              </p:cNvPr>
              <p:cNvSpPr/>
              <p:nvPr/>
            </p:nvSpPr>
            <p:spPr>
              <a:xfrm>
                <a:off x="1567414" y="3787605"/>
                <a:ext cx="45521" cy="49275"/>
              </a:xfrm>
              <a:prstGeom prst="rect">
                <a:avLst/>
              </a:prstGeom>
              <a:solidFill>
                <a:srgbClr val="90C4B4"/>
              </a:solidFill>
              <a:ln w="4435" cap="rnd" cmpd="sng" algn="ctr">
                <a:noFill/>
                <a:prstDash val="solid"/>
                <a:round/>
                <a:headEnd type="none" w="med" len="med"/>
                <a:tailEnd type="none" w="med" len="med"/>
              </a:ln>
              <a:effectLst/>
            </p:spPr>
          </p:sp>
        </p:grpSp>
        <p:sp>
          <p:nvSpPr>
            <p:cNvPr id="348" name="Candidate blob | editable contour">
              <a:extLst>
                <a:ext uri="{FF2B5EF4-FFF2-40B4-BE49-F238E27FC236}">
                  <a16:creationId xmlns:a16="http://schemas.microsoft.com/office/drawing/2014/main" id="{DD152797-C49A-6F84-763F-2B8A80C79150}"/>
                </a:ext>
              </a:extLst>
            </p:cNvPr>
            <p:cNvSpPr/>
            <p:nvPr/>
          </p:nvSpPr>
          <p:spPr>
            <a:xfrm>
              <a:off x="2809875" y="4162425"/>
              <a:ext cx="723900" cy="466725"/>
            </a:xfrm>
            <a:custGeom>
              <a:avLst/>
              <a:gdLst/>
              <a:ahLst/>
              <a:cxnLst/>
              <a:rect l="0" t="0" r="w" b="h"/>
              <a:pathLst>
                <a:path w="227897" h="155682" extrusionOk="0">
                  <a:moveTo>
                    <a:pt x="5338" y="97866"/>
                  </a:moveTo>
                  <a:cubicBezTo>
                    <a:pt x="0" y="80701"/>
                    <a:pt x="18889" y="54504"/>
                    <a:pt x="29976" y="43663"/>
                  </a:cubicBezTo>
                  <a:cubicBezTo>
                    <a:pt x="41062" y="32823"/>
                    <a:pt x="58719" y="39447"/>
                    <a:pt x="71859" y="32823"/>
                  </a:cubicBezTo>
                  <a:cubicBezTo>
                    <a:pt x="84999" y="26198"/>
                    <a:pt x="92391" y="7829"/>
                    <a:pt x="108816" y="3915"/>
                  </a:cubicBezTo>
                  <a:cubicBezTo>
                    <a:pt x="125241" y="0"/>
                    <a:pt x="153984" y="3613"/>
                    <a:pt x="170409" y="9335"/>
                  </a:cubicBezTo>
                  <a:cubicBezTo>
                    <a:pt x="186834" y="15056"/>
                    <a:pt x="198332" y="26198"/>
                    <a:pt x="207366" y="38243"/>
                  </a:cubicBezTo>
                  <a:cubicBezTo>
                    <a:pt x="216399" y="50288"/>
                    <a:pt x="227897" y="67151"/>
                    <a:pt x="224612" y="81605"/>
                  </a:cubicBezTo>
                  <a:cubicBezTo>
                    <a:pt x="221327" y="96059"/>
                    <a:pt x="203259" y="113223"/>
                    <a:pt x="187656" y="124967"/>
                  </a:cubicBezTo>
                  <a:cubicBezTo>
                    <a:pt x="172052" y="136711"/>
                    <a:pt x="151931" y="148455"/>
                    <a:pt x="130989" y="152068"/>
                  </a:cubicBezTo>
                  <a:cubicBezTo>
                    <a:pt x="110048" y="155682"/>
                    <a:pt x="82946" y="155682"/>
                    <a:pt x="62004" y="146648"/>
                  </a:cubicBezTo>
                  <a:cubicBezTo>
                    <a:pt x="41062" y="137614"/>
                    <a:pt x="10676" y="115030"/>
                    <a:pt x="5338" y="97866"/>
                  </a:cubicBezTo>
                  <a:close/>
                </a:path>
              </a:pathLst>
            </a:custGeom>
            <a:gradFill flip="none" rotWithShape="1">
              <a:gsLst>
                <a:gs pos="0">
                  <a:srgbClr val="E9F2F9"/>
                </a:gs>
                <a:gs pos="48000">
                  <a:srgbClr val="85B7DD"/>
                </a:gs>
                <a:gs pos="100000">
                  <a:srgbClr val="65A1CE"/>
                </a:gs>
              </a:gsLst>
              <a:lin ang="2700000" scaled="1"/>
              <a:tileRect/>
            </a:gradFill>
            <a:ln w="3168" cap="rnd" cmpd="sng" algn="ctr">
              <a:solidFill>
                <a:srgbClr val="71A9D4"/>
              </a:solidFill>
              <a:prstDash val="solid"/>
              <a:round/>
              <a:headEnd type="none" w="med" len="med"/>
              <a:tailEnd type="none" w="med" len="med"/>
            </a:ln>
            <a:effectLst/>
          </p:spPr>
        </p:sp>
        <p:sp>
          <p:nvSpPr>
            <p:cNvPr id="349" name="ellipse_2612">
              <a:extLst>
                <a:ext uri="{FF2B5EF4-FFF2-40B4-BE49-F238E27FC236}">
                  <a16:creationId xmlns:a16="http://schemas.microsoft.com/office/drawing/2014/main" id="{054E2078-AECF-BEDC-52E3-044625A8D5D7}"/>
                </a:ext>
              </a:extLst>
            </p:cNvPr>
            <p:cNvSpPr/>
            <p:nvPr/>
          </p:nvSpPr>
          <p:spPr>
            <a:xfrm>
              <a:off x="2867025" y="4200525"/>
              <a:ext cx="381000" cy="161925"/>
            </a:xfrm>
            <a:prstGeom prst="ellipse">
              <a:avLst/>
            </a:prstGeom>
            <a:solidFill>
              <a:srgbClr val="FFFFFF">
                <a:alpha val="35000"/>
              </a:srgbClr>
            </a:solidFill>
            <a:ln w="3168" cap="rnd" cmpd="sng" algn="ctr">
              <a:noFill/>
              <a:prstDash val="solid"/>
              <a:round/>
              <a:headEnd type="none" w="med" len="med"/>
              <a:tailEnd type="none" w="med" len="med"/>
            </a:ln>
            <a:effectLst/>
          </p:spPr>
        </p:sp>
        <p:grpSp>
          <p:nvGrpSpPr>
            <p:cNvPr id="350" name="Pseudo-atom sampling points; no chemical bonds">
              <a:extLst>
                <a:ext uri="{FF2B5EF4-FFF2-40B4-BE49-F238E27FC236}">
                  <a16:creationId xmlns:a16="http://schemas.microsoft.com/office/drawing/2014/main" id="{EA6D3834-51AA-0EDB-5019-9107894EC30B}"/>
                </a:ext>
              </a:extLst>
            </p:cNvPr>
            <p:cNvGrpSpPr/>
            <p:nvPr/>
          </p:nvGrpSpPr>
          <p:grpSpPr>
            <a:xfrm>
              <a:off x="4324350" y="4152900"/>
              <a:ext cx="619125" cy="466725"/>
              <a:chOff x="2356083" y="3581646"/>
              <a:chExt cx="132815" cy="121377"/>
            </a:xfrm>
          </p:grpSpPr>
          <p:sp>
            <p:nvSpPr>
              <p:cNvPr id="351" name="Pseudo atom | small solid diamond">
                <a:extLst>
                  <a:ext uri="{FF2B5EF4-FFF2-40B4-BE49-F238E27FC236}">
                    <a16:creationId xmlns:a16="http://schemas.microsoft.com/office/drawing/2014/main" id="{2DCF19C2-FAD9-12F7-1170-0231010DD7C1}"/>
                  </a:ext>
                </a:extLst>
              </p:cNvPr>
              <p:cNvSpPr/>
              <p:nvPr/>
            </p:nvSpPr>
            <p:spPr>
              <a:xfrm>
                <a:off x="2470337" y="3657927"/>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059" cap="rnd" cmpd="sng" algn="ctr">
                <a:solidFill>
                  <a:srgbClr val="AE6104"/>
                </a:solidFill>
                <a:prstDash val="solid"/>
                <a:round/>
                <a:headEnd type="none" w="med" len="med"/>
                <a:tailEnd type="none" w="med" len="med"/>
              </a:ln>
              <a:effectLst/>
            </p:spPr>
          </p:sp>
          <p:sp>
            <p:nvSpPr>
              <p:cNvPr id="352" name="Pseudo atom | small solid diamond">
                <a:extLst>
                  <a:ext uri="{FF2B5EF4-FFF2-40B4-BE49-F238E27FC236}">
                    <a16:creationId xmlns:a16="http://schemas.microsoft.com/office/drawing/2014/main" id="{4893D1A7-6A1F-0FC3-8271-EB9C49BD24DC}"/>
                  </a:ext>
                </a:extLst>
              </p:cNvPr>
              <p:cNvSpPr/>
              <p:nvPr/>
            </p:nvSpPr>
            <p:spPr>
              <a:xfrm>
                <a:off x="2367832" y="3581646"/>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059" cap="rnd" cmpd="sng" algn="ctr">
                <a:solidFill>
                  <a:srgbClr val="AE6104"/>
                </a:solidFill>
                <a:prstDash val="solid"/>
                <a:round/>
                <a:headEnd type="none" w="med" len="med"/>
                <a:tailEnd type="none" w="med" len="med"/>
              </a:ln>
              <a:effectLst/>
            </p:spPr>
          </p:sp>
          <p:sp>
            <p:nvSpPr>
              <p:cNvPr id="353" name="Pseudo atom | small solid diamond">
                <a:extLst>
                  <a:ext uri="{FF2B5EF4-FFF2-40B4-BE49-F238E27FC236}">
                    <a16:creationId xmlns:a16="http://schemas.microsoft.com/office/drawing/2014/main" id="{E1DFD2F0-447E-7173-90E0-F66005707545}"/>
                  </a:ext>
                </a:extLst>
              </p:cNvPr>
              <p:cNvSpPr/>
              <p:nvPr/>
            </p:nvSpPr>
            <p:spPr>
              <a:xfrm>
                <a:off x="2462977" y="3688569"/>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059" cap="rnd" cmpd="sng" algn="ctr">
                <a:solidFill>
                  <a:srgbClr val="AE6104"/>
                </a:solidFill>
                <a:prstDash val="solid"/>
                <a:round/>
                <a:headEnd type="none" w="med" len="med"/>
                <a:tailEnd type="none" w="med" len="med"/>
              </a:ln>
              <a:effectLst/>
            </p:spPr>
          </p:sp>
          <p:sp>
            <p:nvSpPr>
              <p:cNvPr id="354" name="Pseudo atom | small solid diamond">
                <a:extLst>
                  <a:ext uri="{FF2B5EF4-FFF2-40B4-BE49-F238E27FC236}">
                    <a16:creationId xmlns:a16="http://schemas.microsoft.com/office/drawing/2014/main" id="{2086D97D-8B8C-FF48-D6E3-C34611205208}"/>
                  </a:ext>
                </a:extLst>
              </p:cNvPr>
              <p:cNvSpPr/>
              <p:nvPr/>
            </p:nvSpPr>
            <p:spPr>
              <a:xfrm>
                <a:off x="2381094" y="3596723"/>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059" cap="rnd" cmpd="sng" algn="ctr">
                <a:solidFill>
                  <a:srgbClr val="AE6104"/>
                </a:solidFill>
                <a:prstDash val="solid"/>
                <a:round/>
                <a:headEnd type="none" w="med" len="med"/>
                <a:tailEnd type="none" w="med" len="med"/>
              </a:ln>
              <a:effectLst/>
            </p:spPr>
          </p:sp>
          <p:sp>
            <p:nvSpPr>
              <p:cNvPr id="355" name="Pseudo atom | small solid diamond">
                <a:extLst>
                  <a:ext uri="{FF2B5EF4-FFF2-40B4-BE49-F238E27FC236}">
                    <a16:creationId xmlns:a16="http://schemas.microsoft.com/office/drawing/2014/main" id="{F51D1AF9-A78D-ED4C-053C-710E0A9A3C36}"/>
                  </a:ext>
                </a:extLst>
              </p:cNvPr>
              <p:cNvSpPr/>
              <p:nvPr/>
            </p:nvSpPr>
            <p:spPr>
              <a:xfrm>
                <a:off x="2474444" y="3633245"/>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059" cap="rnd" cmpd="sng" algn="ctr">
                <a:solidFill>
                  <a:srgbClr val="AE6104"/>
                </a:solidFill>
                <a:prstDash val="solid"/>
                <a:round/>
                <a:headEnd type="none" w="med" len="med"/>
                <a:tailEnd type="none" w="med" len="med"/>
              </a:ln>
              <a:effectLst/>
            </p:spPr>
          </p:sp>
          <p:sp>
            <p:nvSpPr>
              <p:cNvPr id="356" name="Pseudo atom | small solid diamond">
                <a:extLst>
                  <a:ext uri="{FF2B5EF4-FFF2-40B4-BE49-F238E27FC236}">
                    <a16:creationId xmlns:a16="http://schemas.microsoft.com/office/drawing/2014/main" id="{C59EAD2E-876D-22B8-4EFC-04CF857179C6}"/>
                  </a:ext>
                </a:extLst>
              </p:cNvPr>
              <p:cNvSpPr/>
              <p:nvPr/>
            </p:nvSpPr>
            <p:spPr>
              <a:xfrm>
                <a:off x="2419798" y="3615676"/>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059" cap="rnd" cmpd="sng" algn="ctr">
                <a:solidFill>
                  <a:srgbClr val="AE6104"/>
                </a:solidFill>
                <a:prstDash val="solid"/>
                <a:round/>
                <a:headEnd type="none" w="med" len="med"/>
                <a:tailEnd type="none" w="med" len="med"/>
              </a:ln>
              <a:effectLst/>
            </p:spPr>
          </p:sp>
          <p:sp>
            <p:nvSpPr>
              <p:cNvPr id="357" name="Pseudo atom | small solid diamond">
                <a:extLst>
                  <a:ext uri="{FF2B5EF4-FFF2-40B4-BE49-F238E27FC236}">
                    <a16:creationId xmlns:a16="http://schemas.microsoft.com/office/drawing/2014/main" id="{757A4101-0737-DD60-BDFB-88358D6A3D06}"/>
                  </a:ext>
                </a:extLst>
              </p:cNvPr>
              <p:cNvSpPr/>
              <p:nvPr/>
            </p:nvSpPr>
            <p:spPr>
              <a:xfrm>
                <a:off x="2356083" y="3630928"/>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059" cap="rnd" cmpd="sng" algn="ctr">
                <a:solidFill>
                  <a:srgbClr val="AE6104"/>
                </a:solidFill>
                <a:prstDash val="solid"/>
                <a:round/>
                <a:headEnd type="none" w="med" len="med"/>
                <a:tailEnd type="none" w="med" len="med"/>
              </a:ln>
              <a:effectLst/>
            </p:spPr>
          </p:sp>
          <p:sp>
            <p:nvSpPr>
              <p:cNvPr id="358" name="Pseudo atom | small solid diamond">
                <a:extLst>
                  <a:ext uri="{FF2B5EF4-FFF2-40B4-BE49-F238E27FC236}">
                    <a16:creationId xmlns:a16="http://schemas.microsoft.com/office/drawing/2014/main" id="{AC71C9C7-3FA7-D82E-30ED-AE0089B220E8}"/>
                  </a:ext>
                </a:extLst>
              </p:cNvPr>
              <p:cNvSpPr/>
              <p:nvPr/>
            </p:nvSpPr>
            <p:spPr>
              <a:xfrm>
                <a:off x="2399168" y="3621448"/>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059" cap="rnd" cmpd="sng" algn="ctr">
                <a:solidFill>
                  <a:srgbClr val="AE6104"/>
                </a:solidFill>
                <a:prstDash val="solid"/>
                <a:round/>
                <a:headEnd type="none" w="med" len="med"/>
                <a:tailEnd type="none" w="med" len="med"/>
              </a:ln>
              <a:effectLst/>
            </p:spPr>
          </p:sp>
          <p:sp>
            <p:nvSpPr>
              <p:cNvPr id="359" name="Pseudo atom | small solid diamond">
                <a:extLst>
                  <a:ext uri="{FF2B5EF4-FFF2-40B4-BE49-F238E27FC236}">
                    <a16:creationId xmlns:a16="http://schemas.microsoft.com/office/drawing/2014/main" id="{3BE552A0-8510-E494-CF88-1B9C854BB1E4}"/>
                  </a:ext>
                </a:extLst>
              </p:cNvPr>
              <p:cNvSpPr/>
              <p:nvPr/>
            </p:nvSpPr>
            <p:spPr>
              <a:xfrm>
                <a:off x="2442478" y="3664017"/>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059" cap="rnd" cmpd="sng" algn="ctr">
                <a:solidFill>
                  <a:srgbClr val="AE6104"/>
                </a:solidFill>
                <a:prstDash val="solid"/>
                <a:round/>
                <a:headEnd type="none" w="med" len="med"/>
                <a:tailEnd type="none" w="med" len="med"/>
              </a:ln>
              <a:effectLst/>
            </p:spPr>
          </p:sp>
          <p:sp>
            <p:nvSpPr>
              <p:cNvPr id="360" name="Pseudo atom | small solid diamond">
                <a:extLst>
                  <a:ext uri="{FF2B5EF4-FFF2-40B4-BE49-F238E27FC236}">
                    <a16:creationId xmlns:a16="http://schemas.microsoft.com/office/drawing/2014/main" id="{5712722E-EDB1-CCB6-322A-9A113FB270A7}"/>
                  </a:ext>
                </a:extLst>
              </p:cNvPr>
              <p:cNvSpPr/>
              <p:nvPr/>
            </p:nvSpPr>
            <p:spPr>
              <a:xfrm>
                <a:off x="2457792" y="3672561"/>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2059" cap="rnd" cmpd="sng" algn="ctr">
                <a:solidFill>
                  <a:srgbClr val="AE6104"/>
                </a:solidFill>
                <a:prstDash val="solid"/>
                <a:round/>
                <a:headEnd type="none" w="med" len="med"/>
                <a:tailEnd type="none" w="med" len="med"/>
              </a:ln>
              <a:effectLst/>
            </p:spPr>
          </p:sp>
        </p:grpSp>
        <p:grpSp>
          <p:nvGrpSpPr>
            <p:cNvPr id="361" name="Candidate representation h_j">
              <a:extLst>
                <a:ext uri="{FF2B5EF4-FFF2-40B4-BE49-F238E27FC236}">
                  <a16:creationId xmlns:a16="http://schemas.microsoft.com/office/drawing/2014/main" id="{E808B083-4417-1771-308C-398A37FB7F8E}"/>
                </a:ext>
              </a:extLst>
            </p:cNvPr>
            <p:cNvGrpSpPr/>
            <p:nvPr/>
          </p:nvGrpSpPr>
          <p:grpSpPr>
            <a:xfrm>
              <a:off x="5133975" y="7753350"/>
              <a:ext cx="1257300" cy="238125"/>
              <a:chOff x="2641140" y="4746825"/>
              <a:chExt cx="397485" cy="72270"/>
            </a:xfrm>
          </p:grpSpPr>
          <p:sp>
            <p:nvSpPr>
              <p:cNvPr id="362" name="feature_1">
                <a:extLst>
                  <a:ext uri="{FF2B5EF4-FFF2-40B4-BE49-F238E27FC236}">
                    <a16:creationId xmlns:a16="http://schemas.microsoft.com/office/drawing/2014/main" id="{F4BEE608-E132-2011-1392-3EF6316D3900}"/>
                  </a:ext>
                </a:extLst>
              </p:cNvPr>
              <p:cNvSpPr/>
              <p:nvPr/>
            </p:nvSpPr>
            <p:spPr>
              <a:xfrm>
                <a:off x="2641140" y="4746825"/>
                <a:ext cx="53968" cy="72270"/>
              </a:xfrm>
              <a:prstGeom prst="rect">
                <a:avLst/>
              </a:prstGeom>
              <a:solidFill>
                <a:srgbClr val="367FB7"/>
              </a:solidFill>
              <a:ln w="4435" cap="rnd" cmpd="sng" algn="ctr">
                <a:noFill/>
                <a:prstDash val="solid"/>
                <a:round/>
                <a:headEnd type="none" w="med" len="med"/>
                <a:tailEnd type="none" w="med" len="med"/>
              </a:ln>
              <a:effectLst/>
            </p:spPr>
          </p:sp>
          <p:sp>
            <p:nvSpPr>
              <p:cNvPr id="363" name="feature_2">
                <a:extLst>
                  <a:ext uri="{FF2B5EF4-FFF2-40B4-BE49-F238E27FC236}">
                    <a16:creationId xmlns:a16="http://schemas.microsoft.com/office/drawing/2014/main" id="{DF9F730B-53CC-06D6-A48E-43BC0951C4BC}"/>
                  </a:ext>
                </a:extLst>
              </p:cNvPr>
              <p:cNvSpPr/>
              <p:nvPr/>
            </p:nvSpPr>
            <p:spPr>
              <a:xfrm>
                <a:off x="2698393" y="4746825"/>
                <a:ext cx="53968" cy="72270"/>
              </a:xfrm>
              <a:prstGeom prst="rect">
                <a:avLst/>
              </a:prstGeom>
              <a:solidFill>
                <a:srgbClr val="7EAED0"/>
              </a:solidFill>
              <a:ln w="4435" cap="rnd" cmpd="sng" algn="ctr">
                <a:noFill/>
                <a:prstDash val="solid"/>
                <a:round/>
                <a:headEnd type="none" w="med" len="med"/>
                <a:tailEnd type="none" w="med" len="med"/>
              </a:ln>
              <a:effectLst/>
            </p:spPr>
          </p:sp>
          <p:sp>
            <p:nvSpPr>
              <p:cNvPr id="364" name="feature_3">
                <a:extLst>
                  <a:ext uri="{FF2B5EF4-FFF2-40B4-BE49-F238E27FC236}">
                    <a16:creationId xmlns:a16="http://schemas.microsoft.com/office/drawing/2014/main" id="{91720B8E-8505-0587-4865-8FE400661764}"/>
                  </a:ext>
                </a:extLst>
              </p:cNvPr>
              <p:cNvSpPr/>
              <p:nvPr/>
            </p:nvSpPr>
            <p:spPr>
              <a:xfrm>
                <a:off x="2755646" y="4746825"/>
                <a:ext cx="53968" cy="72270"/>
              </a:xfrm>
              <a:prstGeom prst="rect">
                <a:avLst/>
              </a:prstGeom>
              <a:solidFill>
                <a:srgbClr val="BCD8E7"/>
              </a:solidFill>
              <a:ln w="4435" cap="rnd" cmpd="sng" algn="ctr">
                <a:noFill/>
                <a:prstDash val="solid"/>
                <a:round/>
                <a:headEnd type="none" w="med" len="med"/>
                <a:tailEnd type="none" w="med" len="med"/>
              </a:ln>
              <a:effectLst/>
            </p:spPr>
          </p:sp>
          <p:sp>
            <p:nvSpPr>
              <p:cNvPr id="365" name="feature_4">
                <a:extLst>
                  <a:ext uri="{FF2B5EF4-FFF2-40B4-BE49-F238E27FC236}">
                    <a16:creationId xmlns:a16="http://schemas.microsoft.com/office/drawing/2014/main" id="{D7520224-E604-841B-2211-D7B4D981DE70}"/>
                  </a:ext>
                </a:extLst>
              </p:cNvPr>
              <p:cNvSpPr/>
              <p:nvPr/>
            </p:nvSpPr>
            <p:spPr>
              <a:xfrm>
                <a:off x="2812899" y="4746825"/>
                <a:ext cx="53968" cy="72270"/>
              </a:xfrm>
              <a:prstGeom prst="rect">
                <a:avLst/>
              </a:prstGeom>
              <a:solidFill>
                <a:srgbClr val="88C3B4"/>
              </a:solidFill>
              <a:ln w="4435" cap="rnd" cmpd="sng" algn="ctr">
                <a:noFill/>
                <a:prstDash val="solid"/>
                <a:round/>
                <a:headEnd type="none" w="med" len="med"/>
                <a:tailEnd type="none" w="med" len="med"/>
              </a:ln>
              <a:effectLst/>
            </p:spPr>
          </p:sp>
          <p:sp>
            <p:nvSpPr>
              <p:cNvPr id="366" name="feature_5">
                <a:extLst>
                  <a:ext uri="{FF2B5EF4-FFF2-40B4-BE49-F238E27FC236}">
                    <a16:creationId xmlns:a16="http://schemas.microsoft.com/office/drawing/2014/main" id="{816AEF65-3B8B-B61C-DB09-D93452B7A034}"/>
                  </a:ext>
                </a:extLst>
              </p:cNvPr>
              <p:cNvSpPr/>
              <p:nvPr/>
            </p:nvSpPr>
            <p:spPr>
              <a:xfrm>
                <a:off x="2870151" y="4746825"/>
                <a:ext cx="53968" cy="72270"/>
              </a:xfrm>
              <a:prstGeom prst="rect">
                <a:avLst/>
              </a:prstGeom>
              <a:solidFill>
                <a:srgbClr val="238777"/>
              </a:solidFill>
              <a:ln w="4435" cap="rnd" cmpd="sng" algn="ctr">
                <a:noFill/>
                <a:prstDash val="solid"/>
                <a:round/>
                <a:headEnd type="none" w="med" len="med"/>
                <a:tailEnd type="none" w="med" len="med"/>
              </a:ln>
              <a:effectLst/>
            </p:spPr>
          </p:sp>
          <p:sp>
            <p:nvSpPr>
              <p:cNvPr id="367" name="feature_6">
                <a:extLst>
                  <a:ext uri="{FF2B5EF4-FFF2-40B4-BE49-F238E27FC236}">
                    <a16:creationId xmlns:a16="http://schemas.microsoft.com/office/drawing/2014/main" id="{D45037CD-8F54-52FA-B088-E161A8C65847}"/>
                  </a:ext>
                </a:extLst>
              </p:cNvPr>
              <p:cNvSpPr/>
              <p:nvPr/>
            </p:nvSpPr>
            <p:spPr>
              <a:xfrm>
                <a:off x="2927404" y="4746825"/>
                <a:ext cx="53968" cy="72270"/>
              </a:xfrm>
              <a:prstGeom prst="rect">
                <a:avLst/>
              </a:prstGeom>
              <a:solidFill>
                <a:srgbClr val="B1A4CC"/>
              </a:solidFill>
              <a:ln w="4435" cap="rnd" cmpd="sng" algn="ctr">
                <a:noFill/>
                <a:prstDash val="solid"/>
                <a:round/>
                <a:headEnd type="none" w="med" len="med"/>
                <a:tailEnd type="none" w="med" len="med"/>
              </a:ln>
              <a:effectLst/>
            </p:spPr>
          </p:sp>
          <p:sp>
            <p:nvSpPr>
              <p:cNvPr id="368" name="feature_7">
                <a:extLst>
                  <a:ext uri="{FF2B5EF4-FFF2-40B4-BE49-F238E27FC236}">
                    <a16:creationId xmlns:a16="http://schemas.microsoft.com/office/drawing/2014/main" id="{486943A5-C7C5-BC6B-2A84-6698874C26B0}"/>
                  </a:ext>
                </a:extLst>
              </p:cNvPr>
              <p:cNvSpPr/>
              <p:nvPr/>
            </p:nvSpPr>
            <p:spPr>
              <a:xfrm>
                <a:off x="2984657" y="4746825"/>
                <a:ext cx="53968" cy="72270"/>
              </a:xfrm>
              <a:prstGeom prst="rect">
                <a:avLst/>
              </a:prstGeom>
              <a:solidFill>
                <a:srgbClr val="D4CBE6"/>
              </a:solidFill>
              <a:ln w="4435" cap="rnd" cmpd="sng" algn="ctr">
                <a:noFill/>
                <a:prstDash val="solid"/>
                <a:round/>
                <a:headEnd type="none" w="med" len="med"/>
                <a:tailEnd type="none" w="med" len="med"/>
              </a:ln>
              <a:effectLst/>
            </p:spPr>
          </p:sp>
        </p:grpSp>
        <p:grpSp>
          <p:nvGrpSpPr>
            <p:cNvPr id="369" name="Own molecular graph | preserved original"/>
            <p:cNvGrpSpPr/>
            <p:nvPr/>
          </p:nvGrpSpPr>
          <p:grpSpPr>
            <a:xfrm>
              <a:off x="7534275" y="3676650"/>
              <a:ext cx="847725" cy="581025"/>
              <a:chOff x="2933657" y="2962431"/>
              <a:chExt cx="311024" cy="187573"/>
            </a:xfrm>
          </p:grpSpPr>
          <p:cxnSp>
            <p:nvCxnSpPr>
              <p:cNvPr id="370" name="path_2698">
                <a:extLst>
                  <a:ext uri="{FF2B5EF4-FFF2-40B4-BE49-F238E27FC236}">
                    <a16:creationId xmlns:a16="http://schemas.microsoft.com/office/drawing/2014/main" id="{8247B682-DEF3-2B20-99DE-4A7500B6FA44}"/>
                  </a:ext>
                </a:extLst>
              </p:cNvPr>
              <p:cNvCxnSpPr/>
              <p:nvPr/>
            </p:nvCxnSpPr>
            <p:spPr>
              <a:xfrm flipV="1">
                <a:off x="2948439" y="2977214"/>
                <a:ext cx="63663" cy="70463"/>
              </a:xfrm>
              <a:prstGeom prst="line">
                <a:avLst/>
              </a:prstGeom>
              <a:noFill/>
              <a:ln w="5069" cap="rnd" cmpd="sng" algn="ctr">
                <a:solidFill>
                  <a:srgbClr val="238777"/>
                </a:solidFill>
                <a:prstDash val="solid"/>
                <a:round/>
                <a:headEnd type="none" w="med" len="med"/>
                <a:tailEnd type="none" w="med" len="med"/>
              </a:ln>
              <a:effectLst/>
            </p:spPr>
          </p:cxnSp>
          <p:cxnSp>
            <p:nvCxnSpPr>
              <p:cNvPr id="371" name="path_2699">
                <a:extLst>
                  <a:ext uri="{FF2B5EF4-FFF2-40B4-BE49-F238E27FC236}">
                    <a16:creationId xmlns:a16="http://schemas.microsoft.com/office/drawing/2014/main" id="{25EDF8BE-8730-F586-6CCC-BA81F22BBBCE}"/>
                  </a:ext>
                </a:extLst>
              </p:cNvPr>
              <p:cNvCxnSpPr/>
              <p:nvPr/>
            </p:nvCxnSpPr>
            <p:spPr>
              <a:xfrm>
                <a:off x="3012103" y="2977214"/>
                <a:ext cx="113924" cy="14947"/>
              </a:xfrm>
              <a:prstGeom prst="line">
                <a:avLst/>
              </a:prstGeom>
              <a:noFill/>
              <a:ln w="5069" cap="rnd" cmpd="sng" algn="ctr">
                <a:solidFill>
                  <a:srgbClr val="238777"/>
                </a:solidFill>
                <a:prstDash val="solid"/>
                <a:round/>
                <a:headEnd type="none" w="med" len="med"/>
                <a:tailEnd type="none" w="med" len="med"/>
              </a:ln>
              <a:effectLst/>
            </p:spPr>
          </p:cxnSp>
          <p:cxnSp>
            <p:nvCxnSpPr>
              <p:cNvPr id="372" name="path_2700">
                <a:extLst>
                  <a:ext uri="{FF2B5EF4-FFF2-40B4-BE49-F238E27FC236}">
                    <a16:creationId xmlns:a16="http://schemas.microsoft.com/office/drawing/2014/main" id="{26F6E1AF-D690-BF17-385C-6DE93B05ACD6}"/>
                  </a:ext>
                </a:extLst>
              </p:cNvPr>
              <p:cNvCxnSpPr/>
              <p:nvPr/>
            </p:nvCxnSpPr>
            <p:spPr>
              <a:xfrm>
                <a:off x="3126026" y="2992160"/>
                <a:ext cx="73715" cy="64058"/>
              </a:xfrm>
              <a:prstGeom prst="line">
                <a:avLst/>
              </a:prstGeom>
              <a:noFill/>
              <a:ln w="5069" cap="rnd" cmpd="sng" algn="ctr">
                <a:solidFill>
                  <a:srgbClr val="238777"/>
                </a:solidFill>
                <a:prstDash val="solid"/>
                <a:round/>
                <a:headEnd type="none" w="med" len="med"/>
                <a:tailEnd type="none" w="med" len="med"/>
              </a:ln>
              <a:effectLst/>
            </p:spPr>
          </p:cxnSp>
          <p:cxnSp>
            <p:nvCxnSpPr>
              <p:cNvPr id="373" name="path_2701">
                <a:extLst>
                  <a:ext uri="{FF2B5EF4-FFF2-40B4-BE49-F238E27FC236}">
                    <a16:creationId xmlns:a16="http://schemas.microsoft.com/office/drawing/2014/main" id="{D06CDC23-C46F-205E-F21F-F1B136635C33}"/>
                  </a:ext>
                </a:extLst>
              </p:cNvPr>
              <p:cNvCxnSpPr/>
              <p:nvPr/>
            </p:nvCxnSpPr>
            <p:spPr>
              <a:xfrm flipH="1">
                <a:off x="3129377" y="3056218"/>
                <a:ext cx="70365" cy="79004"/>
              </a:xfrm>
              <a:prstGeom prst="line">
                <a:avLst/>
              </a:prstGeom>
              <a:noFill/>
              <a:ln w="5069" cap="rnd" cmpd="sng" algn="ctr">
                <a:solidFill>
                  <a:srgbClr val="238777"/>
                </a:solidFill>
                <a:prstDash val="solid"/>
                <a:round/>
                <a:headEnd type="none" w="med" len="med"/>
                <a:tailEnd type="none" w="med" len="med"/>
              </a:ln>
              <a:effectLst/>
            </p:spPr>
          </p:cxnSp>
          <p:cxnSp>
            <p:nvCxnSpPr>
              <p:cNvPr id="374" name="path_2702">
                <a:extLst>
                  <a:ext uri="{FF2B5EF4-FFF2-40B4-BE49-F238E27FC236}">
                    <a16:creationId xmlns:a16="http://schemas.microsoft.com/office/drawing/2014/main" id="{FE67C821-2D25-0458-A234-F3F1DD54719C}"/>
                  </a:ext>
                </a:extLst>
              </p:cNvPr>
              <p:cNvCxnSpPr/>
              <p:nvPr/>
            </p:nvCxnSpPr>
            <p:spPr>
              <a:xfrm flipH="1" flipV="1">
                <a:off x="3012103" y="3116005"/>
                <a:ext cx="117275" cy="19217"/>
              </a:xfrm>
              <a:prstGeom prst="line">
                <a:avLst/>
              </a:prstGeom>
              <a:noFill/>
              <a:ln w="5069" cap="rnd" cmpd="sng" algn="ctr">
                <a:solidFill>
                  <a:srgbClr val="238777"/>
                </a:solidFill>
                <a:prstDash val="solid"/>
                <a:round/>
                <a:headEnd type="none" w="med" len="med"/>
                <a:tailEnd type="none" w="med" len="med"/>
              </a:ln>
              <a:effectLst/>
            </p:spPr>
          </p:cxnSp>
          <p:cxnSp>
            <p:nvCxnSpPr>
              <p:cNvPr id="375" name="path_2703">
                <a:extLst>
                  <a:ext uri="{FF2B5EF4-FFF2-40B4-BE49-F238E27FC236}">
                    <a16:creationId xmlns:a16="http://schemas.microsoft.com/office/drawing/2014/main" id="{2C25DEAD-FEDD-52AE-A649-F265E8FD2EC6}"/>
                  </a:ext>
                </a:extLst>
              </p:cNvPr>
              <p:cNvCxnSpPr/>
              <p:nvPr/>
            </p:nvCxnSpPr>
            <p:spPr>
              <a:xfrm flipH="1" flipV="1">
                <a:off x="2948439" y="3047677"/>
                <a:ext cx="63663" cy="68328"/>
              </a:xfrm>
              <a:prstGeom prst="line">
                <a:avLst/>
              </a:prstGeom>
              <a:noFill/>
              <a:ln w="5069" cap="rnd" cmpd="sng" algn="ctr">
                <a:solidFill>
                  <a:srgbClr val="238777"/>
                </a:solidFill>
                <a:prstDash val="solid"/>
                <a:round/>
                <a:headEnd type="none" w="med" len="med"/>
                <a:tailEnd type="none" w="med" len="med"/>
              </a:ln>
              <a:effectLst/>
            </p:spPr>
          </p:cxnSp>
          <p:cxnSp>
            <p:nvCxnSpPr>
              <p:cNvPr id="376" name="path_2704">
                <a:extLst>
                  <a:ext uri="{FF2B5EF4-FFF2-40B4-BE49-F238E27FC236}">
                    <a16:creationId xmlns:a16="http://schemas.microsoft.com/office/drawing/2014/main" id="{042ECEFF-3406-0DD7-1457-1907F31C43DA}"/>
                  </a:ext>
                </a:extLst>
              </p:cNvPr>
              <p:cNvCxnSpPr/>
              <p:nvPr/>
            </p:nvCxnSpPr>
            <p:spPr>
              <a:xfrm flipV="1">
                <a:off x="3126026" y="2985754"/>
                <a:ext cx="103872" cy="6406"/>
              </a:xfrm>
              <a:prstGeom prst="line">
                <a:avLst/>
              </a:prstGeom>
              <a:noFill/>
              <a:ln w="5069" cap="rnd" cmpd="sng" algn="ctr">
                <a:solidFill>
                  <a:srgbClr val="238777"/>
                </a:solidFill>
                <a:prstDash val="solid"/>
                <a:round/>
                <a:headEnd type="none" w="med" len="med"/>
                <a:tailEnd type="none" w="med" len="med"/>
              </a:ln>
              <a:effectLst/>
            </p:spPr>
          </p:cxnSp>
          <p:sp>
            <p:nvSpPr>
              <p:cNvPr id="377" name="ellipse_2705">
                <a:extLst>
                  <a:ext uri="{FF2B5EF4-FFF2-40B4-BE49-F238E27FC236}">
                    <a16:creationId xmlns:a16="http://schemas.microsoft.com/office/drawing/2014/main" id="{64A3024B-540B-6C35-7E80-907181C7D606}"/>
                  </a:ext>
                </a:extLst>
              </p:cNvPr>
              <p:cNvSpPr/>
              <p:nvPr/>
            </p:nvSpPr>
            <p:spPr>
              <a:xfrm>
                <a:off x="2933657" y="3032894"/>
                <a:ext cx="29565" cy="29565"/>
              </a:xfrm>
              <a:prstGeom prst="ellipse">
                <a:avLst/>
              </a:prstGeom>
              <a:gradFill flip="none" rotWithShape="1">
                <a:gsLst>
                  <a:gs pos="0">
                    <a:srgbClr val="DEEDEB"/>
                  </a:gs>
                  <a:gs pos="43000">
                    <a:srgbClr val="61A99D"/>
                  </a:gs>
                  <a:gs pos="100000">
                    <a:srgbClr val="267D72"/>
                  </a:gs>
                </a:gsLst>
                <a:lin ang="2700000" scaled="1"/>
                <a:tileRect/>
              </a:gradFill>
              <a:ln w="1743" cap="rnd" cmpd="sng" algn="ctr">
                <a:noFill/>
                <a:prstDash val="solid"/>
                <a:round/>
                <a:headEnd type="none" w="med" len="med"/>
                <a:tailEnd type="none" w="med" len="med"/>
              </a:ln>
              <a:effectLst/>
            </p:spPr>
          </p:sp>
          <p:sp>
            <p:nvSpPr>
              <p:cNvPr id="378" name="ellipse_2706">
                <a:extLst>
                  <a:ext uri="{FF2B5EF4-FFF2-40B4-BE49-F238E27FC236}">
                    <a16:creationId xmlns:a16="http://schemas.microsoft.com/office/drawing/2014/main" id="{A60D2CB6-5D70-A2D3-513C-5C0416711579}"/>
                  </a:ext>
                </a:extLst>
              </p:cNvPr>
              <p:cNvSpPr/>
              <p:nvPr/>
            </p:nvSpPr>
            <p:spPr>
              <a:xfrm>
                <a:off x="2997320" y="2962431"/>
                <a:ext cx="29565" cy="29565"/>
              </a:xfrm>
              <a:prstGeom prst="ellipse">
                <a:avLst/>
              </a:prstGeom>
              <a:gradFill flip="none" rotWithShape="1">
                <a:gsLst>
                  <a:gs pos="0">
                    <a:srgbClr val="DEEDEB"/>
                  </a:gs>
                  <a:gs pos="43000">
                    <a:srgbClr val="61A99D"/>
                  </a:gs>
                  <a:gs pos="100000">
                    <a:srgbClr val="267D72"/>
                  </a:gs>
                </a:gsLst>
                <a:lin ang="2700000" scaled="1"/>
                <a:tileRect/>
              </a:gradFill>
              <a:ln w="1743" cap="rnd" cmpd="sng" algn="ctr">
                <a:noFill/>
                <a:prstDash val="solid"/>
                <a:round/>
                <a:headEnd type="none" w="med" len="med"/>
                <a:tailEnd type="none" w="med" len="med"/>
              </a:ln>
              <a:effectLst/>
            </p:spPr>
          </p:sp>
          <p:sp>
            <p:nvSpPr>
              <p:cNvPr id="379" name="ellipse_2707">
                <a:extLst>
                  <a:ext uri="{FF2B5EF4-FFF2-40B4-BE49-F238E27FC236}">
                    <a16:creationId xmlns:a16="http://schemas.microsoft.com/office/drawing/2014/main" id="{E22DDDF6-F5C6-EAD0-7C6C-CE2538C6D2B5}"/>
                  </a:ext>
                </a:extLst>
              </p:cNvPr>
              <p:cNvSpPr/>
              <p:nvPr/>
            </p:nvSpPr>
            <p:spPr>
              <a:xfrm>
                <a:off x="3111244" y="2977378"/>
                <a:ext cx="29565" cy="29565"/>
              </a:xfrm>
              <a:prstGeom prst="ellipse">
                <a:avLst/>
              </a:prstGeom>
              <a:gradFill flip="none" rotWithShape="1">
                <a:gsLst>
                  <a:gs pos="0">
                    <a:srgbClr val="DEEDEB"/>
                  </a:gs>
                  <a:gs pos="43000">
                    <a:srgbClr val="61A99D"/>
                  </a:gs>
                  <a:gs pos="100000">
                    <a:srgbClr val="267D72"/>
                  </a:gs>
                </a:gsLst>
                <a:lin ang="2700000" scaled="1"/>
                <a:tileRect/>
              </a:gradFill>
              <a:ln w="1743" cap="rnd" cmpd="sng" algn="ctr">
                <a:noFill/>
                <a:prstDash val="solid"/>
                <a:round/>
                <a:headEnd type="none" w="med" len="med"/>
                <a:tailEnd type="none" w="med" len="med"/>
              </a:ln>
              <a:effectLst/>
            </p:spPr>
          </p:sp>
          <p:sp>
            <p:nvSpPr>
              <p:cNvPr id="380" name="ellipse_2708">
                <a:extLst>
                  <a:ext uri="{FF2B5EF4-FFF2-40B4-BE49-F238E27FC236}">
                    <a16:creationId xmlns:a16="http://schemas.microsoft.com/office/drawing/2014/main" id="{05FB74E9-A01D-5EC3-FBA8-890B0A2C9630}"/>
                  </a:ext>
                </a:extLst>
              </p:cNvPr>
              <p:cNvSpPr/>
              <p:nvPr/>
            </p:nvSpPr>
            <p:spPr>
              <a:xfrm>
                <a:off x="3184959" y="3041435"/>
                <a:ext cx="29565" cy="29565"/>
              </a:xfrm>
              <a:prstGeom prst="ellipse">
                <a:avLst/>
              </a:prstGeom>
              <a:gradFill flip="none" rotWithShape="1">
                <a:gsLst>
                  <a:gs pos="0">
                    <a:srgbClr val="DEEDEB"/>
                  </a:gs>
                  <a:gs pos="43000">
                    <a:srgbClr val="61A99D"/>
                  </a:gs>
                  <a:gs pos="100000">
                    <a:srgbClr val="267D72"/>
                  </a:gs>
                </a:gsLst>
                <a:lin ang="2700000" scaled="1"/>
                <a:tileRect/>
              </a:gradFill>
              <a:ln w="1743" cap="rnd" cmpd="sng" algn="ctr">
                <a:noFill/>
                <a:prstDash val="solid"/>
                <a:round/>
                <a:headEnd type="none" w="med" len="med"/>
                <a:tailEnd type="none" w="med" len="med"/>
              </a:ln>
              <a:effectLst/>
            </p:spPr>
          </p:sp>
          <p:sp>
            <p:nvSpPr>
              <p:cNvPr id="381" name="ellipse_2709">
                <a:extLst>
                  <a:ext uri="{FF2B5EF4-FFF2-40B4-BE49-F238E27FC236}">
                    <a16:creationId xmlns:a16="http://schemas.microsoft.com/office/drawing/2014/main" id="{547FEFFA-12B2-C3D0-57F9-7B673B35816F}"/>
                  </a:ext>
                </a:extLst>
              </p:cNvPr>
              <p:cNvSpPr/>
              <p:nvPr/>
            </p:nvSpPr>
            <p:spPr>
              <a:xfrm>
                <a:off x="3114595" y="3120439"/>
                <a:ext cx="29565" cy="29565"/>
              </a:xfrm>
              <a:prstGeom prst="ellipse">
                <a:avLst/>
              </a:prstGeom>
              <a:gradFill flip="none" rotWithShape="1">
                <a:gsLst>
                  <a:gs pos="0">
                    <a:srgbClr val="DEEDEB"/>
                  </a:gs>
                  <a:gs pos="43000">
                    <a:srgbClr val="61A99D"/>
                  </a:gs>
                  <a:gs pos="100000">
                    <a:srgbClr val="267D72"/>
                  </a:gs>
                </a:gsLst>
                <a:lin ang="2700000" scaled="1"/>
                <a:tileRect/>
              </a:gradFill>
              <a:ln w="1743" cap="rnd" cmpd="sng" algn="ctr">
                <a:noFill/>
                <a:prstDash val="solid"/>
                <a:round/>
                <a:headEnd type="none" w="med" len="med"/>
                <a:tailEnd type="none" w="med" len="med"/>
              </a:ln>
              <a:effectLst/>
            </p:spPr>
          </p:sp>
          <p:sp>
            <p:nvSpPr>
              <p:cNvPr id="382" name="ellipse_2710">
                <a:extLst>
                  <a:ext uri="{FF2B5EF4-FFF2-40B4-BE49-F238E27FC236}">
                    <a16:creationId xmlns:a16="http://schemas.microsoft.com/office/drawing/2014/main" id="{97D3BE81-F0B1-0BB3-339A-8559E3C522E4}"/>
                  </a:ext>
                </a:extLst>
              </p:cNvPr>
              <p:cNvSpPr/>
              <p:nvPr/>
            </p:nvSpPr>
            <p:spPr>
              <a:xfrm>
                <a:off x="2997320" y="3101222"/>
                <a:ext cx="29565" cy="29565"/>
              </a:xfrm>
              <a:prstGeom prst="ellipse">
                <a:avLst/>
              </a:prstGeom>
              <a:gradFill flip="none" rotWithShape="1">
                <a:gsLst>
                  <a:gs pos="0">
                    <a:srgbClr val="DEEDEB"/>
                  </a:gs>
                  <a:gs pos="43000">
                    <a:srgbClr val="61A99D"/>
                  </a:gs>
                  <a:gs pos="100000">
                    <a:srgbClr val="267D72"/>
                  </a:gs>
                </a:gsLst>
                <a:lin ang="2700000" scaled="1"/>
                <a:tileRect/>
              </a:gradFill>
              <a:ln w="1743" cap="rnd" cmpd="sng" algn="ctr">
                <a:noFill/>
                <a:prstDash val="solid"/>
                <a:round/>
                <a:headEnd type="none" w="med" len="med"/>
                <a:tailEnd type="none" w="med" len="med"/>
              </a:ln>
              <a:effectLst/>
            </p:spPr>
          </p:sp>
          <p:sp>
            <p:nvSpPr>
              <p:cNvPr id="383" name="ellipse_2711">
                <a:extLst>
                  <a:ext uri="{FF2B5EF4-FFF2-40B4-BE49-F238E27FC236}">
                    <a16:creationId xmlns:a16="http://schemas.microsoft.com/office/drawing/2014/main" id="{7CD12097-1C5B-0233-090C-7479C3BE8EB5}"/>
                  </a:ext>
                </a:extLst>
              </p:cNvPr>
              <p:cNvSpPr/>
              <p:nvPr/>
            </p:nvSpPr>
            <p:spPr>
              <a:xfrm>
                <a:off x="3215116" y="2970972"/>
                <a:ext cx="29565" cy="29565"/>
              </a:xfrm>
              <a:prstGeom prst="ellipse">
                <a:avLst/>
              </a:prstGeom>
              <a:gradFill flip="none" rotWithShape="1">
                <a:gsLst>
                  <a:gs pos="0">
                    <a:srgbClr val="DEEDEB"/>
                  </a:gs>
                  <a:gs pos="43000">
                    <a:srgbClr val="61A99D"/>
                  </a:gs>
                  <a:gs pos="100000">
                    <a:srgbClr val="267D72"/>
                  </a:gs>
                </a:gsLst>
                <a:lin ang="2700000" scaled="1"/>
                <a:tileRect/>
              </a:gradFill>
              <a:ln w="1743" cap="rnd" cmpd="sng" algn="ctr">
                <a:noFill/>
                <a:prstDash val="solid"/>
                <a:round/>
                <a:headEnd type="none" w="med" len="med"/>
                <a:tailEnd type="none" w="med" len="med"/>
              </a:ln>
              <a:effectLst/>
            </p:spPr>
          </p:sp>
        </p:grpSp>
        <p:grpSp>
          <p:nvGrpSpPr>
            <p:cNvPr id="384" name="Language vector v_k">
              <a:extLst>
                <a:ext uri="{FF2B5EF4-FFF2-40B4-BE49-F238E27FC236}">
                  <a16:creationId xmlns:a16="http://schemas.microsoft.com/office/drawing/2014/main" id="{581DCD05-3DE1-0842-01CE-4207D1A743B0}"/>
                </a:ext>
              </a:extLst>
            </p:cNvPr>
            <p:cNvGrpSpPr/>
            <p:nvPr/>
          </p:nvGrpSpPr>
          <p:grpSpPr>
            <a:xfrm>
              <a:off x="11744325" y="4819650"/>
              <a:ext cx="1181100" cy="114300"/>
              <a:chOff x="3942000" y="3774465"/>
              <a:chExt cx="338355" cy="75555"/>
            </a:xfrm>
          </p:grpSpPr>
          <p:sp>
            <p:nvSpPr>
              <p:cNvPr id="385" name="feature_1">
                <a:extLst>
                  <a:ext uri="{FF2B5EF4-FFF2-40B4-BE49-F238E27FC236}">
                    <a16:creationId xmlns:a16="http://schemas.microsoft.com/office/drawing/2014/main" id="{89922B52-C3FA-C682-2B4F-172D81758F86}"/>
                  </a:ext>
                </a:extLst>
              </p:cNvPr>
              <p:cNvSpPr/>
              <p:nvPr/>
            </p:nvSpPr>
            <p:spPr>
              <a:xfrm>
                <a:off x="3942000" y="3774465"/>
                <a:ext cx="45521" cy="75555"/>
              </a:xfrm>
              <a:prstGeom prst="rect">
                <a:avLst/>
              </a:prstGeom>
              <a:solidFill>
                <a:srgbClr val="88AAC7"/>
              </a:solidFill>
              <a:ln w="4435" cap="rnd" cmpd="sng" algn="ctr">
                <a:noFill/>
                <a:prstDash val="solid"/>
                <a:round/>
                <a:headEnd type="none" w="med" len="med"/>
                <a:tailEnd type="none" w="med" len="med"/>
              </a:ln>
              <a:effectLst/>
            </p:spPr>
          </p:sp>
          <p:sp>
            <p:nvSpPr>
              <p:cNvPr id="386" name="feature_2">
                <a:extLst>
                  <a:ext uri="{FF2B5EF4-FFF2-40B4-BE49-F238E27FC236}">
                    <a16:creationId xmlns:a16="http://schemas.microsoft.com/office/drawing/2014/main" id="{C1C68710-FDC8-15EA-6238-610EC7ED2D78}"/>
                  </a:ext>
                </a:extLst>
              </p:cNvPr>
              <p:cNvSpPr/>
              <p:nvPr/>
            </p:nvSpPr>
            <p:spPr>
              <a:xfrm>
                <a:off x="3990806" y="3774465"/>
                <a:ext cx="45521" cy="75555"/>
              </a:xfrm>
              <a:prstGeom prst="rect">
                <a:avLst/>
              </a:prstGeom>
              <a:solidFill>
                <a:srgbClr val="6F98BB"/>
              </a:solidFill>
              <a:ln w="4435" cap="rnd" cmpd="sng" algn="ctr">
                <a:noFill/>
                <a:prstDash val="solid"/>
                <a:round/>
                <a:headEnd type="none" w="med" len="med"/>
                <a:tailEnd type="none" w="med" len="med"/>
              </a:ln>
              <a:effectLst/>
            </p:spPr>
          </p:sp>
          <p:sp>
            <p:nvSpPr>
              <p:cNvPr id="387" name="feature_3">
                <a:extLst>
                  <a:ext uri="{FF2B5EF4-FFF2-40B4-BE49-F238E27FC236}">
                    <a16:creationId xmlns:a16="http://schemas.microsoft.com/office/drawing/2014/main" id="{8E644591-396E-76E4-A75A-884D09156A61}"/>
                  </a:ext>
                </a:extLst>
              </p:cNvPr>
              <p:cNvSpPr/>
              <p:nvPr/>
            </p:nvSpPr>
            <p:spPr>
              <a:xfrm>
                <a:off x="4039611" y="3774465"/>
                <a:ext cx="45521" cy="75555"/>
              </a:xfrm>
              <a:prstGeom prst="rect">
                <a:avLst/>
              </a:prstGeom>
              <a:solidFill>
                <a:srgbClr val="AAC2D6"/>
              </a:solidFill>
              <a:ln w="4435" cap="rnd" cmpd="sng" algn="ctr">
                <a:noFill/>
                <a:prstDash val="solid"/>
                <a:round/>
                <a:headEnd type="none" w="med" len="med"/>
                <a:tailEnd type="none" w="med" len="med"/>
              </a:ln>
              <a:effectLst/>
            </p:spPr>
          </p:sp>
          <p:sp>
            <p:nvSpPr>
              <p:cNvPr id="388" name="feature_4">
                <a:extLst>
                  <a:ext uri="{FF2B5EF4-FFF2-40B4-BE49-F238E27FC236}">
                    <a16:creationId xmlns:a16="http://schemas.microsoft.com/office/drawing/2014/main" id="{B6B906AC-26D5-EADA-095A-01B162BCCFD7}"/>
                  </a:ext>
                </a:extLst>
              </p:cNvPr>
              <p:cNvSpPr/>
              <p:nvPr/>
            </p:nvSpPr>
            <p:spPr>
              <a:xfrm>
                <a:off x="4088417" y="3774465"/>
                <a:ext cx="45521" cy="75555"/>
              </a:xfrm>
              <a:prstGeom prst="rect">
                <a:avLst/>
              </a:prstGeom>
              <a:solidFill>
                <a:srgbClr val="507FA8"/>
              </a:solidFill>
              <a:ln w="4435" cap="rnd" cmpd="sng" algn="ctr">
                <a:noFill/>
                <a:prstDash val="solid"/>
                <a:round/>
                <a:headEnd type="none" w="med" len="med"/>
                <a:tailEnd type="none" w="med" len="med"/>
              </a:ln>
              <a:effectLst/>
            </p:spPr>
          </p:sp>
          <p:sp>
            <p:nvSpPr>
              <p:cNvPr id="389" name="feature_5">
                <a:extLst>
                  <a:ext uri="{FF2B5EF4-FFF2-40B4-BE49-F238E27FC236}">
                    <a16:creationId xmlns:a16="http://schemas.microsoft.com/office/drawing/2014/main" id="{94254A4E-B147-BCB1-E097-D30644901AAC}"/>
                  </a:ext>
                </a:extLst>
              </p:cNvPr>
              <p:cNvSpPr/>
              <p:nvPr/>
            </p:nvSpPr>
            <p:spPr>
              <a:xfrm>
                <a:off x="4137223" y="3774465"/>
                <a:ext cx="45521" cy="75555"/>
              </a:xfrm>
              <a:prstGeom prst="rect">
                <a:avLst/>
              </a:prstGeom>
              <a:solidFill>
                <a:srgbClr val="BFD2E1"/>
              </a:solidFill>
              <a:ln w="4435" cap="rnd" cmpd="sng" algn="ctr">
                <a:noFill/>
                <a:prstDash val="solid"/>
                <a:round/>
                <a:headEnd type="none" w="med" len="med"/>
                <a:tailEnd type="none" w="med" len="med"/>
              </a:ln>
              <a:effectLst/>
            </p:spPr>
          </p:sp>
          <p:sp>
            <p:nvSpPr>
              <p:cNvPr id="390" name="feature_6">
                <a:extLst>
                  <a:ext uri="{FF2B5EF4-FFF2-40B4-BE49-F238E27FC236}">
                    <a16:creationId xmlns:a16="http://schemas.microsoft.com/office/drawing/2014/main" id="{C6E3E1E6-20F7-3C8B-1EA2-C8893D7CC92F}"/>
                  </a:ext>
                </a:extLst>
              </p:cNvPr>
              <p:cNvSpPr/>
              <p:nvPr/>
            </p:nvSpPr>
            <p:spPr>
              <a:xfrm>
                <a:off x="4186029" y="3774465"/>
                <a:ext cx="45521" cy="75555"/>
              </a:xfrm>
              <a:prstGeom prst="rect">
                <a:avLst/>
              </a:prstGeom>
              <a:solidFill>
                <a:srgbClr val="739DBF"/>
              </a:solidFill>
              <a:ln w="4435" cap="rnd" cmpd="sng" algn="ctr">
                <a:noFill/>
                <a:prstDash val="solid"/>
                <a:round/>
                <a:headEnd type="none" w="med" len="med"/>
                <a:tailEnd type="none" w="med" len="med"/>
              </a:ln>
              <a:effectLst/>
            </p:spPr>
          </p:sp>
          <p:sp>
            <p:nvSpPr>
              <p:cNvPr id="391" name="feature_7">
                <a:extLst>
                  <a:ext uri="{FF2B5EF4-FFF2-40B4-BE49-F238E27FC236}">
                    <a16:creationId xmlns:a16="http://schemas.microsoft.com/office/drawing/2014/main" id="{7DEF0E11-84CB-9994-BC07-B2E4C6E184D8}"/>
                  </a:ext>
                </a:extLst>
              </p:cNvPr>
              <p:cNvSpPr/>
              <p:nvPr/>
            </p:nvSpPr>
            <p:spPr>
              <a:xfrm>
                <a:off x="4234834" y="3774465"/>
                <a:ext cx="45521" cy="75555"/>
              </a:xfrm>
              <a:prstGeom prst="rect">
                <a:avLst/>
              </a:prstGeom>
              <a:solidFill>
                <a:srgbClr val="96B8D0"/>
              </a:solidFill>
              <a:ln w="4435" cap="rnd" cmpd="sng" algn="ctr">
                <a:noFill/>
                <a:prstDash val="solid"/>
                <a:round/>
                <a:headEnd type="none" w="med" len="med"/>
                <a:tailEnd type="none" w="med" len="med"/>
              </a:ln>
              <a:effectLst/>
            </p:spPr>
          </p:sp>
        </p:grpSp>
        <p:grpSp>
          <p:nvGrpSpPr>
            <p:cNvPr id="392" name="Language vector v_k">
              <a:extLst>
                <a:ext uri="{FF2B5EF4-FFF2-40B4-BE49-F238E27FC236}">
                  <a16:creationId xmlns:a16="http://schemas.microsoft.com/office/drawing/2014/main" id="{581DCD05-3DE1-0842-01CE-4207D1A743B0}"/>
                </a:ext>
              </a:extLst>
            </p:cNvPr>
            <p:cNvGrpSpPr/>
            <p:nvPr/>
          </p:nvGrpSpPr>
          <p:grpSpPr>
            <a:xfrm>
              <a:off x="11744325" y="4991100"/>
              <a:ext cx="1181100" cy="130419"/>
              <a:chOff x="3942000" y="3774465"/>
              <a:chExt cx="338355" cy="75555"/>
            </a:xfrm>
          </p:grpSpPr>
          <p:sp>
            <p:nvSpPr>
              <p:cNvPr id="393" name="feature_1">
                <a:extLst>
                  <a:ext uri="{FF2B5EF4-FFF2-40B4-BE49-F238E27FC236}">
                    <a16:creationId xmlns:a16="http://schemas.microsoft.com/office/drawing/2014/main" id="{89922B52-C3FA-C682-2B4F-172D81758F86}"/>
                  </a:ext>
                </a:extLst>
              </p:cNvPr>
              <p:cNvSpPr/>
              <p:nvPr/>
            </p:nvSpPr>
            <p:spPr>
              <a:xfrm>
                <a:off x="3942000" y="3774465"/>
                <a:ext cx="45521" cy="75555"/>
              </a:xfrm>
              <a:prstGeom prst="rect">
                <a:avLst/>
              </a:prstGeom>
              <a:solidFill>
                <a:srgbClr val="C6A56F"/>
              </a:solidFill>
              <a:ln w="4435" cap="rnd" cmpd="sng" algn="ctr">
                <a:noFill/>
                <a:prstDash val="solid"/>
                <a:round/>
                <a:headEnd type="none" w="med" len="med"/>
                <a:tailEnd type="none" w="med" len="med"/>
              </a:ln>
              <a:effectLst/>
            </p:spPr>
          </p:sp>
          <p:sp>
            <p:nvSpPr>
              <p:cNvPr id="394" name="feature_2">
                <a:extLst>
                  <a:ext uri="{FF2B5EF4-FFF2-40B4-BE49-F238E27FC236}">
                    <a16:creationId xmlns:a16="http://schemas.microsoft.com/office/drawing/2014/main" id="{C1C68710-FDC8-15EA-6238-610EC7ED2D78}"/>
                  </a:ext>
                </a:extLst>
              </p:cNvPr>
              <p:cNvSpPr/>
              <p:nvPr/>
            </p:nvSpPr>
            <p:spPr>
              <a:xfrm>
                <a:off x="3990806" y="3774465"/>
                <a:ext cx="45521" cy="75555"/>
              </a:xfrm>
              <a:prstGeom prst="rect">
                <a:avLst/>
              </a:prstGeom>
              <a:solidFill>
                <a:srgbClr val="AF8A50"/>
              </a:solidFill>
              <a:ln w="4435" cap="rnd" cmpd="sng" algn="ctr">
                <a:noFill/>
                <a:prstDash val="solid"/>
                <a:round/>
                <a:headEnd type="none" w="med" len="med"/>
                <a:tailEnd type="none" w="med" len="med"/>
              </a:ln>
              <a:effectLst/>
            </p:spPr>
          </p:sp>
          <p:sp>
            <p:nvSpPr>
              <p:cNvPr id="395" name="feature_3">
                <a:extLst>
                  <a:ext uri="{FF2B5EF4-FFF2-40B4-BE49-F238E27FC236}">
                    <a16:creationId xmlns:a16="http://schemas.microsoft.com/office/drawing/2014/main" id="{8E644591-396E-76E4-A75A-884D09156A61}"/>
                  </a:ext>
                </a:extLst>
              </p:cNvPr>
              <p:cNvSpPr/>
              <p:nvPr/>
            </p:nvSpPr>
            <p:spPr>
              <a:xfrm>
                <a:off x="4039611" y="3774465"/>
                <a:ext cx="45521" cy="75555"/>
              </a:xfrm>
              <a:prstGeom prst="rect">
                <a:avLst/>
              </a:prstGeom>
              <a:solidFill>
                <a:srgbClr val="DDC6A3"/>
              </a:solidFill>
              <a:ln w="4435" cap="rnd" cmpd="sng" algn="ctr">
                <a:noFill/>
                <a:prstDash val="solid"/>
                <a:round/>
                <a:headEnd type="none" w="med" len="med"/>
                <a:tailEnd type="none" w="med" len="med"/>
              </a:ln>
              <a:effectLst/>
            </p:spPr>
          </p:sp>
          <p:sp>
            <p:nvSpPr>
              <p:cNvPr id="396" name="feature_4">
                <a:extLst>
                  <a:ext uri="{FF2B5EF4-FFF2-40B4-BE49-F238E27FC236}">
                    <a16:creationId xmlns:a16="http://schemas.microsoft.com/office/drawing/2014/main" id="{B6B906AC-26D5-EADA-095A-01B162BCCFD7}"/>
                  </a:ext>
                </a:extLst>
              </p:cNvPr>
              <p:cNvSpPr/>
              <p:nvPr/>
            </p:nvSpPr>
            <p:spPr>
              <a:xfrm>
                <a:off x="4088417" y="3774465"/>
                <a:ext cx="45521" cy="75555"/>
              </a:xfrm>
              <a:prstGeom prst="rect">
                <a:avLst/>
              </a:prstGeom>
              <a:solidFill>
                <a:srgbClr val="BF9A62"/>
              </a:solidFill>
              <a:ln w="4435" cap="rnd" cmpd="sng" algn="ctr">
                <a:noFill/>
                <a:prstDash val="solid"/>
                <a:round/>
                <a:headEnd type="none" w="med" len="med"/>
                <a:tailEnd type="none" w="med" len="med"/>
              </a:ln>
              <a:effectLst/>
            </p:spPr>
          </p:sp>
          <p:sp>
            <p:nvSpPr>
              <p:cNvPr id="397" name="feature_5">
                <a:extLst>
                  <a:ext uri="{FF2B5EF4-FFF2-40B4-BE49-F238E27FC236}">
                    <a16:creationId xmlns:a16="http://schemas.microsoft.com/office/drawing/2014/main" id="{94254A4E-B147-BCB1-E097-D30644901AAC}"/>
                  </a:ext>
                </a:extLst>
              </p:cNvPr>
              <p:cNvSpPr/>
              <p:nvPr/>
            </p:nvSpPr>
            <p:spPr>
              <a:xfrm>
                <a:off x="4137223" y="3774465"/>
                <a:ext cx="45521" cy="75555"/>
              </a:xfrm>
              <a:prstGeom prst="rect">
                <a:avLst/>
              </a:prstGeom>
              <a:solidFill>
                <a:srgbClr val="E5D4B7"/>
              </a:solidFill>
              <a:ln w="4435" cap="rnd" cmpd="sng" algn="ctr">
                <a:noFill/>
                <a:prstDash val="solid"/>
                <a:round/>
                <a:headEnd type="none" w="med" len="med"/>
                <a:tailEnd type="none" w="med" len="med"/>
              </a:ln>
              <a:effectLst/>
            </p:spPr>
          </p:sp>
          <p:sp>
            <p:nvSpPr>
              <p:cNvPr id="398" name="feature_6">
                <a:extLst>
                  <a:ext uri="{FF2B5EF4-FFF2-40B4-BE49-F238E27FC236}">
                    <a16:creationId xmlns:a16="http://schemas.microsoft.com/office/drawing/2014/main" id="{C6E3E1E6-20F7-3C8B-1EA2-C8893D7CC92F}"/>
                  </a:ext>
                </a:extLst>
              </p:cNvPr>
              <p:cNvSpPr/>
              <p:nvPr/>
            </p:nvSpPr>
            <p:spPr>
              <a:xfrm>
                <a:off x="4186029" y="3774465"/>
                <a:ext cx="45521" cy="75555"/>
              </a:xfrm>
              <a:prstGeom prst="rect">
                <a:avLst/>
              </a:prstGeom>
              <a:solidFill>
                <a:srgbClr val="AD8241"/>
              </a:solidFill>
              <a:ln w="4435" cap="rnd" cmpd="sng" algn="ctr">
                <a:noFill/>
                <a:prstDash val="solid"/>
                <a:round/>
                <a:headEnd type="none" w="med" len="med"/>
                <a:tailEnd type="none" w="med" len="med"/>
              </a:ln>
              <a:effectLst/>
            </p:spPr>
          </p:sp>
          <p:sp>
            <p:nvSpPr>
              <p:cNvPr id="399" name="feature_7">
                <a:extLst>
                  <a:ext uri="{FF2B5EF4-FFF2-40B4-BE49-F238E27FC236}">
                    <a16:creationId xmlns:a16="http://schemas.microsoft.com/office/drawing/2014/main" id="{7DEF0E11-84CB-9994-BC07-B2E4C6E184D8}"/>
                  </a:ext>
                </a:extLst>
              </p:cNvPr>
              <p:cNvSpPr/>
              <p:nvPr/>
            </p:nvSpPr>
            <p:spPr>
              <a:xfrm>
                <a:off x="4234834" y="3774465"/>
                <a:ext cx="45521" cy="75555"/>
              </a:xfrm>
              <a:prstGeom prst="rect">
                <a:avLst/>
              </a:prstGeom>
              <a:solidFill>
                <a:srgbClr val="D5B887"/>
              </a:solidFill>
              <a:ln w="4435" cap="rnd" cmpd="sng" algn="ctr">
                <a:noFill/>
                <a:prstDash val="solid"/>
                <a:round/>
                <a:headEnd type="none" w="med" len="med"/>
                <a:tailEnd type="none" w="med" len="med"/>
              </a:ln>
              <a:effectLst/>
            </p:spPr>
          </p:sp>
        </p:grpSp>
        <p:grpSp>
          <p:nvGrpSpPr>
            <p:cNvPr id="400" name="Language vector v_k">
              <a:extLst>
                <a:ext uri="{FF2B5EF4-FFF2-40B4-BE49-F238E27FC236}">
                  <a16:creationId xmlns:a16="http://schemas.microsoft.com/office/drawing/2014/main" id="{581DCD05-3DE1-0842-01CE-4207D1A743B0}"/>
                </a:ext>
              </a:extLst>
            </p:cNvPr>
            <p:cNvGrpSpPr/>
            <p:nvPr/>
          </p:nvGrpSpPr>
          <p:grpSpPr>
            <a:xfrm>
              <a:off x="11744325" y="5187462"/>
              <a:ext cx="1181100" cy="164228"/>
              <a:chOff x="3942000" y="3774465"/>
              <a:chExt cx="338355" cy="75555"/>
            </a:xfrm>
          </p:grpSpPr>
          <p:sp>
            <p:nvSpPr>
              <p:cNvPr id="401" name="feature_1">
                <a:extLst>
                  <a:ext uri="{FF2B5EF4-FFF2-40B4-BE49-F238E27FC236}">
                    <a16:creationId xmlns:a16="http://schemas.microsoft.com/office/drawing/2014/main" id="{89922B52-C3FA-C682-2B4F-172D81758F86}"/>
                  </a:ext>
                </a:extLst>
              </p:cNvPr>
              <p:cNvSpPr/>
              <p:nvPr/>
            </p:nvSpPr>
            <p:spPr>
              <a:xfrm>
                <a:off x="3942000" y="3774465"/>
                <a:ext cx="45521" cy="75555"/>
              </a:xfrm>
              <a:prstGeom prst="rect">
                <a:avLst/>
              </a:prstGeom>
              <a:solidFill>
                <a:srgbClr val="A796B9"/>
              </a:solidFill>
              <a:ln w="4435" cap="rnd" cmpd="sng" algn="ctr">
                <a:noFill/>
                <a:prstDash val="solid"/>
                <a:round/>
                <a:headEnd type="none" w="med" len="med"/>
                <a:tailEnd type="none" w="med" len="med"/>
              </a:ln>
              <a:effectLst/>
            </p:spPr>
          </p:sp>
          <p:sp>
            <p:nvSpPr>
              <p:cNvPr id="402" name="feature_2">
                <a:extLst>
                  <a:ext uri="{FF2B5EF4-FFF2-40B4-BE49-F238E27FC236}">
                    <a16:creationId xmlns:a16="http://schemas.microsoft.com/office/drawing/2014/main" id="{C1C68710-FDC8-15EA-6238-610EC7ED2D78}"/>
                  </a:ext>
                </a:extLst>
              </p:cNvPr>
              <p:cNvSpPr/>
              <p:nvPr/>
            </p:nvSpPr>
            <p:spPr>
              <a:xfrm>
                <a:off x="3990806" y="3774465"/>
                <a:ext cx="45521" cy="75555"/>
              </a:xfrm>
              <a:prstGeom prst="rect">
                <a:avLst/>
              </a:prstGeom>
              <a:solidFill>
                <a:srgbClr val="C4B5D0"/>
              </a:solidFill>
              <a:ln w="4435" cap="rnd" cmpd="sng" algn="ctr">
                <a:noFill/>
                <a:prstDash val="solid"/>
                <a:round/>
                <a:headEnd type="none" w="med" len="med"/>
                <a:tailEnd type="none" w="med" len="med"/>
              </a:ln>
              <a:effectLst/>
            </p:spPr>
          </p:sp>
          <p:sp>
            <p:nvSpPr>
              <p:cNvPr id="403" name="feature_3">
                <a:extLst>
                  <a:ext uri="{FF2B5EF4-FFF2-40B4-BE49-F238E27FC236}">
                    <a16:creationId xmlns:a16="http://schemas.microsoft.com/office/drawing/2014/main" id="{8E644591-396E-76E4-A75A-884D09156A61}"/>
                  </a:ext>
                </a:extLst>
              </p:cNvPr>
              <p:cNvSpPr/>
              <p:nvPr/>
            </p:nvSpPr>
            <p:spPr>
              <a:xfrm>
                <a:off x="4039611" y="3774465"/>
                <a:ext cx="45521" cy="75555"/>
              </a:xfrm>
              <a:prstGeom prst="rect">
                <a:avLst/>
              </a:prstGeom>
              <a:solidFill>
                <a:srgbClr val="8F79A4"/>
              </a:solidFill>
              <a:ln w="4435" cap="rnd" cmpd="sng" algn="ctr">
                <a:noFill/>
                <a:prstDash val="solid"/>
                <a:round/>
                <a:headEnd type="none" w="med" len="med"/>
                <a:tailEnd type="none" w="med" len="med"/>
              </a:ln>
              <a:effectLst/>
            </p:spPr>
          </p:sp>
          <p:sp>
            <p:nvSpPr>
              <p:cNvPr id="404" name="feature_4">
                <a:extLst>
                  <a:ext uri="{FF2B5EF4-FFF2-40B4-BE49-F238E27FC236}">
                    <a16:creationId xmlns:a16="http://schemas.microsoft.com/office/drawing/2014/main" id="{B6B906AC-26D5-EADA-095A-01B162BCCFD7}"/>
                  </a:ext>
                </a:extLst>
              </p:cNvPr>
              <p:cNvSpPr/>
              <p:nvPr/>
            </p:nvSpPr>
            <p:spPr>
              <a:xfrm>
                <a:off x="4088417" y="3774465"/>
                <a:ext cx="45521" cy="75555"/>
              </a:xfrm>
              <a:prstGeom prst="rect">
                <a:avLst/>
              </a:prstGeom>
              <a:solidFill>
                <a:srgbClr val="B2A0C1"/>
              </a:solidFill>
              <a:ln w="4435" cap="rnd" cmpd="sng" algn="ctr">
                <a:noFill/>
                <a:prstDash val="solid"/>
                <a:round/>
                <a:headEnd type="none" w="med" len="med"/>
                <a:tailEnd type="none" w="med" len="med"/>
              </a:ln>
              <a:effectLst/>
            </p:spPr>
          </p:sp>
          <p:sp>
            <p:nvSpPr>
              <p:cNvPr id="405" name="feature_5">
                <a:extLst>
                  <a:ext uri="{FF2B5EF4-FFF2-40B4-BE49-F238E27FC236}">
                    <a16:creationId xmlns:a16="http://schemas.microsoft.com/office/drawing/2014/main" id="{94254A4E-B147-BCB1-E097-D30644901AAC}"/>
                  </a:ext>
                </a:extLst>
              </p:cNvPr>
              <p:cNvSpPr/>
              <p:nvPr/>
            </p:nvSpPr>
            <p:spPr>
              <a:xfrm>
                <a:off x="4137223" y="3774465"/>
                <a:ext cx="45521" cy="75555"/>
              </a:xfrm>
              <a:prstGeom prst="rect">
                <a:avLst/>
              </a:prstGeom>
              <a:solidFill>
                <a:srgbClr val="D6CBE0"/>
              </a:solidFill>
              <a:ln w="4435" cap="rnd" cmpd="sng" algn="ctr">
                <a:noFill/>
                <a:prstDash val="solid"/>
                <a:round/>
                <a:headEnd type="none" w="med" len="med"/>
                <a:tailEnd type="none" w="med" len="med"/>
              </a:ln>
              <a:effectLst/>
            </p:spPr>
          </p:sp>
          <p:sp>
            <p:nvSpPr>
              <p:cNvPr id="406" name="feature_6">
                <a:extLst>
                  <a:ext uri="{FF2B5EF4-FFF2-40B4-BE49-F238E27FC236}">
                    <a16:creationId xmlns:a16="http://schemas.microsoft.com/office/drawing/2014/main" id="{C6E3E1E6-20F7-3C8B-1EA2-C8893D7CC92F}"/>
                  </a:ext>
                </a:extLst>
              </p:cNvPr>
              <p:cNvSpPr/>
              <p:nvPr/>
            </p:nvSpPr>
            <p:spPr>
              <a:xfrm>
                <a:off x="4186029" y="3774465"/>
                <a:ext cx="45521" cy="75555"/>
              </a:xfrm>
              <a:prstGeom prst="rect">
                <a:avLst/>
              </a:prstGeom>
              <a:solidFill>
                <a:srgbClr val="A68AB9"/>
              </a:solidFill>
              <a:ln w="4435" cap="rnd" cmpd="sng" algn="ctr">
                <a:noFill/>
                <a:prstDash val="solid"/>
                <a:round/>
                <a:headEnd type="none" w="med" len="med"/>
                <a:tailEnd type="none" w="med" len="med"/>
              </a:ln>
              <a:effectLst/>
            </p:spPr>
          </p:sp>
          <p:sp>
            <p:nvSpPr>
              <p:cNvPr id="407" name="feature_7">
                <a:extLst>
                  <a:ext uri="{FF2B5EF4-FFF2-40B4-BE49-F238E27FC236}">
                    <a16:creationId xmlns:a16="http://schemas.microsoft.com/office/drawing/2014/main" id="{7DEF0E11-84CB-9994-BC07-B2E4C6E184D8}"/>
                  </a:ext>
                </a:extLst>
              </p:cNvPr>
              <p:cNvSpPr/>
              <p:nvPr/>
            </p:nvSpPr>
            <p:spPr>
              <a:xfrm>
                <a:off x="4234834" y="3774465"/>
                <a:ext cx="45521" cy="75555"/>
              </a:xfrm>
              <a:prstGeom prst="rect">
                <a:avLst/>
              </a:prstGeom>
              <a:solidFill>
                <a:srgbClr val="BBA8CC"/>
              </a:solidFill>
              <a:ln w="4435" cap="rnd" cmpd="sng" algn="ctr">
                <a:noFill/>
                <a:prstDash val="solid"/>
                <a:round/>
                <a:headEnd type="none" w="med" len="med"/>
                <a:tailEnd type="none" w="med" len="med"/>
              </a:ln>
              <a:effectLst/>
            </p:spPr>
          </p:sp>
        </p:grpSp>
        <p:grpSp>
          <p:nvGrpSpPr>
            <p:cNvPr id="408" name="Language vector v_k">
              <a:extLst>
                <a:ext uri="{FF2B5EF4-FFF2-40B4-BE49-F238E27FC236}">
                  <a16:creationId xmlns:a16="http://schemas.microsoft.com/office/drawing/2014/main" id="{581DCD05-3DE1-0842-01CE-4207D1A743B0}"/>
                </a:ext>
              </a:extLst>
            </p:cNvPr>
            <p:cNvGrpSpPr/>
            <p:nvPr/>
          </p:nvGrpSpPr>
          <p:grpSpPr>
            <a:xfrm>
              <a:off x="9572625" y="6038850"/>
              <a:ext cx="1143000" cy="190500"/>
              <a:chOff x="3942000" y="3774465"/>
              <a:chExt cx="338355" cy="75555"/>
            </a:xfrm>
          </p:grpSpPr>
          <p:sp>
            <p:nvSpPr>
              <p:cNvPr id="409" name="feature_1">
                <a:extLst>
                  <a:ext uri="{FF2B5EF4-FFF2-40B4-BE49-F238E27FC236}">
                    <a16:creationId xmlns:a16="http://schemas.microsoft.com/office/drawing/2014/main" id="{89922B52-C3FA-C682-2B4F-172D81758F86}"/>
                  </a:ext>
                </a:extLst>
              </p:cNvPr>
              <p:cNvSpPr/>
              <p:nvPr/>
            </p:nvSpPr>
            <p:spPr>
              <a:xfrm>
                <a:off x="3942000" y="3774465"/>
                <a:ext cx="45521" cy="75555"/>
              </a:xfrm>
              <a:prstGeom prst="rect">
                <a:avLst/>
              </a:prstGeom>
              <a:solidFill>
                <a:srgbClr val="3C9B84"/>
              </a:solidFill>
              <a:ln w="4435" cap="rnd" cmpd="sng" algn="ctr">
                <a:noFill/>
                <a:prstDash val="solid"/>
                <a:round/>
                <a:headEnd type="none" w="med" len="med"/>
                <a:tailEnd type="none" w="med" len="med"/>
              </a:ln>
              <a:effectLst/>
            </p:spPr>
          </p:sp>
          <p:sp>
            <p:nvSpPr>
              <p:cNvPr id="410" name="feature_2">
                <a:extLst>
                  <a:ext uri="{FF2B5EF4-FFF2-40B4-BE49-F238E27FC236}">
                    <a16:creationId xmlns:a16="http://schemas.microsoft.com/office/drawing/2014/main" id="{C1C68710-FDC8-15EA-6238-610EC7ED2D78}"/>
                  </a:ext>
                </a:extLst>
              </p:cNvPr>
              <p:cNvSpPr/>
              <p:nvPr/>
            </p:nvSpPr>
            <p:spPr>
              <a:xfrm>
                <a:off x="3990806" y="3774465"/>
                <a:ext cx="45521" cy="75555"/>
              </a:xfrm>
              <a:prstGeom prst="rect">
                <a:avLst/>
              </a:prstGeom>
              <a:solidFill>
                <a:srgbClr val="6FB9A3"/>
              </a:solidFill>
              <a:ln w="4435" cap="rnd" cmpd="sng" algn="ctr">
                <a:noFill/>
                <a:prstDash val="solid"/>
                <a:round/>
                <a:headEnd type="none" w="med" len="med"/>
                <a:tailEnd type="none" w="med" len="med"/>
              </a:ln>
              <a:effectLst/>
            </p:spPr>
          </p:sp>
          <p:sp>
            <p:nvSpPr>
              <p:cNvPr id="411" name="feature_3">
                <a:extLst>
                  <a:ext uri="{FF2B5EF4-FFF2-40B4-BE49-F238E27FC236}">
                    <a16:creationId xmlns:a16="http://schemas.microsoft.com/office/drawing/2014/main" id="{8E644591-396E-76E4-A75A-884D09156A61}"/>
                  </a:ext>
                </a:extLst>
              </p:cNvPr>
              <p:cNvSpPr/>
              <p:nvPr/>
            </p:nvSpPr>
            <p:spPr>
              <a:xfrm>
                <a:off x="4039611" y="3774465"/>
                <a:ext cx="45521" cy="75555"/>
              </a:xfrm>
              <a:prstGeom prst="rect">
                <a:avLst/>
              </a:prstGeom>
              <a:solidFill>
                <a:srgbClr val="ADD8CA"/>
              </a:solidFill>
              <a:ln w="4435" cap="rnd" cmpd="sng" algn="ctr">
                <a:noFill/>
                <a:prstDash val="solid"/>
                <a:round/>
                <a:headEnd type="none" w="med" len="med"/>
                <a:tailEnd type="none" w="med" len="med"/>
              </a:ln>
              <a:effectLst/>
            </p:spPr>
          </p:sp>
          <p:sp>
            <p:nvSpPr>
              <p:cNvPr id="412" name="feature_4">
                <a:extLst>
                  <a:ext uri="{FF2B5EF4-FFF2-40B4-BE49-F238E27FC236}">
                    <a16:creationId xmlns:a16="http://schemas.microsoft.com/office/drawing/2014/main" id="{B6B906AC-26D5-EADA-095A-01B162BCCFD7}"/>
                  </a:ext>
                </a:extLst>
              </p:cNvPr>
              <p:cNvSpPr/>
              <p:nvPr/>
            </p:nvSpPr>
            <p:spPr>
              <a:xfrm>
                <a:off x="4088417" y="3774465"/>
                <a:ext cx="45521" cy="75555"/>
              </a:xfrm>
              <a:prstGeom prst="rect">
                <a:avLst/>
              </a:prstGeom>
              <a:solidFill>
                <a:srgbClr val="CBE7DC"/>
              </a:solidFill>
              <a:ln w="4435" cap="rnd" cmpd="sng" algn="ctr">
                <a:noFill/>
                <a:prstDash val="solid"/>
                <a:round/>
                <a:headEnd type="none" w="med" len="med"/>
                <a:tailEnd type="none" w="med" len="med"/>
              </a:ln>
              <a:effectLst/>
            </p:spPr>
          </p:sp>
          <p:sp>
            <p:nvSpPr>
              <p:cNvPr id="413" name="feature_5">
                <a:extLst>
                  <a:ext uri="{FF2B5EF4-FFF2-40B4-BE49-F238E27FC236}">
                    <a16:creationId xmlns:a16="http://schemas.microsoft.com/office/drawing/2014/main" id="{94254A4E-B147-BCB1-E097-D30644901AAC}"/>
                  </a:ext>
                </a:extLst>
              </p:cNvPr>
              <p:cNvSpPr/>
              <p:nvPr/>
            </p:nvSpPr>
            <p:spPr>
              <a:xfrm>
                <a:off x="4137223" y="3774465"/>
                <a:ext cx="45521" cy="75555"/>
              </a:xfrm>
              <a:prstGeom prst="rect">
                <a:avLst/>
              </a:prstGeom>
              <a:solidFill>
                <a:srgbClr val="3C9B84"/>
              </a:solidFill>
              <a:ln w="4435" cap="rnd" cmpd="sng" algn="ctr">
                <a:noFill/>
                <a:prstDash val="solid"/>
                <a:round/>
                <a:headEnd type="none" w="med" len="med"/>
                <a:tailEnd type="none" w="med" len="med"/>
              </a:ln>
              <a:effectLst/>
            </p:spPr>
          </p:sp>
          <p:sp>
            <p:nvSpPr>
              <p:cNvPr id="414" name="feature_6">
                <a:extLst>
                  <a:ext uri="{FF2B5EF4-FFF2-40B4-BE49-F238E27FC236}">
                    <a16:creationId xmlns:a16="http://schemas.microsoft.com/office/drawing/2014/main" id="{C6E3E1E6-20F7-3C8B-1EA2-C8893D7CC92F}"/>
                  </a:ext>
                </a:extLst>
              </p:cNvPr>
              <p:cNvSpPr/>
              <p:nvPr/>
            </p:nvSpPr>
            <p:spPr>
              <a:xfrm>
                <a:off x="4186029" y="3774465"/>
                <a:ext cx="45521" cy="75555"/>
              </a:xfrm>
              <a:prstGeom prst="rect">
                <a:avLst/>
              </a:prstGeom>
              <a:solidFill>
                <a:srgbClr val="6FB9A3"/>
              </a:solidFill>
              <a:ln w="4435" cap="rnd" cmpd="sng" algn="ctr">
                <a:noFill/>
                <a:prstDash val="solid"/>
                <a:round/>
                <a:headEnd type="none" w="med" len="med"/>
                <a:tailEnd type="none" w="med" len="med"/>
              </a:ln>
              <a:effectLst/>
            </p:spPr>
          </p:sp>
          <p:sp>
            <p:nvSpPr>
              <p:cNvPr id="415" name="feature_7">
                <a:extLst>
                  <a:ext uri="{FF2B5EF4-FFF2-40B4-BE49-F238E27FC236}">
                    <a16:creationId xmlns:a16="http://schemas.microsoft.com/office/drawing/2014/main" id="{7DEF0E11-84CB-9994-BC07-B2E4C6E184D8}"/>
                  </a:ext>
                </a:extLst>
              </p:cNvPr>
              <p:cNvSpPr/>
              <p:nvPr/>
            </p:nvSpPr>
            <p:spPr>
              <a:xfrm>
                <a:off x="4234834" y="3774465"/>
                <a:ext cx="45521" cy="75555"/>
              </a:xfrm>
              <a:prstGeom prst="rect">
                <a:avLst/>
              </a:prstGeom>
              <a:solidFill>
                <a:srgbClr val="ADD8CA"/>
              </a:solidFill>
              <a:ln w="4435" cap="rnd" cmpd="sng" algn="ctr">
                <a:noFill/>
                <a:prstDash val="solid"/>
                <a:round/>
                <a:headEnd type="none" w="med" len="med"/>
                <a:tailEnd type="none" w="med" len="med"/>
              </a:ln>
              <a:effectLst/>
            </p:spPr>
          </p:sp>
        </p:grpSp>
        <p:grpSp>
          <p:nvGrpSpPr>
            <p:cNvPr id="416" name="Candidate representation h_j">
              <a:extLst>
                <a:ext uri="{FF2B5EF4-FFF2-40B4-BE49-F238E27FC236}">
                  <a16:creationId xmlns:a16="http://schemas.microsoft.com/office/drawing/2014/main" id="{E808B083-4417-1771-308C-398A37FB7F8E}"/>
                </a:ext>
              </a:extLst>
            </p:cNvPr>
            <p:cNvGrpSpPr/>
            <p:nvPr/>
          </p:nvGrpSpPr>
          <p:grpSpPr>
            <a:xfrm>
              <a:off x="9515475" y="7753350"/>
              <a:ext cx="1257300" cy="238125"/>
              <a:chOff x="2641140" y="4746825"/>
              <a:chExt cx="397485" cy="72270"/>
            </a:xfrm>
          </p:grpSpPr>
          <p:sp>
            <p:nvSpPr>
              <p:cNvPr id="417" name="feature_1">
                <a:extLst>
                  <a:ext uri="{FF2B5EF4-FFF2-40B4-BE49-F238E27FC236}">
                    <a16:creationId xmlns:a16="http://schemas.microsoft.com/office/drawing/2014/main" id="{F4BEE608-E132-2011-1392-3EF6316D3900}"/>
                  </a:ext>
                </a:extLst>
              </p:cNvPr>
              <p:cNvSpPr/>
              <p:nvPr/>
            </p:nvSpPr>
            <p:spPr>
              <a:xfrm>
                <a:off x="2641140" y="4746825"/>
                <a:ext cx="53968" cy="72270"/>
              </a:xfrm>
              <a:prstGeom prst="rect">
                <a:avLst/>
              </a:prstGeom>
              <a:solidFill>
                <a:srgbClr val="367FB7"/>
              </a:solidFill>
              <a:ln w="4435" cap="rnd" cmpd="sng" algn="ctr">
                <a:noFill/>
                <a:prstDash val="solid"/>
                <a:round/>
                <a:headEnd type="none" w="med" len="med"/>
                <a:tailEnd type="none" w="med" len="med"/>
              </a:ln>
              <a:effectLst/>
            </p:spPr>
          </p:sp>
          <p:sp>
            <p:nvSpPr>
              <p:cNvPr id="418" name="feature_2">
                <a:extLst>
                  <a:ext uri="{FF2B5EF4-FFF2-40B4-BE49-F238E27FC236}">
                    <a16:creationId xmlns:a16="http://schemas.microsoft.com/office/drawing/2014/main" id="{DF9F730B-53CC-06D6-A48E-43BC0951C4BC}"/>
                  </a:ext>
                </a:extLst>
              </p:cNvPr>
              <p:cNvSpPr/>
              <p:nvPr/>
            </p:nvSpPr>
            <p:spPr>
              <a:xfrm>
                <a:off x="2698393" y="4746825"/>
                <a:ext cx="53968" cy="72270"/>
              </a:xfrm>
              <a:prstGeom prst="rect">
                <a:avLst/>
              </a:prstGeom>
              <a:solidFill>
                <a:srgbClr val="7EAED0"/>
              </a:solidFill>
              <a:ln w="4435" cap="rnd" cmpd="sng" algn="ctr">
                <a:noFill/>
                <a:prstDash val="solid"/>
                <a:round/>
                <a:headEnd type="none" w="med" len="med"/>
                <a:tailEnd type="none" w="med" len="med"/>
              </a:ln>
              <a:effectLst/>
            </p:spPr>
          </p:sp>
          <p:sp>
            <p:nvSpPr>
              <p:cNvPr id="419" name="feature_3">
                <a:extLst>
                  <a:ext uri="{FF2B5EF4-FFF2-40B4-BE49-F238E27FC236}">
                    <a16:creationId xmlns:a16="http://schemas.microsoft.com/office/drawing/2014/main" id="{91720B8E-8505-0587-4865-8FE400661764}"/>
                  </a:ext>
                </a:extLst>
              </p:cNvPr>
              <p:cNvSpPr/>
              <p:nvPr/>
            </p:nvSpPr>
            <p:spPr>
              <a:xfrm>
                <a:off x="2755646" y="4746825"/>
                <a:ext cx="53968" cy="72270"/>
              </a:xfrm>
              <a:prstGeom prst="rect">
                <a:avLst/>
              </a:prstGeom>
              <a:solidFill>
                <a:srgbClr val="BCD8E7"/>
              </a:solidFill>
              <a:ln w="4435" cap="rnd" cmpd="sng" algn="ctr">
                <a:noFill/>
                <a:prstDash val="solid"/>
                <a:round/>
                <a:headEnd type="none" w="med" len="med"/>
                <a:tailEnd type="none" w="med" len="med"/>
              </a:ln>
              <a:effectLst/>
            </p:spPr>
          </p:sp>
          <p:sp>
            <p:nvSpPr>
              <p:cNvPr id="420" name="feature_4">
                <a:extLst>
                  <a:ext uri="{FF2B5EF4-FFF2-40B4-BE49-F238E27FC236}">
                    <a16:creationId xmlns:a16="http://schemas.microsoft.com/office/drawing/2014/main" id="{D7520224-E604-841B-2211-D7B4D981DE70}"/>
                  </a:ext>
                </a:extLst>
              </p:cNvPr>
              <p:cNvSpPr/>
              <p:nvPr/>
            </p:nvSpPr>
            <p:spPr>
              <a:xfrm>
                <a:off x="2812899" y="4746825"/>
                <a:ext cx="53968" cy="72270"/>
              </a:xfrm>
              <a:prstGeom prst="rect">
                <a:avLst/>
              </a:prstGeom>
              <a:solidFill>
                <a:srgbClr val="88C3B4"/>
              </a:solidFill>
              <a:ln w="4435" cap="rnd" cmpd="sng" algn="ctr">
                <a:noFill/>
                <a:prstDash val="solid"/>
                <a:round/>
                <a:headEnd type="none" w="med" len="med"/>
                <a:tailEnd type="none" w="med" len="med"/>
              </a:ln>
              <a:effectLst/>
            </p:spPr>
          </p:sp>
          <p:sp>
            <p:nvSpPr>
              <p:cNvPr id="421" name="feature_5">
                <a:extLst>
                  <a:ext uri="{FF2B5EF4-FFF2-40B4-BE49-F238E27FC236}">
                    <a16:creationId xmlns:a16="http://schemas.microsoft.com/office/drawing/2014/main" id="{816AEF65-3B8B-B61C-DB09-D93452B7A034}"/>
                  </a:ext>
                </a:extLst>
              </p:cNvPr>
              <p:cNvSpPr/>
              <p:nvPr/>
            </p:nvSpPr>
            <p:spPr>
              <a:xfrm>
                <a:off x="2870151" y="4746825"/>
                <a:ext cx="53968" cy="72270"/>
              </a:xfrm>
              <a:prstGeom prst="rect">
                <a:avLst/>
              </a:prstGeom>
              <a:solidFill>
                <a:srgbClr val="238777"/>
              </a:solidFill>
              <a:ln w="4435" cap="rnd" cmpd="sng" algn="ctr">
                <a:noFill/>
                <a:prstDash val="solid"/>
                <a:round/>
                <a:headEnd type="none" w="med" len="med"/>
                <a:tailEnd type="none" w="med" len="med"/>
              </a:ln>
              <a:effectLst/>
            </p:spPr>
          </p:sp>
          <p:sp>
            <p:nvSpPr>
              <p:cNvPr id="422" name="feature_6">
                <a:extLst>
                  <a:ext uri="{FF2B5EF4-FFF2-40B4-BE49-F238E27FC236}">
                    <a16:creationId xmlns:a16="http://schemas.microsoft.com/office/drawing/2014/main" id="{D45037CD-8F54-52FA-B088-E161A8C65847}"/>
                  </a:ext>
                </a:extLst>
              </p:cNvPr>
              <p:cNvSpPr/>
              <p:nvPr/>
            </p:nvSpPr>
            <p:spPr>
              <a:xfrm>
                <a:off x="2927404" y="4746825"/>
                <a:ext cx="53968" cy="72270"/>
              </a:xfrm>
              <a:prstGeom prst="rect">
                <a:avLst/>
              </a:prstGeom>
              <a:solidFill>
                <a:srgbClr val="B1A4CC"/>
              </a:solidFill>
              <a:ln w="4435" cap="rnd" cmpd="sng" algn="ctr">
                <a:noFill/>
                <a:prstDash val="solid"/>
                <a:round/>
                <a:headEnd type="none" w="med" len="med"/>
                <a:tailEnd type="none" w="med" len="med"/>
              </a:ln>
              <a:effectLst/>
            </p:spPr>
          </p:sp>
          <p:sp>
            <p:nvSpPr>
              <p:cNvPr id="423" name="feature_7">
                <a:extLst>
                  <a:ext uri="{FF2B5EF4-FFF2-40B4-BE49-F238E27FC236}">
                    <a16:creationId xmlns:a16="http://schemas.microsoft.com/office/drawing/2014/main" id="{486943A5-C7C5-BC6B-2A84-6698874C26B0}"/>
                  </a:ext>
                </a:extLst>
              </p:cNvPr>
              <p:cNvSpPr/>
              <p:nvPr/>
            </p:nvSpPr>
            <p:spPr>
              <a:xfrm>
                <a:off x="2984657" y="4746825"/>
                <a:ext cx="53968" cy="72270"/>
              </a:xfrm>
              <a:prstGeom prst="rect">
                <a:avLst/>
              </a:prstGeom>
              <a:solidFill>
                <a:srgbClr val="D4CBE6"/>
              </a:solidFill>
              <a:ln w="4435" cap="rnd" cmpd="sng" algn="ctr">
                <a:noFill/>
                <a:prstDash val="solid"/>
                <a:round/>
                <a:headEnd type="none" w="med" len="med"/>
                <a:tailEnd type="none" w="med" len="med"/>
              </a:ln>
              <a:effectLst/>
            </p:spPr>
          </p:sp>
        </p:grpSp>
        <p:sp>
          <p:nvSpPr>
            <p:cNvPr id="424" name="Arrow 10 | proportional arrowhead"/>
            <p:cNvSpPr/>
            <p:nvPr/>
          </p:nvSpPr>
          <p:spPr>
            <a:xfrm>
              <a:off x="2638425" y="2357438"/>
              <a:ext cx="85725" cy="66675"/>
            </a:xfrm>
            <a:custGeom>
              <a:avLst/>
              <a:gdLst/>
              <a:ahLst/>
              <a:cxnLst/>
              <a:rect l="0" t="0" r="0" b="0"/>
              <a:pathLst>
                <a:path w="85725" h="66675">
                  <a:moveTo>
                    <a:pt x="85725" y="33338"/>
                  </a:moveTo>
                  <a:lnTo>
                    <a:pt x="0" y="0"/>
                  </a:lnTo>
                  <a:lnTo>
                    <a:pt x="0" y="66675"/>
                  </a:lnTo>
                  <a:close/>
                </a:path>
              </a:pathLst>
            </a:custGeom>
            <a:solidFill>
              <a:srgbClr val="397FA6"/>
            </a:solidFill>
            <a:ln w="1">
              <a:noFill/>
            </a:ln>
          </p:spPr>
        </p:sp>
        <p:sp>
          <p:nvSpPr>
            <p:cNvPr id="425" name="Arrow 11 | proportional arrowhead"/>
            <p:cNvSpPr/>
            <p:nvPr/>
          </p:nvSpPr>
          <p:spPr>
            <a:xfrm>
              <a:off x="4953000" y="2357438"/>
              <a:ext cx="85725" cy="66675"/>
            </a:xfrm>
            <a:custGeom>
              <a:avLst/>
              <a:gdLst/>
              <a:ahLst/>
              <a:cxnLst/>
              <a:rect l="0" t="0" r="0" b="0"/>
              <a:pathLst>
                <a:path w="85725" h="66675">
                  <a:moveTo>
                    <a:pt x="85725" y="33338"/>
                  </a:moveTo>
                  <a:lnTo>
                    <a:pt x="0" y="0"/>
                  </a:lnTo>
                  <a:lnTo>
                    <a:pt x="0" y="66675"/>
                  </a:lnTo>
                  <a:close/>
                </a:path>
              </a:pathLst>
            </a:custGeom>
            <a:solidFill>
              <a:srgbClr val="397FA6"/>
            </a:solidFill>
            <a:ln w="1">
              <a:noFill/>
            </a:ln>
          </p:spPr>
        </p:sp>
        <p:sp>
          <p:nvSpPr>
            <p:cNvPr id="426" name="Arrow 12 | proportional arrowhead"/>
            <p:cNvSpPr/>
            <p:nvPr/>
          </p:nvSpPr>
          <p:spPr>
            <a:xfrm>
              <a:off x="5729288" y="6689725"/>
              <a:ext cx="66675" cy="85725"/>
            </a:xfrm>
            <a:custGeom>
              <a:avLst/>
              <a:gdLst/>
              <a:ahLst/>
              <a:cxnLst/>
              <a:rect l="0" t="0" r="0" b="0"/>
              <a:pathLst>
                <a:path w="66675" h="85725">
                  <a:moveTo>
                    <a:pt x="33338" y="85725"/>
                  </a:moveTo>
                  <a:lnTo>
                    <a:pt x="66675" y="0"/>
                  </a:lnTo>
                  <a:lnTo>
                    <a:pt x="0" y="0"/>
                  </a:lnTo>
                  <a:close/>
                </a:path>
              </a:pathLst>
            </a:custGeom>
            <a:solidFill>
              <a:srgbClr val="397FA6"/>
            </a:solidFill>
            <a:ln w="1">
              <a:noFill/>
            </a:ln>
          </p:spPr>
        </p:sp>
        <p:sp>
          <p:nvSpPr>
            <p:cNvPr id="427" name="Arrow 20 | proportional arrowhead"/>
            <p:cNvSpPr/>
            <p:nvPr/>
          </p:nvSpPr>
          <p:spPr>
            <a:xfrm>
              <a:off x="1614488" y="5679621"/>
              <a:ext cx="66675" cy="85725"/>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428" name="Arrow 21 | proportional arrowhead"/>
            <p:cNvSpPr/>
            <p:nvPr/>
          </p:nvSpPr>
          <p:spPr>
            <a:xfrm>
              <a:off x="4167188" y="5679621"/>
              <a:ext cx="66675" cy="85725"/>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429" name="Arrow 23 | proportional arrowhead"/>
            <p:cNvSpPr/>
            <p:nvPr/>
          </p:nvSpPr>
          <p:spPr>
            <a:xfrm>
              <a:off x="5248275" y="6091238"/>
              <a:ext cx="85725" cy="66675"/>
            </a:xfrm>
            <a:custGeom>
              <a:avLst/>
              <a:gdLst/>
              <a:ahLst/>
              <a:cxnLst/>
              <a:rect l="0" t="0" r="0" b="0"/>
              <a:pathLst>
                <a:path w="85725" h="66675">
                  <a:moveTo>
                    <a:pt x="0" y="33338"/>
                  </a:moveTo>
                  <a:lnTo>
                    <a:pt x="85725" y="66675"/>
                  </a:lnTo>
                  <a:lnTo>
                    <a:pt x="85725" y="0"/>
                  </a:lnTo>
                  <a:close/>
                </a:path>
              </a:pathLst>
            </a:custGeom>
            <a:solidFill>
              <a:srgbClr val="397FA6"/>
            </a:solidFill>
            <a:ln w="1">
              <a:noFill/>
            </a:ln>
          </p:spPr>
        </p:sp>
        <p:sp>
          <p:nvSpPr>
            <p:cNvPr id="430" name="Arrow 26 | proportional arrowhead"/>
            <p:cNvSpPr/>
            <p:nvPr/>
          </p:nvSpPr>
          <p:spPr>
            <a:xfrm>
              <a:off x="2890838" y="6772275"/>
              <a:ext cx="66675" cy="85725"/>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431" name="Arrow 28 | proportional arrowhead"/>
            <p:cNvSpPr/>
            <p:nvPr/>
          </p:nvSpPr>
          <p:spPr>
            <a:xfrm>
              <a:off x="5162550" y="7062788"/>
              <a:ext cx="85725" cy="66675"/>
            </a:xfrm>
            <a:custGeom>
              <a:avLst/>
              <a:gdLst/>
              <a:ahLst/>
              <a:cxnLst/>
              <a:rect l="0" t="0" r="0" b="0"/>
              <a:pathLst>
                <a:path w="85725" h="66675">
                  <a:moveTo>
                    <a:pt x="85725" y="33338"/>
                  </a:moveTo>
                  <a:lnTo>
                    <a:pt x="0" y="0"/>
                  </a:lnTo>
                  <a:lnTo>
                    <a:pt x="0" y="66675"/>
                  </a:lnTo>
                  <a:close/>
                </a:path>
              </a:pathLst>
            </a:custGeom>
            <a:solidFill>
              <a:srgbClr val="2B887C"/>
            </a:solidFill>
            <a:ln w="1">
              <a:noFill/>
            </a:ln>
          </p:spPr>
        </p:sp>
        <p:sp>
          <p:nvSpPr>
            <p:cNvPr id="432" name="Arrow 29 | proportional arrowhead"/>
            <p:cNvSpPr/>
            <p:nvPr/>
          </p:nvSpPr>
          <p:spPr>
            <a:xfrm>
              <a:off x="5729288" y="7591425"/>
              <a:ext cx="66675" cy="85725"/>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433" name="Arrow 42 | proportional arrowhead"/>
            <p:cNvSpPr/>
            <p:nvPr/>
          </p:nvSpPr>
          <p:spPr>
            <a:xfrm>
              <a:off x="7920038" y="3469901"/>
              <a:ext cx="66675" cy="85725"/>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434" name="Arrow 44 | proportional arrowhead"/>
            <p:cNvSpPr/>
            <p:nvPr/>
          </p:nvSpPr>
          <p:spPr>
            <a:xfrm>
              <a:off x="10110788" y="3629025"/>
              <a:ext cx="66675" cy="85725"/>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435" name="Arrow 45 | proportional arrowhead"/>
            <p:cNvSpPr/>
            <p:nvPr/>
          </p:nvSpPr>
          <p:spPr>
            <a:xfrm>
              <a:off x="12301538" y="3619500"/>
              <a:ext cx="66675" cy="85725"/>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436" name="Arrow 52 | proportional arrowhead"/>
            <p:cNvSpPr/>
            <p:nvPr/>
          </p:nvSpPr>
          <p:spPr>
            <a:xfrm>
              <a:off x="7920038" y="4638675"/>
              <a:ext cx="66675" cy="85725"/>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437" name="Arrow 53 | proportional arrowhead"/>
            <p:cNvSpPr/>
            <p:nvPr/>
          </p:nvSpPr>
          <p:spPr>
            <a:xfrm>
              <a:off x="7920038" y="5657850"/>
              <a:ext cx="66675" cy="85725"/>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438" name="Arrow 55 | proportional arrowhead"/>
            <p:cNvSpPr/>
            <p:nvPr/>
          </p:nvSpPr>
          <p:spPr>
            <a:xfrm>
              <a:off x="10110788" y="5829300"/>
              <a:ext cx="66675" cy="85725"/>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439" name="Arrow 56 | proportional arrowhead"/>
            <p:cNvSpPr/>
            <p:nvPr/>
          </p:nvSpPr>
          <p:spPr>
            <a:xfrm>
              <a:off x="12301538" y="4657725"/>
              <a:ext cx="66675" cy="85725"/>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440" name="Arrow 60 | proportional arrowhead"/>
            <p:cNvSpPr/>
            <p:nvPr/>
          </p:nvSpPr>
          <p:spPr>
            <a:xfrm>
              <a:off x="12301538" y="5657850"/>
              <a:ext cx="66675" cy="85725"/>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441" name="Arrow 62 | proportional arrowhead"/>
            <p:cNvSpPr/>
            <p:nvPr/>
          </p:nvSpPr>
          <p:spPr>
            <a:xfrm>
              <a:off x="9029700" y="6100763"/>
              <a:ext cx="85725" cy="66675"/>
            </a:xfrm>
            <a:custGeom>
              <a:avLst/>
              <a:gdLst/>
              <a:ahLst/>
              <a:cxnLst/>
              <a:rect l="0" t="0" r="0" b="0"/>
              <a:pathLst>
                <a:path w="85725" h="66675">
                  <a:moveTo>
                    <a:pt x="0" y="33338"/>
                  </a:moveTo>
                  <a:lnTo>
                    <a:pt x="85725" y="66675"/>
                  </a:lnTo>
                  <a:lnTo>
                    <a:pt x="85725" y="0"/>
                  </a:lnTo>
                  <a:close/>
                </a:path>
              </a:pathLst>
            </a:custGeom>
            <a:solidFill>
              <a:srgbClr val="397FA6"/>
            </a:solidFill>
            <a:ln w="1">
              <a:noFill/>
            </a:ln>
          </p:spPr>
        </p:sp>
        <p:sp>
          <p:nvSpPr>
            <p:cNvPr id="442" name="Arrow 63 | proportional arrowhead"/>
            <p:cNvSpPr/>
            <p:nvPr/>
          </p:nvSpPr>
          <p:spPr>
            <a:xfrm>
              <a:off x="11172825" y="6100763"/>
              <a:ext cx="85725" cy="66675"/>
            </a:xfrm>
            <a:custGeom>
              <a:avLst/>
              <a:gdLst/>
              <a:ahLst/>
              <a:cxnLst/>
              <a:rect l="0" t="0" r="0" b="0"/>
              <a:pathLst>
                <a:path w="85725" h="66675">
                  <a:moveTo>
                    <a:pt x="85725" y="33338"/>
                  </a:moveTo>
                  <a:lnTo>
                    <a:pt x="0" y="0"/>
                  </a:lnTo>
                  <a:lnTo>
                    <a:pt x="0" y="66675"/>
                  </a:lnTo>
                  <a:close/>
                </a:path>
              </a:pathLst>
            </a:custGeom>
            <a:solidFill>
              <a:srgbClr val="397FA6"/>
            </a:solidFill>
            <a:ln w="1">
              <a:noFill/>
            </a:ln>
          </p:spPr>
        </p:sp>
        <p:sp>
          <p:nvSpPr>
            <p:cNvPr id="443" name="Arrow 66 | proportional arrowhead"/>
            <p:cNvSpPr/>
            <p:nvPr/>
          </p:nvSpPr>
          <p:spPr>
            <a:xfrm>
              <a:off x="9372600" y="7062788"/>
              <a:ext cx="85725" cy="66675"/>
            </a:xfrm>
            <a:custGeom>
              <a:avLst/>
              <a:gdLst/>
              <a:ahLst/>
              <a:cxnLst/>
              <a:rect l="0" t="0" r="0" b="0"/>
              <a:pathLst>
                <a:path w="85725" h="66675">
                  <a:moveTo>
                    <a:pt x="85725" y="33338"/>
                  </a:moveTo>
                  <a:lnTo>
                    <a:pt x="0" y="0"/>
                  </a:lnTo>
                  <a:lnTo>
                    <a:pt x="0" y="66675"/>
                  </a:lnTo>
                  <a:close/>
                </a:path>
              </a:pathLst>
            </a:custGeom>
            <a:solidFill>
              <a:srgbClr val="2B887C"/>
            </a:solidFill>
            <a:ln w="1">
              <a:noFill/>
            </a:ln>
          </p:spPr>
        </p:sp>
        <p:sp>
          <p:nvSpPr>
            <p:cNvPr id="444" name="Arrow 67 | proportional arrowhead"/>
            <p:cNvSpPr/>
            <p:nvPr/>
          </p:nvSpPr>
          <p:spPr>
            <a:xfrm>
              <a:off x="10829925" y="7062788"/>
              <a:ext cx="85725" cy="66675"/>
            </a:xfrm>
            <a:custGeom>
              <a:avLst/>
              <a:gdLst/>
              <a:ahLst/>
              <a:cxnLst/>
              <a:rect l="0" t="0" r="0" b="0"/>
              <a:pathLst>
                <a:path w="85725" h="66675">
                  <a:moveTo>
                    <a:pt x="0" y="33338"/>
                  </a:moveTo>
                  <a:lnTo>
                    <a:pt x="85725" y="66675"/>
                  </a:lnTo>
                  <a:lnTo>
                    <a:pt x="85725" y="0"/>
                  </a:lnTo>
                  <a:close/>
                </a:path>
              </a:pathLst>
            </a:custGeom>
            <a:solidFill>
              <a:srgbClr val="2B887C"/>
            </a:solidFill>
            <a:ln w="1">
              <a:noFill/>
            </a:ln>
          </p:spPr>
        </p:sp>
        <p:sp>
          <p:nvSpPr>
            <p:cNvPr id="445" name="Arrow 68 | proportional arrowhead"/>
            <p:cNvSpPr/>
            <p:nvPr/>
          </p:nvSpPr>
          <p:spPr>
            <a:xfrm>
              <a:off x="10110788" y="6689725"/>
              <a:ext cx="66675" cy="85725"/>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446" name="Arrow 69 | proportional arrowhead"/>
            <p:cNvSpPr/>
            <p:nvPr/>
          </p:nvSpPr>
          <p:spPr>
            <a:xfrm>
              <a:off x="10110788" y="7591425"/>
              <a:ext cx="66675" cy="85725"/>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447" name="Arrow 71 | proportional arrowhead"/>
            <p:cNvSpPr/>
            <p:nvPr/>
          </p:nvSpPr>
          <p:spPr>
            <a:xfrm>
              <a:off x="1614488" y="8395129"/>
              <a:ext cx="66675" cy="85725"/>
            </a:xfrm>
            <a:custGeom>
              <a:avLst/>
              <a:gdLst/>
              <a:ahLst/>
              <a:cxnLst/>
              <a:rect l="0" t="0" r="0" b="0"/>
              <a:pathLst>
                <a:path w="66675" h="85725">
                  <a:moveTo>
                    <a:pt x="33338" y="85725"/>
                  </a:moveTo>
                  <a:lnTo>
                    <a:pt x="66675" y="0"/>
                  </a:lnTo>
                  <a:lnTo>
                    <a:pt x="0" y="0"/>
                  </a:lnTo>
                  <a:close/>
                </a:path>
              </a:pathLst>
            </a:custGeom>
            <a:solidFill>
              <a:srgbClr val="397FA6"/>
            </a:solidFill>
            <a:ln w="1">
              <a:noFill/>
            </a:ln>
          </p:spPr>
        </p:sp>
        <p:sp>
          <p:nvSpPr>
            <p:cNvPr id="448" name="Arrow 72 | proportional arrowhead"/>
            <p:cNvSpPr/>
            <p:nvPr/>
          </p:nvSpPr>
          <p:spPr>
            <a:xfrm>
              <a:off x="3114675" y="8739188"/>
              <a:ext cx="85725" cy="66675"/>
            </a:xfrm>
            <a:custGeom>
              <a:avLst/>
              <a:gdLst/>
              <a:ahLst/>
              <a:cxnLst/>
              <a:rect l="0" t="0" r="0" b="0"/>
              <a:pathLst>
                <a:path w="85725" h="66675">
                  <a:moveTo>
                    <a:pt x="85725" y="33338"/>
                  </a:moveTo>
                  <a:lnTo>
                    <a:pt x="0" y="0"/>
                  </a:lnTo>
                  <a:lnTo>
                    <a:pt x="0" y="66675"/>
                  </a:lnTo>
                  <a:close/>
                </a:path>
              </a:pathLst>
            </a:custGeom>
            <a:solidFill>
              <a:srgbClr val="397FA6"/>
            </a:solidFill>
            <a:ln w="1">
              <a:noFill/>
            </a:ln>
          </p:spPr>
        </p:sp>
        <p:sp>
          <p:nvSpPr>
            <p:cNvPr id="449" name="Arrow 75 | proportional arrowhead"/>
            <p:cNvSpPr/>
            <p:nvPr/>
          </p:nvSpPr>
          <p:spPr>
            <a:xfrm>
              <a:off x="7010400" y="8739188"/>
              <a:ext cx="85725" cy="66675"/>
            </a:xfrm>
            <a:custGeom>
              <a:avLst/>
              <a:gdLst/>
              <a:ahLst/>
              <a:cxnLst/>
              <a:rect l="0" t="0" r="0" b="0"/>
              <a:pathLst>
                <a:path w="85725" h="66675">
                  <a:moveTo>
                    <a:pt x="85725" y="33338"/>
                  </a:moveTo>
                  <a:lnTo>
                    <a:pt x="0" y="0"/>
                  </a:lnTo>
                  <a:lnTo>
                    <a:pt x="0" y="66675"/>
                  </a:lnTo>
                  <a:close/>
                </a:path>
              </a:pathLst>
            </a:custGeom>
            <a:solidFill>
              <a:srgbClr val="397FA6"/>
            </a:solidFill>
            <a:ln w="1">
              <a:noFill/>
            </a:ln>
          </p:spPr>
        </p:sp>
        <p:sp>
          <p:nvSpPr>
            <p:cNvPr id="450" name="Arrow 76 | proportional arrowhead"/>
            <p:cNvSpPr/>
            <p:nvPr/>
          </p:nvSpPr>
          <p:spPr>
            <a:xfrm>
              <a:off x="8072438" y="8404139"/>
              <a:ext cx="66675" cy="85725"/>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451" name="Arrow 78 | proportional arrowhead"/>
            <p:cNvSpPr/>
            <p:nvPr/>
          </p:nvSpPr>
          <p:spPr>
            <a:xfrm>
              <a:off x="10439400" y="8739188"/>
              <a:ext cx="85725" cy="66675"/>
            </a:xfrm>
            <a:custGeom>
              <a:avLst/>
              <a:gdLst/>
              <a:ahLst/>
              <a:cxnLst/>
              <a:rect l="0" t="0" r="0" b="0"/>
              <a:pathLst>
                <a:path w="85725" h="66675">
                  <a:moveTo>
                    <a:pt x="85725" y="33338"/>
                  </a:moveTo>
                  <a:lnTo>
                    <a:pt x="0" y="0"/>
                  </a:lnTo>
                  <a:lnTo>
                    <a:pt x="0" y="66675"/>
                  </a:lnTo>
                  <a:close/>
                </a:path>
              </a:pathLst>
            </a:custGeom>
            <a:solidFill>
              <a:srgbClr val="2B887C"/>
            </a:solidFill>
            <a:ln w="1">
              <a:noFill/>
            </a:ln>
          </p:spPr>
        </p:sp>
      </p:grpSp>
    </p:spTree>
    <p:extLst>
      <p:ext uri="{BB962C8B-B14F-4D97-AF65-F5344CB8AC3E}">
        <p14:creationId xmlns:p14="http://schemas.microsoft.com/office/powerpoint/2010/main" val="1873952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3D9F4-6FE8-3002-7C36-65E297006BB0}"/>
            </a:ext>
          </a:extLst>
        </p:cNvPr>
        <p:cNvGrpSpPr/>
        <p:nvPr/>
      </p:nvGrpSpPr>
      <p:grpSpPr>
        <a:xfrm>
          <a:off x="0" y="0"/>
          <a:ext cx="0" cy="0"/>
          <a:chOff x="0" y="0"/>
          <a:chExt cx="0" cy="0"/>
        </a:xfrm>
      </p:grpSpPr>
      <p:sp>
        <p:nvSpPr>
          <p:cNvPr id="3" name="rect_0001">
            <a:extLst>
              <a:ext uri="{FF2B5EF4-FFF2-40B4-BE49-F238E27FC236}">
                <a16:creationId xmlns:a16="http://schemas.microsoft.com/office/drawing/2014/main" id="{188D4DB8-D0C5-D085-536B-072D491662D7}"/>
              </a:ext>
            </a:extLst>
          </p:cNvPr>
          <p:cNvSpPr/>
          <p:nvPr/>
        </p:nvSpPr>
        <p:spPr>
          <a:xfrm>
            <a:off x="1405608" y="47036"/>
            <a:ext cx="639689" cy="3774638"/>
          </a:xfrm>
          <a:prstGeom prst="roundRect">
            <a:avLst>
              <a:gd name="adj" fmla="val 4412"/>
            </a:avLst>
          </a:prstGeom>
          <a:solidFill>
            <a:srgbClr val="F9FBFD"/>
          </a:solidFill>
          <a:ln w="6480" cap="rnd" cmpd="sng" algn="ctr">
            <a:solidFill>
              <a:srgbClr val="C3D2E0"/>
            </a:solidFill>
            <a:prstDash val="solid"/>
            <a:round/>
            <a:headEnd type="none" w="med" len="med"/>
            <a:tailEnd type="none" w="med" len="med"/>
          </a:ln>
          <a:effectLst/>
        </p:spPr>
      </p:sp>
      <p:sp>
        <p:nvSpPr>
          <p:cNvPr id="4" name="a | panel label">
            <a:extLst>
              <a:ext uri="{FF2B5EF4-FFF2-40B4-BE49-F238E27FC236}">
                <a16:creationId xmlns:a16="http://schemas.microsoft.com/office/drawing/2014/main" id="{058DC455-4ED7-2C23-82AA-0600700AE8B7}"/>
              </a:ext>
            </a:extLst>
          </p:cNvPr>
          <p:cNvSpPr txBox="1"/>
          <p:nvPr/>
        </p:nvSpPr>
        <p:spPr>
          <a:xfrm>
            <a:off x="1450292" y="61147"/>
            <a:ext cx="98818" cy="136922"/>
          </a:xfrm>
          <a:prstGeom prst="rect">
            <a:avLst/>
          </a:prstGeom>
          <a:noFill/>
          <a:ln>
            <a:noFill/>
          </a:ln>
          <a:effectLst/>
        </p:spPr>
        <p:txBody>
          <a:bodyPr vertOverflow="overflow" horzOverflow="overflow" wrap="none" lIns="0" tIns="0" rIns="0" bIns="0" anchor="t" anchorCtr="0">
            <a:noAutofit/>
          </a:bodyPr>
          <a:lstStyle/>
          <a:p>
            <a:r>
              <a:rPr lang="en-US" sz="760" b="1" dirty="0">
                <a:solidFill>
                  <a:srgbClr val="1D3043"/>
                </a:solidFill>
                <a:latin typeface="Arial"/>
                <a:ea typeface="Arial"/>
                <a:cs typeface="Arial"/>
              </a:rPr>
              <a:t>a</a:t>
            </a:r>
            <a:endParaRPr lang="en-US" sz="760" dirty="0"/>
          </a:p>
        </p:txBody>
      </p:sp>
      <p:grpSp>
        <p:nvGrpSpPr>
          <p:cNvPr id="5" name="Text | Shared input / representation">
            <a:extLst>
              <a:ext uri="{FF2B5EF4-FFF2-40B4-BE49-F238E27FC236}">
                <a16:creationId xmlns:a16="http://schemas.microsoft.com/office/drawing/2014/main" id="{FF7FC1AA-0DF5-F3C7-D2BE-CF13CC4ABD19}"/>
              </a:ext>
            </a:extLst>
          </p:cNvPr>
          <p:cNvGrpSpPr/>
          <p:nvPr/>
        </p:nvGrpSpPr>
        <p:grpSpPr>
          <a:xfrm>
            <a:off x="1549068" y="77610"/>
            <a:ext cx="597912" cy="183863"/>
            <a:chOff x="266085" y="108405"/>
            <a:chExt cx="835165" cy="256821"/>
          </a:xfrm>
        </p:grpSpPr>
        <p:sp>
          <p:nvSpPr>
            <p:cNvPr id="6" name="Text | Shared input">
              <a:extLst>
                <a:ext uri="{FF2B5EF4-FFF2-40B4-BE49-F238E27FC236}">
                  <a16:creationId xmlns:a16="http://schemas.microsoft.com/office/drawing/2014/main" id="{6D4793C7-55E6-7138-8894-8797F2C64D96}"/>
                </a:ext>
              </a:extLst>
            </p:cNvPr>
            <p:cNvSpPr txBox="1"/>
            <p:nvPr/>
          </p:nvSpPr>
          <p:spPr>
            <a:xfrm>
              <a:off x="266085" y="108405"/>
              <a:ext cx="729063" cy="135276"/>
            </a:xfrm>
            <a:prstGeom prst="rect">
              <a:avLst/>
            </a:prstGeom>
            <a:noFill/>
            <a:ln>
              <a:noFill/>
            </a:ln>
            <a:effectLst/>
          </p:spPr>
          <p:txBody>
            <a:bodyPr vertOverflow="overflow" horzOverflow="overflow" wrap="none" lIns="0" tIns="0" rIns="0" bIns="0" anchor="t" anchorCtr="0">
              <a:noAutofit/>
            </a:bodyPr>
            <a:lstStyle/>
            <a:p>
              <a:r>
                <a:rPr lang="en-US" sz="537" b="1" dirty="0">
                  <a:solidFill>
                    <a:srgbClr val="1D3043"/>
                  </a:solidFill>
                  <a:latin typeface="Arial"/>
                  <a:ea typeface="Arial"/>
                  <a:cs typeface="Arial"/>
                </a:rPr>
                <a:t>Shared input</a:t>
              </a:r>
              <a:endParaRPr lang="en-US" sz="537"/>
            </a:p>
          </p:txBody>
        </p:sp>
        <p:sp>
          <p:nvSpPr>
            <p:cNvPr id="7" name="Text | representation">
              <a:extLst>
                <a:ext uri="{FF2B5EF4-FFF2-40B4-BE49-F238E27FC236}">
                  <a16:creationId xmlns:a16="http://schemas.microsoft.com/office/drawing/2014/main" id="{C172DF06-9920-048A-052D-FADE9A7BA489}"/>
                </a:ext>
              </a:extLst>
            </p:cNvPr>
            <p:cNvSpPr txBox="1"/>
            <p:nvPr/>
          </p:nvSpPr>
          <p:spPr>
            <a:xfrm>
              <a:off x="266085" y="229950"/>
              <a:ext cx="835165" cy="135276"/>
            </a:xfrm>
            <a:prstGeom prst="rect">
              <a:avLst/>
            </a:prstGeom>
            <a:noFill/>
            <a:ln>
              <a:noFill/>
            </a:ln>
            <a:effectLst/>
          </p:spPr>
          <p:txBody>
            <a:bodyPr vertOverflow="overflow" horzOverflow="overflow" wrap="none" lIns="0" tIns="0" rIns="0" bIns="0" anchor="t" anchorCtr="0">
              <a:noAutofit/>
            </a:bodyPr>
            <a:lstStyle/>
            <a:p>
              <a:r>
                <a:rPr lang="en-US" sz="537" b="1" dirty="0">
                  <a:solidFill>
                    <a:srgbClr val="1D3043"/>
                  </a:solidFill>
                  <a:latin typeface="Arial"/>
                  <a:ea typeface="Arial"/>
                  <a:cs typeface="Arial"/>
                </a:rPr>
                <a:t>representation</a:t>
              </a:r>
              <a:endParaRPr lang="en-US" sz="537" dirty="0"/>
            </a:p>
          </p:txBody>
        </p:sp>
      </p:grpSp>
      <p:sp>
        <p:nvSpPr>
          <p:cNvPr id="9" name="Text | Density bank">
            <a:extLst>
              <a:ext uri="{FF2B5EF4-FFF2-40B4-BE49-F238E27FC236}">
                <a16:creationId xmlns:a16="http://schemas.microsoft.com/office/drawing/2014/main" id="{FFABFE88-4E85-C0B4-7C93-573819E29107}"/>
              </a:ext>
            </a:extLst>
          </p:cNvPr>
          <p:cNvSpPr txBox="1"/>
          <p:nvPr/>
        </p:nvSpPr>
        <p:spPr>
          <a:xfrm>
            <a:off x="1457798" y="335050"/>
            <a:ext cx="535308" cy="103093"/>
          </a:xfrm>
          <a:prstGeom prst="rect">
            <a:avLst/>
          </a:prstGeom>
          <a:noFill/>
          <a:ln>
            <a:noFill/>
          </a:ln>
          <a:effectLst/>
        </p:spPr>
        <p:txBody>
          <a:bodyPr vertOverflow="overflow" horzOverflow="overflow" wrap="none" lIns="0" tIns="0" rIns="0" bIns="0" anchor="t" anchorCtr="0">
            <a:noAutofit/>
          </a:bodyPr>
          <a:lstStyle/>
          <a:p>
            <a:pPr algn="ctr"/>
            <a:r>
              <a:rPr lang="en-US" sz="530" b="1" dirty="0">
                <a:solidFill>
                  <a:srgbClr val="1D3043"/>
                </a:solidFill>
                <a:latin typeface="Arial"/>
                <a:ea typeface="Arial"/>
                <a:cs typeface="Arial"/>
              </a:rPr>
              <a:t>Density bank</a:t>
            </a:r>
            <a:endParaRPr lang="en-US" sz="530" dirty="0"/>
          </a:p>
        </p:txBody>
      </p:sp>
      <p:sp>
        <p:nvSpPr>
          <p:cNvPr id="138" name="Text | M">
            <a:extLst>
              <a:ext uri="{FF2B5EF4-FFF2-40B4-BE49-F238E27FC236}">
                <a16:creationId xmlns:a16="http://schemas.microsoft.com/office/drawing/2014/main" id="{59909A0E-F21F-062C-587C-F8049D64136E}"/>
              </a:ext>
            </a:extLst>
          </p:cNvPr>
          <p:cNvSpPr txBox="1"/>
          <p:nvPr/>
        </p:nvSpPr>
        <p:spPr>
          <a:xfrm>
            <a:off x="1450067" y="711339"/>
            <a:ext cx="257731" cy="82474"/>
          </a:xfrm>
          <a:prstGeom prst="rect">
            <a:avLst/>
          </a:prstGeom>
          <a:noFill/>
          <a:ln>
            <a:noFill/>
          </a:ln>
          <a:effectLst/>
        </p:spPr>
        <p:txBody>
          <a:bodyPr vertOverflow="overflow" horzOverflow="overflow" wrap="none" lIns="0" tIns="0" rIns="0" bIns="0" anchor="t" anchorCtr="0">
            <a:noAutofit/>
          </a:bodyPr>
          <a:lstStyle/>
          <a:p>
            <a:pPr algn="ctr"/>
            <a:r>
              <a:rPr lang="en-US" sz="472" i="1" dirty="0">
                <a:solidFill>
                  <a:srgbClr val="1D3043"/>
                </a:solidFill>
                <a:latin typeface="Arial"/>
                <a:ea typeface="Arial"/>
                <a:cs typeface="Arial"/>
              </a:rPr>
              <a:t>M</a:t>
            </a:r>
            <a:r>
              <a:rPr lang="en-US" sz="379" baseline="-25000" dirty="0">
                <a:solidFill>
                  <a:srgbClr val="1D3043"/>
                </a:solidFill>
                <a:latin typeface="Arial"/>
                <a:ea typeface="Arial"/>
                <a:cs typeface="Arial"/>
              </a:rPr>
              <a:t>exp</a:t>
            </a:r>
            <a:endParaRPr lang="en-US" sz="472" dirty="0"/>
          </a:p>
        </p:txBody>
      </p:sp>
      <p:sp>
        <p:nvSpPr>
          <p:cNvPr id="266" name="Text | M">
            <a:extLst>
              <a:ext uri="{FF2B5EF4-FFF2-40B4-BE49-F238E27FC236}">
                <a16:creationId xmlns:a16="http://schemas.microsoft.com/office/drawing/2014/main" id="{497A7773-9017-BB07-86C6-D82801375E62}"/>
              </a:ext>
            </a:extLst>
          </p:cNvPr>
          <p:cNvSpPr txBox="1"/>
          <p:nvPr/>
        </p:nvSpPr>
        <p:spPr>
          <a:xfrm>
            <a:off x="1743107" y="711339"/>
            <a:ext cx="257731" cy="82474"/>
          </a:xfrm>
          <a:prstGeom prst="rect">
            <a:avLst/>
          </a:prstGeom>
          <a:noFill/>
          <a:ln>
            <a:noFill/>
          </a:ln>
          <a:effectLst/>
        </p:spPr>
        <p:txBody>
          <a:bodyPr vertOverflow="overflow" horzOverflow="overflow" wrap="none" lIns="0" tIns="0" rIns="0" bIns="0" anchor="t" anchorCtr="0">
            <a:noAutofit/>
          </a:bodyPr>
          <a:lstStyle/>
          <a:p>
            <a:pPr algn="ctr"/>
            <a:r>
              <a:rPr lang="en-US" sz="472" i="1" dirty="0">
                <a:solidFill>
                  <a:srgbClr val="1D3043"/>
                </a:solidFill>
                <a:latin typeface="Arial"/>
                <a:ea typeface="Arial"/>
                <a:cs typeface="Arial"/>
              </a:rPr>
              <a:t>M</a:t>
            </a:r>
            <a:r>
              <a:rPr lang="en-US" sz="379" baseline="-25000" dirty="0">
                <a:solidFill>
                  <a:srgbClr val="1D3043"/>
                </a:solidFill>
                <a:latin typeface="Arial"/>
                <a:ea typeface="Arial"/>
                <a:cs typeface="Arial"/>
              </a:rPr>
              <a:t>sim</a:t>
            </a:r>
            <a:endParaRPr lang="en-US" sz="472" dirty="0"/>
          </a:p>
        </p:txBody>
      </p:sp>
      <p:sp>
        <p:nvSpPr>
          <p:cNvPr id="394" name="Text | M">
            <a:extLst>
              <a:ext uri="{FF2B5EF4-FFF2-40B4-BE49-F238E27FC236}">
                <a16:creationId xmlns:a16="http://schemas.microsoft.com/office/drawing/2014/main" id="{5CCADE51-1D32-91AF-C3B0-AB9B37C106E1}"/>
              </a:ext>
            </a:extLst>
          </p:cNvPr>
          <p:cNvSpPr txBox="1"/>
          <p:nvPr/>
        </p:nvSpPr>
        <p:spPr>
          <a:xfrm>
            <a:off x="1450067" y="1046389"/>
            <a:ext cx="257731" cy="82474"/>
          </a:xfrm>
          <a:prstGeom prst="rect">
            <a:avLst/>
          </a:prstGeom>
          <a:noFill/>
          <a:ln>
            <a:noFill/>
          </a:ln>
          <a:effectLst/>
        </p:spPr>
        <p:txBody>
          <a:bodyPr vertOverflow="overflow" horzOverflow="overflow" wrap="none" lIns="0" tIns="0" rIns="0" bIns="0" anchor="t" anchorCtr="0">
            <a:noAutofit/>
          </a:bodyPr>
          <a:lstStyle/>
          <a:p>
            <a:pPr algn="ctr"/>
            <a:r>
              <a:rPr lang="en-US" sz="472" i="1" dirty="0">
                <a:solidFill>
                  <a:srgbClr val="1D3043"/>
                </a:solidFill>
                <a:latin typeface="Arial"/>
                <a:ea typeface="Arial"/>
                <a:cs typeface="Arial"/>
              </a:rPr>
              <a:t>M</a:t>
            </a:r>
            <a:r>
              <a:rPr lang="en-US" sz="379" baseline="-25000" dirty="0">
                <a:solidFill>
                  <a:srgbClr val="1D3043"/>
                </a:solidFill>
                <a:latin typeface="Arial"/>
                <a:ea typeface="Arial"/>
                <a:cs typeface="Arial"/>
              </a:rPr>
              <a:t>diff</a:t>
            </a:r>
            <a:endParaRPr lang="en-US" sz="472" dirty="0"/>
          </a:p>
        </p:txBody>
      </p:sp>
      <p:sp>
        <p:nvSpPr>
          <p:cNvPr id="522" name="Text | M">
            <a:extLst>
              <a:ext uri="{FF2B5EF4-FFF2-40B4-BE49-F238E27FC236}">
                <a16:creationId xmlns:a16="http://schemas.microsoft.com/office/drawing/2014/main" id="{46BDFE23-98D7-8796-90A1-C6666245A72F}"/>
              </a:ext>
            </a:extLst>
          </p:cNvPr>
          <p:cNvSpPr txBox="1"/>
          <p:nvPr/>
        </p:nvSpPr>
        <p:spPr>
          <a:xfrm>
            <a:off x="1743107" y="1046389"/>
            <a:ext cx="257731" cy="82474"/>
          </a:xfrm>
          <a:prstGeom prst="rect">
            <a:avLst/>
          </a:prstGeom>
          <a:noFill/>
          <a:ln>
            <a:noFill/>
          </a:ln>
          <a:effectLst/>
        </p:spPr>
        <p:txBody>
          <a:bodyPr vertOverflow="overflow" horzOverflow="overflow" wrap="none" lIns="0" tIns="0" rIns="0" bIns="0" anchor="t" anchorCtr="0">
            <a:noAutofit/>
          </a:bodyPr>
          <a:lstStyle/>
          <a:p>
            <a:pPr algn="ctr"/>
            <a:r>
              <a:rPr lang="en-US" sz="472" i="1" dirty="0">
                <a:solidFill>
                  <a:srgbClr val="1D3043"/>
                </a:solidFill>
                <a:latin typeface="Arial"/>
                <a:ea typeface="Arial"/>
                <a:cs typeface="Arial"/>
              </a:rPr>
              <a:t>M</a:t>
            </a:r>
            <a:r>
              <a:rPr lang="en-US" sz="379" baseline="-25000" dirty="0">
                <a:solidFill>
                  <a:srgbClr val="1D3043"/>
                </a:solidFill>
                <a:latin typeface="Arial"/>
                <a:ea typeface="Arial"/>
                <a:cs typeface="Arial"/>
              </a:rPr>
              <a:t>diff</a:t>
            </a:r>
            <a:r>
              <a:rPr lang="en-US" sz="379" baseline="30000" dirty="0">
                <a:solidFill>
                  <a:srgbClr val="1D3043"/>
                </a:solidFill>
                <a:latin typeface="Arial"/>
                <a:ea typeface="Arial"/>
                <a:cs typeface="Arial"/>
              </a:rPr>
              <a:t>+</a:t>
            </a:r>
            <a:endParaRPr lang="en-US" sz="472" dirty="0"/>
          </a:p>
        </p:txBody>
      </p:sp>
      <p:cxnSp>
        <p:nvCxnSpPr>
          <p:cNvPr id="523" name="path_0515">
            <a:extLst>
              <a:ext uri="{FF2B5EF4-FFF2-40B4-BE49-F238E27FC236}">
                <a16:creationId xmlns:a16="http://schemas.microsoft.com/office/drawing/2014/main" id="{9709B70B-8DAC-84CD-86CB-B390E423FD26}"/>
              </a:ext>
            </a:extLst>
          </p:cNvPr>
          <p:cNvCxnSpPr/>
          <p:nvPr/>
        </p:nvCxnSpPr>
        <p:spPr>
          <a:xfrm>
            <a:off x="1492624" y="1152381"/>
            <a:ext cx="465656" cy="0"/>
          </a:xfrm>
          <a:prstGeom prst="line">
            <a:avLst/>
          </a:prstGeom>
          <a:noFill/>
          <a:ln w="12700" cap="rnd" cmpd="sng" algn="ctr">
            <a:solidFill>
              <a:srgbClr val="5E7180"/>
            </a:solidFill>
            <a:prstDash val="solid"/>
            <a:round/>
            <a:headEnd type="none" w="med" len="med"/>
            <a:tailEnd type="none" w="med" len="med"/>
          </a:ln>
          <a:effectLst/>
        </p:spPr>
      </p:cxnSp>
      <p:cxnSp>
        <p:nvCxnSpPr>
          <p:cNvPr id="524" name="path_0516">
            <a:extLst>
              <a:ext uri="{FF2B5EF4-FFF2-40B4-BE49-F238E27FC236}">
                <a16:creationId xmlns:a16="http://schemas.microsoft.com/office/drawing/2014/main" id="{6A6A7581-7523-8E06-10C3-890DE5D87502}"/>
              </a:ext>
            </a:extLst>
          </p:cNvPr>
          <p:cNvCxnSpPr/>
          <p:nvPr/>
        </p:nvCxnSpPr>
        <p:spPr>
          <a:xfrm>
            <a:off x="1492624" y="1131216"/>
            <a:ext cx="0" cy="21166"/>
          </a:xfrm>
          <a:prstGeom prst="line">
            <a:avLst/>
          </a:prstGeom>
          <a:noFill/>
          <a:ln w="12700" cap="rnd" cmpd="sng" algn="ctr">
            <a:solidFill>
              <a:srgbClr val="5E7180"/>
            </a:solidFill>
            <a:prstDash val="solid"/>
            <a:round/>
            <a:headEnd type="none" w="med" len="med"/>
            <a:tailEnd type="none" w="med" len="med"/>
          </a:ln>
          <a:effectLst/>
        </p:spPr>
      </p:cxnSp>
      <p:cxnSp>
        <p:nvCxnSpPr>
          <p:cNvPr id="525" name="path_0517">
            <a:extLst>
              <a:ext uri="{FF2B5EF4-FFF2-40B4-BE49-F238E27FC236}">
                <a16:creationId xmlns:a16="http://schemas.microsoft.com/office/drawing/2014/main" id="{B8D41E7F-746D-8A4C-B222-FC2D754E1AAD}"/>
              </a:ext>
            </a:extLst>
          </p:cNvPr>
          <p:cNvCxnSpPr/>
          <p:nvPr/>
        </p:nvCxnSpPr>
        <p:spPr>
          <a:xfrm>
            <a:off x="1958280" y="1131216"/>
            <a:ext cx="0" cy="21166"/>
          </a:xfrm>
          <a:prstGeom prst="line">
            <a:avLst/>
          </a:prstGeom>
          <a:noFill/>
          <a:ln w="12700" cap="rnd" cmpd="sng" algn="ctr">
            <a:solidFill>
              <a:srgbClr val="5E7180"/>
            </a:solidFill>
            <a:prstDash val="solid"/>
            <a:round/>
            <a:headEnd type="none" w="med" len="med"/>
            <a:tailEnd type="none" w="med" len="med"/>
          </a:ln>
          <a:effectLst/>
        </p:spPr>
      </p:cxnSp>
      <p:sp>
        <p:nvSpPr>
          <p:cNvPr id="526" name="Text | 4 base fields">
            <a:extLst>
              <a:ext uri="{FF2B5EF4-FFF2-40B4-BE49-F238E27FC236}">
                <a16:creationId xmlns:a16="http://schemas.microsoft.com/office/drawing/2014/main" id="{4A2E43B8-602F-1078-C2D3-48985FBE8B4C}"/>
              </a:ext>
            </a:extLst>
          </p:cNvPr>
          <p:cNvSpPr txBox="1"/>
          <p:nvPr/>
        </p:nvSpPr>
        <p:spPr>
          <a:xfrm>
            <a:off x="1457798" y="1172678"/>
            <a:ext cx="535308" cy="90206"/>
          </a:xfrm>
          <a:prstGeom prst="rect">
            <a:avLst/>
          </a:prstGeom>
          <a:noFill/>
          <a:ln>
            <a:noFill/>
          </a:ln>
          <a:effectLst/>
        </p:spPr>
        <p:txBody>
          <a:bodyPr vertOverflow="overflow" horzOverflow="overflow" wrap="none" lIns="0" tIns="0" rIns="0" bIns="0" anchor="t" anchorCtr="0">
            <a:noAutofit/>
          </a:bodyPr>
          <a:lstStyle/>
          <a:p>
            <a:pPr algn="ctr"/>
            <a:r>
              <a:rPr lang="en-US" sz="494" b="1" dirty="0">
                <a:solidFill>
                  <a:srgbClr val="1D3043"/>
                </a:solidFill>
                <a:latin typeface="Arial"/>
                <a:ea typeface="Arial"/>
                <a:cs typeface="Arial"/>
              </a:rPr>
              <a:t>4 base fields</a:t>
            </a:r>
            <a:endParaRPr lang="en-US" sz="494" dirty="0"/>
          </a:p>
        </p:txBody>
      </p:sp>
      <p:grpSp>
        <p:nvGrpSpPr>
          <p:cNvPr id="527" name="a | arrow base fields to normalizations">
            <a:extLst>
              <a:ext uri="{FF2B5EF4-FFF2-40B4-BE49-F238E27FC236}">
                <a16:creationId xmlns:a16="http://schemas.microsoft.com/office/drawing/2014/main" id="{2F916DEA-74E2-7961-4A0E-35C9630CD920}"/>
              </a:ext>
            </a:extLst>
          </p:cNvPr>
          <p:cNvGrpSpPr/>
          <p:nvPr/>
        </p:nvGrpSpPr>
        <p:grpSpPr>
          <a:xfrm>
            <a:off x="1715492" y="1265268"/>
            <a:ext cx="19920" cy="68202"/>
            <a:chOff x="498548" y="1767330"/>
            <a:chExt cx="27824" cy="95265"/>
          </a:xfrm>
        </p:grpSpPr>
        <p:cxnSp>
          <p:nvCxnSpPr>
            <p:cNvPr id="528" name="Arrow |  →  | path">
              <a:extLst>
                <a:ext uri="{FF2B5EF4-FFF2-40B4-BE49-F238E27FC236}">
                  <a16:creationId xmlns:a16="http://schemas.microsoft.com/office/drawing/2014/main" id="{6CEADEF2-D050-FB8E-2A69-148F5E853E61}"/>
                </a:ext>
              </a:extLst>
            </p:cNvPr>
            <p:cNvCxnSpPr/>
            <p:nvPr/>
          </p:nvCxnSpPr>
          <p:spPr>
            <a:xfrm>
              <a:off x="512460" y="1767330"/>
              <a:ext cx="0" cy="95265"/>
            </a:xfrm>
            <a:prstGeom prst="line">
              <a:avLst/>
            </a:prstGeom>
            <a:noFill/>
            <a:ln w="12700" cap="rnd" cmpd="sng" algn="ctr">
              <a:solidFill>
                <a:srgbClr val="5E7180"/>
              </a:solidFill>
              <a:prstDash val="solid"/>
              <a:round/>
              <a:headEnd type="none" w="med" len="med"/>
              <a:tailEnd type="none" w="med" len="med"/>
            </a:ln>
            <a:effectLst/>
          </p:spPr>
        </p:cxnSp>
        <p:sp>
          <p:nvSpPr>
            <p:cNvPr id="529" name="Arrow |  →  | editable arrowhead">
              <a:extLst>
                <a:ext uri="{FF2B5EF4-FFF2-40B4-BE49-F238E27FC236}">
                  <a16:creationId xmlns:a16="http://schemas.microsoft.com/office/drawing/2014/main" id="{CA40F147-95AB-1C77-E663-D94B304BA0EC}"/>
                </a:ext>
              </a:extLst>
            </p:cNvPr>
            <p:cNvSpPr/>
            <p:nvPr/>
          </p:nvSpPr>
          <p:spPr>
            <a:xfrm>
              <a:off x="498548" y="1830238"/>
              <a:ext cx="27824" cy="32357"/>
            </a:xfrm>
            <a:custGeom>
              <a:avLst/>
              <a:gdLst/>
              <a:ahLst/>
              <a:cxnLst/>
              <a:rect l="0" t="0" r="w" b="h"/>
              <a:pathLst>
                <a:path w="27824" h="32357" stroke="0" extrusionOk="0">
                  <a:moveTo>
                    <a:pt x="13912" y="32357"/>
                  </a:moveTo>
                  <a:lnTo>
                    <a:pt x="0" y="0"/>
                  </a:lnTo>
                  <a:lnTo>
                    <a:pt x="27824" y="0"/>
                  </a:lnTo>
                  <a:close/>
                </a:path>
              </a:pathLst>
            </a:custGeom>
            <a:solidFill>
              <a:srgbClr val="5E7180"/>
            </a:solidFill>
            <a:ln w="1" cap="rnd" cmpd="sng" algn="ctr">
              <a:noFill/>
              <a:prstDash val="solid"/>
              <a:round/>
              <a:headEnd type="none" w="med" len="med"/>
              <a:tailEnd type="none" w="med" len="med"/>
            </a:ln>
            <a:effectLst/>
          </p:spPr>
        </p:sp>
      </p:grpSp>
      <p:sp>
        <p:nvSpPr>
          <p:cNvPr id="530" name="Text | 2 normalizations">
            <a:extLst>
              <a:ext uri="{FF2B5EF4-FFF2-40B4-BE49-F238E27FC236}">
                <a16:creationId xmlns:a16="http://schemas.microsoft.com/office/drawing/2014/main" id="{ECAECD21-319F-A44E-72D4-D19DAB35EBAF}"/>
              </a:ext>
            </a:extLst>
          </p:cNvPr>
          <p:cNvSpPr txBox="1"/>
          <p:nvPr/>
        </p:nvSpPr>
        <p:spPr>
          <a:xfrm>
            <a:off x="1457798" y="1340203"/>
            <a:ext cx="535308" cy="92783"/>
          </a:xfrm>
          <a:prstGeom prst="rect">
            <a:avLst/>
          </a:prstGeom>
          <a:noFill/>
          <a:ln>
            <a:noFill/>
          </a:ln>
          <a:effectLst/>
        </p:spPr>
        <p:txBody>
          <a:bodyPr vertOverflow="overflow" horzOverflow="overflow" wrap="none" lIns="0" tIns="0" rIns="0" bIns="0" anchor="t" anchorCtr="0">
            <a:noAutofit/>
          </a:bodyPr>
          <a:lstStyle/>
          <a:p>
            <a:pPr algn="ctr"/>
            <a:r>
              <a:rPr lang="en-US" sz="487" b="1" dirty="0">
                <a:solidFill>
                  <a:srgbClr val="1D3043"/>
                </a:solidFill>
                <a:latin typeface="Arial"/>
                <a:ea typeface="Arial"/>
                <a:cs typeface="Arial"/>
              </a:rPr>
              <a:t>2 normalizations</a:t>
            </a:r>
            <a:endParaRPr lang="en-US" sz="487" dirty="0"/>
          </a:p>
        </p:txBody>
      </p:sp>
      <p:sp>
        <p:nvSpPr>
          <p:cNvPr id="531" name="Text | Raw">
            <a:extLst>
              <a:ext uri="{FF2B5EF4-FFF2-40B4-BE49-F238E27FC236}">
                <a16:creationId xmlns:a16="http://schemas.microsoft.com/office/drawing/2014/main" id="{B6673C5E-23F9-7C20-7D7E-32529C73C54F}"/>
              </a:ext>
            </a:extLst>
          </p:cNvPr>
          <p:cNvSpPr txBox="1"/>
          <p:nvPr/>
        </p:nvSpPr>
        <p:spPr>
          <a:xfrm>
            <a:off x="1452644" y="1460049"/>
            <a:ext cx="252577" cy="81185"/>
          </a:xfrm>
          <a:prstGeom prst="rect">
            <a:avLst/>
          </a:prstGeom>
          <a:noFill/>
          <a:ln>
            <a:noFill/>
          </a:ln>
          <a:effectLst/>
        </p:spPr>
        <p:txBody>
          <a:bodyPr vertOverflow="overflow" horzOverflow="overflow" wrap="none" lIns="0" tIns="0" rIns="0" bIns="0" anchor="t" anchorCtr="0">
            <a:noAutofit/>
          </a:bodyPr>
          <a:lstStyle/>
          <a:p>
            <a:pPr algn="ctr"/>
            <a:r>
              <a:rPr lang="en-US" sz="444" dirty="0">
                <a:solidFill>
                  <a:srgbClr val="1D3043"/>
                </a:solidFill>
                <a:latin typeface="Arial"/>
                <a:ea typeface="Arial"/>
                <a:cs typeface="Arial"/>
              </a:rPr>
              <a:t>Raw</a:t>
            </a:r>
            <a:endParaRPr lang="en-US" sz="444" dirty="0"/>
          </a:p>
        </p:txBody>
      </p:sp>
      <p:sp>
        <p:nvSpPr>
          <p:cNvPr id="532" name="Text | Z-score">
            <a:extLst>
              <a:ext uri="{FF2B5EF4-FFF2-40B4-BE49-F238E27FC236}">
                <a16:creationId xmlns:a16="http://schemas.microsoft.com/office/drawing/2014/main" id="{D33584F5-416B-3C0E-5E2F-51854247A3D1}"/>
              </a:ext>
            </a:extLst>
          </p:cNvPr>
          <p:cNvSpPr txBox="1"/>
          <p:nvPr/>
        </p:nvSpPr>
        <p:spPr>
          <a:xfrm>
            <a:off x="1745684" y="1460049"/>
            <a:ext cx="252577" cy="81185"/>
          </a:xfrm>
          <a:prstGeom prst="rect">
            <a:avLst/>
          </a:prstGeom>
          <a:noFill/>
          <a:ln>
            <a:noFill/>
          </a:ln>
          <a:effectLst/>
        </p:spPr>
        <p:txBody>
          <a:bodyPr vertOverflow="overflow" horzOverflow="overflow" wrap="none" lIns="0" tIns="0" rIns="0" bIns="0" anchor="t" anchorCtr="0">
            <a:noAutofit/>
          </a:bodyPr>
          <a:lstStyle/>
          <a:p>
            <a:pPr algn="ctr"/>
            <a:r>
              <a:rPr lang="en-US" sz="444" dirty="0">
                <a:solidFill>
                  <a:srgbClr val="1D3043"/>
                </a:solidFill>
                <a:latin typeface="Arial"/>
                <a:ea typeface="Arial"/>
                <a:cs typeface="Arial"/>
              </a:rPr>
              <a:t>Z-score</a:t>
            </a:r>
            <a:endParaRPr lang="en-US" sz="444" dirty="0"/>
          </a:p>
        </p:txBody>
      </p:sp>
      <p:grpSp>
        <p:nvGrpSpPr>
          <p:cNvPr id="789" name="a | arrow normalizations to views">
            <a:extLst>
              <a:ext uri="{FF2B5EF4-FFF2-40B4-BE49-F238E27FC236}">
                <a16:creationId xmlns:a16="http://schemas.microsoft.com/office/drawing/2014/main" id="{0A72C3BA-DEA4-CB7C-782B-AF7E77EAB54E}"/>
              </a:ext>
            </a:extLst>
          </p:cNvPr>
          <p:cNvGrpSpPr/>
          <p:nvPr/>
        </p:nvGrpSpPr>
        <p:grpSpPr>
          <a:xfrm>
            <a:off x="1715492" y="1768553"/>
            <a:ext cx="19920" cy="79961"/>
            <a:chOff x="498548" y="2470320"/>
            <a:chExt cx="27824" cy="111690"/>
          </a:xfrm>
        </p:grpSpPr>
        <p:cxnSp>
          <p:nvCxnSpPr>
            <p:cNvPr id="790" name="Arrow |  →  | path">
              <a:extLst>
                <a:ext uri="{FF2B5EF4-FFF2-40B4-BE49-F238E27FC236}">
                  <a16:creationId xmlns:a16="http://schemas.microsoft.com/office/drawing/2014/main" id="{42E37C84-D9B1-E724-2B76-D64638C929A7}"/>
                </a:ext>
              </a:extLst>
            </p:cNvPr>
            <p:cNvCxnSpPr/>
            <p:nvPr/>
          </p:nvCxnSpPr>
          <p:spPr>
            <a:xfrm>
              <a:off x="512460" y="2470320"/>
              <a:ext cx="0" cy="111690"/>
            </a:xfrm>
            <a:prstGeom prst="line">
              <a:avLst/>
            </a:prstGeom>
            <a:noFill/>
            <a:ln w="12700" cap="rnd" cmpd="sng" algn="ctr">
              <a:solidFill>
                <a:srgbClr val="5E7180"/>
              </a:solidFill>
              <a:prstDash val="solid"/>
              <a:round/>
              <a:headEnd type="none" w="med" len="med"/>
              <a:tailEnd type="none" w="med" len="med"/>
            </a:ln>
            <a:effectLst/>
          </p:spPr>
        </p:cxnSp>
        <p:sp>
          <p:nvSpPr>
            <p:cNvPr id="791" name="Arrow |  →  | editable arrowhead">
              <a:extLst>
                <a:ext uri="{FF2B5EF4-FFF2-40B4-BE49-F238E27FC236}">
                  <a16:creationId xmlns:a16="http://schemas.microsoft.com/office/drawing/2014/main" id="{C18BFCB3-02B5-040F-2F0D-5164F37D359B}"/>
                </a:ext>
              </a:extLst>
            </p:cNvPr>
            <p:cNvSpPr/>
            <p:nvPr/>
          </p:nvSpPr>
          <p:spPr>
            <a:xfrm>
              <a:off x="498548" y="2549653"/>
              <a:ext cx="27824" cy="32357"/>
            </a:xfrm>
            <a:custGeom>
              <a:avLst/>
              <a:gdLst/>
              <a:ahLst/>
              <a:cxnLst/>
              <a:rect l="0" t="0" r="w" b="h"/>
              <a:pathLst>
                <a:path w="27824" h="32357" stroke="0" extrusionOk="0">
                  <a:moveTo>
                    <a:pt x="13912" y="32357"/>
                  </a:moveTo>
                  <a:lnTo>
                    <a:pt x="0" y="0"/>
                  </a:lnTo>
                  <a:lnTo>
                    <a:pt x="27824" y="0"/>
                  </a:lnTo>
                  <a:close/>
                </a:path>
              </a:pathLst>
            </a:custGeom>
            <a:solidFill>
              <a:srgbClr val="5E7180"/>
            </a:solidFill>
            <a:ln w="1" cap="rnd" cmpd="sng" algn="ctr">
              <a:noFill/>
              <a:prstDash val="solid"/>
              <a:round/>
              <a:headEnd type="none" w="med" len="med"/>
              <a:tailEnd type="none" w="med" len="med"/>
            </a:ln>
            <a:effectLst/>
          </p:spPr>
        </p:sp>
      </p:grpSp>
      <p:sp>
        <p:nvSpPr>
          <p:cNvPr id="792" name="Text | 7 spatial views">
            <a:extLst>
              <a:ext uri="{FF2B5EF4-FFF2-40B4-BE49-F238E27FC236}">
                <a16:creationId xmlns:a16="http://schemas.microsoft.com/office/drawing/2014/main" id="{40925002-DB9B-B5F6-AFED-58D66164FFF2}"/>
              </a:ext>
            </a:extLst>
          </p:cNvPr>
          <p:cNvSpPr txBox="1"/>
          <p:nvPr/>
        </p:nvSpPr>
        <p:spPr>
          <a:xfrm>
            <a:off x="1457798" y="1876285"/>
            <a:ext cx="535308" cy="92783"/>
          </a:xfrm>
          <a:prstGeom prst="rect">
            <a:avLst/>
          </a:prstGeom>
          <a:noFill/>
          <a:ln>
            <a:noFill/>
          </a:ln>
          <a:effectLst/>
        </p:spPr>
        <p:txBody>
          <a:bodyPr vertOverflow="overflow" horzOverflow="overflow" wrap="none" lIns="0" tIns="0" rIns="0" bIns="0" anchor="t" anchorCtr="0">
            <a:noAutofit/>
          </a:bodyPr>
          <a:lstStyle/>
          <a:p>
            <a:pPr algn="ctr"/>
            <a:r>
              <a:rPr lang="en-US" sz="487" b="1" dirty="0">
                <a:solidFill>
                  <a:srgbClr val="1D3043"/>
                </a:solidFill>
                <a:latin typeface="Arial"/>
                <a:ea typeface="Arial"/>
                <a:cs typeface="Arial"/>
              </a:rPr>
              <a:t>7 spatial views</a:t>
            </a:r>
            <a:endParaRPr lang="en-US" sz="487" dirty="0"/>
          </a:p>
        </p:txBody>
      </p:sp>
      <p:sp>
        <p:nvSpPr>
          <p:cNvPr id="920" name="Text | Identity">
            <a:extLst>
              <a:ext uri="{FF2B5EF4-FFF2-40B4-BE49-F238E27FC236}">
                <a16:creationId xmlns:a16="http://schemas.microsoft.com/office/drawing/2014/main" id="{93B90548-6C8A-23F1-711D-A7122C184B0B}"/>
              </a:ext>
            </a:extLst>
          </p:cNvPr>
          <p:cNvSpPr txBox="1"/>
          <p:nvPr/>
        </p:nvSpPr>
        <p:spPr>
          <a:xfrm>
            <a:off x="1452644" y="2201026"/>
            <a:ext cx="252577" cy="77319"/>
          </a:xfrm>
          <a:prstGeom prst="rect">
            <a:avLst/>
          </a:prstGeom>
          <a:noFill/>
          <a:ln>
            <a:noFill/>
          </a:ln>
          <a:effectLst/>
        </p:spPr>
        <p:txBody>
          <a:bodyPr vertOverflow="overflow" horzOverflow="overflow" wrap="none" lIns="0" tIns="0" rIns="0" bIns="0" anchor="t" anchorCtr="0">
            <a:noAutofit/>
          </a:bodyPr>
          <a:lstStyle/>
          <a:p>
            <a:pPr algn="ctr"/>
            <a:r>
              <a:rPr lang="en-US" sz="419" dirty="0">
                <a:solidFill>
                  <a:srgbClr val="1D3043"/>
                </a:solidFill>
                <a:latin typeface="Arial"/>
                <a:ea typeface="Arial"/>
                <a:cs typeface="Arial"/>
              </a:rPr>
              <a:t>Identity</a:t>
            </a:r>
            <a:endParaRPr lang="en-US" sz="419" dirty="0"/>
          </a:p>
        </p:txBody>
      </p:sp>
      <p:sp>
        <p:nvSpPr>
          <p:cNvPr id="1049" name="Text | Gaussian ×2">
            <a:extLst>
              <a:ext uri="{FF2B5EF4-FFF2-40B4-BE49-F238E27FC236}">
                <a16:creationId xmlns:a16="http://schemas.microsoft.com/office/drawing/2014/main" id="{1C639667-E0DF-8EF0-5427-165D14B333DC}"/>
              </a:ext>
            </a:extLst>
          </p:cNvPr>
          <p:cNvSpPr txBox="1"/>
          <p:nvPr/>
        </p:nvSpPr>
        <p:spPr>
          <a:xfrm>
            <a:off x="1732798" y="2201026"/>
            <a:ext cx="278350" cy="77319"/>
          </a:xfrm>
          <a:prstGeom prst="rect">
            <a:avLst/>
          </a:prstGeom>
          <a:noFill/>
          <a:ln>
            <a:noFill/>
          </a:ln>
          <a:effectLst/>
        </p:spPr>
        <p:txBody>
          <a:bodyPr vertOverflow="overflow" horzOverflow="overflow" wrap="none" lIns="0" tIns="0" rIns="0" bIns="0" anchor="t" anchorCtr="0">
            <a:noAutofit/>
          </a:bodyPr>
          <a:lstStyle/>
          <a:p>
            <a:pPr algn="ctr"/>
            <a:r>
              <a:rPr lang="en-US" sz="404" dirty="0">
                <a:solidFill>
                  <a:srgbClr val="1D3043"/>
                </a:solidFill>
                <a:latin typeface="Arial"/>
                <a:ea typeface="Arial"/>
                <a:cs typeface="Arial"/>
              </a:rPr>
              <a:t>Gaussian ×2</a:t>
            </a:r>
            <a:endParaRPr lang="en-US" sz="404" dirty="0"/>
          </a:p>
        </p:txBody>
      </p:sp>
      <p:sp>
        <p:nvSpPr>
          <p:cNvPr id="1178" name="Text | DoG ×2">
            <a:extLst>
              <a:ext uri="{FF2B5EF4-FFF2-40B4-BE49-F238E27FC236}">
                <a16:creationId xmlns:a16="http://schemas.microsoft.com/office/drawing/2014/main" id="{4E220102-8AC1-048F-DB4C-17387DE06A01}"/>
              </a:ext>
            </a:extLst>
          </p:cNvPr>
          <p:cNvSpPr txBox="1"/>
          <p:nvPr/>
        </p:nvSpPr>
        <p:spPr>
          <a:xfrm>
            <a:off x="1452644" y="2487108"/>
            <a:ext cx="252577" cy="77319"/>
          </a:xfrm>
          <a:prstGeom prst="rect">
            <a:avLst/>
          </a:prstGeom>
          <a:noFill/>
          <a:ln>
            <a:noFill/>
          </a:ln>
          <a:effectLst/>
        </p:spPr>
        <p:txBody>
          <a:bodyPr vertOverflow="overflow" horzOverflow="overflow" wrap="none" lIns="0" tIns="0" rIns="0" bIns="0" anchor="t" anchorCtr="0">
            <a:noAutofit/>
          </a:bodyPr>
          <a:lstStyle/>
          <a:p>
            <a:pPr algn="ctr"/>
            <a:r>
              <a:rPr lang="en-US" sz="419" dirty="0">
                <a:solidFill>
                  <a:srgbClr val="1D3043"/>
                </a:solidFill>
                <a:latin typeface="Arial"/>
                <a:ea typeface="Arial"/>
                <a:cs typeface="Arial"/>
              </a:rPr>
              <a:t>DoG ×2</a:t>
            </a:r>
            <a:endParaRPr lang="en-US" sz="419" dirty="0"/>
          </a:p>
        </p:txBody>
      </p:sp>
      <p:sp>
        <p:nvSpPr>
          <p:cNvPr id="1307" name="Text | Receptor / suppression / ×2">
            <a:extLst>
              <a:ext uri="{FF2B5EF4-FFF2-40B4-BE49-F238E27FC236}">
                <a16:creationId xmlns:a16="http://schemas.microsoft.com/office/drawing/2014/main" id="{08F9C2D5-DFBF-635A-5751-F75B7BB8D644}"/>
              </a:ext>
            </a:extLst>
          </p:cNvPr>
          <p:cNvSpPr txBox="1"/>
          <p:nvPr/>
        </p:nvSpPr>
        <p:spPr>
          <a:xfrm>
            <a:off x="1732798" y="2484531"/>
            <a:ext cx="278350" cy="185567"/>
          </a:xfrm>
          <a:prstGeom prst="rect">
            <a:avLst/>
          </a:prstGeom>
          <a:noFill/>
          <a:ln>
            <a:noFill/>
          </a:ln>
          <a:effectLst/>
        </p:spPr>
        <p:txBody>
          <a:bodyPr vertOverflow="overflow" horzOverflow="overflow" wrap="none" lIns="0" tIns="0" rIns="0" bIns="0" anchor="t" anchorCtr="0">
            <a:noAutofit/>
          </a:bodyPr>
          <a:lstStyle/>
          <a:p>
            <a:pPr algn="ctr"/>
            <a:r>
              <a:rPr lang="en-US" sz="397" dirty="0">
                <a:solidFill>
                  <a:srgbClr val="1D3043"/>
                </a:solidFill>
                <a:latin typeface="Arial"/>
                <a:ea typeface="Arial"/>
                <a:cs typeface="Arial"/>
              </a:rPr>
              <a:t>Receptor</a:t>
            </a:r>
            <a:endParaRPr lang="en-US" sz="397" dirty="0"/>
          </a:p>
          <a:p>
            <a:pPr algn="ctr"/>
            <a:r>
              <a:rPr lang="en-US" sz="397" dirty="0">
                <a:solidFill>
                  <a:srgbClr val="1D3043"/>
                </a:solidFill>
                <a:latin typeface="Arial"/>
                <a:ea typeface="Arial"/>
                <a:cs typeface="Arial"/>
              </a:rPr>
              <a:t>suppression</a:t>
            </a:r>
            <a:endParaRPr lang="en-US" sz="397" dirty="0"/>
          </a:p>
          <a:p>
            <a:pPr algn="ctr"/>
            <a:r>
              <a:rPr lang="en-US" sz="397" dirty="0">
                <a:solidFill>
                  <a:srgbClr val="1D3043"/>
                </a:solidFill>
                <a:latin typeface="Arial"/>
                <a:ea typeface="Arial"/>
                <a:cs typeface="Arial"/>
              </a:rPr>
              <a:t>×2</a:t>
            </a:r>
            <a:endParaRPr lang="en-US" sz="397" dirty="0"/>
          </a:p>
        </p:txBody>
      </p:sp>
      <p:grpSp>
        <p:nvGrpSpPr>
          <p:cNvPr id="1311" name="a | arrow views to 56 channels">
            <a:extLst>
              <a:ext uri="{FF2B5EF4-FFF2-40B4-BE49-F238E27FC236}">
                <a16:creationId xmlns:a16="http://schemas.microsoft.com/office/drawing/2014/main" id="{FF8705FD-9F43-86F3-63B6-CA09EAFB25F4}"/>
              </a:ext>
            </a:extLst>
          </p:cNvPr>
          <p:cNvGrpSpPr/>
          <p:nvPr/>
        </p:nvGrpSpPr>
        <p:grpSpPr>
          <a:xfrm>
            <a:off x="1715530" y="2680407"/>
            <a:ext cx="19845" cy="69587"/>
            <a:chOff x="498548" y="3682485"/>
            <a:chExt cx="27824" cy="101835"/>
          </a:xfrm>
        </p:grpSpPr>
        <p:cxnSp>
          <p:nvCxnSpPr>
            <p:cNvPr id="1312" name="Arrow |  →  | path">
              <a:extLst>
                <a:ext uri="{FF2B5EF4-FFF2-40B4-BE49-F238E27FC236}">
                  <a16:creationId xmlns:a16="http://schemas.microsoft.com/office/drawing/2014/main" id="{B5652EDA-ABBF-CE78-4C71-B8222DC8CCB7}"/>
                </a:ext>
              </a:extLst>
            </p:cNvPr>
            <p:cNvCxnSpPr/>
            <p:nvPr/>
          </p:nvCxnSpPr>
          <p:spPr>
            <a:xfrm>
              <a:off x="512460" y="3682485"/>
              <a:ext cx="0" cy="101835"/>
            </a:xfrm>
            <a:prstGeom prst="line">
              <a:avLst/>
            </a:prstGeom>
            <a:noFill/>
            <a:ln w="12700" cap="rnd" cmpd="sng" algn="ctr">
              <a:solidFill>
                <a:srgbClr val="5E7180"/>
              </a:solidFill>
              <a:prstDash val="solid"/>
              <a:round/>
              <a:headEnd type="none" w="med" len="med"/>
              <a:tailEnd type="none" w="med" len="med"/>
            </a:ln>
            <a:effectLst/>
          </p:spPr>
        </p:cxnSp>
        <p:sp>
          <p:nvSpPr>
            <p:cNvPr id="1313" name="Arrow |  →  | editable arrowhead">
              <a:extLst>
                <a:ext uri="{FF2B5EF4-FFF2-40B4-BE49-F238E27FC236}">
                  <a16:creationId xmlns:a16="http://schemas.microsoft.com/office/drawing/2014/main" id="{92E4E440-BBC8-BD39-887C-D9C0DB01ECE8}"/>
                </a:ext>
              </a:extLst>
            </p:cNvPr>
            <p:cNvSpPr/>
            <p:nvPr/>
          </p:nvSpPr>
          <p:spPr>
            <a:xfrm>
              <a:off x="498548" y="3751963"/>
              <a:ext cx="27824" cy="32357"/>
            </a:xfrm>
            <a:custGeom>
              <a:avLst/>
              <a:gdLst/>
              <a:ahLst/>
              <a:cxnLst/>
              <a:rect l="0" t="0" r="w" b="h"/>
              <a:pathLst>
                <a:path w="27824" h="32357" stroke="0" extrusionOk="0">
                  <a:moveTo>
                    <a:pt x="13912" y="32357"/>
                  </a:moveTo>
                  <a:lnTo>
                    <a:pt x="0" y="0"/>
                  </a:lnTo>
                  <a:lnTo>
                    <a:pt x="27824" y="0"/>
                  </a:lnTo>
                  <a:close/>
                </a:path>
              </a:pathLst>
            </a:custGeom>
            <a:solidFill>
              <a:srgbClr val="5E7180"/>
            </a:solidFill>
            <a:ln w="1" cap="rnd" cmpd="sng" algn="ctr">
              <a:noFill/>
              <a:prstDash val="solid"/>
              <a:round/>
              <a:headEnd type="none" w="med" len="med"/>
              <a:tailEnd type="none" w="med" len="med"/>
            </a:ln>
            <a:effectLst/>
          </p:spPr>
        </p:sp>
      </p:grpSp>
      <p:sp>
        <p:nvSpPr>
          <p:cNvPr id="1447" name="Text | 56 channels">
            <a:extLst>
              <a:ext uri="{FF2B5EF4-FFF2-40B4-BE49-F238E27FC236}">
                <a16:creationId xmlns:a16="http://schemas.microsoft.com/office/drawing/2014/main" id="{929F6C72-15D0-0B31-BCF7-3B7A0D2AF603}"/>
              </a:ext>
            </a:extLst>
          </p:cNvPr>
          <p:cNvSpPr txBox="1"/>
          <p:nvPr/>
        </p:nvSpPr>
        <p:spPr>
          <a:xfrm>
            <a:off x="1457798" y="3036076"/>
            <a:ext cx="535308" cy="103093"/>
          </a:xfrm>
          <a:prstGeom prst="rect">
            <a:avLst/>
          </a:prstGeom>
          <a:noFill/>
          <a:ln>
            <a:noFill/>
          </a:ln>
          <a:effectLst/>
        </p:spPr>
        <p:txBody>
          <a:bodyPr vertOverflow="overflow" horzOverflow="overflow" wrap="none" lIns="0" tIns="0" rIns="0" bIns="0" anchor="t" anchorCtr="0">
            <a:noAutofit/>
          </a:bodyPr>
          <a:lstStyle/>
          <a:p>
            <a:pPr algn="ctr"/>
            <a:r>
              <a:rPr lang="en-US" sz="537" b="1" dirty="0">
                <a:solidFill>
                  <a:srgbClr val="367FB7"/>
                </a:solidFill>
                <a:latin typeface="Arial"/>
                <a:ea typeface="Arial"/>
                <a:cs typeface="Arial"/>
              </a:rPr>
              <a:t>56 channels</a:t>
            </a:r>
            <a:endParaRPr lang="en-US" sz="537" dirty="0"/>
          </a:p>
        </p:txBody>
      </p:sp>
      <p:sp>
        <p:nvSpPr>
          <p:cNvPr id="1448" name="Text | 4 × 2 × 7">
            <a:extLst>
              <a:ext uri="{FF2B5EF4-FFF2-40B4-BE49-F238E27FC236}">
                <a16:creationId xmlns:a16="http://schemas.microsoft.com/office/drawing/2014/main" id="{2ADB5EED-E64E-051D-D7B2-9989249A0DC0}"/>
              </a:ext>
            </a:extLst>
          </p:cNvPr>
          <p:cNvSpPr txBox="1"/>
          <p:nvPr/>
        </p:nvSpPr>
        <p:spPr>
          <a:xfrm>
            <a:off x="1457798" y="3144323"/>
            <a:ext cx="535308" cy="82474"/>
          </a:xfrm>
          <a:prstGeom prst="rect">
            <a:avLst/>
          </a:prstGeom>
          <a:noFill/>
          <a:ln>
            <a:noFill/>
          </a:ln>
          <a:effectLst/>
        </p:spPr>
        <p:txBody>
          <a:bodyPr vertOverflow="overflow" horzOverflow="overflow" wrap="none" lIns="0" tIns="0" rIns="0" bIns="0" anchor="t" anchorCtr="0">
            <a:noAutofit/>
          </a:bodyPr>
          <a:lstStyle/>
          <a:p>
            <a:pPr algn="ctr"/>
            <a:r>
              <a:rPr lang="en-US" sz="451" dirty="0">
                <a:solidFill>
                  <a:srgbClr val="1D3043"/>
                </a:solidFill>
                <a:latin typeface="Arial"/>
                <a:ea typeface="Arial"/>
                <a:cs typeface="Arial"/>
              </a:rPr>
              <a:t>4 × 2 × 7</a:t>
            </a:r>
            <a:endParaRPr lang="en-US" sz="451" dirty="0"/>
          </a:p>
        </p:txBody>
      </p:sp>
      <p:cxnSp>
        <p:nvCxnSpPr>
          <p:cNvPr id="1449" name="path_1422">
            <a:extLst>
              <a:ext uri="{FF2B5EF4-FFF2-40B4-BE49-F238E27FC236}">
                <a16:creationId xmlns:a16="http://schemas.microsoft.com/office/drawing/2014/main" id="{6687D725-F3F1-06B7-4514-93AAC956C930}"/>
              </a:ext>
            </a:extLst>
          </p:cNvPr>
          <p:cNvCxnSpPr/>
          <p:nvPr/>
        </p:nvCxnSpPr>
        <p:spPr>
          <a:xfrm>
            <a:off x="1454996" y="3276056"/>
            <a:ext cx="543266" cy="0"/>
          </a:xfrm>
          <a:prstGeom prst="line">
            <a:avLst/>
          </a:prstGeom>
          <a:noFill/>
          <a:ln w="12700" cap="rnd" cmpd="sng" algn="ctr">
            <a:solidFill>
              <a:srgbClr val="C5D4DE"/>
            </a:solidFill>
            <a:prstDash val="solid"/>
            <a:round/>
            <a:headEnd type="none" w="med" len="med"/>
            <a:tailEnd type="none" w="med" len="med"/>
          </a:ln>
          <a:effectLst/>
        </p:spPr>
      </p:cxnSp>
      <p:sp>
        <p:nvSpPr>
          <p:cNvPr id="1450" name="Text | Receptor atoms">
            <a:extLst>
              <a:ext uri="{FF2B5EF4-FFF2-40B4-BE49-F238E27FC236}">
                <a16:creationId xmlns:a16="http://schemas.microsoft.com/office/drawing/2014/main" id="{10D98193-3092-5A51-78AB-266FEA12BD2D}"/>
              </a:ext>
            </a:extLst>
          </p:cNvPr>
          <p:cNvSpPr txBox="1"/>
          <p:nvPr/>
        </p:nvSpPr>
        <p:spPr>
          <a:xfrm>
            <a:off x="1457798" y="3293808"/>
            <a:ext cx="535308" cy="92783"/>
          </a:xfrm>
          <a:prstGeom prst="rect">
            <a:avLst/>
          </a:prstGeom>
          <a:noFill/>
          <a:ln>
            <a:noFill/>
          </a:ln>
          <a:effectLst/>
        </p:spPr>
        <p:txBody>
          <a:bodyPr vertOverflow="overflow" horzOverflow="overflow" wrap="none" lIns="0" tIns="0" rIns="0" bIns="0" anchor="t" anchorCtr="0">
            <a:noAutofit/>
          </a:bodyPr>
          <a:lstStyle/>
          <a:p>
            <a:pPr algn="ctr"/>
            <a:r>
              <a:rPr lang="en-US" sz="487" b="1" dirty="0">
                <a:solidFill>
                  <a:srgbClr val="1D3043"/>
                </a:solidFill>
                <a:latin typeface="Arial"/>
                <a:ea typeface="Arial"/>
                <a:cs typeface="Arial"/>
              </a:rPr>
              <a:t>Receptor atoms</a:t>
            </a:r>
            <a:endParaRPr lang="en-US" sz="487" dirty="0"/>
          </a:p>
        </p:txBody>
      </p:sp>
      <p:grpSp>
        <p:nvGrpSpPr>
          <p:cNvPr id="1563" name="Arrow |  → ">
            <a:extLst>
              <a:ext uri="{FF2B5EF4-FFF2-40B4-BE49-F238E27FC236}">
                <a16:creationId xmlns:a16="http://schemas.microsoft.com/office/drawing/2014/main" id="{8F8B2DF1-CF62-D81F-8AC5-2E5BEE58E97E}"/>
              </a:ext>
            </a:extLst>
          </p:cNvPr>
          <p:cNvGrpSpPr/>
          <p:nvPr/>
        </p:nvGrpSpPr>
        <p:grpSpPr>
          <a:xfrm>
            <a:off x="1701935" y="3517892"/>
            <a:ext cx="54091" cy="19614"/>
            <a:chOff x="479610" y="4913802"/>
            <a:chExt cx="75555" cy="27397"/>
          </a:xfrm>
        </p:grpSpPr>
        <p:cxnSp>
          <p:nvCxnSpPr>
            <p:cNvPr id="1564" name="Arrow |  →  | path">
              <a:extLst>
                <a:ext uri="{FF2B5EF4-FFF2-40B4-BE49-F238E27FC236}">
                  <a16:creationId xmlns:a16="http://schemas.microsoft.com/office/drawing/2014/main" id="{469DB95A-1C34-70E2-C6F2-6F26107F5D37}"/>
                </a:ext>
              </a:extLst>
            </p:cNvPr>
            <p:cNvCxnSpPr/>
            <p:nvPr/>
          </p:nvCxnSpPr>
          <p:spPr>
            <a:xfrm>
              <a:off x="479610" y="4927500"/>
              <a:ext cx="75555" cy="0"/>
            </a:xfrm>
            <a:prstGeom prst="line">
              <a:avLst/>
            </a:prstGeom>
            <a:noFill/>
            <a:ln w="12700" cap="rnd" cmpd="sng" algn="ctr">
              <a:solidFill>
                <a:srgbClr val="5E7180"/>
              </a:solidFill>
              <a:prstDash val="solid"/>
              <a:round/>
              <a:headEnd type="none" w="med" len="med"/>
              <a:tailEnd type="none" w="med" len="med"/>
            </a:ln>
            <a:effectLst/>
          </p:spPr>
        </p:cxnSp>
        <p:sp>
          <p:nvSpPr>
            <p:cNvPr id="1565" name="Arrow |  →  | editable arrowhead">
              <a:extLst>
                <a:ext uri="{FF2B5EF4-FFF2-40B4-BE49-F238E27FC236}">
                  <a16:creationId xmlns:a16="http://schemas.microsoft.com/office/drawing/2014/main" id="{F5BFCBD6-E75C-A7D3-6ABB-81586359D73C}"/>
                </a:ext>
              </a:extLst>
            </p:cNvPr>
            <p:cNvSpPr/>
            <p:nvPr/>
          </p:nvSpPr>
          <p:spPr>
            <a:xfrm>
              <a:off x="523301" y="4913802"/>
              <a:ext cx="31864" cy="27397"/>
            </a:xfrm>
            <a:custGeom>
              <a:avLst/>
              <a:gdLst/>
              <a:ahLst/>
              <a:cxnLst/>
              <a:rect l="0" t="0" r="w" b="h"/>
              <a:pathLst>
                <a:path w="31864" h="27397" stroke="0" extrusionOk="0">
                  <a:moveTo>
                    <a:pt x="31864" y="13698"/>
                  </a:moveTo>
                  <a:lnTo>
                    <a:pt x="0" y="27397"/>
                  </a:lnTo>
                  <a:lnTo>
                    <a:pt x="0" y="0"/>
                  </a:lnTo>
                  <a:close/>
                </a:path>
              </a:pathLst>
            </a:custGeom>
            <a:solidFill>
              <a:srgbClr val="5E7180"/>
            </a:solidFill>
            <a:ln w="13970" cap="rnd" cmpd="sng" algn="ctr">
              <a:noFill/>
              <a:prstDash val="solid"/>
              <a:round/>
              <a:headEnd type="none" w="med" len="med"/>
              <a:tailEnd type="none" w="med" len="med"/>
            </a:ln>
            <a:effectLst/>
          </p:spPr>
        </p:sp>
      </p:grpSp>
      <p:sp>
        <p:nvSpPr>
          <p:cNvPr id="1573" name="Text | 50 features / atom">
            <a:extLst>
              <a:ext uri="{FF2B5EF4-FFF2-40B4-BE49-F238E27FC236}">
                <a16:creationId xmlns:a16="http://schemas.microsoft.com/office/drawing/2014/main" id="{CB851B93-B009-1F33-C221-182E48E34603}"/>
              </a:ext>
            </a:extLst>
          </p:cNvPr>
          <p:cNvSpPr txBox="1"/>
          <p:nvPr/>
        </p:nvSpPr>
        <p:spPr>
          <a:xfrm>
            <a:off x="1444912" y="3659786"/>
            <a:ext cx="561081" cy="92783"/>
          </a:xfrm>
          <a:prstGeom prst="rect">
            <a:avLst/>
          </a:prstGeom>
          <a:noFill/>
          <a:ln>
            <a:noFill/>
          </a:ln>
          <a:effectLst/>
        </p:spPr>
        <p:txBody>
          <a:bodyPr vertOverflow="overflow" horzOverflow="overflow" wrap="none" lIns="0" tIns="0" rIns="0" bIns="0" anchor="t" anchorCtr="0">
            <a:noAutofit/>
          </a:bodyPr>
          <a:lstStyle/>
          <a:p>
            <a:pPr algn="ctr"/>
            <a:r>
              <a:rPr lang="en-US" sz="444" b="1" dirty="0">
                <a:solidFill>
                  <a:srgbClr val="1D3043"/>
                </a:solidFill>
                <a:latin typeface="Arial"/>
                <a:ea typeface="Arial"/>
                <a:cs typeface="Arial"/>
              </a:rPr>
              <a:t>50 features / atom</a:t>
            </a:r>
            <a:endParaRPr lang="en-US" sz="444" dirty="0"/>
          </a:p>
        </p:txBody>
      </p:sp>
      <p:grpSp>
        <p:nvGrpSpPr>
          <p:cNvPr id="2800" name="组合 2799">
            <a:extLst>
              <a:ext uri="{FF2B5EF4-FFF2-40B4-BE49-F238E27FC236}">
                <a16:creationId xmlns:a16="http://schemas.microsoft.com/office/drawing/2014/main" id="{3F2F807E-76AA-4145-1835-7D3A75949EDA}"/>
              </a:ext>
            </a:extLst>
          </p:cNvPr>
          <p:cNvGrpSpPr/>
          <p:nvPr/>
        </p:nvGrpSpPr>
        <p:grpSpPr>
          <a:xfrm>
            <a:off x="2111147" y="1706392"/>
            <a:ext cx="2963268" cy="2118971"/>
            <a:chOff x="2111147" y="1706392"/>
            <a:chExt cx="2963268" cy="2118971"/>
          </a:xfrm>
        </p:grpSpPr>
        <p:sp>
          <p:nvSpPr>
            <p:cNvPr id="2468" name="c | panel background">
              <a:extLst>
                <a:ext uri="{FF2B5EF4-FFF2-40B4-BE49-F238E27FC236}">
                  <a16:creationId xmlns:a16="http://schemas.microsoft.com/office/drawing/2014/main" id="{043D4405-E4B8-A25B-DF91-EC223C798C7E}"/>
                </a:ext>
              </a:extLst>
            </p:cNvPr>
            <p:cNvSpPr/>
            <p:nvPr/>
          </p:nvSpPr>
          <p:spPr>
            <a:xfrm>
              <a:off x="2111147" y="1706392"/>
              <a:ext cx="2963268" cy="2118971"/>
            </a:xfrm>
            <a:prstGeom prst="roundRect">
              <a:avLst>
                <a:gd name="adj" fmla="val 1332"/>
              </a:avLst>
            </a:prstGeom>
            <a:solidFill>
              <a:srgbClr val="F5FBF8"/>
            </a:solidFill>
            <a:ln w="6480" cap="rnd" cmpd="sng" algn="ctr">
              <a:solidFill>
                <a:srgbClr val="BFDCCE"/>
              </a:solidFill>
              <a:prstDash val="solid"/>
              <a:round/>
              <a:headEnd type="none" w="med" len="med"/>
              <a:tailEnd type="none" w="med" len="med"/>
            </a:ln>
            <a:effectLst/>
          </p:spPr>
          <p:txBody>
            <a:bodyPr/>
            <a:lstStyle/>
            <a:p>
              <a:endParaRPr lang="zh-CN" altLang="en-US" sz="1289" dirty="0"/>
            </a:p>
          </p:txBody>
        </p:sp>
        <p:sp>
          <p:nvSpPr>
            <p:cNvPr id="2469" name="Text | c">
              <a:extLst>
                <a:ext uri="{FF2B5EF4-FFF2-40B4-BE49-F238E27FC236}">
                  <a16:creationId xmlns:a16="http://schemas.microsoft.com/office/drawing/2014/main" id="{619B6E7B-DBFD-56C1-BB12-4CCB114F7D1E}"/>
                </a:ext>
              </a:extLst>
            </p:cNvPr>
            <p:cNvSpPr txBox="1"/>
            <p:nvPr/>
          </p:nvSpPr>
          <p:spPr>
            <a:xfrm>
              <a:off x="2162887" y="1707407"/>
              <a:ext cx="90908" cy="136922"/>
            </a:xfrm>
            <a:prstGeom prst="rect">
              <a:avLst/>
            </a:prstGeom>
            <a:noFill/>
            <a:ln>
              <a:noFill/>
            </a:ln>
            <a:effectLst/>
          </p:spPr>
          <p:txBody>
            <a:bodyPr vertOverflow="overflow" horzOverflow="overflow" wrap="none" lIns="0" tIns="0" rIns="0" bIns="0" anchor="t" anchorCtr="0">
              <a:noAutofit/>
            </a:bodyPr>
            <a:lstStyle/>
            <a:p>
              <a:r>
                <a:rPr lang="en-US" sz="760" b="1" dirty="0">
                  <a:solidFill>
                    <a:srgbClr val="1D3043"/>
                  </a:solidFill>
                  <a:latin typeface="Arial"/>
                  <a:ea typeface="Arial"/>
                  <a:cs typeface="Arial"/>
                </a:rPr>
                <a:t>c</a:t>
              </a:r>
              <a:endParaRPr lang="en-US" sz="760"/>
            </a:p>
          </p:txBody>
        </p:sp>
        <p:sp>
          <p:nvSpPr>
            <p:cNvPr id="2470" name="Text | Match: candidate-to-identity assignment">
              <a:extLst>
                <a:ext uri="{FF2B5EF4-FFF2-40B4-BE49-F238E27FC236}">
                  <a16:creationId xmlns:a16="http://schemas.microsoft.com/office/drawing/2014/main" id="{D9A08404-ABF7-8087-B9E2-4DFBF6AFC588}"/>
                </a:ext>
              </a:extLst>
            </p:cNvPr>
            <p:cNvSpPr txBox="1"/>
            <p:nvPr/>
          </p:nvSpPr>
          <p:spPr>
            <a:xfrm>
              <a:off x="2264014" y="1721517"/>
              <a:ext cx="1873065" cy="113545"/>
            </a:xfrm>
            <a:prstGeom prst="rect">
              <a:avLst/>
            </a:prstGeom>
            <a:noFill/>
            <a:ln>
              <a:noFill/>
            </a:ln>
            <a:effectLst/>
          </p:spPr>
          <p:txBody>
            <a:bodyPr vertOverflow="overflow" horzOverflow="overflow" wrap="none" lIns="0" tIns="0" rIns="0" bIns="0" anchor="t" anchorCtr="0">
              <a:noAutofit/>
            </a:bodyPr>
            <a:lstStyle/>
            <a:p>
              <a:r>
                <a:rPr lang="en-US" sz="629" b="1" dirty="0">
                  <a:solidFill>
                    <a:srgbClr val="1D3043"/>
                  </a:solidFill>
                  <a:latin typeface="Arial"/>
                  <a:ea typeface="Arial"/>
                  <a:cs typeface="Arial"/>
                </a:rPr>
                <a:t>Match: candidate-to-identity assignment</a:t>
              </a:r>
              <a:endParaRPr lang="en-US" sz="629"/>
            </a:p>
          </p:txBody>
        </p:sp>
      </p:grpSp>
      <p:sp>
        <p:nvSpPr>
          <p:cNvPr id="1000001" name="Label 3 Candidate encoder">
            <a:extLst>
              <a:ext uri="{FF2B5EF4-FFF2-40B4-BE49-F238E27FC236}">
                <a16:creationId xmlns:a16="http://schemas.microsoft.com/office/drawing/2014/main" id="{6B5CC0A8-8762-17E5-D7D9-D13F1C0AF7D4}"/>
              </a:ext>
            </a:extLst>
          </p:cNvPr>
          <p:cNvSpPr>
            <a:spLocks noGrp="1"/>
          </p:cNvSpPr>
          <p:nvPr/>
        </p:nvSpPr>
        <p:spPr>
          <a:xfrm>
            <a:off x="2217416" y="1911126"/>
            <a:ext cx="1175089" cy="71518"/>
          </a:xfrm>
          <a:prstGeom prst="rect">
            <a:avLst/>
          </a:prstGeom>
          <a:noFill/>
          <a:ln w="0">
            <a:noFill/>
          </a:ln>
        </p:spPr>
        <p:txBody>
          <a:bodyPr wrap="none" lIns="0" tIns="0" rIns="0" bIns="0" anchor="ctr">
            <a:noAutofit/>
          </a:bodyPr>
          <a:lstStyle/>
          <a:p>
            <a:pPr algn="l">
              <a:defRPr sz="486" b="1">
                <a:solidFill>
                  <a:srgbClr val="203646"/>
                </a:solidFill>
                <a:latin typeface="Arial"/>
                <a:ea typeface="Arial"/>
                <a:cs typeface="Arial"/>
              </a:defRPr>
            </a:pPr>
            <a:r>
              <a:rPr sz="486" b="1">
                <a:solidFill>
                  <a:srgbClr val="203646"/>
                </a:solidFill>
                <a:latin typeface="Arial"/>
                <a:ea typeface="Arial"/>
                <a:cs typeface="Arial"/>
              </a:rPr>
              <a:t>Candidate encoder</a:t>
            </a:r>
          </a:p>
        </p:txBody>
      </p:sp>
      <p:sp>
        <p:nvSpPr>
          <p:cNvPr id="1000002" name="Label 4 Identity encoder">
            <a:extLst>
              <a:ext uri="{FF2B5EF4-FFF2-40B4-BE49-F238E27FC236}">
                <a16:creationId xmlns:a16="http://schemas.microsoft.com/office/drawing/2014/main" id="{3D0D0DE1-DD97-023E-ABFA-932CE9AEFFD0}"/>
              </a:ext>
            </a:extLst>
          </p:cNvPr>
          <p:cNvSpPr>
            <a:spLocks noGrp="1"/>
          </p:cNvSpPr>
          <p:nvPr/>
        </p:nvSpPr>
        <p:spPr>
          <a:xfrm>
            <a:off x="3658177" y="1911126"/>
            <a:ext cx="1246616" cy="71518"/>
          </a:xfrm>
          <a:prstGeom prst="rect">
            <a:avLst/>
          </a:prstGeom>
          <a:noFill/>
          <a:ln w="0">
            <a:noFill/>
          </a:ln>
        </p:spPr>
        <p:txBody>
          <a:bodyPr wrap="none" lIns="0" tIns="0" rIns="0" bIns="0" anchor="ctr">
            <a:noAutofit/>
          </a:bodyPr>
          <a:lstStyle/>
          <a:p>
            <a:pPr algn="l">
              <a:defRPr sz="486" b="1">
                <a:solidFill>
                  <a:srgbClr val="203646"/>
                </a:solidFill>
                <a:latin typeface="Arial"/>
                <a:ea typeface="Arial"/>
                <a:cs typeface="Arial"/>
              </a:defRPr>
            </a:pPr>
            <a:r>
              <a:rPr sz="486" b="1">
                <a:solidFill>
                  <a:srgbClr val="203646"/>
                </a:solidFill>
                <a:latin typeface="Arial"/>
                <a:ea typeface="Arial"/>
                <a:cs typeface="Arial"/>
              </a:rPr>
              <a:t>Identity encoder</a:t>
            </a:r>
          </a:p>
        </p:txBody>
      </p:sp>
      <p:sp>
        <p:nvSpPr>
          <p:cNvPr id="1000003" name="Line 5">
            <a:extLst>
              <a:ext uri="{FF2B5EF4-FFF2-40B4-BE49-F238E27FC236}">
                <a16:creationId xmlns:a16="http://schemas.microsoft.com/office/drawing/2014/main" id="{684C6A81-834D-3CCC-F90D-A5A4DB999787}"/>
              </a:ext>
            </a:extLst>
          </p:cNvPr>
          <p:cNvSpPr>
            <a:spLocks noGrp="1"/>
          </p:cNvSpPr>
          <p:nvPr/>
        </p:nvSpPr>
        <p:spPr>
          <a:xfrm>
            <a:off x="3572345" y="1915213"/>
            <a:ext cx="20" cy="1525947"/>
          </a:xfrm>
          <a:custGeom>
            <a:avLst/>
            <a:gdLst/>
            <a:ahLst/>
            <a:cxnLst/>
            <a:rect l="0" t="0" r="0" b="0"/>
            <a:pathLst>
              <a:path w="95" h="6534150">
                <a:moveTo>
                  <a:pt x="0" y="0"/>
                </a:moveTo>
                <a:lnTo>
                  <a:pt x="0" y="6534150"/>
                </a:lnTo>
              </a:path>
            </a:pathLst>
          </a:custGeom>
          <a:noFill/>
          <a:ln w="2452">
            <a:solidFill>
              <a:srgbClr val="DCE6E5"/>
            </a:solidFill>
            <a:prstDash val="solid"/>
          </a:ln>
        </p:spPr>
      </p:sp>
      <p:sp>
        <p:nvSpPr>
          <p:cNvPr id="1000004" name="Label 6 Density + atoms">
            <a:extLst>
              <a:ext uri="{FF2B5EF4-FFF2-40B4-BE49-F238E27FC236}">
                <a16:creationId xmlns:a16="http://schemas.microsoft.com/office/drawing/2014/main" id="{D2EE3D99-D294-E7D6-3998-2F237446FAB3}"/>
              </a:ext>
            </a:extLst>
          </p:cNvPr>
          <p:cNvSpPr>
            <a:spLocks noGrp="1"/>
          </p:cNvSpPr>
          <p:nvPr/>
        </p:nvSpPr>
        <p:spPr>
          <a:xfrm>
            <a:off x="2196980" y="2025555"/>
            <a:ext cx="367854" cy="61301"/>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a:solidFill>
                  <a:srgbClr val="6F8290"/>
                </a:solidFill>
                <a:latin typeface="Arial"/>
                <a:ea typeface="Arial"/>
                <a:cs typeface="Arial"/>
              </a:rPr>
              <a:t>Density + atoms</a:t>
            </a:r>
          </a:p>
        </p:txBody>
      </p:sp>
      <p:sp>
        <p:nvSpPr>
          <p:cNvPr id="1000005" name="Label 7 48³ crop">
            <a:extLst>
              <a:ext uri="{FF2B5EF4-FFF2-40B4-BE49-F238E27FC236}">
                <a16:creationId xmlns:a16="http://schemas.microsoft.com/office/drawing/2014/main" id="{62CE9B43-060C-7D46-C9DF-A7F291DBF061}"/>
              </a:ext>
            </a:extLst>
          </p:cNvPr>
          <p:cNvSpPr>
            <a:spLocks noGrp="1"/>
          </p:cNvSpPr>
          <p:nvPr/>
        </p:nvSpPr>
        <p:spPr>
          <a:xfrm>
            <a:off x="2184718" y="2305496"/>
            <a:ext cx="322894" cy="61301"/>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a:solidFill>
                  <a:srgbClr val="6F8290"/>
                </a:solidFill>
                <a:latin typeface="Arial"/>
                <a:ea typeface="Arial"/>
                <a:cs typeface="Arial"/>
              </a:rPr>
              <a:t>48³ crop</a:t>
            </a:r>
          </a:p>
        </p:txBody>
      </p:sp>
      <p:sp>
        <p:nvSpPr>
          <p:cNvPr id="1000006" name="Label 8 Base summary">
            <a:extLst>
              <a:ext uri="{FF2B5EF4-FFF2-40B4-BE49-F238E27FC236}">
                <a16:creationId xmlns:a16="http://schemas.microsoft.com/office/drawing/2014/main" id="{7A98FB6B-7A85-C552-8B84-5CB0F969F45A}"/>
              </a:ext>
            </a:extLst>
          </p:cNvPr>
          <p:cNvSpPr>
            <a:spLocks noGrp="1"/>
          </p:cNvSpPr>
          <p:nvPr/>
        </p:nvSpPr>
        <p:spPr>
          <a:xfrm>
            <a:off x="3165662" y="2023511"/>
            <a:ext cx="363767" cy="59258"/>
          </a:xfrm>
          <a:prstGeom prst="rect">
            <a:avLst/>
          </a:prstGeom>
          <a:noFill/>
          <a:ln w="0">
            <a:noFill/>
          </a:ln>
        </p:spPr>
        <p:txBody>
          <a:bodyPr wrap="none" lIns="0" tIns="0" rIns="0" bIns="0" anchor="ctr">
            <a:noAutofit/>
          </a:bodyPr>
          <a:lstStyle/>
          <a:p>
            <a:pPr algn="ctr">
              <a:defRPr sz="400" b="1">
                <a:solidFill>
                  <a:srgbClr val="203646"/>
                </a:solidFill>
                <a:latin typeface="Arial"/>
                <a:ea typeface="Arial"/>
                <a:cs typeface="Arial"/>
              </a:defRPr>
            </a:pPr>
            <a:r>
              <a:rPr sz="400" b="1">
                <a:solidFill>
                  <a:srgbClr val="203646"/>
                </a:solidFill>
                <a:latin typeface="Arial"/>
                <a:ea typeface="Arial"/>
                <a:cs typeface="Arial"/>
              </a:rPr>
              <a:t>Base summary</a:t>
            </a:r>
          </a:p>
        </p:txBody>
      </p:sp>
      <mc:AlternateContent xmlns:mc="http://schemas.openxmlformats.org/markup-compatibility/2006" xmlns:a14="http://schemas.microsoft.com/office/drawing/2010/main">
        <mc:Choice Requires="a14">
          <p:sp>
            <p:nvSpPr>
              <p:cNvPr id="1000007" name="Label 9 h">
                <a:extLst>
                  <a:ext uri="{FF2B5EF4-FFF2-40B4-BE49-F238E27FC236}">
                    <a16:creationId xmlns:a16="http://schemas.microsoft.com/office/drawing/2014/main" id="{5DF582D7-D297-C8BA-AA78-95998ADE495E}"/>
                  </a:ext>
                </a:extLst>
              </p:cNvPr>
              <p:cNvSpPr>
                <a:spLocks noGrp="1"/>
              </p:cNvSpPr>
              <p:nvPr/>
            </p:nvSpPr>
            <p:spPr>
              <a:xfrm>
                <a:off x="3296454" y="2086856"/>
                <a:ext cx="153272" cy="77648"/>
              </a:xfrm>
              <a:prstGeom prst="rect">
                <a:avLst/>
              </a:prstGeom>
              <a:noFill/>
              <a:ln w="0">
                <a:noFill/>
              </a:ln>
            </p:spPr>
            <p:txBody>
              <a:bodyPr wrap="none" lIns="0" tIns="0" rIns="0" bIns="0" anchor="ctr">
                <a:noAutofit/>
              </a:bodyPr>
              <a:lstStyle/>
              <a:p>
                <a:pPr algn="l"/>
                <a14:m>
                  <m:oMathPara xmlns:m="http://schemas.openxmlformats.org/officeDocument/2006/math">
                    <m:oMathParaPr>
                      <m:jc m:val="left"/>
                    </m:oMathParaPr>
                    <m:oMath>
                      <m:sSubSup>
                        <m:sSubSupPr>
                          <m:ctrlPr>
                            <a:rPr lang="en-US" sz="486">
                              <a:solidFill>
                                <a:srgbClr val="203646"/>
                              </a:solidFill>
                              <a:latin typeface="Cambria Math"/>
                            </a:rPr>
                          </m:ctrlPr>
                        </m:sSubSupPr>
                        <m:e>
                          <m:r>
                            <a:rPr lang="en-US" sz="486">
                              <a:solidFill>
                                <a:srgbClr val="203646"/>
                              </a:solidFill>
                              <a:latin typeface="Cambria Math"/>
                            </a:rPr>
                            <m:t>ℎ</m:t>
                          </m:r>
                        </m:e>
                        <m:sub>
                          <m:r>
                            <a:rPr lang="en-US" sz="486">
                              <a:solidFill>
                                <a:srgbClr val="203646"/>
                              </a:solidFill>
                              <a:latin typeface="Cambria Math"/>
                            </a:rPr>
                            <m:t>𝑗</m:t>
                          </m:r>
                        </m:sub>
                        <m:sup>
                          <m:r>
                            <m:rPr>
                              <m:sty m:val="p"/>
                            </m:rPr>
                            <a:rPr lang="en-US" sz="486">
                              <a:solidFill>
                                <a:srgbClr val="203646"/>
                              </a:solidFill>
                              <a:latin typeface="Cambria Math"/>
                            </a:rPr>
                            <m:t>vox</m:t>
                          </m:r>
                        </m:sup>
                      </m:sSubSup>
                    </m:oMath>
                  </m:oMathPara>
                </a14:m>
                <a:endParaRPr lang="en-US" sz="486"/>
              </a:p>
            </p:txBody>
          </p:sp>
        </mc:Choice>
        <mc:Fallback xmlns="">
          <p:sp>
            <p:nvSpPr>
              <p:cNvPr id="1000007" name="Label 9 h">
                <a:extLst>
                  <a:ext uri="{FF2B5EF4-FFF2-40B4-BE49-F238E27FC236}">
                    <a16:creationId xmlns:a16="http://schemas.microsoft.com/office/drawing/2014/main" id="{5DF582D7-D297-C8BA-AA78-95998ADE495E}"/>
                  </a:ext>
                </a:extLst>
              </p:cNvPr>
              <p:cNvSpPr>
                <a:spLocks noGrp="1" noRot="1" noChangeAspect="1" noMove="1" noResize="1" noEditPoints="1" noAdjustHandles="1" noChangeArrowheads="1" noChangeShapeType="1" noTextEdit="1"/>
              </p:cNvSpPr>
              <p:nvPr/>
            </p:nvSpPr>
            <p:spPr>
              <a:xfrm>
                <a:off x="3296454" y="2086856"/>
                <a:ext cx="153272" cy="77648"/>
              </a:xfrm>
              <a:prstGeom prst="rect">
                <a:avLst/>
              </a:prstGeom>
              <a:blipFill>
                <a:blip r:embed="rId4"/>
                <a:stretch>
                  <a:fillRect l="-16000" b="-38462"/>
                </a:stretch>
              </a:blipFill>
              <a:ln w="0">
                <a:noFill/>
              </a:ln>
            </p:spPr>
            <p:txBody>
              <a:bodyPr/>
              <a:lstStyle/>
              <a:p>
                <a:r>
                  <a:rPr lang="zh-CN" altLang="en-US">
                    <a:noFill/>
                  </a:rPr>
                  <a:t> </a:t>
                </a:r>
              </a:p>
            </p:txBody>
          </p:sp>
        </mc:Fallback>
      </mc:AlternateContent>
      <p:sp>
        <p:nvSpPr>
          <p:cNvPr id="1000008" name="Arrow 10">
            <a:extLst>
              <a:ext uri="{FF2B5EF4-FFF2-40B4-BE49-F238E27FC236}">
                <a16:creationId xmlns:a16="http://schemas.microsoft.com/office/drawing/2014/main" id="{027A2625-F72A-D6EE-BACA-BDFA25FDC76B}"/>
              </a:ext>
            </a:extLst>
          </p:cNvPr>
          <p:cNvSpPr>
            <a:spLocks noGrp="1"/>
          </p:cNvSpPr>
          <p:nvPr/>
        </p:nvSpPr>
        <p:spPr>
          <a:xfrm>
            <a:off x="2464696" y="2215588"/>
            <a:ext cx="230931" cy="20"/>
          </a:xfrm>
          <a:custGeom>
            <a:avLst/>
            <a:gdLst/>
            <a:ahLst/>
            <a:cxnLst/>
            <a:rect l="0" t="0" r="0" b="0"/>
            <a:pathLst>
              <a:path w="1076325" h="95">
                <a:moveTo>
                  <a:pt x="0" y="0"/>
                </a:moveTo>
                <a:lnTo>
                  <a:pt x="1076325" y="0"/>
                </a:lnTo>
              </a:path>
            </a:pathLst>
          </a:custGeom>
          <a:noFill/>
          <a:ln w="3474">
            <a:solidFill>
              <a:srgbClr val="397FA6"/>
            </a:solidFill>
            <a:prstDash val="solid"/>
          </a:ln>
        </p:spPr>
      </p:sp>
      <p:sp>
        <p:nvSpPr>
          <p:cNvPr id="1000009" name="Arrow 11">
            <a:extLst>
              <a:ext uri="{FF2B5EF4-FFF2-40B4-BE49-F238E27FC236}">
                <a16:creationId xmlns:a16="http://schemas.microsoft.com/office/drawing/2014/main" id="{27EB9761-3EDA-57F1-1AF1-66459B946F6A}"/>
              </a:ext>
            </a:extLst>
          </p:cNvPr>
          <p:cNvSpPr>
            <a:spLocks noGrp="1"/>
          </p:cNvSpPr>
          <p:nvPr/>
        </p:nvSpPr>
        <p:spPr>
          <a:xfrm>
            <a:off x="2942906" y="2215588"/>
            <a:ext cx="249323" cy="20"/>
          </a:xfrm>
          <a:custGeom>
            <a:avLst/>
            <a:gdLst/>
            <a:ahLst/>
            <a:cxnLst/>
            <a:rect l="0" t="0" r="0" b="0"/>
            <a:pathLst>
              <a:path w="1162050" h="95">
                <a:moveTo>
                  <a:pt x="0" y="0"/>
                </a:moveTo>
                <a:lnTo>
                  <a:pt x="1162050" y="0"/>
                </a:lnTo>
              </a:path>
            </a:pathLst>
          </a:custGeom>
          <a:noFill/>
          <a:ln w="3474">
            <a:solidFill>
              <a:srgbClr val="397FA6"/>
            </a:solidFill>
            <a:prstDash val="solid"/>
          </a:ln>
        </p:spPr>
      </p:sp>
      <p:sp>
        <p:nvSpPr>
          <p:cNvPr id="1000010" name="Arrow 12">
            <a:extLst>
              <a:ext uri="{FF2B5EF4-FFF2-40B4-BE49-F238E27FC236}">
                <a16:creationId xmlns:a16="http://schemas.microsoft.com/office/drawing/2014/main" id="{71ECFB26-8ACE-178D-5C11-4CF1E93053C7}"/>
              </a:ext>
            </a:extLst>
          </p:cNvPr>
          <p:cNvSpPr>
            <a:spLocks noGrp="1"/>
          </p:cNvSpPr>
          <p:nvPr/>
        </p:nvSpPr>
        <p:spPr>
          <a:xfrm>
            <a:off x="3347545" y="2242151"/>
            <a:ext cx="20" cy="914066"/>
          </a:xfrm>
          <a:custGeom>
            <a:avLst/>
            <a:gdLst/>
            <a:ahLst/>
            <a:cxnLst/>
            <a:rect l="0" t="0" r="0" b="0"/>
            <a:pathLst>
              <a:path w="95" h="3609975">
                <a:moveTo>
                  <a:pt x="0" y="0"/>
                </a:moveTo>
                <a:lnTo>
                  <a:pt x="0" y="3609975"/>
                </a:lnTo>
              </a:path>
            </a:pathLst>
          </a:custGeom>
          <a:noFill/>
          <a:ln w="3474">
            <a:solidFill>
              <a:srgbClr val="397FA6"/>
            </a:solidFill>
            <a:prstDash val="solid"/>
          </a:ln>
        </p:spPr>
      </p:sp>
      <p:sp>
        <p:nvSpPr>
          <p:cNvPr id="1000011" name="Operator ">
            <a:extLst>
              <a:ext uri="{FF2B5EF4-FFF2-40B4-BE49-F238E27FC236}">
                <a16:creationId xmlns:a16="http://schemas.microsoft.com/office/drawing/2014/main" id="{6EAA2B1B-24A8-D38E-708D-FEF2546F7541}"/>
              </a:ext>
            </a:extLst>
          </p:cNvPr>
          <p:cNvSpPr>
            <a:spLocks noGrp="1"/>
          </p:cNvSpPr>
          <p:nvPr/>
        </p:nvSpPr>
        <p:spPr>
          <a:xfrm>
            <a:off x="2250114" y="2483269"/>
            <a:ext cx="976856" cy="292201"/>
          </a:xfrm>
          <a:prstGeom prst="roundRect">
            <a:avLst>
              <a:gd name="adj" fmla="val 4895"/>
            </a:avLst>
          </a:prstGeom>
          <a:solidFill>
            <a:srgbClr val="FCFEFD"/>
          </a:solidFill>
          <a:ln w="3270">
            <a:solidFill>
              <a:srgbClr val="C6DDD5"/>
            </a:solidFill>
          </a:ln>
        </p:spPr>
      </p:sp>
      <p:sp>
        <p:nvSpPr>
          <p:cNvPr id="1000012" name="Line 13">
            <a:extLst>
              <a:ext uri="{FF2B5EF4-FFF2-40B4-BE49-F238E27FC236}">
                <a16:creationId xmlns:a16="http://schemas.microsoft.com/office/drawing/2014/main" id="{9E5EED50-4B4F-91A4-C0CA-19F2B0BB5D4A}"/>
              </a:ext>
            </a:extLst>
          </p:cNvPr>
          <p:cNvSpPr>
            <a:spLocks noGrp="1"/>
          </p:cNvSpPr>
          <p:nvPr/>
        </p:nvSpPr>
        <p:spPr>
          <a:xfrm>
            <a:off x="2613881" y="2511876"/>
            <a:ext cx="20" cy="234987"/>
          </a:xfrm>
          <a:custGeom>
            <a:avLst/>
            <a:gdLst/>
            <a:ahLst/>
            <a:cxnLst/>
            <a:rect l="0" t="0" r="0" b="0"/>
            <a:pathLst>
              <a:path w="95" h="1095375">
                <a:moveTo>
                  <a:pt x="0" y="0"/>
                </a:moveTo>
                <a:lnTo>
                  <a:pt x="0" y="1095375"/>
                </a:lnTo>
              </a:path>
            </a:pathLst>
          </a:custGeom>
          <a:noFill/>
          <a:ln w="2452">
            <a:solidFill>
              <a:srgbClr val="C6DDD5"/>
            </a:solidFill>
            <a:prstDash val="dash"/>
          </a:ln>
        </p:spPr>
      </p:sp>
      <p:sp>
        <p:nvSpPr>
          <p:cNvPr id="1000013" name="Label 14 Pocket">
            <a:extLst>
              <a:ext uri="{FF2B5EF4-FFF2-40B4-BE49-F238E27FC236}">
                <a16:creationId xmlns:a16="http://schemas.microsoft.com/office/drawing/2014/main" id="{0DAA6646-3F9C-48C3-230D-0DCC7DCEDBDD}"/>
              </a:ext>
            </a:extLst>
          </p:cNvPr>
          <p:cNvSpPr>
            <a:spLocks noGrp="1"/>
          </p:cNvSpPr>
          <p:nvPr/>
        </p:nvSpPr>
        <p:spPr>
          <a:xfrm>
            <a:off x="2278725" y="2499616"/>
            <a:ext cx="302458" cy="61301"/>
          </a:xfrm>
          <a:prstGeom prst="rect">
            <a:avLst/>
          </a:prstGeom>
          <a:noFill/>
          <a:ln w="0">
            <a:noFill/>
          </a:ln>
        </p:spPr>
        <p:txBody>
          <a:bodyPr wrap="none" lIns="0" tIns="0" rIns="0" bIns="0" anchor="ctr">
            <a:noAutofit/>
          </a:bodyPr>
          <a:lstStyle/>
          <a:p>
            <a:pPr algn="ctr">
              <a:defRPr sz="400" b="1">
                <a:solidFill>
                  <a:srgbClr val="203646"/>
                </a:solidFill>
                <a:latin typeface="Arial"/>
                <a:ea typeface="Arial"/>
                <a:cs typeface="Arial"/>
              </a:defRPr>
            </a:pPr>
            <a:r>
              <a:rPr sz="400" b="1">
                <a:solidFill>
                  <a:srgbClr val="203646"/>
                </a:solidFill>
                <a:latin typeface="Arial"/>
                <a:ea typeface="Arial"/>
                <a:cs typeface="Arial"/>
              </a:rPr>
              <a:t>Pocket</a:t>
            </a:r>
          </a:p>
        </p:txBody>
      </p:sp>
      <p:sp>
        <p:nvSpPr>
          <p:cNvPr id="1000014" name="Label 15 Cues from Find">
            <a:extLst>
              <a:ext uri="{FF2B5EF4-FFF2-40B4-BE49-F238E27FC236}">
                <a16:creationId xmlns:a16="http://schemas.microsoft.com/office/drawing/2014/main" id="{810AF5C5-B80A-93E7-E7AC-8029CDB05A54}"/>
              </a:ext>
            </a:extLst>
          </p:cNvPr>
          <p:cNvSpPr>
            <a:spLocks noGrp="1"/>
          </p:cNvSpPr>
          <p:nvPr/>
        </p:nvSpPr>
        <p:spPr>
          <a:xfrm>
            <a:off x="2628186" y="2499616"/>
            <a:ext cx="578348" cy="61301"/>
          </a:xfrm>
          <a:prstGeom prst="rect">
            <a:avLst/>
          </a:prstGeom>
          <a:noFill/>
          <a:ln w="0">
            <a:noFill/>
          </a:ln>
        </p:spPr>
        <p:txBody>
          <a:bodyPr wrap="none" lIns="0" tIns="0" rIns="0" bIns="0" anchor="ctr">
            <a:noAutofit/>
          </a:bodyPr>
          <a:lstStyle/>
          <a:p>
            <a:pPr algn="ctr">
              <a:defRPr sz="400" b="1">
                <a:solidFill>
                  <a:srgbClr val="203646"/>
                </a:solidFill>
                <a:latin typeface="Arial"/>
                <a:ea typeface="Arial"/>
                <a:cs typeface="Arial"/>
              </a:defRPr>
            </a:pPr>
            <a:r>
              <a:rPr sz="400" b="1">
                <a:solidFill>
                  <a:srgbClr val="203646"/>
                </a:solidFill>
                <a:latin typeface="Arial"/>
                <a:ea typeface="Arial"/>
                <a:cs typeface="Arial"/>
              </a:rPr>
              <a:t>Cues from Find</a:t>
            </a:r>
          </a:p>
        </p:txBody>
      </p:sp>
      <p:sp>
        <p:nvSpPr>
          <p:cNvPr id="1000015" name="Label 16 Blob">
            <a:extLst>
              <a:ext uri="{FF2B5EF4-FFF2-40B4-BE49-F238E27FC236}">
                <a16:creationId xmlns:a16="http://schemas.microsoft.com/office/drawing/2014/main" id="{D1876F22-A386-B0DF-356A-08A522844E35}"/>
              </a:ext>
            </a:extLst>
          </p:cNvPr>
          <p:cNvSpPr>
            <a:spLocks noGrp="1"/>
          </p:cNvSpPr>
          <p:nvPr/>
        </p:nvSpPr>
        <p:spPr>
          <a:xfrm>
            <a:off x="2683364" y="2703952"/>
            <a:ext cx="214581" cy="57214"/>
          </a:xfrm>
          <a:prstGeom prst="rect">
            <a:avLst/>
          </a:prstGeom>
          <a:noFill/>
          <a:ln w="0">
            <a:noFill/>
          </a:ln>
        </p:spPr>
        <p:txBody>
          <a:bodyPr wrap="none" lIns="0" tIns="0" rIns="0" bIns="0" anchor="ctr">
            <a:noAutofit/>
          </a:bodyPr>
          <a:lstStyle/>
          <a:p>
            <a:pPr algn="ctr">
              <a:defRPr sz="400" b="0">
                <a:solidFill>
                  <a:srgbClr val="203646"/>
                </a:solidFill>
                <a:latin typeface="Arial"/>
                <a:ea typeface="Arial"/>
                <a:cs typeface="Arial"/>
              </a:defRPr>
            </a:pPr>
            <a:r>
              <a:rPr sz="400" b="0">
                <a:solidFill>
                  <a:srgbClr val="203646"/>
                </a:solidFill>
                <a:latin typeface="Arial"/>
                <a:ea typeface="Arial"/>
                <a:cs typeface="Arial"/>
              </a:rPr>
              <a:t>Blob</a:t>
            </a:r>
          </a:p>
        </p:txBody>
      </p:sp>
      <p:sp>
        <p:nvSpPr>
          <p:cNvPr id="1000016" name="Label 17 Pseudo">
            <a:extLst>
              <a:ext uri="{FF2B5EF4-FFF2-40B4-BE49-F238E27FC236}">
                <a16:creationId xmlns:a16="http://schemas.microsoft.com/office/drawing/2014/main" id="{3E752924-07D9-EC42-74EE-C2FAF92C30F8}"/>
              </a:ext>
            </a:extLst>
          </p:cNvPr>
          <p:cNvSpPr>
            <a:spLocks noGrp="1"/>
          </p:cNvSpPr>
          <p:nvPr/>
        </p:nvSpPr>
        <p:spPr>
          <a:xfrm>
            <a:off x="2998084" y="2703952"/>
            <a:ext cx="214581" cy="57214"/>
          </a:xfrm>
          <a:prstGeom prst="rect">
            <a:avLst/>
          </a:prstGeom>
          <a:noFill/>
          <a:ln w="0">
            <a:noFill/>
          </a:ln>
        </p:spPr>
        <p:txBody>
          <a:bodyPr wrap="none" lIns="0" tIns="0" rIns="0" bIns="0" anchor="ctr">
            <a:noAutofit/>
          </a:bodyPr>
          <a:lstStyle/>
          <a:p>
            <a:pPr algn="ctr">
              <a:defRPr sz="400" b="0">
                <a:solidFill>
                  <a:srgbClr val="203646"/>
                </a:solidFill>
                <a:latin typeface="Arial"/>
                <a:ea typeface="Arial"/>
                <a:cs typeface="Arial"/>
              </a:defRPr>
            </a:pPr>
            <a:r>
              <a:rPr sz="400" b="0">
                <a:solidFill>
                  <a:srgbClr val="203646"/>
                </a:solidFill>
                <a:latin typeface="Arial"/>
                <a:ea typeface="Arial"/>
                <a:cs typeface="Arial"/>
              </a:rPr>
              <a:t>Pseudo</a:t>
            </a:r>
          </a:p>
        </p:txBody>
      </p:sp>
      <p:sp>
        <p:nvSpPr>
          <p:cNvPr id="1000017" name="Operator Mean/max pool">
            <a:extLst>
              <a:ext uri="{FF2B5EF4-FFF2-40B4-BE49-F238E27FC236}">
                <a16:creationId xmlns:a16="http://schemas.microsoft.com/office/drawing/2014/main" id="{B21DBCD8-D2E8-5DD6-C7BB-8F83821B1013}"/>
              </a:ext>
            </a:extLst>
          </p:cNvPr>
          <p:cNvSpPr>
            <a:spLocks noGrp="1"/>
          </p:cNvSpPr>
          <p:nvPr/>
        </p:nvSpPr>
        <p:spPr>
          <a:xfrm>
            <a:off x="2250114" y="2967547"/>
            <a:ext cx="429163"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Mean/max pool</a:t>
            </a:r>
          </a:p>
        </p:txBody>
      </p:sp>
      <p:sp>
        <p:nvSpPr>
          <p:cNvPr id="1000018" name="Operator Attention">
            <a:extLst>
              <a:ext uri="{FF2B5EF4-FFF2-40B4-BE49-F238E27FC236}">
                <a16:creationId xmlns:a16="http://schemas.microsoft.com/office/drawing/2014/main" id="{75697375-DCF2-CFE3-2105-BF97EE533EC0}"/>
              </a:ext>
            </a:extLst>
          </p:cNvPr>
          <p:cNvSpPr>
            <a:spLocks noGrp="1"/>
          </p:cNvSpPr>
          <p:nvPr/>
        </p:nvSpPr>
        <p:spPr>
          <a:xfrm>
            <a:off x="2797808" y="2967547"/>
            <a:ext cx="429163"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Attention</a:t>
            </a:r>
          </a:p>
        </p:txBody>
      </p:sp>
      <p:sp>
        <p:nvSpPr>
          <p:cNvPr id="1000019" name="Line 18">
            <a:extLst>
              <a:ext uri="{FF2B5EF4-FFF2-40B4-BE49-F238E27FC236}">
                <a16:creationId xmlns:a16="http://schemas.microsoft.com/office/drawing/2014/main" id="{554A97B3-7202-D966-A61C-33F3450A53A6}"/>
              </a:ext>
            </a:extLst>
          </p:cNvPr>
          <p:cNvSpPr>
            <a:spLocks noGrp="1"/>
          </p:cNvSpPr>
          <p:nvPr/>
        </p:nvSpPr>
        <p:spPr>
          <a:xfrm>
            <a:off x="2738543" y="2775470"/>
            <a:ext cx="20" cy="61301"/>
          </a:xfrm>
          <a:custGeom>
            <a:avLst/>
            <a:gdLst/>
            <a:ahLst/>
            <a:cxnLst/>
            <a:rect l="0" t="0" r="0" b="0"/>
            <a:pathLst>
              <a:path w="95" h="247650">
                <a:moveTo>
                  <a:pt x="0" y="0"/>
                </a:moveTo>
                <a:lnTo>
                  <a:pt x="0" y="247650"/>
                </a:lnTo>
              </a:path>
            </a:pathLst>
          </a:custGeom>
          <a:noFill/>
          <a:ln w="3474">
            <a:solidFill>
              <a:srgbClr val="2B887C"/>
            </a:solidFill>
            <a:prstDash val="solid"/>
          </a:ln>
        </p:spPr>
      </p:sp>
      <p:sp>
        <p:nvSpPr>
          <p:cNvPr id="1000020" name="Line 19">
            <a:extLst>
              <a:ext uri="{FF2B5EF4-FFF2-40B4-BE49-F238E27FC236}">
                <a16:creationId xmlns:a16="http://schemas.microsoft.com/office/drawing/2014/main" id="{4B50FF33-24F3-5F84-237D-C648C293E7A8}"/>
              </a:ext>
            </a:extLst>
          </p:cNvPr>
          <p:cNvSpPr>
            <a:spLocks noGrp="1"/>
          </p:cNvSpPr>
          <p:nvPr/>
        </p:nvSpPr>
        <p:spPr>
          <a:xfrm>
            <a:off x="2464696" y="2836771"/>
            <a:ext cx="547694" cy="47"/>
          </a:xfrm>
          <a:custGeom>
            <a:avLst/>
            <a:gdLst/>
            <a:ahLst/>
            <a:cxnLst/>
            <a:rect l="0" t="0" r="0" b="0"/>
            <a:pathLst>
              <a:path w="2552700" h="95">
                <a:moveTo>
                  <a:pt x="0" y="0"/>
                </a:moveTo>
                <a:lnTo>
                  <a:pt x="2552700" y="0"/>
                </a:lnTo>
              </a:path>
            </a:pathLst>
          </a:custGeom>
          <a:noFill/>
          <a:ln w="3474">
            <a:solidFill>
              <a:srgbClr val="2B887C"/>
            </a:solidFill>
            <a:prstDash val="solid"/>
          </a:ln>
        </p:spPr>
      </p:sp>
      <p:sp>
        <p:nvSpPr>
          <p:cNvPr id="1000021" name="Arrow 20">
            <a:extLst>
              <a:ext uri="{FF2B5EF4-FFF2-40B4-BE49-F238E27FC236}">
                <a16:creationId xmlns:a16="http://schemas.microsoft.com/office/drawing/2014/main" id="{B4A0F68D-D635-C5EE-AE4F-09DA0A8583D5}"/>
              </a:ext>
            </a:extLst>
          </p:cNvPr>
          <p:cNvSpPr>
            <a:spLocks noGrp="1"/>
          </p:cNvSpPr>
          <p:nvPr/>
        </p:nvSpPr>
        <p:spPr>
          <a:xfrm>
            <a:off x="2464696" y="2836771"/>
            <a:ext cx="20" cy="102752"/>
          </a:xfrm>
          <a:custGeom>
            <a:avLst/>
            <a:gdLst/>
            <a:ahLst/>
            <a:cxnLst/>
            <a:rect l="0" t="0" r="0" b="0"/>
            <a:pathLst>
              <a:path w="95" h="209550">
                <a:moveTo>
                  <a:pt x="0" y="0"/>
                </a:moveTo>
                <a:lnTo>
                  <a:pt x="0" y="209550"/>
                </a:lnTo>
              </a:path>
            </a:pathLst>
          </a:custGeom>
          <a:noFill/>
          <a:ln w="3474">
            <a:solidFill>
              <a:srgbClr val="2B887C"/>
            </a:solidFill>
            <a:prstDash val="solid"/>
          </a:ln>
        </p:spPr>
      </p:sp>
      <p:sp>
        <p:nvSpPr>
          <p:cNvPr id="1000022" name="Arrow 21">
            <a:extLst>
              <a:ext uri="{FF2B5EF4-FFF2-40B4-BE49-F238E27FC236}">
                <a16:creationId xmlns:a16="http://schemas.microsoft.com/office/drawing/2014/main" id="{738FF7B0-EF10-61B7-298E-2F2ABB2E5983}"/>
              </a:ext>
            </a:extLst>
          </p:cNvPr>
          <p:cNvSpPr>
            <a:spLocks noGrp="1"/>
          </p:cNvSpPr>
          <p:nvPr/>
        </p:nvSpPr>
        <p:spPr>
          <a:xfrm>
            <a:off x="3012389" y="2836771"/>
            <a:ext cx="20" cy="102752"/>
          </a:xfrm>
          <a:custGeom>
            <a:avLst/>
            <a:gdLst/>
            <a:ahLst/>
            <a:cxnLst/>
            <a:rect l="0" t="0" r="0" b="0"/>
            <a:pathLst>
              <a:path w="95" h="209550">
                <a:moveTo>
                  <a:pt x="0" y="0"/>
                </a:moveTo>
                <a:lnTo>
                  <a:pt x="0" y="209550"/>
                </a:lnTo>
              </a:path>
            </a:pathLst>
          </a:custGeom>
          <a:noFill/>
          <a:ln w="3474">
            <a:solidFill>
              <a:srgbClr val="2B887C"/>
            </a:solidFill>
            <a:prstDash val="solid"/>
          </a:ln>
        </p:spPr>
      </p:sp>
      <p:sp>
        <p:nvSpPr>
          <p:cNvPr id="1000023" name="Label 22 K, V">
            <a:extLst>
              <a:ext uri="{FF2B5EF4-FFF2-40B4-BE49-F238E27FC236}">
                <a16:creationId xmlns:a16="http://schemas.microsoft.com/office/drawing/2014/main" id="{9C772881-4E10-C6B0-DC4A-4E96E0582DA0}"/>
              </a:ext>
            </a:extLst>
          </p:cNvPr>
          <p:cNvSpPr>
            <a:spLocks noGrp="1"/>
          </p:cNvSpPr>
          <p:nvPr/>
        </p:nvSpPr>
        <p:spPr>
          <a:xfrm>
            <a:off x="3028738" y="2834414"/>
            <a:ext cx="134880" cy="123792"/>
          </a:xfrm>
          <a:prstGeom prst="rect">
            <a:avLst/>
          </a:prstGeom>
          <a:noFill/>
          <a:ln w="0">
            <a:noFill/>
          </a:ln>
        </p:spPr>
        <p:txBody>
          <a:bodyPr wrap="none" lIns="0" tIns="0" rIns="0" bIns="0" anchor="ctr">
            <a:noAutofit/>
          </a:bodyPr>
          <a:lstStyle/>
          <a:p>
            <a:pPr algn="ctr">
              <a:defRPr sz="400" b="0">
                <a:solidFill>
                  <a:srgbClr val="2B887C"/>
                </a:solidFill>
                <a:latin typeface="Arial"/>
                <a:ea typeface="Arial"/>
                <a:cs typeface="Arial"/>
              </a:defRPr>
            </a:pPr>
            <a:r>
              <a:rPr sz="400" b="0">
                <a:solidFill>
                  <a:srgbClr val="2B887C"/>
                </a:solidFill>
                <a:latin typeface="Arial"/>
                <a:ea typeface="Arial"/>
                <a:cs typeface="Arial"/>
              </a:rPr>
              <a:t>K, V</a:t>
            </a:r>
          </a:p>
        </p:txBody>
      </p:sp>
      <p:sp>
        <p:nvSpPr>
          <p:cNvPr id="1000024" name="Arrow 23">
            <a:extLst>
              <a:ext uri="{FF2B5EF4-FFF2-40B4-BE49-F238E27FC236}">
                <a16:creationId xmlns:a16="http://schemas.microsoft.com/office/drawing/2014/main" id="{A785A34E-AF3C-C366-183C-FF56BE0BE69A}"/>
              </a:ext>
            </a:extLst>
          </p:cNvPr>
          <p:cNvSpPr>
            <a:spLocks noGrp="1"/>
          </p:cNvSpPr>
          <p:nvPr/>
        </p:nvSpPr>
        <p:spPr>
          <a:xfrm>
            <a:off x="3237189" y="3016588"/>
            <a:ext cx="110356" cy="20"/>
          </a:xfrm>
          <a:custGeom>
            <a:avLst/>
            <a:gdLst/>
            <a:ahLst/>
            <a:cxnLst/>
            <a:rect l="0" t="0" r="0" b="0"/>
            <a:pathLst>
              <a:path w="514350" h="95">
                <a:moveTo>
                  <a:pt x="514350" y="0"/>
                </a:moveTo>
                <a:lnTo>
                  <a:pt x="0" y="0"/>
                </a:lnTo>
              </a:path>
            </a:pathLst>
          </a:custGeom>
          <a:noFill/>
          <a:ln w="3474">
            <a:solidFill>
              <a:srgbClr val="397FA6"/>
            </a:solidFill>
            <a:prstDash val="solid"/>
          </a:ln>
        </p:spPr>
      </p:sp>
      <p:sp>
        <p:nvSpPr>
          <p:cNvPr id="1000025" name="Label 24 Q">
            <a:extLst>
              <a:ext uri="{FF2B5EF4-FFF2-40B4-BE49-F238E27FC236}">
                <a16:creationId xmlns:a16="http://schemas.microsoft.com/office/drawing/2014/main" id="{84552AEB-3A9B-7E9F-A1E7-9E7E269AAAB2}"/>
              </a:ext>
            </a:extLst>
          </p:cNvPr>
          <p:cNvSpPr>
            <a:spLocks noGrp="1"/>
          </p:cNvSpPr>
          <p:nvPr/>
        </p:nvSpPr>
        <p:spPr>
          <a:xfrm>
            <a:off x="3269887" y="2930182"/>
            <a:ext cx="59265" cy="78232"/>
          </a:xfrm>
          <a:prstGeom prst="rect">
            <a:avLst/>
          </a:prstGeom>
          <a:noFill/>
          <a:ln w="0">
            <a:noFill/>
          </a:ln>
        </p:spPr>
        <p:txBody>
          <a:bodyPr wrap="none" lIns="0" tIns="0" rIns="0" bIns="0" anchor="ctr">
            <a:noAutofit/>
          </a:bodyPr>
          <a:lstStyle/>
          <a:p>
            <a:pPr algn="ctr">
              <a:defRPr sz="400" b="1">
                <a:solidFill>
                  <a:srgbClr val="397FA6"/>
                </a:solidFill>
                <a:latin typeface="Arial"/>
                <a:ea typeface="Arial"/>
                <a:cs typeface="Arial"/>
              </a:defRPr>
            </a:pPr>
            <a:r>
              <a:rPr sz="400" b="1">
                <a:solidFill>
                  <a:srgbClr val="397FA6"/>
                </a:solidFill>
                <a:latin typeface="Arial"/>
                <a:ea typeface="Arial"/>
                <a:cs typeface="Arial"/>
              </a:rPr>
              <a:t>Q</a:t>
            </a:r>
          </a:p>
        </p:txBody>
      </p:sp>
      <p:sp>
        <p:nvSpPr>
          <p:cNvPr id="1000026" name="Line 25">
            <a:extLst>
              <a:ext uri="{FF2B5EF4-FFF2-40B4-BE49-F238E27FC236}">
                <a16:creationId xmlns:a16="http://schemas.microsoft.com/office/drawing/2014/main" id="{901444A3-1252-A452-7196-CBCD827D40AA}"/>
              </a:ext>
            </a:extLst>
          </p:cNvPr>
          <p:cNvSpPr>
            <a:spLocks noGrp="1"/>
          </p:cNvSpPr>
          <p:nvPr/>
        </p:nvSpPr>
        <p:spPr>
          <a:xfrm>
            <a:off x="2464696" y="3067672"/>
            <a:ext cx="273847" cy="75897"/>
          </a:xfrm>
          <a:custGeom>
            <a:avLst/>
            <a:gdLst/>
            <a:ahLst/>
            <a:cxnLst/>
            <a:rect l="0" t="0" r="0" b="0"/>
            <a:pathLst>
              <a:path w="1276350" h="285750">
                <a:moveTo>
                  <a:pt x="0" y="0"/>
                </a:moveTo>
                <a:lnTo>
                  <a:pt x="0" y="285750"/>
                </a:lnTo>
                <a:lnTo>
                  <a:pt x="1276350" y="285750"/>
                </a:lnTo>
              </a:path>
            </a:pathLst>
          </a:custGeom>
          <a:noFill/>
          <a:ln w="3474">
            <a:solidFill>
              <a:srgbClr val="2B887C"/>
            </a:solidFill>
            <a:prstDash val="solid"/>
          </a:ln>
        </p:spPr>
      </p:sp>
      <p:sp>
        <p:nvSpPr>
          <p:cNvPr id="1000027" name="Arrow 26">
            <a:extLst>
              <a:ext uri="{FF2B5EF4-FFF2-40B4-BE49-F238E27FC236}">
                <a16:creationId xmlns:a16="http://schemas.microsoft.com/office/drawing/2014/main" id="{90EC0380-EA66-7028-D5C4-F64175DE6093}"/>
              </a:ext>
            </a:extLst>
          </p:cNvPr>
          <p:cNvSpPr>
            <a:spLocks noGrp="1"/>
          </p:cNvSpPr>
          <p:nvPr/>
        </p:nvSpPr>
        <p:spPr>
          <a:xfrm>
            <a:off x="2738543" y="3067672"/>
            <a:ext cx="273847" cy="106255"/>
          </a:xfrm>
          <a:custGeom>
            <a:avLst/>
            <a:gdLst/>
            <a:ahLst/>
            <a:cxnLst/>
            <a:rect l="0" t="0" r="0" b="0"/>
            <a:pathLst>
              <a:path w="1276350" h="400050">
                <a:moveTo>
                  <a:pt x="1276350" y="0"/>
                </a:moveTo>
                <a:lnTo>
                  <a:pt x="1276350" y="285750"/>
                </a:lnTo>
                <a:lnTo>
                  <a:pt x="0" y="285750"/>
                </a:lnTo>
                <a:lnTo>
                  <a:pt x="0" y="400050"/>
                </a:lnTo>
              </a:path>
            </a:pathLst>
          </a:custGeom>
          <a:noFill/>
          <a:ln w="3474">
            <a:solidFill>
              <a:srgbClr val="2B887C"/>
            </a:solidFill>
            <a:prstDash val="solid"/>
          </a:ln>
        </p:spPr>
      </p:sp>
      <p:sp>
        <p:nvSpPr>
          <p:cNvPr id="1000028" name="Label 27 Concat">
            <a:extLst>
              <a:ext uri="{FF2B5EF4-FFF2-40B4-BE49-F238E27FC236}">
                <a16:creationId xmlns:a16="http://schemas.microsoft.com/office/drawing/2014/main" id="{FAA71DC9-AFE7-D234-8E7A-EA5573BA1B8C}"/>
              </a:ext>
            </a:extLst>
          </p:cNvPr>
          <p:cNvSpPr>
            <a:spLocks noGrp="1"/>
          </p:cNvSpPr>
          <p:nvPr/>
        </p:nvSpPr>
        <p:spPr>
          <a:xfrm>
            <a:off x="2646579" y="3070202"/>
            <a:ext cx="183927" cy="63247"/>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a:solidFill>
                  <a:srgbClr val="6F8290"/>
                </a:solidFill>
                <a:latin typeface="Arial"/>
                <a:ea typeface="Arial"/>
                <a:cs typeface="Arial"/>
              </a:rPr>
              <a:t>Concat</a:t>
            </a:r>
          </a:p>
        </p:txBody>
      </p:sp>
      <p:sp>
        <p:nvSpPr>
          <p:cNvPr id="1000029" name="Operator MLP">
            <a:extLst>
              <a:ext uri="{FF2B5EF4-FFF2-40B4-BE49-F238E27FC236}">
                <a16:creationId xmlns:a16="http://schemas.microsoft.com/office/drawing/2014/main" id="{E8D7AAA4-507E-0CE4-2C54-AB24314D5AAC}"/>
              </a:ext>
            </a:extLst>
          </p:cNvPr>
          <p:cNvSpPr>
            <a:spLocks noGrp="1"/>
          </p:cNvSpPr>
          <p:nvPr/>
        </p:nvSpPr>
        <p:spPr>
          <a:xfrm>
            <a:off x="2632274" y="3182100"/>
            <a:ext cx="212538" cy="85821"/>
          </a:xfrm>
          <a:prstGeom prst="roundRect">
            <a:avLst>
              <a:gd name="adj" fmla="val 16667"/>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MLP</a:t>
            </a:r>
          </a:p>
        </p:txBody>
      </p:sp>
      <p:sp>
        <p:nvSpPr>
          <p:cNvPr id="1000030" name="Arrow 28">
            <a:extLst>
              <a:ext uri="{FF2B5EF4-FFF2-40B4-BE49-F238E27FC236}">
                <a16:creationId xmlns:a16="http://schemas.microsoft.com/office/drawing/2014/main" id="{C539AC33-382F-CD2C-B8E4-47E49C75CDE5}"/>
              </a:ext>
            </a:extLst>
          </p:cNvPr>
          <p:cNvSpPr>
            <a:spLocks noGrp="1"/>
          </p:cNvSpPr>
          <p:nvPr/>
        </p:nvSpPr>
        <p:spPr>
          <a:xfrm>
            <a:off x="2844811" y="3225011"/>
            <a:ext cx="392377" cy="20"/>
          </a:xfrm>
          <a:custGeom>
            <a:avLst/>
            <a:gdLst/>
            <a:ahLst/>
            <a:cxnLst/>
            <a:rect l="0" t="0" r="0" b="0"/>
            <a:pathLst>
              <a:path w="1828800" h="95">
                <a:moveTo>
                  <a:pt x="0" y="0"/>
                </a:moveTo>
                <a:lnTo>
                  <a:pt x="1828800" y="0"/>
                </a:lnTo>
              </a:path>
            </a:pathLst>
          </a:custGeom>
          <a:noFill/>
          <a:ln w="3474">
            <a:solidFill>
              <a:srgbClr val="2B887C"/>
            </a:solidFill>
            <a:prstDash val="solid"/>
          </a:ln>
        </p:spPr>
      </p:sp>
      <p:sp>
        <p:nvSpPr>
          <p:cNvPr id="1000031" name="Operator FiLM">
            <a:extLst>
              <a:ext uri="{FF2B5EF4-FFF2-40B4-BE49-F238E27FC236}">
                <a16:creationId xmlns:a16="http://schemas.microsoft.com/office/drawing/2014/main" id="{4E577D02-6153-A76E-35D2-301A0DC2210B}"/>
              </a:ext>
            </a:extLst>
          </p:cNvPr>
          <p:cNvSpPr>
            <a:spLocks noGrp="1"/>
          </p:cNvSpPr>
          <p:nvPr/>
        </p:nvSpPr>
        <p:spPr>
          <a:xfrm>
            <a:off x="3249451" y="3173927"/>
            <a:ext cx="196189" cy="100125"/>
          </a:xfrm>
          <a:prstGeom prst="roundRect">
            <a:avLst>
              <a:gd name="adj" fmla="val 14286"/>
            </a:avLst>
          </a:prstGeom>
          <a:solidFill>
            <a:srgbClr val="F4F0F8"/>
          </a:solidFill>
          <a:ln w="3270">
            <a:solidFill>
              <a:srgbClr val="9988B8"/>
            </a:solidFill>
          </a:ln>
        </p:spPr>
        <p:txBody>
          <a:bodyPr wrap="none" lIns="28575" tIns="9525" rIns="28575" bIns="9525" anchor="ctr">
            <a:noAutofit/>
          </a:bodyPr>
          <a:lstStyle/>
          <a:p>
            <a:pPr algn="ctr">
              <a:defRPr sz="417" b="1">
                <a:solidFill>
                  <a:srgbClr val="9988B8"/>
                </a:solidFill>
                <a:latin typeface="Arial"/>
                <a:ea typeface="Arial"/>
                <a:cs typeface="Arial"/>
              </a:defRPr>
            </a:pPr>
            <a:r>
              <a:rPr sz="417" b="1">
                <a:solidFill>
                  <a:srgbClr val="9988B8"/>
                </a:solidFill>
                <a:latin typeface="Arial"/>
                <a:ea typeface="Arial"/>
                <a:cs typeface="Arial"/>
              </a:rPr>
              <a:t>FiLM</a:t>
            </a:r>
          </a:p>
        </p:txBody>
      </p:sp>
      <p:sp>
        <p:nvSpPr>
          <p:cNvPr id="1000032" name="Arrow 29">
            <a:extLst>
              <a:ext uri="{FF2B5EF4-FFF2-40B4-BE49-F238E27FC236}">
                <a16:creationId xmlns:a16="http://schemas.microsoft.com/office/drawing/2014/main" id="{0FF15C68-D630-C9EE-6B8D-3F6F2C456C7F}"/>
              </a:ext>
            </a:extLst>
          </p:cNvPr>
          <p:cNvSpPr>
            <a:spLocks noGrp="1"/>
          </p:cNvSpPr>
          <p:nvPr/>
        </p:nvSpPr>
        <p:spPr>
          <a:xfrm>
            <a:off x="3347545" y="3274052"/>
            <a:ext cx="20" cy="75605"/>
          </a:xfrm>
          <a:custGeom>
            <a:avLst/>
            <a:gdLst/>
            <a:ahLst/>
            <a:cxnLst/>
            <a:rect l="0" t="0" r="0" b="0"/>
            <a:pathLst>
              <a:path w="95" h="352425">
                <a:moveTo>
                  <a:pt x="0" y="0"/>
                </a:moveTo>
                <a:lnTo>
                  <a:pt x="0" y="352425"/>
                </a:lnTo>
              </a:path>
            </a:pathLst>
          </a:custGeom>
          <a:noFill/>
          <a:ln w="3474">
            <a:solidFill>
              <a:srgbClr val="2B887C"/>
            </a:solidFill>
            <a:prstDash val="solid"/>
          </a:ln>
        </p:spPr>
      </p:sp>
      <mc:AlternateContent xmlns:mc="http://schemas.openxmlformats.org/markup-compatibility/2006" xmlns:a14="http://schemas.microsoft.com/office/drawing/2010/main">
        <mc:Choice Requires="a14">
          <p:sp>
            <p:nvSpPr>
              <p:cNvPr id="1000033" name="Label 30 h">
                <a:extLst>
                  <a:ext uri="{FF2B5EF4-FFF2-40B4-BE49-F238E27FC236}">
                    <a16:creationId xmlns:a16="http://schemas.microsoft.com/office/drawing/2014/main" id="{089F8EB0-D83F-0171-C063-0DB714962BAE}"/>
                  </a:ext>
                </a:extLst>
              </p:cNvPr>
              <p:cNvSpPr>
                <a:spLocks noGrp="1"/>
              </p:cNvSpPr>
              <p:nvPr/>
            </p:nvSpPr>
            <p:spPr>
              <a:xfrm>
                <a:off x="3216753" y="3284269"/>
                <a:ext cx="106269" cy="69474"/>
              </a:xfrm>
              <a:prstGeom prst="rect">
                <a:avLst/>
              </a:prstGeom>
              <a:noFill/>
              <a:ln w="0">
                <a:noFill/>
              </a:ln>
            </p:spPr>
            <p:txBody>
              <a:bodyPr wrap="none" lIns="0" tIns="0" rIns="0" bIns="0" anchor="ctr">
                <a:noAutofit/>
              </a:bodyPr>
              <a:lstStyle/>
              <a:p>
                <a:pPr algn="l"/>
                <a14:m>
                  <m:oMathPara xmlns:m="http://schemas.openxmlformats.org/officeDocument/2006/math">
                    <m:oMathParaPr>
                      <m:jc m:val="left"/>
                    </m:oMathParaPr>
                    <m:oMath>
                      <m:sSub>
                        <m:sSubPr>
                          <m:ctrlPr>
                            <a:rPr lang="en-US" sz="486">
                              <a:solidFill>
                                <a:srgbClr val="203646"/>
                              </a:solidFill>
                              <a:latin typeface="Cambria Math"/>
                            </a:rPr>
                          </m:ctrlPr>
                        </m:sSubPr>
                        <m:e>
                          <m:r>
                            <a:rPr lang="en-US" sz="486">
                              <a:solidFill>
                                <a:srgbClr val="203646"/>
                              </a:solidFill>
                              <a:latin typeface="Cambria Math"/>
                            </a:rPr>
                            <m:t>ℎ</m:t>
                          </m:r>
                        </m:e>
                        <m:sub>
                          <m:r>
                            <a:rPr lang="en-US" sz="486">
                              <a:solidFill>
                                <a:srgbClr val="203646"/>
                              </a:solidFill>
                              <a:latin typeface="Cambria Math"/>
                            </a:rPr>
                            <m:t>𝑗</m:t>
                          </m:r>
                        </m:sub>
                      </m:sSub>
                    </m:oMath>
                  </m:oMathPara>
                </a14:m>
                <a:endParaRPr lang="en-US" sz="486"/>
              </a:p>
            </p:txBody>
          </p:sp>
        </mc:Choice>
        <mc:Fallback xmlns="">
          <p:sp>
            <p:nvSpPr>
              <p:cNvPr id="1000033" name="Label 30 h">
                <a:extLst>
                  <a:ext uri="{FF2B5EF4-FFF2-40B4-BE49-F238E27FC236}">
                    <a16:creationId xmlns:a16="http://schemas.microsoft.com/office/drawing/2014/main" id="{089F8EB0-D83F-0171-C063-0DB714962BAE}"/>
                  </a:ext>
                </a:extLst>
              </p:cNvPr>
              <p:cNvSpPr>
                <a:spLocks noGrp="1" noRot="1" noChangeAspect="1" noMove="1" noResize="1" noEditPoints="1" noAdjustHandles="1" noChangeArrowheads="1" noChangeShapeType="1" noTextEdit="1"/>
              </p:cNvSpPr>
              <p:nvPr/>
            </p:nvSpPr>
            <p:spPr>
              <a:xfrm>
                <a:off x="3216753" y="3284269"/>
                <a:ext cx="106269" cy="69474"/>
              </a:xfrm>
              <a:prstGeom prst="rect">
                <a:avLst/>
              </a:prstGeom>
              <a:blipFill>
                <a:blip r:embed="rId5"/>
                <a:stretch>
                  <a:fillRect l="-23529" b="-54545"/>
                </a:stretch>
              </a:blipFill>
              <a:ln w="0">
                <a:noFill/>
              </a:ln>
            </p:spPr>
            <p:txBody>
              <a:bodyPr/>
              <a:lstStyle/>
              <a:p>
                <a:r>
                  <a:rPr lang="zh-CN" altLang="en-US">
                    <a:noFill/>
                  </a:rPr>
                  <a:t> </a:t>
                </a:r>
              </a:p>
            </p:txBody>
          </p:sp>
        </mc:Fallback>
      </mc:AlternateContent>
      <p:sp>
        <p:nvSpPr>
          <p:cNvPr id="1000034" name="Label 31 User-provided SMILES · same PDB">
            <a:extLst>
              <a:ext uri="{FF2B5EF4-FFF2-40B4-BE49-F238E27FC236}">
                <a16:creationId xmlns:a16="http://schemas.microsoft.com/office/drawing/2014/main" id="{FA697514-484F-ABDD-66D0-BF7E69D0AB09}"/>
              </a:ext>
            </a:extLst>
          </p:cNvPr>
          <p:cNvSpPr>
            <a:spLocks noGrp="1"/>
          </p:cNvSpPr>
          <p:nvPr/>
        </p:nvSpPr>
        <p:spPr>
          <a:xfrm>
            <a:off x="3705181" y="1986731"/>
            <a:ext cx="1238441" cy="65388"/>
          </a:xfrm>
          <a:prstGeom prst="rect">
            <a:avLst/>
          </a:prstGeom>
          <a:noFill/>
          <a:ln w="0">
            <a:noFill/>
          </a:ln>
        </p:spPr>
        <p:txBody>
          <a:bodyPr wrap="none" lIns="0" tIns="0" rIns="0" bIns="0" anchor="ctr">
            <a:noAutofit/>
          </a:bodyPr>
          <a:lstStyle/>
          <a:p>
            <a:pPr algn="ctr">
              <a:defRPr sz="417" b="0">
                <a:solidFill>
                  <a:srgbClr val="6F8290"/>
                </a:solidFill>
                <a:latin typeface="Arial"/>
                <a:ea typeface="Arial"/>
                <a:cs typeface="Arial"/>
              </a:defRPr>
            </a:pPr>
            <a:r>
              <a:rPr sz="417" b="0" dirty="0">
                <a:solidFill>
                  <a:srgbClr val="6F8290"/>
                </a:solidFill>
                <a:latin typeface="Arial"/>
                <a:ea typeface="Arial"/>
                <a:cs typeface="Arial"/>
              </a:rPr>
              <a:t>User-provided SMILES · same PDB</a:t>
            </a:r>
          </a:p>
        </p:txBody>
      </p:sp>
      <p:sp>
        <p:nvSpPr>
          <p:cNvPr id="1000035" name="Operator ">
            <a:extLst>
              <a:ext uri="{FF2B5EF4-FFF2-40B4-BE49-F238E27FC236}">
                <a16:creationId xmlns:a16="http://schemas.microsoft.com/office/drawing/2014/main" id="{C43941CD-8F4C-D34C-B0D4-8D2799101932}"/>
              </a:ext>
            </a:extLst>
          </p:cNvPr>
          <p:cNvSpPr>
            <a:spLocks noGrp="1"/>
          </p:cNvSpPr>
          <p:nvPr/>
        </p:nvSpPr>
        <p:spPr>
          <a:xfrm>
            <a:off x="4068947" y="2062335"/>
            <a:ext cx="439381" cy="349776"/>
          </a:xfrm>
          <a:prstGeom prst="roundRect">
            <a:avLst>
              <a:gd name="adj" fmla="val 4118"/>
            </a:avLst>
          </a:prstGeom>
          <a:solidFill>
            <a:srgbClr val="FFFFFF"/>
          </a:solidFill>
          <a:ln w="3270">
            <a:solidFill>
              <a:srgbClr val="BFD9CF"/>
            </a:solidFill>
          </a:ln>
        </p:spPr>
      </p:sp>
      <p:sp>
        <p:nvSpPr>
          <p:cNvPr id="1000036" name="Operator ">
            <a:extLst>
              <a:ext uri="{FF2B5EF4-FFF2-40B4-BE49-F238E27FC236}">
                <a16:creationId xmlns:a16="http://schemas.microsoft.com/office/drawing/2014/main" id="{44AA21B6-7457-1D5F-80E0-9F24ADCA9426}"/>
              </a:ext>
            </a:extLst>
          </p:cNvPr>
          <p:cNvSpPr>
            <a:spLocks noGrp="1"/>
          </p:cNvSpPr>
          <p:nvPr/>
        </p:nvSpPr>
        <p:spPr>
          <a:xfrm>
            <a:off x="4081209" y="2248282"/>
            <a:ext cx="414857" cy="69474"/>
          </a:xfrm>
          <a:prstGeom prst="roundRect">
            <a:avLst>
              <a:gd name="adj" fmla="val 20588"/>
            </a:avLst>
          </a:prstGeom>
          <a:solidFill>
            <a:srgbClr val="EDF6F1"/>
          </a:solidFill>
          <a:ln w="3270">
            <a:solidFill>
              <a:srgbClr val="2B887C"/>
            </a:solidFill>
          </a:ln>
        </p:spPr>
      </p:sp>
      <p:sp>
        <p:nvSpPr>
          <p:cNvPr id="1000037" name="Label 32 1">
            <a:extLst>
              <a:ext uri="{FF2B5EF4-FFF2-40B4-BE49-F238E27FC236}">
                <a16:creationId xmlns:a16="http://schemas.microsoft.com/office/drawing/2014/main" id="{4A69C17C-F264-822C-57C9-F3CDEAF2A48B}"/>
              </a:ext>
            </a:extLst>
          </p:cNvPr>
          <p:cNvSpPr>
            <a:spLocks noGrp="1"/>
          </p:cNvSpPr>
          <p:nvPr/>
        </p:nvSpPr>
        <p:spPr>
          <a:xfrm>
            <a:off x="4091427" y="2074595"/>
            <a:ext cx="53134" cy="57214"/>
          </a:xfrm>
          <a:prstGeom prst="rect">
            <a:avLst/>
          </a:prstGeom>
          <a:noFill/>
          <a:ln w="0">
            <a:noFill/>
          </a:ln>
        </p:spPr>
        <p:txBody>
          <a:bodyPr wrap="none" lIns="0" tIns="0" rIns="0" bIns="0" anchor="ctr">
            <a:noAutofit/>
          </a:bodyPr>
          <a:lstStyle/>
          <a:p>
            <a:pPr algn="ctr">
              <a:defRPr sz="400" b="0">
                <a:solidFill>
                  <a:srgbClr val="5D83A8"/>
                </a:solidFill>
                <a:latin typeface="Arial"/>
                <a:ea typeface="Arial"/>
                <a:cs typeface="Arial"/>
              </a:defRPr>
            </a:pPr>
            <a:r>
              <a:rPr sz="400" b="0">
                <a:solidFill>
                  <a:srgbClr val="5D83A8"/>
                </a:solidFill>
                <a:latin typeface="Arial"/>
                <a:ea typeface="Arial"/>
                <a:cs typeface="Arial"/>
              </a:rPr>
              <a:t>1</a:t>
            </a:r>
          </a:p>
        </p:txBody>
      </p:sp>
      <p:sp>
        <p:nvSpPr>
          <p:cNvPr id="1000038" name="Label 33 CCO">
            <a:extLst>
              <a:ext uri="{FF2B5EF4-FFF2-40B4-BE49-F238E27FC236}">
                <a16:creationId xmlns:a16="http://schemas.microsoft.com/office/drawing/2014/main" id="{B01DB248-E9F9-73E1-3BD1-4C7C8D161ABD}"/>
              </a:ext>
            </a:extLst>
          </p:cNvPr>
          <p:cNvSpPr>
            <a:spLocks noGrp="1"/>
          </p:cNvSpPr>
          <p:nvPr/>
        </p:nvSpPr>
        <p:spPr>
          <a:xfrm>
            <a:off x="4160911" y="2074595"/>
            <a:ext cx="322894" cy="57214"/>
          </a:xfrm>
          <a:prstGeom prst="rect">
            <a:avLst/>
          </a:prstGeom>
          <a:noFill/>
          <a:ln w="0">
            <a:noFill/>
          </a:ln>
        </p:spPr>
        <p:txBody>
          <a:bodyPr wrap="none" lIns="0" tIns="0" rIns="0" bIns="0" anchor="ctr">
            <a:noAutofit/>
          </a:bodyPr>
          <a:lstStyle/>
          <a:p>
            <a:pPr algn="l">
              <a:defRPr sz="400" b="0">
                <a:solidFill>
                  <a:srgbClr val="5D83A8"/>
                </a:solidFill>
                <a:latin typeface="Arial"/>
                <a:ea typeface="Arial"/>
                <a:cs typeface="Arial"/>
              </a:defRPr>
            </a:pPr>
            <a:r>
              <a:rPr sz="400" b="0">
                <a:solidFill>
                  <a:srgbClr val="5D83A8"/>
                </a:solidFill>
                <a:latin typeface="Arial"/>
                <a:ea typeface="Arial"/>
                <a:cs typeface="Arial"/>
              </a:rPr>
              <a:t>CCO</a:t>
            </a:r>
          </a:p>
        </p:txBody>
      </p:sp>
      <p:sp>
        <p:nvSpPr>
          <p:cNvPr id="1000039" name="Label 34 2">
            <a:extLst>
              <a:ext uri="{FF2B5EF4-FFF2-40B4-BE49-F238E27FC236}">
                <a16:creationId xmlns:a16="http://schemas.microsoft.com/office/drawing/2014/main" id="{1B5E384B-A0CD-27E4-E74F-A790939BE2B9}"/>
              </a:ext>
            </a:extLst>
          </p:cNvPr>
          <p:cNvSpPr>
            <a:spLocks noGrp="1"/>
          </p:cNvSpPr>
          <p:nvPr/>
        </p:nvSpPr>
        <p:spPr>
          <a:xfrm>
            <a:off x="4091427" y="2164504"/>
            <a:ext cx="53134" cy="57214"/>
          </a:xfrm>
          <a:prstGeom prst="rect">
            <a:avLst/>
          </a:prstGeom>
          <a:noFill/>
          <a:ln w="0">
            <a:noFill/>
          </a:ln>
        </p:spPr>
        <p:txBody>
          <a:bodyPr wrap="none" lIns="0" tIns="0" rIns="0" bIns="0" anchor="ctr">
            <a:noAutofit/>
          </a:bodyPr>
          <a:lstStyle/>
          <a:p>
            <a:pPr algn="ctr">
              <a:defRPr sz="400" b="0">
                <a:solidFill>
                  <a:srgbClr val="AC844C"/>
                </a:solidFill>
                <a:latin typeface="Arial"/>
                <a:ea typeface="Arial"/>
                <a:cs typeface="Arial"/>
              </a:defRPr>
            </a:pPr>
            <a:r>
              <a:rPr sz="400" b="0">
                <a:solidFill>
                  <a:srgbClr val="AC844C"/>
                </a:solidFill>
                <a:latin typeface="Arial"/>
                <a:ea typeface="Arial"/>
                <a:cs typeface="Arial"/>
              </a:rPr>
              <a:t>2</a:t>
            </a:r>
          </a:p>
        </p:txBody>
      </p:sp>
      <p:sp>
        <p:nvSpPr>
          <p:cNvPr id="1000040" name="Label 35 CC(=O)O">
            <a:extLst>
              <a:ext uri="{FF2B5EF4-FFF2-40B4-BE49-F238E27FC236}">
                <a16:creationId xmlns:a16="http://schemas.microsoft.com/office/drawing/2014/main" id="{C0176642-9B10-5B68-9F0F-61B79A6B9DE4}"/>
              </a:ext>
            </a:extLst>
          </p:cNvPr>
          <p:cNvSpPr>
            <a:spLocks noGrp="1"/>
          </p:cNvSpPr>
          <p:nvPr/>
        </p:nvSpPr>
        <p:spPr>
          <a:xfrm>
            <a:off x="4160911" y="2164504"/>
            <a:ext cx="322894" cy="57214"/>
          </a:xfrm>
          <a:prstGeom prst="rect">
            <a:avLst/>
          </a:prstGeom>
          <a:noFill/>
          <a:ln w="0">
            <a:noFill/>
          </a:ln>
        </p:spPr>
        <p:txBody>
          <a:bodyPr wrap="none" lIns="0" tIns="0" rIns="0" bIns="0" anchor="ctr">
            <a:noAutofit/>
          </a:bodyPr>
          <a:lstStyle/>
          <a:p>
            <a:pPr algn="l">
              <a:defRPr sz="400" b="0">
                <a:solidFill>
                  <a:srgbClr val="AC844C"/>
                </a:solidFill>
                <a:latin typeface="Arial"/>
                <a:ea typeface="Arial"/>
                <a:cs typeface="Arial"/>
              </a:defRPr>
            </a:pPr>
            <a:r>
              <a:rPr sz="400" b="0">
                <a:solidFill>
                  <a:srgbClr val="AC844C"/>
                </a:solidFill>
                <a:latin typeface="Arial"/>
                <a:ea typeface="Arial"/>
                <a:cs typeface="Arial"/>
              </a:rPr>
              <a:t>CC(=O)O</a:t>
            </a:r>
          </a:p>
        </p:txBody>
      </p:sp>
      <p:sp>
        <p:nvSpPr>
          <p:cNvPr id="1000041" name="Label 36 k">
            <a:extLst>
              <a:ext uri="{FF2B5EF4-FFF2-40B4-BE49-F238E27FC236}">
                <a16:creationId xmlns:a16="http://schemas.microsoft.com/office/drawing/2014/main" id="{0363D78B-C5B7-8069-E283-358882294AC5}"/>
              </a:ext>
            </a:extLst>
          </p:cNvPr>
          <p:cNvSpPr>
            <a:spLocks noGrp="1"/>
          </p:cNvSpPr>
          <p:nvPr/>
        </p:nvSpPr>
        <p:spPr>
          <a:xfrm>
            <a:off x="4091427" y="2254412"/>
            <a:ext cx="53134" cy="57214"/>
          </a:xfrm>
          <a:prstGeom prst="rect">
            <a:avLst/>
          </a:prstGeom>
          <a:noFill/>
          <a:ln w="0">
            <a:noFill/>
          </a:ln>
        </p:spPr>
        <p:txBody>
          <a:bodyPr wrap="none" lIns="0" tIns="0" rIns="0" bIns="0"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k</a:t>
            </a:r>
          </a:p>
        </p:txBody>
      </p:sp>
      <p:sp>
        <p:nvSpPr>
          <p:cNvPr id="1000042" name="Label 37 Cc1ccccc1">
            <a:extLst>
              <a:ext uri="{FF2B5EF4-FFF2-40B4-BE49-F238E27FC236}">
                <a16:creationId xmlns:a16="http://schemas.microsoft.com/office/drawing/2014/main" id="{245A7B3C-25EC-E0F7-6FDB-508C962B5B13}"/>
              </a:ext>
            </a:extLst>
          </p:cNvPr>
          <p:cNvSpPr>
            <a:spLocks noGrp="1"/>
          </p:cNvSpPr>
          <p:nvPr/>
        </p:nvSpPr>
        <p:spPr>
          <a:xfrm>
            <a:off x="4160911" y="2254412"/>
            <a:ext cx="322894" cy="57214"/>
          </a:xfrm>
          <a:prstGeom prst="rect">
            <a:avLst/>
          </a:prstGeom>
          <a:noFill/>
          <a:ln w="0">
            <a:noFill/>
          </a:ln>
        </p:spPr>
        <p:txBody>
          <a:bodyPr wrap="none" lIns="0" tIns="0" rIns="0" bIns="0" anchor="ctr">
            <a:noAutofit/>
          </a:bodyPr>
          <a:lstStyle/>
          <a:p>
            <a:pPr algn="l">
              <a:defRPr sz="400" b="1">
                <a:solidFill>
                  <a:srgbClr val="2B887C"/>
                </a:solidFill>
                <a:latin typeface="Arial"/>
                <a:ea typeface="Arial"/>
                <a:cs typeface="Arial"/>
              </a:defRPr>
            </a:pPr>
            <a:r>
              <a:rPr sz="400" b="1">
                <a:solidFill>
                  <a:srgbClr val="2B887C"/>
                </a:solidFill>
                <a:latin typeface="Arial"/>
                <a:ea typeface="Arial"/>
                <a:cs typeface="Arial"/>
              </a:rPr>
              <a:t>Cc1ccccc1</a:t>
            </a:r>
          </a:p>
        </p:txBody>
      </p:sp>
      <p:sp>
        <p:nvSpPr>
          <p:cNvPr id="1000043" name="Label 38 K">
            <a:extLst>
              <a:ext uri="{FF2B5EF4-FFF2-40B4-BE49-F238E27FC236}">
                <a16:creationId xmlns:a16="http://schemas.microsoft.com/office/drawing/2014/main" id="{A2582FA0-9309-416A-A8C7-FB7EC673887A}"/>
              </a:ext>
            </a:extLst>
          </p:cNvPr>
          <p:cNvSpPr>
            <a:spLocks noGrp="1"/>
          </p:cNvSpPr>
          <p:nvPr/>
        </p:nvSpPr>
        <p:spPr>
          <a:xfrm>
            <a:off x="4091427" y="2344320"/>
            <a:ext cx="53134" cy="57214"/>
          </a:xfrm>
          <a:prstGeom prst="rect">
            <a:avLst/>
          </a:prstGeom>
          <a:noFill/>
          <a:ln w="0">
            <a:noFill/>
          </a:ln>
        </p:spPr>
        <p:txBody>
          <a:bodyPr wrap="none" lIns="0" tIns="0" rIns="0" bIns="0" anchor="ctr">
            <a:noAutofit/>
          </a:bodyPr>
          <a:lstStyle/>
          <a:p>
            <a:pPr algn="ctr">
              <a:defRPr sz="400" b="0">
                <a:solidFill>
                  <a:srgbClr val="9580A8"/>
                </a:solidFill>
                <a:latin typeface="Arial"/>
                <a:ea typeface="Arial"/>
                <a:cs typeface="Arial"/>
              </a:defRPr>
            </a:pPr>
            <a:r>
              <a:rPr sz="400" b="0">
                <a:solidFill>
                  <a:srgbClr val="9580A8"/>
                </a:solidFill>
                <a:latin typeface="Arial"/>
                <a:ea typeface="Arial"/>
                <a:cs typeface="Arial"/>
              </a:rPr>
              <a:t>K</a:t>
            </a:r>
          </a:p>
        </p:txBody>
      </p:sp>
      <p:sp>
        <p:nvSpPr>
          <p:cNvPr id="1000044" name="Label 39 CC(N)=O">
            <a:extLst>
              <a:ext uri="{FF2B5EF4-FFF2-40B4-BE49-F238E27FC236}">
                <a16:creationId xmlns:a16="http://schemas.microsoft.com/office/drawing/2014/main" id="{7EBDBA4B-FF2E-EBAF-BF93-48D7944940C0}"/>
              </a:ext>
            </a:extLst>
          </p:cNvPr>
          <p:cNvSpPr>
            <a:spLocks noGrp="1"/>
          </p:cNvSpPr>
          <p:nvPr/>
        </p:nvSpPr>
        <p:spPr>
          <a:xfrm>
            <a:off x="4160911" y="2344320"/>
            <a:ext cx="322894" cy="57214"/>
          </a:xfrm>
          <a:prstGeom prst="rect">
            <a:avLst/>
          </a:prstGeom>
          <a:noFill/>
          <a:ln w="0">
            <a:noFill/>
          </a:ln>
        </p:spPr>
        <p:txBody>
          <a:bodyPr wrap="none" lIns="0" tIns="0" rIns="0" bIns="0" anchor="ctr">
            <a:noAutofit/>
          </a:bodyPr>
          <a:lstStyle/>
          <a:p>
            <a:pPr algn="l">
              <a:defRPr sz="400" b="0">
                <a:solidFill>
                  <a:srgbClr val="9580A8"/>
                </a:solidFill>
                <a:latin typeface="Arial"/>
                <a:ea typeface="Arial"/>
                <a:cs typeface="Arial"/>
              </a:defRPr>
            </a:pPr>
            <a:r>
              <a:rPr sz="400" b="0" dirty="0">
                <a:solidFill>
                  <a:srgbClr val="9580A8"/>
                </a:solidFill>
                <a:latin typeface="Arial"/>
                <a:ea typeface="Arial"/>
                <a:cs typeface="Arial"/>
              </a:rPr>
              <a:t>CC(N)=O</a:t>
            </a:r>
          </a:p>
        </p:txBody>
      </p:sp>
      <p:sp>
        <p:nvSpPr>
          <p:cNvPr id="1000045" name="Label 40 ···">
            <a:extLst>
              <a:ext uri="{FF2B5EF4-FFF2-40B4-BE49-F238E27FC236}">
                <a16:creationId xmlns:a16="http://schemas.microsoft.com/office/drawing/2014/main" id="{8AAB699A-96EE-C243-4E66-4CB449FB094D}"/>
              </a:ext>
            </a:extLst>
          </p:cNvPr>
          <p:cNvSpPr>
            <a:spLocks noGrp="1"/>
          </p:cNvSpPr>
          <p:nvPr/>
        </p:nvSpPr>
        <p:spPr>
          <a:xfrm>
            <a:off x="4032584" y="2219675"/>
            <a:ext cx="183927" cy="28607"/>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dirty="0">
                <a:solidFill>
                  <a:srgbClr val="6F8290"/>
                </a:solidFill>
                <a:latin typeface="Arial"/>
                <a:ea typeface="Arial"/>
                <a:cs typeface="Arial"/>
              </a:rPr>
              <a:t>···</a:t>
            </a:r>
          </a:p>
        </p:txBody>
      </p:sp>
      <p:sp>
        <p:nvSpPr>
          <p:cNvPr id="1000046" name="Label 41 ···">
            <a:extLst>
              <a:ext uri="{FF2B5EF4-FFF2-40B4-BE49-F238E27FC236}">
                <a16:creationId xmlns:a16="http://schemas.microsoft.com/office/drawing/2014/main" id="{12B6820B-0F14-5308-3392-17E2564CAF01}"/>
              </a:ext>
            </a:extLst>
          </p:cNvPr>
          <p:cNvSpPr>
            <a:spLocks noGrp="1"/>
          </p:cNvSpPr>
          <p:nvPr/>
        </p:nvSpPr>
        <p:spPr>
          <a:xfrm>
            <a:off x="4031008" y="2320021"/>
            <a:ext cx="183927" cy="28607"/>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dirty="0">
                <a:solidFill>
                  <a:srgbClr val="6F8290"/>
                </a:solidFill>
                <a:latin typeface="Arial"/>
                <a:ea typeface="Arial"/>
                <a:cs typeface="Arial"/>
              </a:rPr>
              <a:t>···</a:t>
            </a:r>
          </a:p>
        </p:txBody>
      </p:sp>
      <p:sp>
        <p:nvSpPr>
          <p:cNvPr id="1000047" name="Arrow 42">
            <a:extLst>
              <a:ext uri="{FF2B5EF4-FFF2-40B4-BE49-F238E27FC236}">
                <a16:creationId xmlns:a16="http://schemas.microsoft.com/office/drawing/2014/main" id="{4949391B-1FC1-2300-D73B-6D911D83C4E2}"/>
              </a:ext>
            </a:extLst>
          </p:cNvPr>
          <p:cNvSpPr>
            <a:spLocks noGrp="1"/>
          </p:cNvSpPr>
          <p:nvPr/>
        </p:nvSpPr>
        <p:spPr>
          <a:xfrm>
            <a:off x="3817581" y="2283019"/>
            <a:ext cx="251367" cy="182461"/>
          </a:xfrm>
          <a:custGeom>
            <a:avLst/>
            <a:gdLst/>
            <a:ahLst/>
            <a:cxnLst/>
            <a:rect l="0" t="0" r="0" b="0"/>
            <a:pathLst>
              <a:path w="1171575" h="704850">
                <a:moveTo>
                  <a:pt x="1171575" y="0"/>
                </a:moveTo>
                <a:lnTo>
                  <a:pt x="0" y="0"/>
                </a:lnTo>
                <a:lnTo>
                  <a:pt x="0" y="704850"/>
                </a:lnTo>
              </a:path>
            </a:pathLst>
          </a:custGeom>
          <a:noFill/>
          <a:ln w="3474">
            <a:solidFill>
              <a:srgbClr val="2B887C"/>
            </a:solidFill>
            <a:prstDash val="solid"/>
          </a:ln>
        </p:spPr>
      </p:sp>
      <p:sp>
        <p:nvSpPr>
          <p:cNvPr id="1000048" name="Label 43 RDKit">
            <a:extLst>
              <a:ext uri="{FF2B5EF4-FFF2-40B4-BE49-F238E27FC236}">
                <a16:creationId xmlns:a16="http://schemas.microsoft.com/office/drawing/2014/main" id="{EA6A0A7B-6C99-76D4-DFB9-5BDB63019736}"/>
              </a:ext>
            </a:extLst>
          </p:cNvPr>
          <p:cNvSpPr>
            <a:spLocks noGrp="1"/>
          </p:cNvSpPr>
          <p:nvPr/>
        </p:nvSpPr>
        <p:spPr>
          <a:xfrm>
            <a:off x="3858453" y="2295279"/>
            <a:ext cx="173709" cy="55171"/>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a:solidFill>
                  <a:srgbClr val="6F8290"/>
                </a:solidFill>
                <a:latin typeface="Arial"/>
                <a:ea typeface="Arial"/>
                <a:cs typeface="Arial"/>
              </a:rPr>
              <a:t>RDKit</a:t>
            </a:r>
          </a:p>
        </p:txBody>
      </p:sp>
      <p:sp>
        <p:nvSpPr>
          <p:cNvPr id="1000049" name="Arrow 44">
            <a:extLst>
              <a:ext uri="{FF2B5EF4-FFF2-40B4-BE49-F238E27FC236}">
                <a16:creationId xmlns:a16="http://schemas.microsoft.com/office/drawing/2014/main" id="{3EE6140F-6046-1F49-EF96-A10F0CDE2EFA}"/>
              </a:ext>
            </a:extLst>
          </p:cNvPr>
          <p:cNvSpPr>
            <a:spLocks noGrp="1"/>
          </p:cNvSpPr>
          <p:nvPr/>
        </p:nvSpPr>
        <p:spPr>
          <a:xfrm>
            <a:off x="4287616" y="2412112"/>
            <a:ext cx="20" cy="87504"/>
          </a:xfrm>
          <a:custGeom>
            <a:avLst/>
            <a:gdLst/>
            <a:ahLst/>
            <a:cxnLst/>
            <a:rect l="0" t="0" r="0" b="0"/>
            <a:pathLst>
              <a:path w="95" h="228600">
                <a:moveTo>
                  <a:pt x="0" y="0"/>
                </a:moveTo>
                <a:lnTo>
                  <a:pt x="0" y="228600"/>
                </a:lnTo>
              </a:path>
            </a:pathLst>
          </a:custGeom>
          <a:noFill/>
          <a:ln w="3474">
            <a:solidFill>
              <a:srgbClr val="2B887C"/>
            </a:solidFill>
            <a:prstDash val="solid"/>
          </a:ln>
        </p:spPr>
      </p:sp>
      <p:sp>
        <p:nvSpPr>
          <p:cNvPr id="1000050" name="Arrow 45">
            <a:extLst>
              <a:ext uri="{FF2B5EF4-FFF2-40B4-BE49-F238E27FC236}">
                <a16:creationId xmlns:a16="http://schemas.microsoft.com/office/drawing/2014/main" id="{8495221C-813F-353C-5B2E-09C3191AAD68}"/>
              </a:ext>
            </a:extLst>
          </p:cNvPr>
          <p:cNvSpPr>
            <a:spLocks noGrp="1"/>
          </p:cNvSpPr>
          <p:nvPr/>
        </p:nvSpPr>
        <p:spPr>
          <a:xfrm>
            <a:off x="4508329" y="2103203"/>
            <a:ext cx="249323" cy="394370"/>
          </a:xfrm>
          <a:custGeom>
            <a:avLst/>
            <a:gdLst/>
            <a:ahLst/>
            <a:cxnLst/>
            <a:rect l="0" t="0" r="0" b="0"/>
            <a:pathLst>
              <a:path w="1162050" h="1647825">
                <a:moveTo>
                  <a:pt x="0" y="0"/>
                </a:moveTo>
                <a:lnTo>
                  <a:pt x="1162050" y="0"/>
                </a:lnTo>
                <a:lnTo>
                  <a:pt x="1162050" y="1647825"/>
                </a:lnTo>
              </a:path>
            </a:pathLst>
          </a:custGeom>
          <a:noFill/>
          <a:ln w="3474">
            <a:solidFill>
              <a:srgbClr val="2B887C"/>
            </a:solidFill>
            <a:prstDash val="solid"/>
          </a:ln>
        </p:spPr>
      </p:sp>
      <p:sp>
        <p:nvSpPr>
          <p:cNvPr id="1000051" name="Line 46">
            <a:extLst>
              <a:ext uri="{FF2B5EF4-FFF2-40B4-BE49-F238E27FC236}">
                <a16:creationId xmlns:a16="http://schemas.microsoft.com/office/drawing/2014/main" id="{4F3CE4A4-D177-F12C-C10E-D90A64ABF7FF}"/>
              </a:ext>
            </a:extLst>
          </p:cNvPr>
          <p:cNvSpPr>
            <a:spLocks noGrp="1"/>
          </p:cNvSpPr>
          <p:nvPr/>
        </p:nvSpPr>
        <p:spPr>
          <a:xfrm>
            <a:off x="4508329" y="2193111"/>
            <a:ext cx="249323" cy="20"/>
          </a:xfrm>
          <a:custGeom>
            <a:avLst/>
            <a:gdLst/>
            <a:ahLst/>
            <a:cxnLst/>
            <a:rect l="0" t="0" r="0" b="0"/>
            <a:pathLst>
              <a:path w="1162050" h="95">
                <a:moveTo>
                  <a:pt x="0" y="0"/>
                </a:moveTo>
                <a:lnTo>
                  <a:pt x="1162050" y="0"/>
                </a:lnTo>
              </a:path>
            </a:pathLst>
          </a:custGeom>
          <a:noFill/>
          <a:ln w="3474">
            <a:solidFill>
              <a:srgbClr val="2B887C"/>
            </a:solidFill>
            <a:prstDash val="solid"/>
          </a:ln>
        </p:spPr>
      </p:sp>
      <p:sp>
        <p:nvSpPr>
          <p:cNvPr id="1000052" name="Line 47">
            <a:extLst>
              <a:ext uri="{FF2B5EF4-FFF2-40B4-BE49-F238E27FC236}">
                <a16:creationId xmlns:a16="http://schemas.microsoft.com/office/drawing/2014/main" id="{7E96D21D-C570-B5DF-20F8-7582F53B0972}"/>
              </a:ext>
            </a:extLst>
          </p:cNvPr>
          <p:cNvSpPr>
            <a:spLocks noGrp="1"/>
          </p:cNvSpPr>
          <p:nvPr/>
        </p:nvSpPr>
        <p:spPr>
          <a:xfrm>
            <a:off x="4508329" y="2372927"/>
            <a:ext cx="249323" cy="20"/>
          </a:xfrm>
          <a:custGeom>
            <a:avLst/>
            <a:gdLst/>
            <a:ahLst/>
            <a:cxnLst/>
            <a:rect l="0" t="0" r="0" b="0"/>
            <a:pathLst>
              <a:path w="1162050" h="95">
                <a:moveTo>
                  <a:pt x="0" y="0"/>
                </a:moveTo>
                <a:lnTo>
                  <a:pt x="1162050" y="0"/>
                </a:lnTo>
              </a:path>
            </a:pathLst>
          </a:custGeom>
          <a:noFill/>
          <a:ln w="3474">
            <a:solidFill>
              <a:srgbClr val="2B887C"/>
            </a:solidFill>
            <a:prstDash val="solid"/>
          </a:ln>
        </p:spPr>
      </p:sp>
      <p:sp>
        <p:nvSpPr>
          <p:cNvPr id="1000053" name="Label 48 Other identities">
            <a:extLst>
              <a:ext uri="{FF2B5EF4-FFF2-40B4-BE49-F238E27FC236}">
                <a16:creationId xmlns:a16="http://schemas.microsoft.com/office/drawing/2014/main" id="{9C320152-FD98-B124-42EE-9F646A579FD3}"/>
              </a:ext>
            </a:extLst>
          </p:cNvPr>
          <p:cNvSpPr>
            <a:spLocks noGrp="1"/>
          </p:cNvSpPr>
          <p:nvPr/>
        </p:nvSpPr>
        <p:spPr>
          <a:xfrm>
            <a:off x="4788306" y="2254412"/>
            <a:ext cx="235018" cy="110342"/>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dirty="0">
                <a:solidFill>
                  <a:srgbClr val="6F8290"/>
                </a:solidFill>
                <a:latin typeface="Arial"/>
                <a:ea typeface="Arial"/>
                <a:cs typeface="Arial"/>
              </a:rPr>
              <a:t>Other</a:t>
            </a:r>
          </a:p>
          <a:p>
            <a:pPr algn="ctr">
              <a:defRPr sz="400" b="0">
                <a:solidFill>
                  <a:srgbClr val="6F8290"/>
                </a:solidFill>
                <a:latin typeface="Arial"/>
                <a:ea typeface="Arial"/>
                <a:cs typeface="Arial"/>
              </a:defRPr>
            </a:pPr>
            <a:r>
              <a:rPr lang="en-US" sz="400" b="0" dirty="0">
                <a:solidFill>
                  <a:srgbClr val="6F8290"/>
                </a:solidFill>
                <a:latin typeface="Arial"/>
                <a:ea typeface="Arial"/>
                <a:cs typeface="Arial"/>
              </a:rPr>
              <a:t> </a:t>
            </a:r>
            <a:r>
              <a:rPr sz="400" b="0" dirty="0">
                <a:solidFill>
                  <a:srgbClr val="6F8290"/>
                </a:solidFill>
                <a:latin typeface="Arial"/>
                <a:ea typeface="Arial"/>
                <a:cs typeface="Arial"/>
              </a:rPr>
              <a:t>identities</a:t>
            </a:r>
          </a:p>
        </p:txBody>
      </p:sp>
      <p:sp>
        <p:nvSpPr>
          <p:cNvPr id="1000054" name="Label 49 Own graph">
            <a:extLst>
              <a:ext uri="{FF2B5EF4-FFF2-40B4-BE49-F238E27FC236}">
                <a16:creationId xmlns:a16="http://schemas.microsoft.com/office/drawing/2014/main" id="{DC2A5F9F-F1A3-4ACF-4DEF-15FAF9AF2FF3}"/>
              </a:ext>
            </a:extLst>
          </p:cNvPr>
          <p:cNvSpPr>
            <a:spLocks noGrp="1"/>
          </p:cNvSpPr>
          <p:nvPr/>
        </p:nvSpPr>
        <p:spPr>
          <a:xfrm>
            <a:off x="3660678" y="2607209"/>
            <a:ext cx="308589" cy="61301"/>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dirty="0">
                <a:solidFill>
                  <a:srgbClr val="6F8290"/>
                </a:solidFill>
                <a:latin typeface="Arial"/>
                <a:ea typeface="Arial"/>
                <a:cs typeface="Arial"/>
              </a:rPr>
              <a:t>Own graph</a:t>
            </a:r>
          </a:p>
        </p:txBody>
      </p:sp>
      <p:sp>
        <p:nvSpPr>
          <p:cNvPr id="1000055" name="Operator SMI-TED">
            <a:extLst>
              <a:ext uri="{FF2B5EF4-FFF2-40B4-BE49-F238E27FC236}">
                <a16:creationId xmlns:a16="http://schemas.microsoft.com/office/drawing/2014/main" id="{E69760B1-2472-8F46-B6F6-F5AD7F6FF29A}"/>
              </a:ext>
            </a:extLst>
          </p:cNvPr>
          <p:cNvSpPr>
            <a:spLocks noGrp="1"/>
          </p:cNvSpPr>
          <p:nvPr/>
        </p:nvSpPr>
        <p:spPr>
          <a:xfrm>
            <a:off x="4126169" y="2509833"/>
            <a:ext cx="322894"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SMI-TED</a:t>
            </a:r>
          </a:p>
        </p:txBody>
      </p:sp>
      <p:sp>
        <p:nvSpPr>
          <p:cNvPr id="1000056" name="Label 50 + linear">
            <a:extLst>
              <a:ext uri="{FF2B5EF4-FFF2-40B4-BE49-F238E27FC236}">
                <a16:creationId xmlns:a16="http://schemas.microsoft.com/office/drawing/2014/main" id="{04763126-86F8-6DB8-51A3-6E0EDA9A64E3}"/>
              </a:ext>
            </a:extLst>
          </p:cNvPr>
          <p:cNvSpPr>
            <a:spLocks noGrp="1"/>
          </p:cNvSpPr>
          <p:nvPr/>
        </p:nvSpPr>
        <p:spPr>
          <a:xfrm>
            <a:off x="4154780" y="2624261"/>
            <a:ext cx="265672" cy="59258"/>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a:solidFill>
                  <a:srgbClr val="6F8290"/>
                </a:solidFill>
                <a:latin typeface="Arial"/>
                <a:ea typeface="Arial"/>
                <a:cs typeface="Arial"/>
              </a:rPr>
              <a:t>+ linear</a:t>
            </a:r>
          </a:p>
        </p:txBody>
      </p:sp>
      <p:sp>
        <p:nvSpPr>
          <p:cNvPr id="1000057" name="Operator SMI-TED">
            <a:extLst>
              <a:ext uri="{FF2B5EF4-FFF2-40B4-BE49-F238E27FC236}">
                <a16:creationId xmlns:a16="http://schemas.microsoft.com/office/drawing/2014/main" id="{F2499873-06D4-C024-E0B1-12F59EA91405}"/>
              </a:ext>
            </a:extLst>
          </p:cNvPr>
          <p:cNvSpPr>
            <a:spLocks noGrp="1"/>
          </p:cNvSpPr>
          <p:nvPr/>
        </p:nvSpPr>
        <p:spPr>
          <a:xfrm>
            <a:off x="4596205" y="2509833"/>
            <a:ext cx="322894"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dirty="0">
                <a:solidFill>
                  <a:srgbClr val="2B887C"/>
                </a:solidFill>
                <a:latin typeface="Arial"/>
                <a:ea typeface="Arial"/>
                <a:cs typeface="Arial"/>
              </a:rPr>
              <a:t>SMI-TED</a:t>
            </a:r>
          </a:p>
        </p:txBody>
      </p:sp>
      <p:sp>
        <p:nvSpPr>
          <p:cNvPr id="1000058" name="Label 51 + linear">
            <a:extLst>
              <a:ext uri="{FF2B5EF4-FFF2-40B4-BE49-F238E27FC236}">
                <a16:creationId xmlns:a16="http://schemas.microsoft.com/office/drawing/2014/main" id="{15867061-6249-1FCE-15E9-8DC4B3ABC78D}"/>
              </a:ext>
            </a:extLst>
          </p:cNvPr>
          <p:cNvSpPr>
            <a:spLocks noGrp="1"/>
          </p:cNvSpPr>
          <p:nvPr/>
        </p:nvSpPr>
        <p:spPr>
          <a:xfrm>
            <a:off x="4624816" y="2624261"/>
            <a:ext cx="265672" cy="59258"/>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dirty="0">
                <a:solidFill>
                  <a:srgbClr val="6F8290"/>
                </a:solidFill>
                <a:latin typeface="Arial"/>
                <a:ea typeface="Arial"/>
                <a:cs typeface="Arial"/>
              </a:rPr>
              <a:t>+ linear</a:t>
            </a:r>
          </a:p>
        </p:txBody>
      </p:sp>
      <p:sp>
        <p:nvSpPr>
          <p:cNvPr id="1000060" name="Operator GNN">
            <a:extLst>
              <a:ext uri="{FF2B5EF4-FFF2-40B4-BE49-F238E27FC236}">
                <a16:creationId xmlns:a16="http://schemas.microsoft.com/office/drawing/2014/main" id="{E38BD2FC-A6FC-4D0D-24AE-52449EB2583A}"/>
              </a:ext>
            </a:extLst>
          </p:cNvPr>
          <p:cNvSpPr>
            <a:spLocks noGrp="1"/>
          </p:cNvSpPr>
          <p:nvPr/>
        </p:nvSpPr>
        <p:spPr>
          <a:xfrm>
            <a:off x="3692919" y="2726429"/>
            <a:ext cx="249323" cy="91480"/>
          </a:xfrm>
          <a:prstGeom prst="roundRect">
            <a:avLst>
              <a:gd name="adj" fmla="val 16667"/>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GNN</a:t>
            </a:r>
          </a:p>
        </p:txBody>
      </p:sp>
      <p:sp>
        <p:nvSpPr>
          <p:cNvPr id="1000061" name="Arrow 53">
            <a:extLst>
              <a:ext uri="{FF2B5EF4-FFF2-40B4-BE49-F238E27FC236}">
                <a16:creationId xmlns:a16="http://schemas.microsoft.com/office/drawing/2014/main" id="{F3627657-2168-E99B-6008-5921C5F1458C}"/>
              </a:ext>
            </a:extLst>
          </p:cNvPr>
          <p:cNvSpPr>
            <a:spLocks noGrp="1"/>
          </p:cNvSpPr>
          <p:nvPr/>
        </p:nvSpPr>
        <p:spPr>
          <a:xfrm>
            <a:off x="3817581" y="2817909"/>
            <a:ext cx="20" cy="116943"/>
          </a:xfrm>
          <a:custGeom>
            <a:avLst/>
            <a:gdLst/>
            <a:ahLst/>
            <a:cxnLst/>
            <a:rect l="0" t="0" r="0" b="0"/>
            <a:pathLst>
              <a:path w="95" h="276225">
                <a:moveTo>
                  <a:pt x="0" y="0"/>
                </a:moveTo>
                <a:lnTo>
                  <a:pt x="0" y="276225"/>
                </a:lnTo>
              </a:path>
            </a:pathLst>
          </a:custGeom>
          <a:noFill/>
          <a:ln w="3474">
            <a:solidFill>
              <a:srgbClr val="2B887C"/>
            </a:solidFill>
            <a:prstDash val="solid"/>
          </a:ln>
        </p:spPr>
      </p:sp>
      <p:sp>
        <p:nvSpPr>
          <p:cNvPr id="1000062" name="Label 54 K, V">
            <a:extLst>
              <a:ext uri="{FF2B5EF4-FFF2-40B4-BE49-F238E27FC236}">
                <a16:creationId xmlns:a16="http://schemas.microsoft.com/office/drawing/2014/main" id="{58B4240A-BF47-B045-8F48-6439DC6FC05A}"/>
              </a:ext>
            </a:extLst>
          </p:cNvPr>
          <p:cNvSpPr>
            <a:spLocks noGrp="1"/>
          </p:cNvSpPr>
          <p:nvPr/>
        </p:nvSpPr>
        <p:spPr>
          <a:xfrm>
            <a:off x="3840061" y="2827340"/>
            <a:ext cx="130792" cy="116854"/>
          </a:xfrm>
          <a:prstGeom prst="rect">
            <a:avLst/>
          </a:prstGeom>
          <a:noFill/>
          <a:ln w="0">
            <a:noFill/>
          </a:ln>
        </p:spPr>
        <p:txBody>
          <a:bodyPr wrap="none" lIns="0" tIns="0" rIns="0" bIns="0" anchor="ctr">
            <a:noAutofit/>
          </a:bodyPr>
          <a:lstStyle/>
          <a:p>
            <a:pPr algn="ctr">
              <a:defRPr sz="400" b="0">
                <a:solidFill>
                  <a:srgbClr val="2B887C"/>
                </a:solidFill>
                <a:latin typeface="Arial"/>
                <a:ea typeface="Arial"/>
                <a:cs typeface="Arial"/>
              </a:defRPr>
            </a:pPr>
            <a:r>
              <a:rPr sz="400" b="0">
                <a:solidFill>
                  <a:srgbClr val="2B887C"/>
                </a:solidFill>
                <a:latin typeface="Arial"/>
                <a:ea typeface="Arial"/>
                <a:cs typeface="Arial"/>
              </a:rPr>
              <a:t>K, V</a:t>
            </a:r>
          </a:p>
        </p:txBody>
      </p:sp>
      <p:sp>
        <p:nvSpPr>
          <p:cNvPr id="1000063" name="Arrow 55">
            <a:extLst>
              <a:ext uri="{FF2B5EF4-FFF2-40B4-BE49-F238E27FC236}">
                <a16:creationId xmlns:a16="http://schemas.microsoft.com/office/drawing/2014/main" id="{484305CF-18F5-01FF-92C1-745A9CEA16A6}"/>
              </a:ext>
            </a:extLst>
          </p:cNvPr>
          <p:cNvSpPr>
            <a:spLocks noGrp="1"/>
          </p:cNvSpPr>
          <p:nvPr/>
        </p:nvSpPr>
        <p:spPr>
          <a:xfrm>
            <a:off x="4287616" y="2689649"/>
            <a:ext cx="20" cy="281985"/>
          </a:xfrm>
          <a:custGeom>
            <a:avLst/>
            <a:gdLst/>
            <a:ahLst/>
            <a:cxnLst/>
            <a:rect l="0" t="0" r="0" b="0"/>
            <a:pathLst>
              <a:path w="95" h="933450">
                <a:moveTo>
                  <a:pt x="0" y="0"/>
                </a:moveTo>
                <a:lnTo>
                  <a:pt x="0" y="933450"/>
                </a:lnTo>
              </a:path>
            </a:pathLst>
          </a:custGeom>
          <a:noFill/>
          <a:ln w="3474">
            <a:solidFill>
              <a:srgbClr val="2B887C"/>
            </a:solidFill>
            <a:prstDash val="solid"/>
          </a:ln>
        </p:spPr>
      </p:sp>
      <p:sp>
        <p:nvSpPr>
          <p:cNvPr id="1000064" name="Arrow 56">
            <a:extLst>
              <a:ext uri="{FF2B5EF4-FFF2-40B4-BE49-F238E27FC236}">
                <a16:creationId xmlns:a16="http://schemas.microsoft.com/office/drawing/2014/main" id="{C948A762-8A8C-E431-BEE9-2DC218B4416B}"/>
              </a:ext>
            </a:extLst>
          </p:cNvPr>
          <p:cNvSpPr>
            <a:spLocks noGrp="1"/>
          </p:cNvSpPr>
          <p:nvPr/>
        </p:nvSpPr>
        <p:spPr>
          <a:xfrm>
            <a:off x="4757652" y="2689649"/>
            <a:ext cx="20" cy="30651"/>
          </a:xfrm>
          <a:custGeom>
            <a:avLst/>
            <a:gdLst/>
            <a:ahLst/>
            <a:cxnLst/>
            <a:rect l="0" t="0" r="0" b="0"/>
            <a:pathLst>
              <a:path w="95" h="142875">
                <a:moveTo>
                  <a:pt x="0" y="0"/>
                </a:moveTo>
                <a:lnTo>
                  <a:pt x="0" y="142875"/>
                </a:lnTo>
              </a:path>
            </a:pathLst>
          </a:custGeom>
          <a:noFill/>
          <a:ln w="3474">
            <a:solidFill>
              <a:srgbClr val="2B887C"/>
            </a:solidFill>
            <a:prstDash val="solid"/>
          </a:ln>
        </p:spPr>
      </p:sp>
      <p:sp>
        <p:nvSpPr>
          <p:cNvPr id="1000065" name="Label 57 1">
            <a:extLst>
              <a:ext uri="{FF2B5EF4-FFF2-40B4-BE49-F238E27FC236}">
                <a16:creationId xmlns:a16="http://schemas.microsoft.com/office/drawing/2014/main" id="{E9FBC214-80FC-9830-A738-A1577D3C5E61}"/>
              </a:ext>
            </a:extLst>
          </p:cNvPr>
          <p:cNvSpPr>
            <a:spLocks noGrp="1"/>
          </p:cNvSpPr>
          <p:nvPr/>
        </p:nvSpPr>
        <p:spPr>
          <a:xfrm>
            <a:off x="4575768" y="2726429"/>
            <a:ext cx="40873" cy="46997"/>
          </a:xfrm>
          <a:prstGeom prst="rect">
            <a:avLst/>
          </a:prstGeom>
          <a:noFill/>
          <a:ln w="0">
            <a:noFill/>
          </a:ln>
        </p:spPr>
        <p:txBody>
          <a:bodyPr wrap="none" lIns="0" tIns="0" rIns="0" bIns="0" anchor="ctr">
            <a:noAutofit/>
          </a:bodyPr>
          <a:lstStyle/>
          <a:p>
            <a:pPr algn="ctr">
              <a:defRPr sz="400" b="0">
                <a:solidFill>
                  <a:srgbClr val="5D83A8"/>
                </a:solidFill>
                <a:latin typeface="Arial"/>
                <a:ea typeface="Arial"/>
                <a:cs typeface="Arial"/>
              </a:defRPr>
            </a:pPr>
            <a:r>
              <a:rPr sz="400" b="0" dirty="0">
                <a:solidFill>
                  <a:srgbClr val="5D83A8"/>
                </a:solidFill>
                <a:latin typeface="Arial"/>
                <a:ea typeface="Arial"/>
                <a:cs typeface="Arial"/>
              </a:rPr>
              <a:t>1</a:t>
            </a:r>
          </a:p>
        </p:txBody>
      </p:sp>
      <p:sp>
        <p:nvSpPr>
          <p:cNvPr id="1000066" name="Label 58 2">
            <a:extLst>
              <a:ext uri="{FF2B5EF4-FFF2-40B4-BE49-F238E27FC236}">
                <a16:creationId xmlns:a16="http://schemas.microsoft.com/office/drawing/2014/main" id="{96CAE005-E910-E9D7-8741-274A97D77171}"/>
              </a:ext>
            </a:extLst>
          </p:cNvPr>
          <p:cNvSpPr>
            <a:spLocks noGrp="1"/>
          </p:cNvSpPr>
          <p:nvPr/>
        </p:nvSpPr>
        <p:spPr>
          <a:xfrm>
            <a:off x="4575768" y="2763210"/>
            <a:ext cx="40873" cy="52342"/>
          </a:xfrm>
          <a:prstGeom prst="rect">
            <a:avLst/>
          </a:prstGeom>
          <a:noFill/>
          <a:ln w="0">
            <a:noFill/>
          </a:ln>
        </p:spPr>
        <p:txBody>
          <a:bodyPr wrap="none" lIns="0" tIns="0" rIns="0" bIns="0" anchor="ctr">
            <a:noAutofit/>
          </a:bodyPr>
          <a:lstStyle/>
          <a:p>
            <a:pPr algn="ctr">
              <a:defRPr sz="400" b="0">
                <a:solidFill>
                  <a:srgbClr val="AC844C"/>
                </a:solidFill>
                <a:latin typeface="Arial"/>
                <a:ea typeface="Arial"/>
                <a:cs typeface="Arial"/>
              </a:defRPr>
            </a:pPr>
            <a:r>
              <a:rPr sz="400" b="0">
                <a:solidFill>
                  <a:srgbClr val="AC844C"/>
                </a:solidFill>
                <a:latin typeface="Arial"/>
                <a:ea typeface="Arial"/>
                <a:cs typeface="Arial"/>
              </a:rPr>
              <a:t>2</a:t>
            </a:r>
          </a:p>
        </p:txBody>
      </p:sp>
      <p:sp>
        <p:nvSpPr>
          <p:cNvPr id="1000067" name="Label 59 K">
            <a:extLst>
              <a:ext uri="{FF2B5EF4-FFF2-40B4-BE49-F238E27FC236}">
                <a16:creationId xmlns:a16="http://schemas.microsoft.com/office/drawing/2014/main" id="{014BCA9F-A880-5687-FFE9-96D99890FE2A}"/>
              </a:ext>
            </a:extLst>
          </p:cNvPr>
          <p:cNvSpPr>
            <a:spLocks noGrp="1"/>
          </p:cNvSpPr>
          <p:nvPr/>
        </p:nvSpPr>
        <p:spPr>
          <a:xfrm>
            <a:off x="4575768" y="2803763"/>
            <a:ext cx="40873" cy="75043"/>
          </a:xfrm>
          <a:prstGeom prst="rect">
            <a:avLst/>
          </a:prstGeom>
          <a:noFill/>
          <a:ln w="0">
            <a:noFill/>
          </a:ln>
        </p:spPr>
        <p:txBody>
          <a:bodyPr wrap="none" lIns="0" tIns="0" rIns="0" bIns="0" anchor="ctr">
            <a:noAutofit/>
          </a:bodyPr>
          <a:lstStyle/>
          <a:p>
            <a:pPr algn="ctr">
              <a:defRPr sz="400" b="0">
                <a:solidFill>
                  <a:srgbClr val="9580A8"/>
                </a:solidFill>
                <a:latin typeface="Arial"/>
                <a:ea typeface="Arial"/>
                <a:cs typeface="Arial"/>
              </a:defRPr>
            </a:pPr>
            <a:r>
              <a:rPr sz="400" b="0">
                <a:solidFill>
                  <a:srgbClr val="9580A8"/>
                </a:solidFill>
                <a:latin typeface="Arial"/>
                <a:ea typeface="Arial"/>
                <a:cs typeface="Arial"/>
              </a:rPr>
              <a:t>K</a:t>
            </a:r>
          </a:p>
        </p:txBody>
      </p:sp>
      <p:sp>
        <p:nvSpPr>
          <p:cNvPr id="1000068" name="Arrow 60">
            <a:extLst>
              <a:ext uri="{FF2B5EF4-FFF2-40B4-BE49-F238E27FC236}">
                <a16:creationId xmlns:a16="http://schemas.microsoft.com/office/drawing/2014/main" id="{95C980F5-0951-5492-B4F9-8F1CE9970C88}"/>
              </a:ext>
            </a:extLst>
          </p:cNvPr>
          <p:cNvSpPr>
            <a:spLocks noGrp="1"/>
          </p:cNvSpPr>
          <p:nvPr/>
        </p:nvSpPr>
        <p:spPr>
          <a:xfrm>
            <a:off x="4757652" y="2860124"/>
            <a:ext cx="20" cy="74729"/>
          </a:xfrm>
          <a:custGeom>
            <a:avLst/>
            <a:gdLst/>
            <a:ahLst/>
            <a:cxnLst/>
            <a:rect l="0" t="0" r="0" b="0"/>
            <a:pathLst>
              <a:path w="95" h="152400">
                <a:moveTo>
                  <a:pt x="0" y="0"/>
                </a:moveTo>
                <a:lnTo>
                  <a:pt x="0" y="152400"/>
                </a:lnTo>
              </a:path>
            </a:pathLst>
          </a:custGeom>
          <a:noFill/>
          <a:ln w="3474">
            <a:solidFill>
              <a:srgbClr val="2B887C"/>
            </a:solidFill>
            <a:prstDash val="solid"/>
          </a:ln>
        </p:spPr>
      </p:sp>
      <p:sp>
        <p:nvSpPr>
          <p:cNvPr id="1000069" name="Label 61 K, V">
            <a:extLst>
              <a:ext uri="{FF2B5EF4-FFF2-40B4-BE49-F238E27FC236}">
                <a16:creationId xmlns:a16="http://schemas.microsoft.com/office/drawing/2014/main" id="{EB9E2BB1-4DCA-3431-378B-AD9C088C239A}"/>
              </a:ext>
            </a:extLst>
          </p:cNvPr>
          <p:cNvSpPr>
            <a:spLocks noGrp="1"/>
          </p:cNvSpPr>
          <p:nvPr/>
        </p:nvSpPr>
        <p:spPr>
          <a:xfrm>
            <a:off x="4780132" y="2836771"/>
            <a:ext cx="132836" cy="126105"/>
          </a:xfrm>
          <a:prstGeom prst="rect">
            <a:avLst/>
          </a:prstGeom>
          <a:noFill/>
          <a:ln w="0">
            <a:noFill/>
          </a:ln>
        </p:spPr>
        <p:txBody>
          <a:bodyPr wrap="none" lIns="0" tIns="0" rIns="0" bIns="0" anchor="ctr">
            <a:noAutofit/>
          </a:bodyPr>
          <a:lstStyle/>
          <a:p>
            <a:pPr algn="ctr">
              <a:defRPr sz="400" b="0">
                <a:solidFill>
                  <a:srgbClr val="2B887C"/>
                </a:solidFill>
                <a:latin typeface="Arial"/>
                <a:ea typeface="Arial"/>
                <a:cs typeface="Arial"/>
              </a:defRPr>
            </a:pPr>
            <a:r>
              <a:rPr sz="400" b="0">
                <a:solidFill>
                  <a:srgbClr val="2B887C"/>
                </a:solidFill>
                <a:latin typeface="Arial"/>
                <a:ea typeface="Arial"/>
                <a:cs typeface="Arial"/>
              </a:rPr>
              <a:t>K, V</a:t>
            </a:r>
          </a:p>
        </p:txBody>
      </p:sp>
      <p:sp>
        <p:nvSpPr>
          <p:cNvPr id="1000070" name="Operator Graph attention">
            <a:extLst>
              <a:ext uri="{FF2B5EF4-FFF2-40B4-BE49-F238E27FC236}">
                <a16:creationId xmlns:a16="http://schemas.microsoft.com/office/drawing/2014/main" id="{45862160-521F-2636-BF59-8913BC2A6A7E}"/>
              </a:ext>
            </a:extLst>
          </p:cNvPr>
          <p:cNvSpPr>
            <a:spLocks noGrp="1"/>
          </p:cNvSpPr>
          <p:nvPr/>
        </p:nvSpPr>
        <p:spPr>
          <a:xfrm>
            <a:off x="3597890" y="2967547"/>
            <a:ext cx="439381"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Graph attention</a:t>
            </a:r>
          </a:p>
        </p:txBody>
      </p:sp>
      <p:sp>
        <p:nvSpPr>
          <p:cNvPr id="1000071" name="Operator Context attention">
            <a:extLst>
              <a:ext uri="{FF2B5EF4-FFF2-40B4-BE49-F238E27FC236}">
                <a16:creationId xmlns:a16="http://schemas.microsoft.com/office/drawing/2014/main" id="{0986BA87-B3D8-E361-473F-F19987D8757B}"/>
              </a:ext>
            </a:extLst>
          </p:cNvPr>
          <p:cNvSpPr>
            <a:spLocks noGrp="1"/>
          </p:cNvSpPr>
          <p:nvPr/>
        </p:nvSpPr>
        <p:spPr>
          <a:xfrm>
            <a:off x="4537961" y="2967547"/>
            <a:ext cx="439381"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Context attention</a:t>
            </a:r>
          </a:p>
        </p:txBody>
      </p:sp>
      <p:sp>
        <p:nvSpPr>
          <p:cNvPr id="1000072" name="Operator ">
            <a:extLst>
              <a:ext uri="{FF2B5EF4-FFF2-40B4-BE49-F238E27FC236}">
                <a16:creationId xmlns:a16="http://schemas.microsoft.com/office/drawing/2014/main" id="{CAECD7E3-2F51-98D2-A452-93C177558ED1}"/>
              </a:ext>
            </a:extLst>
          </p:cNvPr>
          <p:cNvSpPr>
            <a:spLocks noGrp="1"/>
          </p:cNvSpPr>
          <p:nvPr/>
        </p:nvSpPr>
        <p:spPr>
          <a:xfrm>
            <a:off x="4152736" y="2985937"/>
            <a:ext cx="269760" cy="65388"/>
          </a:xfrm>
          <a:prstGeom prst="roundRect">
            <a:avLst>
              <a:gd name="adj" fmla="val 21875"/>
            </a:avLst>
          </a:prstGeom>
          <a:solidFill>
            <a:srgbClr val="F7FBF8"/>
          </a:solidFill>
          <a:ln w="3270">
            <a:solidFill>
              <a:srgbClr val="8AB9AB"/>
            </a:solidFill>
          </a:ln>
        </p:spPr>
      </p:sp>
      <p:sp>
        <p:nvSpPr>
          <p:cNvPr id="1000073" name="Arrow 62">
            <a:extLst>
              <a:ext uri="{FF2B5EF4-FFF2-40B4-BE49-F238E27FC236}">
                <a16:creationId xmlns:a16="http://schemas.microsoft.com/office/drawing/2014/main" id="{86502F14-5EDB-19DF-7465-62CDD89BF59B}"/>
              </a:ext>
            </a:extLst>
          </p:cNvPr>
          <p:cNvSpPr>
            <a:spLocks noGrp="1"/>
          </p:cNvSpPr>
          <p:nvPr/>
        </p:nvSpPr>
        <p:spPr>
          <a:xfrm>
            <a:off x="4048511" y="3018631"/>
            <a:ext cx="91963" cy="20"/>
          </a:xfrm>
          <a:custGeom>
            <a:avLst/>
            <a:gdLst/>
            <a:ahLst/>
            <a:cxnLst/>
            <a:rect l="0" t="0" r="0" b="0"/>
            <a:pathLst>
              <a:path w="428625" h="95">
                <a:moveTo>
                  <a:pt x="428625" y="0"/>
                </a:moveTo>
                <a:lnTo>
                  <a:pt x="0" y="0"/>
                </a:lnTo>
              </a:path>
            </a:pathLst>
          </a:custGeom>
          <a:noFill/>
          <a:ln w="3474">
            <a:solidFill>
              <a:srgbClr val="397FA6"/>
            </a:solidFill>
            <a:prstDash val="solid"/>
          </a:ln>
        </p:spPr>
      </p:sp>
      <p:sp>
        <p:nvSpPr>
          <p:cNvPr id="1000074" name="Arrow 63">
            <a:extLst>
              <a:ext uri="{FF2B5EF4-FFF2-40B4-BE49-F238E27FC236}">
                <a16:creationId xmlns:a16="http://schemas.microsoft.com/office/drawing/2014/main" id="{F64D0815-CA02-CF7F-842F-6CF18C49B885}"/>
              </a:ext>
            </a:extLst>
          </p:cNvPr>
          <p:cNvSpPr>
            <a:spLocks noGrp="1"/>
          </p:cNvSpPr>
          <p:nvPr/>
        </p:nvSpPr>
        <p:spPr>
          <a:xfrm>
            <a:off x="4434758" y="3018631"/>
            <a:ext cx="91963" cy="20"/>
          </a:xfrm>
          <a:custGeom>
            <a:avLst/>
            <a:gdLst/>
            <a:ahLst/>
            <a:cxnLst/>
            <a:rect l="0" t="0" r="0" b="0"/>
            <a:pathLst>
              <a:path w="428625" h="95">
                <a:moveTo>
                  <a:pt x="0" y="0"/>
                </a:moveTo>
                <a:lnTo>
                  <a:pt x="428625" y="0"/>
                </a:lnTo>
              </a:path>
            </a:pathLst>
          </a:custGeom>
          <a:noFill/>
          <a:ln w="3474">
            <a:solidFill>
              <a:srgbClr val="397FA6"/>
            </a:solidFill>
            <a:prstDash val="solid"/>
          </a:ln>
        </p:spPr>
      </p:sp>
      <p:sp>
        <p:nvSpPr>
          <p:cNvPr id="1000075" name="Label 64 Q">
            <a:extLst>
              <a:ext uri="{FF2B5EF4-FFF2-40B4-BE49-F238E27FC236}">
                <a16:creationId xmlns:a16="http://schemas.microsoft.com/office/drawing/2014/main" id="{5EF18B64-250E-C92E-9F18-6DC535008F55}"/>
              </a:ext>
            </a:extLst>
          </p:cNvPr>
          <p:cNvSpPr>
            <a:spLocks noGrp="1"/>
          </p:cNvSpPr>
          <p:nvPr/>
        </p:nvSpPr>
        <p:spPr>
          <a:xfrm>
            <a:off x="4065882" y="2930182"/>
            <a:ext cx="57222" cy="78232"/>
          </a:xfrm>
          <a:prstGeom prst="rect">
            <a:avLst/>
          </a:prstGeom>
          <a:noFill/>
          <a:ln w="0">
            <a:noFill/>
          </a:ln>
        </p:spPr>
        <p:txBody>
          <a:bodyPr wrap="none" lIns="0" tIns="0" rIns="0" bIns="0" anchor="ctr">
            <a:noAutofit/>
          </a:bodyPr>
          <a:lstStyle/>
          <a:p>
            <a:pPr algn="ctr">
              <a:defRPr sz="400" b="1">
                <a:solidFill>
                  <a:srgbClr val="397FA6"/>
                </a:solidFill>
                <a:latin typeface="Arial"/>
                <a:ea typeface="Arial"/>
                <a:cs typeface="Arial"/>
              </a:defRPr>
            </a:pPr>
            <a:r>
              <a:rPr sz="400" b="1">
                <a:solidFill>
                  <a:srgbClr val="397FA6"/>
                </a:solidFill>
                <a:latin typeface="Arial"/>
                <a:ea typeface="Arial"/>
                <a:cs typeface="Arial"/>
              </a:rPr>
              <a:t>Q</a:t>
            </a:r>
          </a:p>
        </p:txBody>
      </p:sp>
      <p:sp>
        <p:nvSpPr>
          <p:cNvPr id="1000076" name="Label 65 Q">
            <a:extLst>
              <a:ext uri="{FF2B5EF4-FFF2-40B4-BE49-F238E27FC236}">
                <a16:creationId xmlns:a16="http://schemas.microsoft.com/office/drawing/2014/main" id="{C9672941-7A86-0A34-C752-00290DA1EC17}"/>
              </a:ext>
            </a:extLst>
          </p:cNvPr>
          <p:cNvSpPr>
            <a:spLocks noGrp="1"/>
          </p:cNvSpPr>
          <p:nvPr/>
        </p:nvSpPr>
        <p:spPr>
          <a:xfrm>
            <a:off x="4452129" y="2930182"/>
            <a:ext cx="57222" cy="78232"/>
          </a:xfrm>
          <a:prstGeom prst="rect">
            <a:avLst/>
          </a:prstGeom>
          <a:noFill/>
          <a:ln w="0">
            <a:noFill/>
          </a:ln>
        </p:spPr>
        <p:txBody>
          <a:bodyPr wrap="none" lIns="0" tIns="0" rIns="0" bIns="0" anchor="ctr">
            <a:noAutofit/>
          </a:bodyPr>
          <a:lstStyle/>
          <a:p>
            <a:pPr algn="ctr">
              <a:defRPr sz="400" b="1">
                <a:solidFill>
                  <a:srgbClr val="397FA6"/>
                </a:solidFill>
                <a:latin typeface="Arial"/>
                <a:ea typeface="Arial"/>
                <a:cs typeface="Arial"/>
              </a:defRPr>
            </a:pPr>
            <a:r>
              <a:rPr sz="400" b="1">
                <a:solidFill>
                  <a:srgbClr val="397FA6"/>
                </a:solidFill>
                <a:latin typeface="Arial"/>
                <a:ea typeface="Arial"/>
                <a:cs typeface="Arial"/>
              </a:rPr>
              <a:t>Q</a:t>
            </a:r>
          </a:p>
        </p:txBody>
      </p:sp>
      <p:sp>
        <p:nvSpPr>
          <p:cNvPr id="1000077" name="Arrow 66">
            <a:extLst>
              <a:ext uri="{FF2B5EF4-FFF2-40B4-BE49-F238E27FC236}">
                <a16:creationId xmlns:a16="http://schemas.microsoft.com/office/drawing/2014/main" id="{1BA103FF-DBD8-BFC1-D02E-0CC2D6FB52B6}"/>
              </a:ext>
            </a:extLst>
          </p:cNvPr>
          <p:cNvSpPr>
            <a:spLocks noGrp="1"/>
          </p:cNvSpPr>
          <p:nvPr/>
        </p:nvSpPr>
        <p:spPr>
          <a:xfrm>
            <a:off x="3817581" y="3067672"/>
            <a:ext cx="322894" cy="157339"/>
          </a:xfrm>
          <a:custGeom>
            <a:avLst/>
            <a:gdLst/>
            <a:ahLst/>
            <a:cxnLst/>
            <a:rect l="0" t="0" r="0" b="0"/>
            <a:pathLst>
              <a:path w="1504950" h="638175">
                <a:moveTo>
                  <a:pt x="0" y="0"/>
                </a:moveTo>
                <a:lnTo>
                  <a:pt x="0" y="638175"/>
                </a:lnTo>
                <a:lnTo>
                  <a:pt x="1504950" y="638175"/>
                </a:lnTo>
              </a:path>
            </a:pathLst>
          </a:custGeom>
          <a:noFill/>
          <a:ln w="3474">
            <a:solidFill>
              <a:srgbClr val="2B887C"/>
            </a:solidFill>
            <a:prstDash val="solid"/>
          </a:ln>
        </p:spPr>
      </p:sp>
      <p:sp>
        <p:nvSpPr>
          <p:cNvPr id="1000078" name="Arrow 67">
            <a:extLst>
              <a:ext uri="{FF2B5EF4-FFF2-40B4-BE49-F238E27FC236}">
                <a16:creationId xmlns:a16="http://schemas.microsoft.com/office/drawing/2014/main" id="{6022DAD3-D200-0BE5-F8A9-F84111EF44E3}"/>
              </a:ext>
            </a:extLst>
          </p:cNvPr>
          <p:cNvSpPr>
            <a:spLocks noGrp="1"/>
          </p:cNvSpPr>
          <p:nvPr/>
        </p:nvSpPr>
        <p:spPr>
          <a:xfrm>
            <a:off x="4434758" y="3067672"/>
            <a:ext cx="322894" cy="157339"/>
          </a:xfrm>
          <a:custGeom>
            <a:avLst/>
            <a:gdLst/>
            <a:ahLst/>
            <a:cxnLst/>
            <a:rect l="0" t="0" r="0" b="0"/>
            <a:pathLst>
              <a:path w="1504950" h="638175">
                <a:moveTo>
                  <a:pt x="1504950" y="0"/>
                </a:moveTo>
                <a:lnTo>
                  <a:pt x="1504950" y="638175"/>
                </a:lnTo>
                <a:lnTo>
                  <a:pt x="0" y="638175"/>
                </a:lnTo>
              </a:path>
            </a:pathLst>
          </a:custGeom>
          <a:noFill/>
          <a:ln w="3474">
            <a:solidFill>
              <a:srgbClr val="2B887C"/>
            </a:solidFill>
            <a:prstDash val="solid"/>
          </a:ln>
        </p:spPr>
      </p:sp>
      <p:sp>
        <p:nvSpPr>
          <p:cNvPr id="1000079" name="Arrow 68">
            <a:extLst>
              <a:ext uri="{FF2B5EF4-FFF2-40B4-BE49-F238E27FC236}">
                <a16:creationId xmlns:a16="http://schemas.microsoft.com/office/drawing/2014/main" id="{B50DAD2C-198E-5DF3-361A-A521F1FD2720}"/>
              </a:ext>
            </a:extLst>
          </p:cNvPr>
          <p:cNvSpPr>
            <a:spLocks noGrp="1"/>
          </p:cNvSpPr>
          <p:nvPr/>
        </p:nvSpPr>
        <p:spPr>
          <a:xfrm>
            <a:off x="4287616" y="3039065"/>
            <a:ext cx="20" cy="117153"/>
          </a:xfrm>
          <a:custGeom>
            <a:avLst/>
            <a:gdLst/>
            <a:ahLst/>
            <a:cxnLst/>
            <a:rect l="0" t="0" r="0" b="0"/>
            <a:pathLst>
              <a:path w="95" h="466725">
                <a:moveTo>
                  <a:pt x="0" y="0"/>
                </a:moveTo>
                <a:lnTo>
                  <a:pt x="0" y="466725"/>
                </a:lnTo>
              </a:path>
            </a:pathLst>
          </a:custGeom>
          <a:noFill/>
          <a:ln w="3474">
            <a:solidFill>
              <a:srgbClr val="2B887C"/>
            </a:solidFill>
            <a:prstDash val="solid"/>
          </a:ln>
        </p:spPr>
      </p:sp>
      <p:sp>
        <p:nvSpPr>
          <p:cNvPr id="1000080" name="Operator Fusion">
            <a:extLst>
              <a:ext uri="{FF2B5EF4-FFF2-40B4-BE49-F238E27FC236}">
                <a16:creationId xmlns:a16="http://schemas.microsoft.com/office/drawing/2014/main" id="{8DF3CDA5-486E-FCFB-2E37-85FF0141FA37}"/>
              </a:ext>
            </a:extLst>
          </p:cNvPr>
          <p:cNvSpPr>
            <a:spLocks noGrp="1"/>
          </p:cNvSpPr>
          <p:nvPr/>
        </p:nvSpPr>
        <p:spPr>
          <a:xfrm>
            <a:off x="4160911" y="3173927"/>
            <a:ext cx="253410"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Fusion</a:t>
            </a:r>
          </a:p>
        </p:txBody>
      </p:sp>
      <p:sp>
        <p:nvSpPr>
          <p:cNvPr id="1000081" name="Arrow 69">
            <a:extLst>
              <a:ext uri="{FF2B5EF4-FFF2-40B4-BE49-F238E27FC236}">
                <a16:creationId xmlns:a16="http://schemas.microsoft.com/office/drawing/2014/main" id="{A1E840CA-D0DB-1C8E-74D8-40D4E822C41E}"/>
              </a:ext>
            </a:extLst>
          </p:cNvPr>
          <p:cNvSpPr>
            <a:spLocks noGrp="1"/>
          </p:cNvSpPr>
          <p:nvPr/>
        </p:nvSpPr>
        <p:spPr>
          <a:xfrm>
            <a:off x="4287616" y="3274052"/>
            <a:ext cx="20" cy="75605"/>
          </a:xfrm>
          <a:custGeom>
            <a:avLst/>
            <a:gdLst/>
            <a:ahLst/>
            <a:cxnLst/>
            <a:rect l="0" t="0" r="0" b="0"/>
            <a:pathLst>
              <a:path w="95" h="352425">
                <a:moveTo>
                  <a:pt x="0" y="0"/>
                </a:moveTo>
                <a:lnTo>
                  <a:pt x="0" y="352425"/>
                </a:lnTo>
              </a:path>
            </a:pathLst>
          </a:custGeom>
          <a:noFill/>
          <a:ln w="3474">
            <a:solidFill>
              <a:srgbClr val="2B887C"/>
            </a:solidFill>
            <a:prstDash val="solid"/>
          </a:ln>
        </p:spPr>
      </p:sp>
      <mc:AlternateContent xmlns:mc="http://schemas.openxmlformats.org/markup-compatibility/2006" xmlns:a14="http://schemas.microsoft.com/office/drawing/2010/main">
        <mc:Choice Requires="a14">
          <p:sp>
            <p:nvSpPr>
              <p:cNvPr id="1000082" name="Label 70 g">
                <a:extLst>
                  <a:ext uri="{FF2B5EF4-FFF2-40B4-BE49-F238E27FC236}">
                    <a16:creationId xmlns:a16="http://schemas.microsoft.com/office/drawing/2014/main" id="{95039D09-D019-DE45-D974-F91B50B8EF04}"/>
                  </a:ext>
                </a:extLst>
              </p:cNvPr>
              <p:cNvSpPr>
                <a:spLocks noGrp="1"/>
              </p:cNvSpPr>
              <p:nvPr/>
            </p:nvSpPr>
            <p:spPr>
              <a:xfrm>
                <a:off x="4324402" y="3284269"/>
                <a:ext cx="106269" cy="69474"/>
              </a:xfrm>
              <a:prstGeom prst="rect">
                <a:avLst/>
              </a:prstGeom>
              <a:noFill/>
              <a:ln w="0">
                <a:noFill/>
              </a:ln>
            </p:spPr>
            <p:txBody>
              <a:bodyPr wrap="none" lIns="0" tIns="0" rIns="0" bIns="0" anchor="ctr">
                <a:noAutofit/>
              </a:bodyPr>
              <a:lstStyle/>
              <a:p>
                <a:pPr algn="l"/>
                <a14:m>
                  <m:oMathPara xmlns:m="http://schemas.openxmlformats.org/officeDocument/2006/math">
                    <m:oMathParaPr>
                      <m:jc m:val="left"/>
                    </m:oMathParaPr>
                    <m:oMath>
                      <m:sSub>
                        <m:sSubPr>
                          <m:ctrlPr>
                            <a:rPr lang="en-US" sz="486">
                              <a:solidFill>
                                <a:srgbClr val="203646"/>
                              </a:solidFill>
                              <a:latin typeface="Cambria Math"/>
                            </a:rPr>
                          </m:ctrlPr>
                        </m:sSubPr>
                        <m:e>
                          <m:r>
                            <a:rPr lang="en-US" sz="486">
                              <a:solidFill>
                                <a:srgbClr val="203646"/>
                              </a:solidFill>
                              <a:latin typeface="Cambria Math"/>
                            </a:rPr>
                            <m:t>𝑔</m:t>
                          </m:r>
                        </m:e>
                        <m:sub>
                          <m:r>
                            <a:rPr lang="en-US" sz="486">
                              <a:solidFill>
                                <a:srgbClr val="203646"/>
                              </a:solidFill>
                              <a:latin typeface="Cambria Math"/>
                            </a:rPr>
                            <m:t>𝑘</m:t>
                          </m:r>
                        </m:sub>
                      </m:sSub>
                    </m:oMath>
                  </m:oMathPara>
                </a14:m>
                <a:endParaRPr lang="en-US" sz="486"/>
              </a:p>
            </p:txBody>
          </p:sp>
        </mc:Choice>
        <mc:Fallback xmlns="">
          <p:sp>
            <p:nvSpPr>
              <p:cNvPr id="1000082" name="Label 70 g">
                <a:extLst>
                  <a:ext uri="{FF2B5EF4-FFF2-40B4-BE49-F238E27FC236}">
                    <a16:creationId xmlns:a16="http://schemas.microsoft.com/office/drawing/2014/main" id="{95039D09-D019-DE45-D974-F91B50B8EF04}"/>
                  </a:ext>
                </a:extLst>
              </p:cNvPr>
              <p:cNvSpPr>
                <a:spLocks noGrp="1" noRot="1" noChangeAspect="1" noMove="1" noResize="1" noEditPoints="1" noAdjustHandles="1" noChangeArrowheads="1" noChangeShapeType="1" noTextEdit="1"/>
              </p:cNvSpPr>
              <p:nvPr/>
            </p:nvSpPr>
            <p:spPr>
              <a:xfrm>
                <a:off x="4324402" y="3284269"/>
                <a:ext cx="106269" cy="69474"/>
              </a:xfrm>
              <a:prstGeom prst="rect">
                <a:avLst/>
              </a:prstGeom>
              <a:blipFill>
                <a:blip r:embed="rId6"/>
                <a:stretch>
                  <a:fillRect l="-22222" b="-36364"/>
                </a:stretch>
              </a:blipFill>
              <a:ln w="0">
                <a:noFill/>
              </a:ln>
            </p:spPr>
            <p:txBody>
              <a:bodyPr/>
              <a:lstStyle/>
              <a:p>
                <a:r>
                  <a:rPr lang="zh-CN" altLang="en-US">
                    <a:noFill/>
                  </a:rPr>
                  <a:t> </a:t>
                </a:r>
              </a:p>
            </p:txBody>
          </p:sp>
        </mc:Fallback>
      </mc:AlternateContent>
      <p:sp>
        <p:nvSpPr>
          <p:cNvPr id="1000083" name="Arrow 71">
            <a:extLst>
              <a:ext uri="{FF2B5EF4-FFF2-40B4-BE49-F238E27FC236}">
                <a16:creationId xmlns:a16="http://schemas.microsoft.com/office/drawing/2014/main" id="{9019090D-BD08-F4E9-D2BD-52F8CD9A2219}"/>
              </a:ext>
            </a:extLst>
          </p:cNvPr>
          <p:cNvSpPr>
            <a:spLocks noGrp="1"/>
          </p:cNvSpPr>
          <p:nvPr/>
        </p:nvSpPr>
        <p:spPr>
          <a:xfrm>
            <a:off x="2464696" y="3390524"/>
            <a:ext cx="747970" cy="131549"/>
          </a:xfrm>
          <a:custGeom>
            <a:avLst/>
            <a:gdLst/>
            <a:ahLst/>
            <a:cxnLst/>
            <a:rect l="0" t="0" r="0" b="0"/>
            <a:pathLst>
              <a:path w="3486150" h="800100">
                <a:moveTo>
                  <a:pt x="3486150" y="0"/>
                </a:moveTo>
                <a:lnTo>
                  <a:pt x="0" y="0"/>
                </a:lnTo>
                <a:lnTo>
                  <a:pt x="0" y="800100"/>
                </a:lnTo>
              </a:path>
            </a:pathLst>
          </a:custGeom>
          <a:noFill/>
          <a:ln w="3474">
            <a:solidFill>
              <a:srgbClr val="397FA6"/>
            </a:solidFill>
            <a:prstDash val="solid"/>
          </a:ln>
        </p:spPr>
      </p:sp>
      <p:sp>
        <p:nvSpPr>
          <p:cNvPr id="1000084" name="Operator Foreground head">
            <a:extLst>
              <a:ext uri="{FF2B5EF4-FFF2-40B4-BE49-F238E27FC236}">
                <a16:creationId xmlns:a16="http://schemas.microsoft.com/office/drawing/2014/main" id="{1D8A515A-8554-E8D2-DFC3-6BF9C7766DB8}"/>
              </a:ext>
            </a:extLst>
          </p:cNvPr>
          <p:cNvSpPr>
            <a:spLocks noGrp="1"/>
          </p:cNvSpPr>
          <p:nvPr/>
        </p:nvSpPr>
        <p:spPr>
          <a:xfrm>
            <a:off x="2241940" y="3535603"/>
            <a:ext cx="470036" cy="100125"/>
          </a:xfrm>
          <a:prstGeom prst="roundRect">
            <a:avLst>
              <a:gd name="adj" fmla="val 14286"/>
            </a:avLst>
          </a:prstGeom>
          <a:solidFill>
            <a:srgbClr val="F7FAFC"/>
          </a:solidFill>
          <a:ln w="3270">
            <a:solidFill>
              <a:srgbClr val="397FA6"/>
            </a:solidFill>
          </a:ln>
        </p:spPr>
        <p:txBody>
          <a:bodyPr wrap="none" lIns="28575" tIns="9525" rIns="28575" bIns="9525" anchor="ctr">
            <a:noAutofit/>
          </a:bodyPr>
          <a:lstStyle/>
          <a:p>
            <a:pPr algn="ctr">
              <a:defRPr sz="417" b="1">
                <a:solidFill>
                  <a:srgbClr val="397FA6"/>
                </a:solidFill>
                <a:latin typeface="Arial"/>
                <a:ea typeface="Arial"/>
                <a:cs typeface="Arial"/>
              </a:defRPr>
            </a:pPr>
            <a:r>
              <a:rPr sz="417" b="1">
                <a:solidFill>
                  <a:srgbClr val="397FA6"/>
                </a:solidFill>
                <a:latin typeface="Arial"/>
                <a:ea typeface="Arial"/>
                <a:cs typeface="Arial"/>
              </a:rPr>
              <a:t>Foreground head</a:t>
            </a:r>
          </a:p>
        </p:txBody>
      </p:sp>
      <p:sp>
        <p:nvSpPr>
          <p:cNvPr id="1000085" name="Arrow 72">
            <a:extLst>
              <a:ext uri="{FF2B5EF4-FFF2-40B4-BE49-F238E27FC236}">
                <a16:creationId xmlns:a16="http://schemas.microsoft.com/office/drawing/2014/main" id="{E7069013-050E-EF95-8793-5951E35D91A9}"/>
              </a:ext>
            </a:extLst>
          </p:cNvPr>
          <p:cNvSpPr>
            <a:spLocks noGrp="1"/>
          </p:cNvSpPr>
          <p:nvPr/>
        </p:nvSpPr>
        <p:spPr>
          <a:xfrm>
            <a:off x="2711975" y="3584644"/>
            <a:ext cx="85833" cy="20"/>
          </a:xfrm>
          <a:custGeom>
            <a:avLst/>
            <a:gdLst/>
            <a:ahLst/>
            <a:cxnLst/>
            <a:rect l="0" t="0" r="0" b="0"/>
            <a:pathLst>
              <a:path w="400050" h="95">
                <a:moveTo>
                  <a:pt x="0" y="0"/>
                </a:moveTo>
                <a:lnTo>
                  <a:pt x="400050" y="0"/>
                </a:lnTo>
              </a:path>
            </a:pathLst>
          </a:custGeom>
          <a:noFill/>
          <a:ln w="3474">
            <a:solidFill>
              <a:srgbClr val="397FA6"/>
            </a:solidFill>
            <a:prstDash val="solid"/>
          </a:ln>
        </p:spPr>
      </p:sp>
      <p:sp>
        <p:nvSpPr>
          <p:cNvPr id="1000086" name="Label 73 Foreground probability">
            <a:extLst>
              <a:ext uri="{FF2B5EF4-FFF2-40B4-BE49-F238E27FC236}">
                <a16:creationId xmlns:a16="http://schemas.microsoft.com/office/drawing/2014/main" id="{424FB3D7-22E3-704A-9BF5-DDD5487EFA10}"/>
              </a:ext>
            </a:extLst>
          </p:cNvPr>
          <p:cNvSpPr>
            <a:spLocks noGrp="1"/>
          </p:cNvSpPr>
          <p:nvPr/>
        </p:nvSpPr>
        <p:spPr>
          <a:xfrm>
            <a:off x="2250114" y="3666378"/>
            <a:ext cx="633526" cy="59258"/>
          </a:xfrm>
          <a:prstGeom prst="rect">
            <a:avLst/>
          </a:prstGeom>
          <a:noFill/>
          <a:ln w="0">
            <a:noFill/>
          </a:ln>
        </p:spPr>
        <p:txBody>
          <a:bodyPr wrap="none" lIns="0" tIns="0" rIns="0" bIns="0" anchor="ctr">
            <a:noAutofit/>
          </a:bodyPr>
          <a:lstStyle/>
          <a:p>
            <a:pPr algn="l">
              <a:defRPr sz="400" b="0">
                <a:solidFill>
                  <a:srgbClr val="6F8290"/>
                </a:solidFill>
                <a:latin typeface="Arial"/>
                <a:ea typeface="Arial"/>
                <a:cs typeface="Arial"/>
              </a:defRPr>
            </a:pPr>
            <a:r>
              <a:rPr sz="400" b="0">
                <a:solidFill>
                  <a:srgbClr val="6F8290"/>
                </a:solidFill>
                <a:latin typeface="Arial"/>
                <a:ea typeface="Arial"/>
                <a:cs typeface="Arial"/>
              </a:rPr>
              <a:t>Foreground probability</a:t>
            </a:r>
          </a:p>
        </p:txBody>
      </p:sp>
      <mc:AlternateContent xmlns:mc="http://schemas.openxmlformats.org/markup-compatibility/2006" xmlns:a14="http://schemas.microsoft.com/office/drawing/2010/main">
        <mc:Choice Requires="a14">
          <p:sp>
            <p:nvSpPr>
              <p:cNvPr id="1000087" name="Label 74 p">
                <a:extLst>
                  <a:ext uri="{FF2B5EF4-FFF2-40B4-BE49-F238E27FC236}">
                    <a16:creationId xmlns:a16="http://schemas.microsoft.com/office/drawing/2014/main" id="{0DBD01DD-97A5-9934-A8AF-B7DF40A73A19}"/>
                  </a:ext>
                </a:extLst>
              </p:cNvPr>
              <p:cNvSpPr>
                <a:spLocks noGrp="1"/>
              </p:cNvSpPr>
              <p:nvPr/>
            </p:nvSpPr>
            <p:spPr>
              <a:xfrm>
                <a:off x="2828462" y="3543776"/>
                <a:ext cx="153272" cy="87865"/>
              </a:xfrm>
              <a:prstGeom prst="rect">
                <a:avLst/>
              </a:prstGeom>
              <a:noFill/>
              <a:ln w="0">
                <a:noFill/>
              </a:ln>
            </p:spPr>
            <p:txBody>
              <a:bodyPr wrap="none" lIns="0" tIns="0" rIns="0" bIns="0" anchor="ctr">
                <a:noAutofit/>
              </a:bodyPr>
              <a:lstStyle/>
              <a:p>
                <a:pPr algn="l"/>
                <a14:m>
                  <m:oMathPara xmlns:m="http://schemas.openxmlformats.org/officeDocument/2006/math">
                    <m:oMathParaPr>
                      <m:jc m:val="left"/>
                    </m:oMathParaPr>
                    <m:oMath>
                      <m:sSubSup>
                        <m:sSubSupPr>
                          <m:ctrlPr>
                            <a:rPr lang="en-US" sz="486">
                              <a:solidFill>
                                <a:srgbClr val="203646"/>
                              </a:solidFill>
                              <a:latin typeface="Cambria Math"/>
                            </a:rPr>
                          </m:ctrlPr>
                        </m:sSubSupPr>
                        <m:e>
                          <m:r>
                            <a:rPr lang="en-US" sz="486">
                              <a:solidFill>
                                <a:srgbClr val="203646"/>
                              </a:solidFill>
                              <a:latin typeface="Cambria Math"/>
                            </a:rPr>
                            <m:t>𝑝</m:t>
                          </m:r>
                        </m:e>
                        <m:sub>
                          <m:r>
                            <a:rPr lang="en-US" sz="486">
                              <a:solidFill>
                                <a:srgbClr val="203646"/>
                              </a:solidFill>
                              <a:latin typeface="Cambria Math"/>
                            </a:rPr>
                            <m:t>𝑗</m:t>
                          </m:r>
                        </m:sub>
                        <m:sup>
                          <m:r>
                            <m:rPr>
                              <m:sty m:val="p"/>
                            </m:rPr>
                            <a:rPr lang="en-US" sz="486">
                              <a:solidFill>
                                <a:srgbClr val="203646"/>
                              </a:solidFill>
                              <a:latin typeface="Cambria Math"/>
                            </a:rPr>
                            <m:t>fg</m:t>
                          </m:r>
                        </m:sup>
                      </m:sSubSup>
                    </m:oMath>
                  </m:oMathPara>
                </a14:m>
                <a:endParaRPr lang="en-US" sz="486"/>
              </a:p>
            </p:txBody>
          </p:sp>
        </mc:Choice>
        <mc:Fallback xmlns="">
          <p:sp>
            <p:nvSpPr>
              <p:cNvPr id="1000087" name="Label 74 p">
                <a:extLst>
                  <a:ext uri="{FF2B5EF4-FFF2-40B4-BE49-F238E27FC236}">
                    <a16:creationId xmlns:a16="http://schemas.microsoft.com/office/drawing/2014/main" id="{0DBD01DD-97A5-9934-A8AF-B7DF40A73A19}"/>
                  </a:ext>
                </a:extLst>
              </p:cNvPr>
              <p:cNvSpPr>
                <a:spLocks noGrp="1" noRot="1" noChangeAspect="1" noMove="1" noResize="1" noEditPoints="1" noAdjustHandles="1" noChangeArrowheads="1" noChangeShapeType="1" noTextEdit="1"/>
              </p:cNvSpPr>
              <p:nvPr/>
            </p:nvSpPr>
            <p:spPr>
              <a:xfrm>
                <a:off x="2828462" y="3543776"/>
                <a:ext cx="153272" cy="87865"/>
              </a:xfrm>
              <a:prstGeom prst="rect">
                <a:avLst/>
              </a:prstGeom>
              <a:blipFill>
                <a:blip r:embed="rId7"/>
                <a:stretch>
                  <a:fillRect l="-16000" t="-13333" b="-33333"/>
                </a:stretch>
              </a:blipFill>
              <a:ln w="0">
                <a:noFill/>
              </a:ln>
            </p:spPr>
            <p:txBody>
              <a:bodyPr/>
              <a:lstStyle/>
              <a:p>
                <a:r>
                  <a:rPr lang="zh-CN" altLang="en-US">
                    <a:noFill/>
                  </a:rPr>
                  <a:t> </a:t>
                </a:r>
              </a:p>
            </p:txBody>
          </p:sp>
        </mc:Fallback>
      </mc:AlternateContent>
      <p:sp>
        <p:nvSpPr>
          <p:cNvPr id="1000088" name="Arrow 75">
            <a:extLst>
              <a:ext uri="{FF2B5EF4-FFF2-40B4-BE49-F238E27FC236}">
                <a16:creationId xmlns:a16="http://schemas.microsoft.com/office/drawing/2014/main" id="{3E3D9597-2220-958C-5A86-5B4EE49EC1A1}"/>
              </a:ext>
            </a:extLst>
          </p:cNvPr>
          <p:cNvSpPr>
            <a:spLocks noGrp="1"/>
          </p:cNvSpPr>
          <p:nvPr/>
        </p:nvSpPr>
        <p:spPr>
          <a:xfrm>
            <a:off x="3347545" y="3417088"/>
            <a:ext cx="286109" cy="167556"/>
          </a:xfrm>
          <a:custGeom>
            <a:avLst/>
            <a:gdLst/>
            <a:ahLst/>
            <a:cxnLst/>
            <a:rect l="0" t="0" r="0" b="0"/>
            <a:pathLst>
              <a:path w="1333500" h="971550">
                <a:moveTo>
                  <a:pt x="0" y="0"/>
                </a:moveTo>
                <a:lnTo>
                  <a:pt x="0" y="971550"/>
                </a:lnTo>
                <a:lnTo>
                  <a:pt x="1333500" y="971550"/>
                </a:lnTo>
              </a:path>
            </a:pathLst>
          </a:custGeom>
          <a:noFill/>
          <a:ln w="3474">
            <a:solidFill>
              <a:srgbClr val="397FA6"/>
            </a:solidFill>
            <a:prstDash val="solid"/>
          </a:ln>
        </p:spPr>
      </p:sp>
      <p:sp>
        <p:nvSpPr>
          <p:cNvPr id="1000089" name="Arrow 76">
            <a:extLst>
              <a:ext uri="{FF2B5EF4-FFF2-40B4-BE49-F238E27FC236}">
                <a16:creationId xmlns:a16="http://schemas.microsoft.com/office/drawing/2014/main" id="{62E6D500-3AC0-70E4-6C20-9CBF72052708}"/>
              </a:ext>
            </a:extLst>
          </p:cNvPr>
          <p:cNvSpPr>
            <a:spLocks noGrp="1"/>
          </p:cNvSpPr>
          <p:nvPr/>
        </p:nvSpPr>
        <p:spPr>
          <a:xfrm>
            <a:off x="3850279" y="3417088"/>
            <a:ext cx="437337" cy="106918"/>
          </a:xfrm>
          <a:custGeom>
            <a:avLst/>
            <a:gdLst/>
            <a:ahLst/>
            <a:cxnLst/>
            <a:rect l="0" t="0" r="0" b="0"/>
            <a:pathLst>
              <a:path w="2038350" h="685800">
                <a:moveTo>
                  <a:pt x="2038350" y="0"/>
                </a:moveTo>
                <a:lnTo>
                  <a:pt x="2038350" y="390525"/>
                </a:lnTo>
                <a:lnTo>
                  <a:pt x="0" y="390525"/>
                </a:lnTo>
                <a:lnTo>
                  <a:pt x="0" y="685800"/>
                </a:lnTo>
              </a:path>
            </a:pathLst>
          </a:custGeom>
          <a:noFill/>
          <a:ln w="3474">
            <a:solidFill>
              <a:srgbClr val="2B887C"/>
            </a:solidFill>
            <a:prstDash val="solid"/>
          </a:ln>
        </p:spPr>
      </p:sp>
      <p:sp>
        <p:nvSpPr>
          <p:cNvPr id="1000090" name="Operator Cosine score">
            <a:extLst>
              <a:ext uri="{FF2B5EF4-FFF2-40B4-BE49-F238E27FC236}">
                <a16:creationId xmlns:a16="http://schemas.microsoft.com/office/drawing/2014/main" id="{7D68BEBD-7530-F35C-9298-CA6AD212CF9E}"/>
              </a:ext>
            </a:extLst>
          </p:cNvPr>
          <p:cNvSpPr>
            <a:spLocks noGrp="1"/>
          </p:cNvSpPr>
          <p:nvPr/>
        </p:nvSpPr>
        <p:spPr>
          <a:xfrm>
            <a:off x="3645915" y="3535603"/>
            <a:ext cx="408727"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17" b="1">
                <a:solidFill>
                  <a:srgbClr val="2B887C"/>
                </a:solidFill>
                <a:latin typeface="Arial"/>
                <a:ea typeface="Arial"/>
                <a:cs typeface="Arial"/>
              </a:defRPr>
            </a:pPr>
            <a:r>
              <a:rPr sz="417" b="1">
                <a:solidFill>
                  <a:srgbClr val="2B887C"/>
                </a:solidFill>
                <a:latin typeface="Arial"/>
                <a:ea typeface="Arial"/>
                <a:cs typeface="Arial"/>
              </a:rPr>
              <a:t>Cosine score</a:t>
            </a:r>
          </a:p>
        </p:txBody>
      </p:sp>
      <p:sp>
        <p:nvSpPr>
          <p:cNvPr id="1000091" name="Label 77 Learned projections">
            <a:extLst>
              <a:ext uri="{FF2B5EF4-FFF2-40B4-BE49-F238E27FC236}">
                <a16:creationId xmlns:a16="http://schemas.microsoft.com/office/drawing/2014/main" id="{BDEF934F-272E-4362-A308-0800A799CA44}"/>
              </a:ext>
            </a:extLst>
          </p:cNvPr>
          <p:cNvSpPr>
            <a:spLocks noGrp="1"/>
          </p:cNvSpPr>
          <p:nvPr/>
        </p:nvSpPr>
        <p:spPr>
          <a:xfrm>
            <a:off x="3617305" y="3666378"/>
            <a:ext cx="465948" cy="59258"/>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a:solidFill>
                  <a:srgbClr val="6F8290"/>
                </a:solidFill>
                <a:latin typeface="Arial"/>
                <a:ea typeface="Arial"/>
                <a:cs typeface="Arial"/>
              </a:rPr>
              <a:t>Learned projections</a:t>
            </a:r>
          </a:p>
        </p:txBody>
      </p:sp>
      <p:sp>
        <p:nvSpPr>
          <p:cNvPr id="1000092" name="Arrow 78">
            <a:extLst>
              <a:ext uri="{FF2B5EF4-FFF2-40B4-BE49-F238E27FC236}">
                <a16:creationId xmlns:a16="http://schemas.microsoft.com/office/drawing/2014/main" id="{1693717B-FB48-9D75-B0C5-CB111549EBBE}"/>
              </a:ext>
            </a:extLst>
          </p:cNvPr>
          <p:cNvSpPr>
            <a:spLocks noGrp="1"/>
          </p:cNvSpPr>
          <p:nvPr/>
        </p:nvSpPr>
        <p:spPr>
          <a:xfrm>
            <a:off x="4054642" y="3584644"/>
            <a:ext cx="314719" cy="20"/>
          </a:xfrm>
          <a:custGeom>
            <a:avLst/>
            <a:gdLst/>
            <a:ahLst/>
            <a:cxnLst/>
            <a:rect l="0" t="0" r="0" b="0"/>
            <a:pathLst>
              <a:path w="1466850" h="95">
                <a:moveTo>
                  <a:pt x="0" y="0"/>
                </a:moveTo>
                <a:lnTo>
                  <a:pt x="1466850" y="0"/>
                </a:lnTo>
              </a:path>
            </a:pathLst>
          </a:custGeom>
          <a:noFill/>
          <a:ln w="3474">
            <a:solidFill>
              <a:srgbClr val="2B887C"/>
            </a:solidFill>
            <a:prstDash val="solid"/>
          </a:ln>
        </p:spPr>
      </p:sp>
      <mc:AlternateContent xmlns:mc="http://schemas.openxmlformats.org/markup-compatibility/2006" xmlns:a14="http://schemas.microsoft.com/office/drawing/2010/main">
        <mc:Choice Requires="a14">
          <p:sp>
            <p:nvSpPr>
              <p:cNvPr id="1000093" name="Label 79 s">
                <a:extLst>
                  <a:ext uri="{FF2B5EF4-FFF2-40B4-BE49-F238E27FC236}">
                    <a16:creationId xmlns:a16="http://schemas.microsoft.com/office/drawing/2014/main" id="{DA75BA9B-BD58-4E9A-233D-9FDD9E904CD7}"/>
                  </a:ext>
                </a:extLst>
              </p:cNvPr>
              <p:cNvSpPr>
                <a:spLocks noGrp="1"/>
              </p:cNvSpPr>
              <p:nvPr/>
            </p:nvSpPr>
            <p:spPr>
              <a:xfrm>
                <a:off x="4167042" y="3491146"/>
                <a:ext cx="159403" cy="71021"/>
              </a:xfrm>
              <a:prstGeom prst="rect">
                <a:avLst/>
              </a:prstGeom>
              <a:noFill/>
              <a:ln w="0">
                <a:noFill/>
              </a:ln>
            </p:spPr>
            <p:txBody>
              <a:bodyPr wrap="none" lIns="0" tIns="0" rIns="0" bIns="0" anchor="ctr">
                <a:noAutofit/>
              </a:bodyPr>
              <a:lstStyle/>
              <a:p>
                <a:pPr algn="l"/>
                <a14:m>
                  <m:oMathPara xmlns:m="http://schemas.openxmlformats.org/officeDocument/2006/math">
                    <m:oMathParaPr>
                      <m:jc m:val="left"/>
                    </m:oMathParaPr>
                    <m:oMath>
                      <m:sSub>
                        <m:sSubPr>
                          <m:ctrlPr>
                            <a:rPr lang="en-US" sz="486">
                              <a:solidFill>
                                <a:srgbClr val="203646"/>
                              </a:solidFill>
                              <a:latin typeface="Cambria Math"/>
                            </a:rPr>
                          </m:ctrlPr>
                        </m:sSubPr>
                        <m:e>
                          <m:r>
                            <a:rPr lang="en-US" sz="486">
                              <a:solidFill>
                                <a:srgbClr val="203646"/>
                              </a:solidFill>
                              <a:latin typeface="Cambria Math"/>
                            </a:rPr>
                            <m:t>𝑠</m:t>
                          </m:r>
                        </m:e>
                        <m:sub>
                          <m:r>
                            <a:rPr lang="en-US" sz="486">
                              <a:solidFill>
                                <a:srgbClr val="203646"/>
                              </a:solidFill>
                              <a:latin typeface="Cambria Math"/>
                            </a:rPr>
                            <m:t>𝑗</m:t>
                          </m:r>
                          <m:r>
                            <a:rPr lang="en-US" sz="486">
                              <a:solidFill>
                                <a:srgbClr val="203646"/>
                              </a:solidFill>
                              <a:latin typeface="Cambria Math"/>
                            </a:rPr>
                            <m:t>,</m:t>
                          </m:r>
                          <m:r>
                            <a:rPr lang="en-US" sz="486">
                              <a:solidFill>
                                <a:srgbClr val="203646"/>
                              </a:solidFill>
                              <a:latin typeface="Cambria Math"/>
                            </a:rPr>
                            <m:t>𝑘</m:t>
                          </m:r>
                        </m:sub>
                      </m:sSub>
                    </m:oMath>
                  </m:oMathPara>
                </a14:m>
                <a:endParaRPr lang="en-US" sz="486"/>
              </a:p>
            </p:txBody>
          </p:sp>
        </mc:Choice>
        <mc:Fallback xmlns="">
          <p:sp>
            <p:nvSpPr>
              <p:cNvPr id="1000093" name="Label 79 s">
                <a:extLst>
                  <a:ext uri="{FF2B5EF4-FFF2-40B4-BE49-F238E27FC236}">
                    <a16:creationId xmlns:a16="http://schemas.microsoft.com/office/drawing/2014/main" id="{DA75BA9B-BD58-4E9A-233D-9FDD9E904CD7}"/>
                  </a:ext>
                </a:extLst>
              </p:cNvPr>
              <p:cNvSpPr>
                <a:spLocks noGrp="1" noRot="1" noChangeAspect="1" noMove="1" noResize="1" noEditPoints="1" noAdjustHandles="1" noChangeArrowheads="1" noChangeShapeType="1" noTextEdit="1"/>
              </p:cNvSpPr>
              <p:nvPr/>
            </p:nvSpPr>
            <p:spPr>
              <a:xfrm>
                <a:off x="4167042" y="3491146"/>
                <a:ext cx="159403" cy="71021"/>
              </a:xfrm>
              <a:prstGeom prst="rect">
                <a:avLst/>
              </a:prstGeom>
              <a:blipFill>
                <a:blip r:embed="rId8"/>
                <a:stretch>
                  <a:fillRect l="-11538" b="-54545"/>
                </a:stretch>
              </a:blipFill>
              <a:ln w="0">
                <a:noFill/>
              </a:ln>
            </p:spPr>
            <p:txBody>
              <a:bodyPr/>
              <a:lstStyle/>
              <a:p>
                <a:r>
                  <a:rPr lang="zh-CN" altLang="en-US">
                    <a:noFill/>
                  </a:rPr>
                  <a:t> </a:t>
                </a:r>
              </a:p>
            </p:txBody>
          </p:sp>
        </mc:Fallback>
      </mc:AlternateContent>
      <p:sp>
        <p:nvSpPr>
          <p:cNvPr id="1000094" name="Label 80 Identity scores">
            <a:extLst>
              <a:ext uri="{FF2B5EF4-FFF2-40B4-BE49-F238E27FC236}">
                <a16:creationId xmlns:a16="http://schemas.microsoft.com/office/drawing/2014/main" id="{E543B700-3761-8516-4C83-15515D9A3604}"/>
              </a:ext>
            </a:extLst>
          </p:cNvPr>
          <p:cNvSpPr>
            <a:spLocks noGrp="1"/>
          </p:cNvSpPr>
          <p:nvPr/>
        </p:nvSpPr>
        <p:spPr>
          <a:xfrm>
            <a:off x="4385711" y="3408914"/>
            <a:ext cx="506821" cy="36830"/>
          </a:xfrm>
          <a:prstGeom prst="rect">
            <a:avLst/>
          </a:prstGeom>
          <a:noFill/>
          <a:ln w="0">
            <a:noFill/>
          </a:ln>
        </p:spPr>
        <p:txBody>
          <a:bodyPr wrap="none" lIns="0" tIns="0" rIns="0" bIns="0" anchor="ctr">
            <a:noAutofit/>
          </a:bodyPr>
          <a:lstStyle/>
          <a:p>
            <a:pPr algn="ctr">
              <a:defRPr sz="400" b="1">
                <a:solidFill>
                  <a:srgbClr val="203646"/>
                </a:solidFill>
                <a:latin typeface="Arial"/>
                <a:ea typeface="Arial"/>
                <a:cs typeface="Arial"/>
              </a:defRPr>
            </a:pPr>
            <a:r>
              <a:rPr sz="400" b="1">
                <a:solidFill>
                  <a:srgbClr val="203646"/>
                </a:solidFill>
                <a:latin typeface="Arial"/>
                <a:ea typeface="Arial"/>
                <a:cs typeface="Arial"/>
              </a:rPr>
              <a:t>Identity scores</a:t>
            </a:r>
          </a:p>
        </p:txBody>
      </p:sp>
      <p:sp>
        <p:nvSpPr>
          <p:cNvPr id="1000095" name="Highlighted identity column k">
            <a:extLst>
              <a:ext uri="{FF2B5EF4-FFF2-40B4-BE49-F238E27FC236}">
                <a16:creationId xmlns:a16="http://schemas.microsoft.com/office/drawing/2014/main" id="{7345592F-318B-CAE0-3CCB-9E05E52833DA}"/>
              </a:ext>
            </a:extLst>
          </p:cNvPr>
          <p:cNvSpPr>
            <a:spLocks noGrp="1"/>
          </p:cNvSpPr>
          <p:nvPr/>
        </p:nvSpPr>
        <p:spPr>
          <a:xfrm>
            <a:off x="4553288" y="3502743"/>
            <a:ext cx="91963" cy="218806"/>
          </a:xfrm>
          <a:prstGeom prst="rect">
            <a:avLst/>
          </a:prstGeom>
          <a:solidFill>
            <a:srgbClr val="EDF6F1"/>
          </a:solidFill>
          <a:ln w="0">
            <a:noFill/>
          </a:ln>
        </p:spPr>
      </p:sp>
      <p:sp>
        <p:nvSpPr>
          <p:cNvPr id="1000096" name="Current pair score j,k">
            <a:extLst>
              <a:ext uri="{FF2B5EF4-FFF2-40B4-BE49-F238E27FC236}">
                <a16:creationId xmlns:a16="http://schemas.microsoft.com/office/drawing/2014/main" id="{00899EEE-8E68-EA8E-882E-15700BBB7534}"/>
              </a:ext>
            </a:extLst>
          </p:cNvPr>
          <p:cNvSpPr>
            <a:spLocks noGrp="1"/>
          </p:cNvSpPr>
          <p:nvPr/>
        </p:nvSpPr>
        <p:spPr>
          <a:xfrm>
            <a:off x="4553288" y="3556037"/>
            <a:ext cx="91963" cy="55171"/>
          </a:xfrm>
          <a:prstGeom prst="rect">
            <a:avLst/>
          </a:prstGeom>
          <a:solidFill>
            <a:srgbClr val="4C9D8F"/>
          </a:solidFill>
          <a:ln w="0">
            <a:noFill/>
          </a:ln>
        </p:spPr>
      </p:sp>
      <p:sp>
        <p:nvSpPr>
          <p:cNvPr id="1000097" name="Line 81">
            <a:extLst>
              <a:ext uri="{FF2B5EF4-FFF2-40B4-BE49-F238E27FC236}">
                <a16:creationId xmlns:a16="http://schemas.microsoft.com/office/drawing/2014/main" id="{37F92E9C-61A8-8C34-B10E-7D4D59007431}"/>
              </a:ext>
            </a:extLst>
          </p:cNvPr>
          <p:cNvSpPr>
            <a:spLocks noGrp="1"/>
          </p:cNvSpPr>
          <p:nvPr/>
        </p:nvSpPr>
        <p:spPr>
          <a:xfrm>
            <a:off x="4461325" y="3502743"/>
            <a:ext cx="20" cy="218806"/>
          </a:xfrm>
          <a:custGeom>
            <a:avLst/>
            <a:gdLst/>
            <a:ahLst/>
            <a:cxnLst/>
            <a:rect l="0" t="0" r="0" b="0"/>
            <a:pathLst>
              <a:path w="95" h="1028700">
                <a:moveTo>
                  <a:pt x="0" y="0"/>
                </a:moveTo>
                <a:lnTo>
                  <a:pt x="0" y="1028700"/>
                </a:lnTo>
              </a:path>
            </a:pathLst>
          </a:custGeom>
          <a:noFill/>
          <a:ln w="2452">
            <a:solidFill>
              <a:srgbClr val="A7C4BD"/>
            </a:solidFill>
            <a:prstDash val="solid"/>
          </a:ln>
        </p:spPr>
      </p:sp>
      <p:sp>
        <p:nvSpPr>
          <p:cNvPr id="1000098" name="Line 82">
            <a:extLst>
              <a:ext uri="{FF2B5EF4-FFF2-40B4-BE49-F238E27FC236}">
                <a16:creationId xmlns:a16="http://schemas.microsoft.com/office/drawing/2014/main" id="{4A3ADE88-CE92-DAA4-C291-98A609BE20E7}"/>
              </a:ext>
            </a:extLst>
          </p:cNvPr>
          <p:cNvSpPr>
            <a:spLocks noGrp="1"/>
          </p:cNvSpPr>
          <p:nvPr/>
        </p:nvSpPr>
        <p:spPr>
          <a:xfrm>
            <a:off x="4553288" y="3502743"/>
            <a:ext cx="20" cy="218806"/>
          </a:xfrm>
          <a:custGeom>
            <a:avLst/>
            <a:gdLst/>
            <a:ahLst/>
            <a:cxnLst/>
            <a:rect l="0" t="0" r="0" b="0"/>
            <a:pathLst>
              <a:path w="95" h="1028700">
                <a:moveTo>
                  <a:pt x="0" y="0"/>
                </a:moveTo>
                <a:lnTo>
                  <a:pt x="0" y="1028700"/>
                </a:lnTo>
              </a:path>
            </a:pathLst>
          </a:custGeom>
          <a:noFill/>
          <a:ln w="2452">
            <a:solidFill>
              <a:srgbClr val="A7C4BD"/>
            </a:solidFill>
            <a:prstDash val="solid"/>
          </a:ln>
        </p:spPr>
      </p:sp>
      <p:sp>
        <p:nvSpPr>
          <p:cNvPr id="1000099" name="Line 83">
            <a:extLst>
              <a:ext uri="{FF2B5EF4-FFF2-40B4-BE49-F238E27FC236}">
                <a16:creationId xmlns:a16="http://schemas.microsoft.com/office/drawing/2014/main" id="{B1F41B2C-C4C6-8853-4DB6-EDA15436F89F}"/>
              </a:ext>
            </a:extLst>
          </p:cNvPr>
          <p:cNvSpPr>
            <a:spLocks noGrp="1"/>
          </p:cNvSpPr>
          <p:nvPr/>
        </p:nvSpPr>
        <p:spPr>
          <a:xfrm>
            <a:off x="4645252" y="3502743"/>
            <a:ext cx="20" cy="218806"/>
          </a:xfrm>
          <a:custGeom>
            <a:avLst/>
            <a:gdLst/>
            <a:ahLst/>
            <a:cxnLst/>
            <a:rect l="0" t="0" r="0" b="0"/>
            <a:pathLst>
              <a:path w="95" h="1028700">
                <a:moveTo>
                  <a:pt x="0" y="0"/>
                </a:moveTo>
                <a:lnTo>
                  <a:pt x="0" y="1028700"/>
                </a:lnTo>
              </a:path>
            </a:pathLst>
          </a:custGeom>
          <a:noFill/>
          <a:ln w="2452">
            <a:solidFill>
              <a:srgbClr val="A7C4BD"/>
            </a:solidFill>
            <a:prstDash val="solid"/>
          </a:ln>
        </p:spPr>
      </p:sp>
      <p:sp>
        <p:nvSpPr>
          <p:cNvPr id="1000100" name="Line 84">
            <a:extLst>
              <a:ext uri="{FF2B5EF4-FFF2-40B4-BE49-F238E27FC236}">
                <a16:creationId xmlns:a16="http://schemas.microsoft.com/office/drawing/2014/main" id="{FDDEC517-C595-3646-39D9-A172B8995DB6}"/>
              </a:ext>
            </a:extLst>
          </p:cNvPr>
          <p:cNvSpPr>
            <a:spLocks noGrp="1"/>
          </p:cNvSpPr>
          <p:nvPr/>
        </p:nvSpPr>
        <p:spPr>
          <a:xfrm>
            <a:off x="4737215" y="3502743"/>
            <a:ext cx="20" cy="218806"/>
          </a:xfrm>
          <a:custGeom>
            <a:avLst/>
            <a:gdLst/>
            <a:ahLst/>
            <a:cxnLst/>
            <a:rect l="0" t="0" r="0" b="0"/>
            <a:pathLst>
              <a:path w="95" h="1028700">
                <a:moveTo>
                  <a:pt x="0" y="0"/>
                </a:moveTo>
                <a:lnTo>
                  <a:pt x="0" y="1028700"/>
                </a:lnTo>
              </a:path>
            </a:pathLst>
          </a:custGeom>
          <a:noFill/>
          <a:ln w="2452">
            <a:solidFill>
              <a:srgbClr val="A7C4BD"/>
            </a:solidFill>
            <a:prstDash val="solid"/>
          </a:ln>
        </p:spPr>
      </p:sp>
      <p:sp>
        <p:nvSpPr>
          <p:cNvPr id="1000101" name="Line 85">
            <a:extLst>
              <a:ext uri="{FF2B5EF4-FFF2-40B4-BE49-F238E27FC236}">
                <a16:creationId xmlns:a16="http://schemas.microsoft.com/office/drawing/2014/main" id="{F6AE34E6-EB46-D3EB-CF33-8B77C03355A1}"/>
              </a:ext>
            </a:extLst>
          </p:cNvPr>
          <p:cNvSpPr>
            <a:spLocks noGrp="1"/>
          </p:cNvSpPr>
          <p:nvPr/>
        </p:nvSpPr>
        <p:spPr>
          <a:xfrm>
            <a:off x="4829179" y="3502743"/>
            <a:ext cx="20" cy="218806"/>
          </a:xfrm>
          <a:custGeom>
            <a:avLst/>
            <a:gdLst/>
            <a:ahLst/>
            <a:cxnLst/>
            <a:rect l="0" t="0" r="0" b="0"/>
            <a:pathLst>
              <a:path w="95" h="1028700">
                <a:moveTo>
                  <a:pt x="0" y="0"/>
                </a:moveTo>
                <a:lnTo>
                  <a:pt x="0" y="1028700"/>
                </a:lnTo>
              </a:path>
            </a:pathLst>
          </a:custGeom>
          <a:noFill/>
          <a:ln w="2452">
            <a:solidFill>
              <a:srgbClr val="A7C4BD"/>
            </a:solidFill>
            <a:prstDash val="solid"/>
          </a:ln>
        </p:spPr>
      </p:sp>
      <p:sp>
        <p:nvSpPr>
          <p:cNvPr id="1000102" name="Line 86">
            <a:extLst>
              <a:ext uri="{FF2B5EF4-FFF2-40B4-BE49-F238E27FC236}">
                <a16:creationId xmlns:a16="http://schemas.microsoft.com/office/drawing/2014/main" id="{F869626D-CA7F-2466-6BD7-DF95905567E8}"/>
              </a:ext>
            </a:extLst>
          </p:cNvPr>
          <p:cNvSpPr>
            <a:spLocks noGrp="1"/>
          </p:cNvSpPr>
          <p:nvPr/>
        </p:nvSpPr>
        <p:spPr>
          <a:xfrm>
            <a:off x="4461325" y="3502743"/>
            <a:ext cx="367854" cy="19"/>
          </a:xfrm>
          <a:custGeom>
            <a:avLst/>
            <a:gdLst/>
            <a:ahLst/>
            <a:cxnLst/>
            <a:rect l="0" t="0" r="0" b="0"/>
            <a:pathLst>
              <a:path w="1714500" h="95">
                <a:moveTo>
                  <a:pt x="0" y="0"/>
                </a:moveTo>
                <a:lnTo>
                  <a:pt x="1714500" y="0"/>
                </a:lnTo>
              </a:path>
            </a:pathLst>
          </a:custGeom>
          <a:noFill/>
          <a:ln w="2452">
            <a:solidFill>
              <a:srgbClr val="A7C4BD"/>
            </a:solidFill>
            <a:prstDash val="solid"/>
          </a:ln>
        </p:spPr>
      </p:sp>
      <p:sp>
        <p:nvSpPr>
          <p:cNvPr id="1000103" name="Line 87">
            <a:extLst>
              <a:ext uri="{FF2B5EF4-FFF2-40B4-BE49-F238E27FC236}">
                <a16:creationId xmlns:a16="http://schemas.microsoft.com/office/drawing/2014/main" id="{66D1BB76-B1CD-320A-E37A-6507AAFB8943}"/>
              </a:ext>
            </a:extLst>
          </p:cNvPr>
          <p:cNvSpPr>
            <a:spLocks noGrp="1"/>
          </p:cNvSpPr>
          <p:nvPr/>
        </p:nvSpPr>
        <p:spPr>
          <a:xfrm>
            <a:off x="4461325" y="3556037"/>
            <a:ext cx="367854" cy="20"/>
          </a:xfrm>
          <a:custGeom>
            <a:avLst/>
            <a:gdLst/>
            <a:ahLst/>
            <a:cxnLst/>
            <a:rect l="0" t="0" r="0" b="0"/>
            <a:pathLst>
              <a:path w="1714500" h="95">
                <a:moveTo>
                  <a:pt x="0" y="0"/>
                </a:moveTo>
                <a:lnTo>
                  <a:pt x="1714500" y="0"/>
                </a:lnTo>
              </a:path>
            </a:pathLst>
          </a:custGeom>
          <a:noFill/>
          <a:ln w="2452">
            <a:solidFill>
              <a:srgbClr val="A7C4BD"/>
            </a:solidFill>
            <a:prstDash val="solid"/>
          </a:ln>
        </p:spPr>
      </p:sp>
      <p:sp>
        <p:nvSpPr>
          <p:cNvPr id="1000104" name="Line 88">
            <a:extLst>
              <a:ext uri="{FF2B5EF4-FFF2-40B4-BE49-F238E27FC236}">
                <a16:creationId xmlns:a16="http://schemas.microsoft.com/office/drawing/2014/main" id="{D1740987-881C-C836-A7B1-081C50B1481E}"/>
              </a:ext>
            </a:extLst>
          </p:cNvPr>
          <p:cNvSpPr>
            <a:spLocks noGrp="1"/>
          </p:cNvSpPr>
          <p:nvPr/>
        </p:nvSpPr>
        <p:spPr>
          <a:xfrm>
            <a:off x="4461325" y="3611207"/>
            <a:ext cx="367854" cy="20"/>
          </a:xfrm>
          <a:custGeom>
            <a:avLst/>
            <a:gdLst/>
            <a:ahLst/>
            <a:cxnLst/>
            <a:rect l="0" t="0" r="0" b="0"/>
            <a:pathLst>
              <a:path w="1714500" h="95">
                <a:moveTo>
                  <a:pt x="0" y="0"/>
                </a:moveTo>
                <a:lnTo>
                  <a:pt x="1714500" y="0"/>
                </a:lnTo>
              </a:path>
            </a:pathLst>
          </a:custGeom>
          <a:noFill/>
          <a:ln w="2452">
            <a:solidFill>
              <a:srgbClr val="A7C4BD"/>
            </a:solidFill>
            <a:prstDash val="solid"/>
          </a:ln>
        </p:spPr>
      </p:sp>
      <p:sp>
        <p:nvSpPr>
          <p:cNvPr id="1000105" name="Line 89">
            <a:extLst>
              <a:ext uri="{FF2B5EF4-FFF2-40B4-BE49-F238E27FC236}">
                <a16:creationId xmlns:a16="http://schemas.microsoft.com/office/drawing/2014/main" id="{ED72388D-2E87-8C78-DFB1-8F34D51BFC9E}"/>
              </a:ext>
            </a:extLst>
          </p:cNvPr>
          <p:cNvSpPr>
            <a:spLocks noGrp="1"/>
          </p:cNvSpPr>
          <p:nvPr/>
        </p:nvSpPr>
        <p:spPr>
          <a:xfrm>
            <a:off x="4461325" y="3666378"/>
            <a:ext cx="367854" cy="20"/>
          </a:xfrm>
          <a:custGeom>
            <a:avLst/>
            <a:gdLst/>
            <a:ahLst/>
            <a:cxnLst/>
            <a:rect l="0" t="0" r="0" b="0"/>
            <a:pathLst>
              <a:path w="1714500" h="95">
                <a:moveTo>
                  <a:pt x="0" y="0"/>
                </a:moveTo>
                <a:lnTo>
                  <a:pt x="1714500" y="0"/>
                </a:lnTo>
              </a:path>
            </a:pathLst>
          </a:custGeom>
          <a:noFill/>
          <a:ln w="2452">
            <a:solidFill>
              <a:srgbClr val="A7C4BD"/>
            </a:solidFill>
            <a:prstDash val="solid"/>
          </a:ln>
        </p:spPr>
      </p:sp>
      <p:sp>
        <p:nvSpPr>
          <p:cNvPr id="1000106" name="Line 90">
            <a:extLst>
              <a:ext uri="{FF2B5EF4-FFF2-40B4-BE49-F238E27FC236}">
                <a16:creationId xmlns:a16="http://schemas.microsoft.com/office/drawing/2014/main" id="{B97FA063-1452-26AD-19FA-772701C95A53}"/>
              </a:ext>
            </a:extLst>
          </p:cNvPr>
          <p:cNvSpPr>
            <a:spLocks noGrp="1"/>
          </p:cNvSpPr>
          <p:nvPr/>
        </p:nvSpPr>
        <p:spPr>
          <a:xfrm>
            <a:off x="4461325" y="3721549"/>
            <a:ext cx="367854" cy="20"/>
          </a:xfrm>
          <a:custGeom>
            <a:avLst/>
            <a:gdLst/>
            <a:ahLst/>
            <a:cxnLst/>
            <a:rect l="0" t="0" r="0" b="0"/>
            <a:pathLst>
              <a:path w="1714500" h="95">
                <a:moveTo>
                  <a:pt x="0" y="0"/>
                </a:moveTo>
                <a:lnTo>
                  <a:pt x="1714500" y="0"/>
                </a:lnTo>
              </a:path>
            </a:pathLst>
          </a:custGeom>
          <a:noFill/>
          <a:ln w="2452">
            <a:solidFill>
              <a:srgbClr val="A7C4BD"/>
            </a:solidFill>
            <a:prstDash val="solid"/>
          </a:ln>
        </p:spPr>
      </p:sp>
      <p:sp>
        <p:nvSpPr>
          <p:cNvPr id="1000107" name="Label 91 k">
            <a:extLst>
              <a:ext uri="{FF2B5EF4-FFF2-40B4-BE49-F238E27FC236}">
                <a16:creationId xmlns:a16="http://schemas.microsoft.com/office/drawing/2014/main" id="{E6CAFB7F-54C5-DA10-9165-EBF15690BE17}"/>
              </a:ext>
            </a:extLst>
          </p:cNvPr>
          <p:cNvSpPr>
            <a:spLocks noGrp="1"/>
          </p:cNvSpPr>
          <p:nvPr/>
        </p:nvSpPr>
        <p:spPr>
          <a:xfrm>
            <a:off x="4573725" y="3458354"/>
            <a:ext cx="51091" cy="42457"/>
          </a:xfrm>
          <a:prstGeom prst="rect">
            <a:avLst/>
          </a:prstGeom>
          <a:noFill/>
          <a:ln w="0">
            <a:noFill/>
          </a:ln>
        </p:spPr>
        <p:txBody>
          <a:bodyPr wrap="none" lIns="0" tIns="0" rIns="0" bIns="0"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k</a:t>
            </a:r>
          </a:p>
        </p:txBody>
      </p:sp>
      <p:sp>
        <p:nvSpPr>
          <p:cNvPr id="1000108" name="Label 92 j">
            <a:extLst>
              <a:ext uri="{FF2B5EF4-FFF2-40B4-BE49-F238E27FC236}">
                <a16:creationId xmlns:a16="http://schemas.microsoft.com/office/drawing/2014/main" id="{9C7137D5-1F94-2106-B1CB-0CDFB89AC6FE}"/>
              </a:ext>
            </a:extLst>
          </p:cNvPr>
          <p:cNvSpPr>
            <a:spLocks noGrp="1"/>
          </p:cNvSpPr>
          <p:nvPr/>
        </p:nvSpPr>
        <p:spPr>
          <a:xfrm>
            <a:off x="4404103" y="3556037"/>
            <a:ext cx="42916" cy="55171"/>
          </a:xfrm>
          <a:prstGeom prst="rect">
            <a:avLst/>
          </a:prstGeom>
          <a:noFill/>
          <a:ln w="0">
            <a:noFill/>
          </a:ln>
        </p:spPr>
        <p:txBody>
          <a:bodyPr wrap="none" lIns="0" tIns="0" rIns="0" bIns="0" anchor="ctr">
            <a:noAutofit/>
          </a:bodyPr>
          <a:lstStyle/>
          <a:p>
            <a:pPr algn="ctr">
              <a:defRPr sz="400" b="1">
                <a:solidFill>
                  <a:srgbClr val="397FA6"/>
                </a:solidFill>
                <a:latin typeface="Arial"/>
                <a:ea typeface="Arial"/>
                <a:cs typeface="Arial"/>
              </a:defRPr>
            </a:pPr>
            <a:r>
              <a:rPr sz="400" b="1">
                <a:solidFill>
                  <a:srgbClr val="397FA6"/>
                </a:solidFill>
                <a:latin typeface="Arial"/>
                <a:ea typeface="Arial"/>
                <a:cs typeface="Arial"/>
              </a:rPr>
              <a:t>j</a:t>
            </a:r>
          </a:p>
        </p:txBody>
      </p:sp>
      <p:sp>
        <p:nvSpPr>
          <p:cNvPr id="1000109" name="Label 93 J × K">
            <a:extLst>
              <a:ext uri="{FF2B5EF4-FFF2-40B4-BE49-F238E27FC236}">
                <a16:creationId xmlns:a16="http://schemas.microsoft.com/office/drawing/2014/main" id="{0B9F65FC-5EAE-FBC4-FAE5-9938AF1EA42B}"/>
              </a:ext>
            </a:extLst>
          </p:cNvPr>
          <p:cNvSpPr>
            <a:spLocks noGrp="1"/>
          </p:cNvSpPr>
          <p:nvPr/>
        </p:nvSpPr>
        <p:spPr>
          <a:xfrm>
            <a:off x="4506285" y="3742494"/>
            <a:ext cx="279978" cy="44443"/>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a:solidFill>
                  <a:srgbClr val="6F8290"/>
                </a:solidFill>
                <a:latin typeface="Arial"/>
                <a:ea typeface="Arial"/>
                <a:cs typeface="Arial"/>
              </a:rPr>
              <a:t>J × K</a:t>
            </a:r>
          </a:p>
        </p:txBody>
      </p:sp>
      <p:sp>
        <p:nvSpPr>
          <p:cNvPr id="1000420" name="c | shared input to candidate crop">
            <a:extLst>
              <a:ext uri="{FF2B5EF4-FFF2-40B4-BE49-F238E27FC236}">
                <a16:creationId xmlns:a16="http://schemas.microsoft.com/office/drawing/2014/main" id="{CAE56C1C-0D87-AB59-F11F-77F9F30289FE}"/>
              </a:ext>
            </a:extLst>
          </p:cNvPr>
          <p:cNvSpPr>
            <a:spLocks noGrp="1"/>
          </p:cNvSpPr>
          <p:nvPr/>
        </p:nvSpPr>
        <p:spPr>
          <a:xfrm>
            <a:off x="2045751" y="2215588"/>
            <a:ext cx="188014" cy="0"/>
          </a:xfrm>
          <a:custGeom>
            <a:avLst/>
            <a:gdLst/>
            <a:ahLst/>
            <a:cxnLst/>
            <a:rect l="0" t="0" r="0" b="0"/>
            <a:pathLst>
              <a:path w="876300" h="1">
                <a:moveTo>
                  <a:pt x="0" y="0"/>
                </a:moveTo>
                <a:lnTo>
                  <a:pt x="876300" y="0"/>
                </a:lnTo>
              </a:path>
            </a:pathLst>
          </a:custGeom>
          <a:noFill/>
          <a:ln w="3474">
            <a:solidFill>
              <a:srgbClr val="397FA6"/>
            </a:solidFill>
            <a:prstDash val="solid"/>
          </a:ln>
        </p:spPr>
      </p:sp>
      <p:grpSp>
        <p:nvGrpSpPr>
          <p:cNvPr id="2799" name="组合 2798">
            <a:extLst>
              <a:ext uri="{FF2B5EF4-FFF2-40B4-BE49-F238E27FC236}">
                <a16:creationId xmlns:a16="http://schemas.microsoft.com/office/drawing/2014/main" id="{1671588E-CD60-375A-9ECD-F6C333361896}"/>
              </a:ext>
            </a:extLst>
          </p:cNvPr>
          <p:cNvGrpSpPr/>
          <p:nvPr/>
        </p:nvGrpSpPr>
        <p:grpSpPr>
          <a:xfrm>
            <a:off x="2215373" y="2129766"/>
            <a:ext cx="2668984" cy="1462030"/>
            <a:chOff x="2215373" y="2129766"/>
            <a:chExt cx="2668984" cy="1462030"/>
          </a:xfrm>
        </p:grpSpPr>
        <p:grpSp>
          <p:nvGrpSpPr>
            <p:cNvPr id="1000110" name="Density voxel illustration | exp">
              <a:extLst>
                <a:ext uri="{FF2B5EF4-FFF2-40B4-BE49-F238E27FC236}">
                  <a16:creationId xmlns:a16="http://schemas.microsoft.com/office/drawing/2014/main" id="{7554C1AE-7DBA-4B37-62A9-A160A0276FA0}"/>
                </a:ext>
              </a:extLst>
            </p:cNvPr>
            <p:cNvGrpSpPr/>
            <p:nvPr/>
          </p:nvGrpSpPr>
          <p:grpSpPr>
            <a:xfrm>
              <a:off x="2250114" y="2129766"/>
              <a:ext cx="194145" cy="171643"/>
              <a:chOff x="1179315" y="2886201"/>
              <a:chExt cx="295650" cy="262800"/>
            </a:xfrm>
          </p:grpSpPr>
          <p:sp>
            <p:nvSpPr>
              <p:cNvPr id="1000111" name="path_2370">
                <a:extLst>
                  <a:ext uri="{FF2B5EF4-FFF2-40B4-BE49-F238E27FC236}">
                    <a16:creationId xmlns:a16="http://schemas.microsoft.com/office/drawing/2014/main" id="{A64C28A7-1BD2-CDFC-89EB-2BF0078AA2E6}"/>
                  </a:ext>
                </a:extLst>
              </p:cNvPr>
              <p:cNvSpPr/>
              <p:nvPr/>
            </p:nvSpPr>
            <p:spPr>
              <a:xfrm>
                <a:off x="1179315" y="2886201"/>
                <a:ext cx="295650" cy="47304"/>
              </a:xfrm>
              <a:custGeom>
                <a:avLst/>
                <a:gdLst/>
                <a:ahLst/>
                <a:cxnLst/>
                <a:rect l="0" t="0" r="w" b="h"/>
                <a:pathLst>
                  <a:path w="295650" h="47304" extrusionOk="0">
                    <a:moveTo>
                      <a:pt x="0" y="47304"/>
                    </a:moveTo>
                    <a:lnTo>
                      <a:pt x="47304" y="0"/>
                    </a:lnTo>
                    <a:lnTo>
                      <a:pt x="295650" y="0"/>
                    </a:lnTo>
                    <a:lnTo>
                      <a:pt x="248346" y="47304"/>
                    </a:lnTo>
                    <a:close/>
                  </a:path>
                </a:pathLst>
              </a:custGeom>
              <a:solidFill>
                <a:srgbClr val="EEF6FB">
                  <a:alpha val="70000"/>
                </a:srgbClr>
              </a:solidFill>
              <a:ln w="1202" cap="rnd" cmpd="sng" algn="ctr">
                <a:solidFill>
                  <a:srgbClr val="367FB7">
                    <a:alpha val="70000"/>
                  </a:srgbClr>
                </a:solidFill>
                <a:prstDash val="solid"/>
                <a:round/>
                <a:headEnd type="none" w="med" len="med"/>
                <a:tailEnd type="none" w="med" len="med"/>
              </a:ln>
              <a:effectLst/>
            </p:spPr>
          </p:sp>
          <p:sp>
            <p:nvSpPr>
              <p:cNvPr id="1000112" name="path_2371">
                <a:extLst>
                  <a:ext uri="{FF2B5EF4-FFF2-40B4-BE49-F238E27FC236}">
                    <a16:creationId xmlns:a16="http://schemas.microsoft.com/office/drawing/2014/main" id="{151E8809-B54E-8473-66BA-4EB96EC2EA92}"/>
                  </a:ext>
                </a:extLst>
              </p:cNvPr>
              <p:cNvSpPr/>
              <p:nvPr/>
            </p:nvSpPr>
            <p:spPr>
              <a:xfrm>
                <a:off x="1427661" y="2886201"/>
                <a:ext cx="47304" cy="262800"/>
              </a:xfrm>
              <a:custGeom>
                <a:avLst/>
                <a:gdLst/>
                <a:ahLst/>
                <a:cxnLst/>
                <a:rect l="0" t="0" r="w" b="h"/>
                <a:pathLst>
                  <a:path w="47304" h="262800" extrusionOk="0">
                    <a:moveTo>
                      <a:pt x="0" y="47304"/>
                    </a:moveTo>
                    <a:lnTo>
                      <a:pt x="47304" y="0"/>
                    </a:lnTo>
                    <a:lnTo>
                      <a:pt x="47304" y="215496"/>
                    </a:lnTo>
                    <a:lnTo>
                      <a:pt x="0" y="262800"/>
                    </a:lnTo>
                    <a:close/>
                  </a:path>
                </a:pathLst>
              </a:custGeom>
              <a:solidFill>
                <a:srgbClr val="E1EEF6">
                  <a:alpha val="60000"/>
                </a:srgbClr>
              </a:solidFill>
              <a:ln w="1202" cap="rnd" cmpd="sng" algn="ctr">
                <a:solidFill>
                  <a:srgbClr val="367FB7">
                    <a:alpha val="60000"/>
                  </a:srgbClr>
                </a:solidFill>
                <a:prstDash val="solid"/>
                <a:round/>
                <a:headEnd type="none" w="med" len="med"/>
                <a:tailEnd type="none" w="med" len="med"/>
              </a:ln>
              <a:effectLst/>
            </p:spPr>
          </p:sp>
          <p:sp>
            <p:nvSpPr>
              <p:cNvPr id="1000113" name="rect_2372">
                <a:extLst>
                  <a:ext uri="{FF2B5EF4-FFF2-40B4-BE49-F238E27FC236}">
                    <a16:creationId xmlns:a16="http://schemas.microsoft.com/office/drawing/2014/main" id="{54391157-1F86-371C-F583-96C9AB94A647}"/>
                  </a:ext>
                </a:extLst>
              </p:cNvPr>
              <p:cNvSpPr/>
              <p:nvPr/>
            </p:nvSpPr>
            <p:spPr>
              <a:xfrm>
                <a:off x="1179315" y="2933505"/>
                <a:ext cx="248346" cy="215496"/>
              </a:xfrm>
              <a:prstGeom prst="rect">
                <a:avLst/>
              </a:prstGeom>
              <a:solidFill>
                <a:srgbClr val="F7FBFE"/>
              </a:solidFill>
              <a:ln w="1202" cap="rnd" cmpd="sng" algn="ctr">
                <a:solidFill>
                  <a:srgbClr val="367FB7"/>
                </a:solidFill>
                <a:prstDash val="solid"/>
                <a:round/>
                <a:headEnd type="none" w="med" len="med"/>
                <a:tailEnd type="none" w="med" len="med"/>
              </a:ln>
              <a:effectLst/>
            </p:spPr>
          </p:sp>
          <p:sp>
            <p:nvSpPr>
              <p:cNvPr id="1000114" name="Density voxel cell">
                <a:extLst>
                  <a:ext uri="{FF2B5EF4-FFF2-40B4-BE49-F238E27FC236}">
                    <a16:creationId xmlns:a16="http://schemas.microsoft.com/office/drawing/2014/main" id="{B3562BCD-67E1-A7FA-5AE0-641D575C2F2A}"/>
                  </a:ext>
                </a:extLst>
              </p:cNvPr>
              <p:cNvSpPr/>
              <p:nvPr/>
            </p:nvSpPr>
            <p:spPr>
              <a:xfrm>
                <a:off x="1180465" y="2934655"/>
                <a:ext cx="20277" cy="17291"/>
              </a:xfrm>
              <a:prstGeom prst="rect">
                <a:avLst/>
              </a:prstGeom>
              <a:solidFill>
                <a:srgbClr val="F1F7FC"/>
              </a:solidFill>
              <a:ln w="2103" cap="rnd" cmpd="sng" algn="ctr">
                <a:noFill/>
                <a:prstDash val="solid"/>
                <a:round/>
                <a:headEnd type="none" w="med" len="med"/>
                <a:tailEnd type="none" w="med" len="med"/>
              </a:ln>
              <a:effectLst/>
            </p:spPr>
          </p:sp>
          <p:sp>
            <p:nvSpPr>
              <p:cNvPr id="1000115" name="Density voxel cell">
                <a:extLst>
                  <a:ext uri="{FF2B5EF4-FFF2-40B4-BE49-F238E27FC236}">
                    <a16:creationId xmlns:a16="http://schemas.microsoft.com/office/drawing/2014/main" id="{857C78D2-EEDE-4F74-289C-B523B3DCB75C}"/>
                  </a:ext>
                </a:extLst>
              </p:cNvPr>
              <p:cNvSpPr/>
              <p:nvPr/>
            </p:nvSpPr>
            <p:spPr>
              <a:xfrm>
                <a:off x="1203042" y="2934655"/>
                <a:ext cx="20277" cy="17291"/>
              </a:xfrm>
              <a:prstGeom prst="rect">
                <a:avLst/>
              </a:prstGeom>
              <a:solidFill>
                <a:srgbClr val="E5F0F8"/>
              </a:solidFill>
              <a:ln w="2103" cap="rnd" cmpd="sng" algn="ctr">
                <a:noFill/>
                <a:prstDash val="solid"/>
                <a:round/>
                <a:headEnd type="none" w="med" len="med"/>
                <a:tailEnd type="none" w="med" len="med"/>
              </a:ln>
              <a:effectLst/>
            </p:spPr>
          </p:sp>
          <p:sp>
            <p:nvSpPr>
              <p:cNvPr id="1000116" name="Density voxel cell">
                <a:extLst>
                  <a:ext uri="{FF2B5EF4-FFF2-40B4-BE49-F238E27FC236}">
                    <a16:creationId xmlns:a16="http://schemas.microsoft.com/office/drawing/2014/main" id="{BCC92039-EBB8-E95B-5463-FE47131E2E14}"/>
                  </a:ext>
                </a:extLst>
              </p:cNvPr>
              <p:cNvSpPr/>
              <p:nvPr/>
            </p:nvSpPr>
            <p:spPr>
              <a:xfrm>
                <a:off x="1225619" y="2934655"/>
                <a:ext cx="20277" cy="17291"/>
              </a:xfrm>
              <a:prstGeom prst="rect">
                <a:avLst/>
              </a:prstGeom>
              <a:solidFill>
                <a:srgbClr val="D3E5F1"/>
              </a:solidFill>
              <a:ln w="2103" cap="rnd" cmpd="sng" algn="ctr">
                <a:noFill/>
                <a:prstDash val="solid"/>
                <a:round/>
                <a:headEnd type="none" w="med" len="med"/>
                <a:tailEnd type="none" w="med" len="med"/>
              </a:ln>
              <a:effectLst/>
            </p:spPr>
          </p:sp>
          <p:sp>
            <p:nvSpPr>
              <p:cNvPr id="1000117" name="Density voxel cell">
                <a:extLst>
                  <a:ext uri="{FF2B5EF4-FFF2-40B4-BE49-F238E27FC236}">
                    <a16:creationId xmlns:a16="http://schemas.microsoft.com/office/drawing/2014/main" id="{9FC4C503-0ACF-69B5-6E4B-2B92F49315FC}"/>
                  </a:ext>
                </a:extLst>
              </p:cNvPr>
              <p:cNvSpPr/>
              <p:nvPr/>
            </p:nvSpPr>
            <p:spPr>
              <a:xfrm>
                <a:off x="1248195" y="2934655"/>
                <a:ext cx="20277" cy="17291"/>
              </a:xfrm>
              <a:prstGeom prst="rect">
                <a:avLst/>
              </a:prstGeom>
              <a:solidFill>
                <a:srgbClr val="C6DDED"/>
              </a:solidFill>
              <a:ln w="2103" cap="rnd" cmpd="sng" algn="ctr">
                <a:noFill/>
                <a:prstDash val="solid"/>
                <a:round/>
                <a:headEnd type="none" w="med" len="med"/>
                <a:tailEnd type="none" w="med" len="med"/>
              </a:ln>
              <a:effectLst/>
            </p:spPr>
          </p:sp>
          <p:sp>
            <p:nvSpPr>
              <p:cNvPr id="1000118" name="Density voxel cell">
                <a:extLst>
                  <a:ext uri="{FF2B5EF4-FFF2-40B4-BE49-F238E27FC236}">
                    <a16:creationId xmlns:a16="http://schemas.microsoft.com/office/drawing/2014/main" id="{B011FE1A-F200-AB66-2DC6-9A7D08FD72D4}"/>
                  </a:ext>
                </a:extLst>
              </p:cNvPr>
              <p:cNvSpPr/>
              <p:nvPr/>
            </p:nvSpPr>
            <p:spPr>
              <a:xfrm>
                <a:off x="1270772" y="2934655"/>
                <a:ext cx="20277" cy="17291"/>
              </a:xfrm>
              <a:prstGeom prst="rect">
                <a:avLst/>
              </a:prstGeom>
              <a:solidFill>
                <a:srgbClr val="C9DEEE"/>
              </a:solidFill>
              <a:ln w="2103" cap="rnd" cmpd="sng" algn="ctr">
                <a:noFill/>
                <a:prstDash val="solid"/>
                <a:round/>
                <a:headEnd type="none" w="med" len="med"/>
                <a:tailEnd type="none" w="med" len="med"/>
              </a:ln>
              <a:effectLst/>
            </p:spPr>
          </p:sp>
          <p:sp>
            <p:nvSpPr>
              <p:cNvPr id="1000119" name="Density voxel cell">
                <a:extLst>
                  <a:ext uri="{FF2B5EF4-FFF2-40B4-BE49-F238E27FC236}">
                    <a16:creationId xmlns:a16="http://schemas.microsoft.com/office/drawing/2014/main" id="{2E9E5D18-341D-EBCE-F636-4DA4332F9303}"/>
                  </a:ext>
                </a:extLst>
              </p:cNvPr>
              <p:cNvSpPr/>
              <p:nvPr/>
            </p:nvSpPr>
            <p:spPr>
              <a:xfrm>
                <a:off x="1293349" y="2934655"/>
                <a:ext cx="20277" cy="17291"/>
              </a:xfrm>
              <a:prstGeom prst="rect">
                <a:avLst/>
              </a:prstGeom>
              <a:solidFill>
                <a:srgbClr val="D9E8F3"/>
              </a:solidFill>
              <a:ln w="2103" cap="rnd" cmpd="sng" algn="ctr">
                <a:noFill/>
                <a:prstDash val="solid"/>
                <a:round/>
                <a:headEnd type="none" w="med" len="med"/>
                <a:tailEnd type="none" w="med" len="med"/>
              </a:ln>
              <a:effectLst/>
            </p:spPr>
          </p:sp>
          <p:sp>
            <p:nvSpPr>
              <p:cNvPr id="1000120" name="Density voxel cell">
                <a:extLst>
                  <a:ext uri="{FF2B5EF4-FFF2-40B4-BE49-F238E27FC236}">
                    <a16:creationId xmlns:a16="http://schemas.microsoft.com/office/drawing/2014/main" id="{0D6193D7-9E92-74CC-7484-ADAF187396E8}"/>
                  </a:ext>
                </a:extLst>
              </p:cNvPr>
              <p:cNvSpPr/>
              <p:nvPr/>
            </p:nvSpPr>
            <p:spPr>
              <a:xfrm>
                <a:off x="1315926" y="2934655"/>
                <a:ext cx="20277" cy="17291"/>
              </a:xfrm>
              <a:prstGeom prst="rect">
                <a:avLst/>
              </a:prstGeom>
              <a:solidFill>
                <a:srgbClr val="E9F3F9"/>
              </a:solidFill>
              <a:ln w="2103" cap="rnd" cmpd="sng" algn="ctr">
                <a:noFill/>
                <a:prstDash val="solid"/>
                <a:round/>
                <a:headEnd type="none" w="med" len="med"/>
                <a:tailEnd type="none" w="med" len="med"/>
              </a:ln>
              <a:effectLst/>
            </p:spPr>
          </p:sp>
          <p:sp>
            <p:nvSpPr>
              <p:cNvPr id="1000121" name="Density voxel cell">
                <a:extLst>
                  <a:ext uri="{FF2B5EF4-FFF2-40B4-BE49-F238E27FC236}">
                    <a16:creationId xmlns:a16="http://schemas.microsoft.com/office/drawing/2014/main" id="{45E669EE-B6B0-1DF7-D5FB-64B83F3EAD8D}"/>
                  </a:ext>
                </a:extLst>
              </p:cNvPr>
              <p:cNvSpPr/>
              <p:nvPr/>
            </p:nvSpPr>
            <p:spPr>
              <a:xfrm>
                <a:off x="1338503" y="2934655"/>
                <a:ext cx="20277" cy="17291"/>
              </a:xfrm>
              <a:prstGeom prst="rect">
                <a:avLst/>
              </a:prstGeom>
              <a:solidFill>
                <a:srgbClr val="F3F8FC"/>
              </a:solidFill>
              <a:ln w="2103" cap="rnd" cmpd="sng" algn="ctr">
                <a:noFill/>
                <a:prstDash val="solid"/>
                <a:round/>
                <a:headEnd type="none" w="med" len="med"/>
                <a:tailEnd type="none" w="med" len="med"/>
              </a:ln>
              <a:effectLst/>
            </p:spPr>
          </p:sp>
          <p:sp>
            <p:nvSpPr>
              <p:cNvPr id="1000122" name="Density voxel cell">
                <a:extLst>
                  <a:ext uri="{FF2B5EF4-FFF2-40B4-BE49-F238E27FC236}">
                    <a16:creationId xmlns:a16="http://schemas.microsoft.com/office/drawing/2014/main" id="{BD5835EE-CAEB-31AD-0BB2-73CD62677858}"/>
                  </a:ext>
                </a:extLst>
              </p:cNvPr>
              <p:cNvSpPr/>
              <p:nvPr/>
            </p:nvSpPr>
            <p:spPr>
              <a:xfrm>
                <a:off x="1361080" y="2934655"/>
                <a:ext cx="20277" cy="17291"/>
              </a:xfrm>
              <a:prstGeom prst="rect">
                <a:avLst/>
              </a:prstGeom>
              <a:solidFill>
                <a:srgbClr val="F6FAFE"/>
              </a:solidFill>
              <a:ln w="2103" cap="rnd" cmpd="sng" algn="ctr">
                <a:noFill/>
                <a:prstDash val="solid"/>
                <a:round/>
                <a:headEnd type="none" w="med" len="med"/>
                <a:tailEnd type="none" w="med" len="med"/>
              </a:ln>
              <a:effectLst/>
            </p:spPr>
          </p:sp>
          <p:sp>
            <p:nvSpPr>
              <p:cNvPr id="1000123" name="Density voxel cell">
                <a:extLst>
                  <a:ext uri="{FF2B5EF4-FFF2-40B4-BE49-F238E27FC236}">
                    <a16:creationId xmlns:a16="http://schemas.microsoft.com/office/drawing/2014/main" id="{7F3A22F1-B2C9-E3CC-5EA2-D529C18D2B46}"/>
                  </a:ext>
                </a:extLst>
              </p:cNvPr>
              <p:cNvSpPr/>
              <p:nvPr/>
            </p:nvSpPr>
            <p:spPr>
              <a:xfrm>
                <a:off x="1383657" y="2934655"/>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24" name="Density voxel cell">
                <a:extLst>
                  <a:ext uri="{FF2B5EF4-FFF2-40B4-BE49-F238E27FC236}">
                    <a16:creationId xmlns:a16="http://schemas.microsoft.com/office/drawing/2014/main" id="{A528C46E-7AA1-7A77-E07A-A5CB931BE752}"/>
                  </a:ext>
                </a:extLst>
              </p:cNvPr>
              <p:cNvSpPr/>
              <p:nvPr/>
            </p:nvSpPr>
            <p:spPr>
              <a:xfrm>
                <a:off x="1406234" y="2934655"/>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25" name="Density voxel cell">
                <a:extLst>
                  <a:ext uri="{FF2B5EF4-FFF2-40B4-BE49-F238E27FC236}">
                    <a16:creationId xmlns:a16="http://schemas.microsoft.com/office/drawing/2014/main" id="{C40E175C-75CF-D68A-50D0-67650A30C0E5}"/>
                  </a:ext>
                </a:extLst>
              </p:cNvPr>
              <p:cNvSpPr/>
              <p:nvPr/>
            </p:nvSpPr>
            <p:spPr>
              <a:xfrm>
                <a:off x="1180465" y="2954245"/>
                <a:ext cx="20277" cy="17291"/>
              </a:xfrm>
              <a:prstGeom prst="rect">
                <a:avLst/>
              </a:prstGeom>
              <a:solidFill>
                <a:srgbClr val="EBF3FA"/>
              </a:solidFill>
              <a:ln w="2103" cap="rnd" cmpd="sng" algn="ctr">
                <a:noFill/>
                <a:prstDash val="solid"/>
                <a:round/>
                <a:headEnd type="none" w="med" len="med"/>
                <a:tailEnd type="none" w="med" len="med"/>
              </a:ln>
              <a:effectLst/>
            </p:spPr>
          </p:sp>
          <p:sp>
            <p:nvSpPr>
              <p:cNvPr id="1000126" name="Density voxel cell">
                <a:extLst>
                  <a:ext uri="{FF2B5EF4-FFF2-40B4-BE49-F238E27FC236}">
                    <a16:creationId xmlns:a16="http://schemas.microsoft.com/office/drawing/2014/main" id="{35B57B64-CEC2-0E58-C1DB-E5B2AFB0C977}"/>
                  </a:ext>
                </a:extLst>
              </p:cNvPr>
              <p:cNvSpPr/>
              <p:nvPr/>
            </p:nvSpPr>
            <p:spPr>
              <a:xfrm>
                <a:off x="1203042" y="2954245"/>
                <a:ext cx="20277" cy="17291"/>
              </a:xfrm>
              <a:prstGeom prst="rect">
                <a:avLst/>
              </a:prstGeom>
              <a:solidFill>
                <a:srgbClr val="D4E5F2"/>
              </a:solidFill>
              <a:ln w="2103" cap="rnd" cmpd="sng" algn="ctr">
                <a:noFill/>
                <a:prstDash val="solid"/>
                <a:round/>
                <a:headEnd type="none" w="med" len="med"/>
                <a:tailEnd type="none" w="med" len="med"/>
              </a:ln>
              <a:effectLst/>
            </p:spPr>
          </p:sp>
          <p:sp>
            <p:nvSpPr>
              <p:cNvPr id="1000127" name="Density voxel cell">
                <a:extLst>
                  <a:ext uri="{FF2B5EF4-FFF2-40B4-BE49-F238E27FC236}">
                    <a16:creationId xmlns:a16="http://schemas.microsoft.com/office/drawing/2014/main" id="{A43D2A87-A2C8-11A3-49CC-978867E85EF9}"/>
                  </a:ext>
                </a:extLst>
              </p:cNvPr>
              <p:cNvSpPr/>
              <p:nvPr/>
            </p:nvSpPr>
            <p:spPr>
              <a:xfrm>
                <a:off x="1225619" y="2954245"/>
                <a:ext cx="20277" cy="17291"/>
              </a:xfrm>
              <a:prstGeom prst="rect">
                <a:avLst/>
              </a:prstGeom>
              <a:solidFill>
                <a:srgbClr val="B1D0E5"/>
              </a:solidFill>
              <a:ln w="2103" cap="rnd" cmpd="sng" algn="ctr">
                <a:noFill/>
                <a:prstDash val="solid"/>
                <a:round/>
                <a:headEnd type="none" w="med" len="med"/>
                <a:tailEnd type="none" w="med" len="med"/>
              </a:ln>
              <a:effectLst/>
            </p:spPr>
          </p:sp>
          <p:sp>
            <p:nvSpPr>
              <p:cNvPr id="1000128" name="Density voxel cell">
                <a:extLst>
                  <a:ext uri="{FF2B5EF4-FFF2-40B4-BE49-F238E27FC236}">
                    <a16:creationId xmlns:a16="http://schemas.microsoft.com/office/drawing/2014/main" id="{85DB840F-FB00-6D55-5049-7EEF2C085E38}"/>
                  </a:ext>
                </a:extLst>
              </p:cNvPr>
              <p:cNvSpPr/>
              <p:nvPr/>
            </p:nvSpPr>
            <p:spPr>
              <a:xfrm>
                <a:off x="1248195" y="2954245"/>
                <a:ext cx="20277" cy="17291"/>
              </a:xfrm>
              <a:prstGeom prst="rect">
                <a:avLst/>
              </a:prstGeom>
              <a:solidFill>
                <a:srgbClr val="98C0DC"/>
              </a:solidFill>
              <a:ln w="2103" cap="rnd" cmpd="sng" algn="ctr">
                <a:noFill/>
                <a:prstDash val="solid"/>
                <a:round/>
                <a:headEnd type="none" w="med" len="med"/>
                <a:tailEnd type="none" w="med" len="med"/>
              </a:ln>
              <a:effectLst/>
            </p:spPr>
          </p:sp>
          <p:sp>
            <p:nvSpPr>
              <p:cNvPr id="1000129" name="Density voxel cell">
                <a:extLst>
                  <a:ext uri="{FF2B5EF4-FFF2-40B4-BE49-F238E27FC236}">
                    <a16:creationId xmlns:a16="http://schemas.microsoft.com/office/drawing/2014/main" id="{C4A03D4C-CEF5-6FE6-6909-EA143610AA15}"/>
                  </a:ext>
                </a:extLst>
              </p:cNvPr>
              <p:cNvSpPr/>
              <p:nvPr/>
            </p:nvSpPr>
            <p:spPr>
              <a:xfrm>
                <a:off x="1270772" y="2954245"/>
                <a:ext cx="20277" cy="17291"/>
              </a:xfrm>
              <a:prstGeom prst="rect">
                <a:avLst/>
              </a:prstGeom>
              <a:solidFill>
                <a:srgbClr val="9DC3DE"/>
              </a:solidFill>
              <a:ln w="2103" cap="rnd" cmpd="sng" algn="ctr">
                <a:noFill/>
                <a:prstDash val="solid"/>
                <a:round/>
                <a:headEnd type="none" w="med" len="med"/>
                <a:tailEnd type="none" w="med" len="med"/>
              </a:ln>
              <a:effectLst/>
            </p:spPr>
          </p:sp>
          <p:sp>
            <p:nvSpPr>
              <p:cNvPr id="1000130" name="Density voxel cell">
                <a:extLst>
                  <a:ext uri="{FF2B5EF4-FFF2-40B4-BE49-F238E27FC236}">
                    <a16:creationId xmlns:a16="http://schemas.microsoft.com/office/drawing/2014/main" id="{3B1E108E-D7E5-3573-BE4D-FEBD1A7EBC77}"/>
                  </a:ext>
                </a:extLst>
              </p:cNvPr>
              <p:cNvSpPr/>
              <p:nvPr/>
            </p:nvSpPr>
            <p:spPr>
              <a:xfrm>
                <a:off x="1293349" y="2954245"/>
                <a:ext cx="20277" cy="17291"/>
              </a:xfrm>
              <a:prstGeom prst="rect">
                <a:avLst/>
              </a:prstGeom>
              <a:solidFill>
                <a:srgbClr val="BCD6E9"/>
              </a:solidFill>
              <a:ln w="2103" cap="rnd" cmpd="sng" algn="ctr">
                <a:noFill/>
                <a:prstDash val="solid"/>
                <a:round/>
                <a:headEnd type="none" w="med" len="med"/>
                <a:tailEnd type="none" w="med" len="med"/>
              </a:ln>
              <a:effectLst/>
            </p:spPr>
          </p:sp>
          <p:sp>
            <p:nvSpPr>
              <p:cNvPr id="1000131" name="Density voxel cell">
                <a:extLst>
                  <a:ext uri="{FF2B5EF4-FFF2-40B4-BE49-F238E27FC236}">
                    <a16:creationId xmlns:a16="http://schemas.microsoft.com/office/drawing/2014/main" id="{08F9BCDB-C50D-D26F-D76B-94EC2D1B9270}"/>
                  </a:ext>
                </a:extLst>
              </p:cNvPr>
              <p:cNvSpPr/>
              <p:nvPr/>
            </p:nvSpPr>
            <p:spPr>
              <a:xfrm>
                <a:off x="1315926" y="2954245"/>
                <a:ext cx="20277" cy="17291"/>
              </a:xfrm>
              <a:prstGeom prst="rect">
                <a:avLst/>
              </a:prstGeom>
              <a:solidFill>
                <a:srgbClr val="DCEAF5"/>
              </a:solidFill>
              <a:ln w="2103" cap="rnd" cmpd="sng" algn="ctr">
                <a:noFill/>
                <a:prstDash val="solid"/>
                <a:round/>
                <a:headEnd type="none" w="med" len="med"/>
                <a:tailEnd type="none" w="med" len="med"/>
              </a:ln>
              <a:effectLst/>
            </p:spPr>
          </p:sp>
          <p:sp>
            <p:nvSpPr>
              <p:cNvPr id="1000132" name="Density voxel cell">
                <a:extLst>
                  <a:ext uri="{FF2B5EF4-FFF2-40B4-BE49-F238E27FC236}">
                    <a16:creationId xmlns:a16="http://schemas.microsoft.com/office/drawing/2014/main" id="{1193F7BB-8FE9-EA07-81C4-EE358FFDF6A5}"/>
                  </a:ext>
                </a:extLst>
              </p:cNvPr>
              <p:cNvSpPr/>
              <p:nvPr/>
            </p:nvSpPr>
            <p:spPr>
              <a:xfrm>
                <a:off x="1338503" y="2954245"/>
                <a:ext cx="20277" cy="17291"/>
              </a:xfrm>
              <a:prstGeom prst="rect">
                <a:avLst/>
              </a:prstGeom>
              <a:solidFill>
                <a:srgbClr val="EFF6FB"/>
              </a:solidFill>
              <a:ln w="2103" cap="rnd" cmpd="sng" algn="ctr">
                <a:noFill/>
                <a:prstDash val="solid"/>
                <a:round/>
                <a:headEnd type="none" w="med" len="med"/>
                <a:tailEnd type="none" w="med" len="med"/>
              </a:ln>
              <a:effectLst/>
            </p:spPr>
          </p:sp>
          <p:sp>
            <p:nvSpPr>
              <p:cNvPr id="1000133" name="Density voxel cell">
                <a:extLst>
                  <a:ext uri="{FF2B5EF4-FFF2-40B4-BE49-F238E27FC236}">
                    <a16:creationId xmlns:a16="http://schemas.microsoft.com/office/drawing/2014/main" id="{E0416E94-AEF1-2D84-F1FE-80C85A776D39}"/>
                  </a:ext>
                </a:extLst>
              </p:cNvPr>
              <p:cNvSpPr/>
              <p:nvPr/>
            </p:nvSpPr>
            <p:spPr>
              <a:xfrm>
                <a:off x="1361080" y="2954245"/>
                <a:ext cx="20277" cy="17291"/>
              </a:xfrm>
              <a:prstGeom prst="rect">
                <a:avLst/>
              </a:prstGeom>
              <a:solidFill>
                <a:srgbClr val="F5FAFD"/>
              </a:solidFill>
              <a:ln w="2103" cap="rnd" cmpd="sng" algn="ctr">
                <a:noFill/>
                <a:prstDash val="solid"/>
                <a:round/>
                <a:headEnd type="none" w="med" len="med"/>
                <a:tailEnd type="none" w="med" len="med"/>
              </a:ln>
              <a:effectLst/>
            </p:spPr>
          </p:sp>
          <p:sp>
            <p:nvSpPr>
              <p:cNvPr id="1000134" name="Density voxel cell">
                <a:extLst>
                  <a:ext uri="{FF2B5EF4-FFF2-40B4-BE49-F238E27FC236}">
                    <a16:creationId xmlns:a16="http://schemas.microsoft.com/office/drawing/2014/main" id="{F064FF9A-6946-2021-5A26-9F0BA3448131}"/>
                  </a:ext>
                </a:extLst>
              </p:cNvPr>
              <p:cNvSpPr/>
              <p:nvPr/>
            </p:nvSpPr>
            <p:spPr>
              <a:xfrm>
                <a:off x="1383657" y="2954245"/>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35" name="Density voxel cell">
                <a:extLst>
                  <a:ext uri="{FF2B5EF4-FFF2-40B4-BE49-F238E27FC236}">
                    <a16:creationId xmlns:a16="http://schemas.microsoft.com/office/drawing/2014/main" id="{B04AF741-E365-4266-2827-122DF6405388}"/>
                  </a:ext>
                </a:extLst>
              </p:cNvPr>
              <p:cNvSpPr/>
              <p:nvPr/>
            </p:nvSpPr>
            <p:spPr>
              <a:xfrm>
                <a:off x="1406234" y="2954245"/>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36" name="Density voxel cell">
                <a:extLst>
                  <a:ext uri="{FF2B5EF4-FFF2-40B4-BE49-F238E27FC236}">
                    <a16:creationId xmlns:a16="http://schemas.microsoft.com/office/drawing/2014/main" id="{07A1C081-EF49-FA92-3255-66597910F766}"/>
                  </a:ext>
                </a:extLst>
              </p:cNvPr>
              <p:cNvSpPr/>
              <p:nvPr/>
            </p:nvSpPr>
            <p:spPr>
              <a:xfrm>
                <a:off x="1180465" y="2973836"/>
                <a:ext cx="20277" cy="17291"/>
              </a:xfrm>
              <a:prstGeom prst="rect">
                <a:avLst/>
              </a:prstGeom>
              <a:solidFill>
                <a:srgbClr val="E4EFF7"/>
              </a:solidFill>
              <a:ln w="2103" cap="rnd" cmpd="sng" algn="ctr">
                <a:noFill/>
                <a:prstDash val="solid"/>
                <a:round/>
                <a:headEnd type="none" w="med" len="med"/>
                <a:tailEnd type="none" w="med" len="med"/>
              </a:ln>
              <a:effectLst/>
            </p:spPr>
          </p:sp>
          <p:sp>
            <p:nvSpPr>
              <p:cNvPr id="1000137" name="Density voxel cell">
                <a:extLst>
                  <a:ext uri="{FF2B5EF4-FFF2-40B4-BE49-F238E27FC236}">
                    <a16:creationId xmlns:a16="http://schemas.microsoft.com/office/drawing/2014/main" id="{FE22F421-92E3-BE7A-1152-3165E1201F60}"/>
                  </a:ext>
                </a:extLst>
              </p:cNvPr>
              <p:cNvSpPr/>
              <p:nvPr/>
            </p:nvSpPr>
            <p:spPr>
              <a:xfrm>
                <a:off x="1203042" y="2973836"/>
                <a:ext cx="20277" cy="17291"/>
              </a:xfrm>
              <a:prstGeom prst="rect">
                <a:avLst/>
              </a:prstGeom>
              <a:solidFill>
                <a:srgbClr val="C0D9EB"/>
              </a:solidFill>
              <a:ln w="2103" cap="rnd" cmpd="sng" algn="ctr">
                <a:noFill/>
                <a:prstDash val="solid"/>
                <a:round/>
                <a:headEnd type="none" w="med" len="med"/>
                <a:tailEnd type="none" w="med" len="med"/>
              </a:ln>
              <a:effectLst/>
            </p:spPr>
          </p:sp>
          <p:sp>
            <p:nvSpPr>
              <p:cNvPr id="1000138" name="Density voxel cell">
                <a:extLst>
                  <a:ext uri="{FF2B5EF4-FFF2-40B4-BE49-F238E27FC236}">
                    <a16:creationId xmlns:a16="http://schemas.microsoft.com/office/drawing/2014/main" id="{8B865566-CB91-7E15-5018-ABAB975BF254}"/>
                  </a:ext>
                </a:extLst>
              </p:cNvPr>
              <p:cNvSpPr/>
              <p:nvPr/>
            </p:nvSpPr>
            <p:spPr>
              <a:xfrm>
                <a:off x="1225619" y="2973836"/>
                <a:ext cx="20277" cy="17291"/>
              </a:xfrm>
              <a:prstGeom prst="rect">
                <a:avLst/>
              </a:prstGeom>
              <a:solidFill>
                <a:srgbClr val="8BB8D8"/>
              </a:solidFill>
              <a:ln w="2103" cap="rnd" cmpd="sng" algn="ctr">
                <a:noFill/>
                <a:prstDash val="solid"/>
                <a:round/>
                <a:headEnd type="none" w="med" len="med"/>
                <a:tailEnd type="none" w="med" len="med"/>
              </a:ln>
              <a:effectLst/>
            </p:spPr>
          </p:sp>
          <p:sp>
            <p:nvSpPr>
              <p:cNvPr id="1000139" name="Density voxel cell">
                <a:extLst>
                  <a:ext uri="{FF2B5EF4-FFF2-40B4-BE49-F238E27FC236}">
                    <a16:creationId xmlns:a16="http://schemas.microsoft.com/office/drawing/2014/main" id="{979D7DBD-152B-6CBB-9DD1-ADBD084C88B6}"/>
                  </a:ext>
                </a:extLst>
              </p:cNvPr>
              <p:cNvSpPr/>
              <p:nvPr/>
            </p:nvSpPr>
            <p:spPr>
              <a:xfrm>
                <a:off x="1248195" y="2973836"/>
                <a:ext cx="20277" cy="17291"/>
              </a:xfrm>
              <a:prstGeom prst="rect">
                <a:avLst/>
              </a:prstGeom>
              <a:solidFill>
                <a:srgbClr val="64A0CA"/>
              </a:solidFill>
              <a:ln w="2103" cap="rnd" cmpd="sng" algn="ctr">
                <a:noFill/>
                <a:prstDash val="solid"/>
                <a:round/>
                <a:headEnd type="none" w="med" len="med"/>
                <a:tailEnd type="none" w="med" len="med"/>
              </a:ln>
              <a:effectLst/>
            </p:spPr>
          </p:sp>
          <p:sp>
            <p:nvSpPr>
              <p:cNvPr id="1000140" name="Density voxel cell">
                <a:extLst>
                  <a:ext uri="{FF2B5EF4-FFF2-40B4-BE49-F238E27FC236}">
                    <a16:creationId xmlns:a16="http://schemas.microsoft.com/office/drawing/2014/main" id="{D0973FE3-4EEA-001E-E7E8-C4E3F08A6AE2}"/>
                  </a:ext>
                </a:extLst>
              </p:cNvPr>
              <p:cNvSpPr/>
              <p:nvPr/>
            </p:nvSpPr>
            <p:spPr>
              <a:xfrm>
                <a:off x="1270772" y="2973836"/>
                <a:ext cx="20277" cy="17291"/>
              </a:xfrm>
              <a:prstGeom prst="rect">
                <a:avLst/>
              </a:prstGeom>
              <a:solidFill>
                <a:srgbClr val="6BA4CD"/>
              </a:solidFill>
              <a:ln w="2103" cap="rnd" cmpd="sng" algn="ctr">
                <a:noFill/>
                <a:prstDash val="solid"/>
                <a:round/>
                <a:headEnd type="none" w="med" len="med"/>
                <a:tailEnd type="none" w="med" len="med"/>
              </a:ln>
              <a:effectLst/>
            </p:spPr>
          </p:sp>
          <p:sp>
            <p:nvSpPr>
              <p:cNvPr id="1000141" name="Density voxel cell">
                <a:extLst>
                  <a:ext uri="{FF2B5EF4-FFF2-40B4-BE49-F238E27FC236}">
                    <a16:creationId xmlns:a16="http://schemas.microsoft.com/office/drawing/2014/main" id="{4CEF3BBF-F82F-2500-99FA-FABB2E3BAB48}"/>
                  </a:ext>
                </a:extLst>
              </p:cNvPr>
              <p:cNvSpPr/>
              <p:nvPr/>
            </p:nvSpPr>
            <p:spPr>
              <a:xfrm>
                <a:off x="1293349" y="2973836"/>
                <a:ext cx="20277" cy="17291"/>
              </a:xfrm>
              <a:prstGeom prst="rect">
                <a:avLst/>
              </a:prstGeom>
              <a:solidFill>
                <a:srgbClr val="9CC2DE"/>
              </a:solidFill>
              <a:ln w="2103" cap="rnd" cmpd="sng" algn="ctr">
                <a:noFill/>
                <a:prstDash val="solid"/>
                <a:round/>
                <a:headEnd type="none" w="med" len="med"/>
                <a:tailEnd type="none" w="med" len="med"/>
              </a:ln>
              <a:effectLst/>
            </p:spPr>
          </p:sp>
          <p:sp>
            <p:nvSpPr>
              <p:cNvPr id="1000142" name="Density voxel cell">
                <a:extLst>
                  <a:ext uri="{FF2B5EF4-FFF2-40B4-BE49-F238E27FC236}">
                    <a16:creationId xmlns:a16="http://schemas.microsoft.com/office/drawing/2014/main" id="{A0FA66FE-E6D5-06A9-1665-1F856CE7EE6F}"/>
                  </a:ext>
                </a:extLst>
              </p:cNvPr>
              <p:cNvSpPr/>
              <p:nvPr/>
            </p:nvSpPr>
            <p:spPr>
              <a:xfrm>
                <a:off x="1315926" y="2973836"/>
                <a:ext cx="20277" cy="17291"/>
              </a:xfrm>
              <a:prstGeom prst="rect">
                <a:avLst/>
              </a:prstGeom>
              <a:solidFill>
                <a:srgbClr val="CDE1EF"/>
              </a:solidFill>
              <a:ln w="2103" cap="rnd" cmpd="sng" algn="ctr">
                <a:noFill/>
                <a:prstDash val="solid"/>
                <a:round/>
                <a:headEnd type="none" w="med" len="med"/>
                <a:tailEnd type="none" w="med" len="med"/>
              </a:ln>
              <a:effectLst/>
            </p:spPr>
          </p:sp>
          <p:sp>
            <p:nvSpPr>
              <p:cNvPr id="1000143" name="Density voxel cell">
                <a:extLst>
                  <a:ext uri="{FF2B5EF4-FFF2-40B4-BE49-F238E27FC236}">
                    <a16:creationId xmlns:a16="http://schemas.microsoft.com/office/drawing/2014/main" id="{927E81B2-C52B-3914-5002-491C794F45B5}"/>
                  </a:ext>
                </a:extLst>
              </p:cNvPr>
              <p:cNvSpPr/>
              <p:nvPr/>
            </p:nvSpPr>
            <p:spPr>
              <a:xfrm>
                <a:off x="1338503" y="2973836"/>
                <a:ext cx="20277" cy="17291"/>
              </a:xfrm>
              <a:prstGeom prst="rect">
                <a:avLst/>
              </a:prstGeom>
              <a:solidFill>
                <a:srgbClr val="EAF3F9"/>
              </a:solidFill>
              <a:ln w="2103" cap="rnd" cmpd="sng" algn="ctr">
                <a:noFill/>
                <a:prstDash val="solid"/>
                <a:round/>
                <a:headEnd type="none" w="med" len="med"/>
                <a:tailEnd type="none" w="med" len="med"/>
              </a:ln>
              <a:effectLst/>
            </p:spPr>
          </p:sp>
          <p:sp>
            <p:nvSpPr>
              <p:cNvPr id="1000144" name="Density voxel cell">
                <a:extLst>
                  <a:ext uri="{FF2B5EF4-FFF2-40B4-BE49-F238E27FC236}">
                    <a16:creationId xmlns:a16="http://schemas.microsoft.com/office/drawing/2014/main" id="{E3E91A75-36DC-348A-8A02-814F6437475D}"/>
                  </a:ext>
                </a:extLst>
              </p:cNvPr>
              <p:cNvSpPr/>
              <p:nvPr/>
            </p:nvSpPr>
            <p:spPr>
              <a:xfrm>
                <a:off x="1361080" y="2973836"/>
                <a:ext cx="20277" cy="17291"/>
              </a:xfrm>
              <a:prstGeom prst="rect">
                <a:avLst/>
              </a:prstGeom>
              <a:solidFill>
                <a:srgbClr val="F4F9FD"/>
              </a:solidFill>
              <a:ln w="2103" cap="rnd" cmpd="sng" algn="ctr">
                <a:noFill/>
                <a:prstDash val="solid"/>
                <a:round/>
                <a:headEnd type="none" w="med" len="med"/>
                <a:tailEnd type="none" w="med" len="med"/>
              </a:ln>
              <a:effectLst/>
            </p:spPr>
          </p:sp>
          <p:sp>
            <p:nvSpPr>
              <p:cNvPr id="1000145" name="Density voxel cell">
                <a:extLst>
                  <a:ext uri="{FF2B5EF4-FFF2-40B4-BE49-F238E27FC236}">
                    <a16:creationId xmlns:a16="http://schemas.microsoft.com/office/drawing/2014/main" id="{B732C9D7-6C9D-2C8A-9428-88F17F863BB0}"/>
                  </a:ext>
                </a:extLst>
              </p:cNvPr>
              <p:cNvSpPr/>
              <p:nvPr/>
            </p:nvSpPr>
            <p:spPr>
              <a:xfrm>
                <a:off x="1383657" y="2973836"/>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46" name="Density voxel cell">
                <a:extLst>
                  <a:ext uri="{FF2B5EF4-FFF2-40B4-BE49-F238E27FC236}">
                    <a16:creationId xmlns:a16="http://schemas.microsoft.com/office/drawing/2014/main" id="{84A5015C-A135-14CF-4010-C281DD9C5597}"/>
                  </a:ext>
                </a:extLst>
              </p:cNvPr>
              <p:cNvSpPr/>
              <p:nvPr/>
            </p:nvSpPr>
            <p:spPr>
              <a:xfrm>
                <a:off x="1406234" y="2973836"/>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47" name="Density voxel cell">
                <a:extLst>
                  <a:ext uri="{FF2B5EF4-FFF2-40B4-BE49-F238E27FC236}">
                    <a16:creationId xmlns:a16="http://schemas.microsoft.com/office/drawing/2014/main" id="{DC31AEFE-9F4A-6213-8926-0953F2EDCD60}"/>
                  </a:ext>
                </a:extLst>
              </p:cNvPr>
              <p:cNvSpPr/>
              <p:nvPr/>
            </p:nvSpPr>
            <p:spPr>
              <a:xfrm>
                <a:off x="1180465" y="2993426"/>
                <a:ext cx="20277" cy="17291"/>
              </a:xfrm>
              <a:prstGeom prst="rect">
                <a:avLst/>
              </a:prstGeom>
              <a:solidFill>
                <a:srgbClr val="E0ECF6"/>
              </a:solidFill>
              <a:ln w="2103" cap="rnd" cmpd="sng" algn="ctr">
                <a:noFill/>
                <a:prstDash val="solid"/>
                <a:round/>
                <a:headEnd type="none" w="med" len="med"/>
                <a:tailEnd type="none" w="med" len="med"/>
              </a:ln>
              <a:effectLst/>
            </p:spPr>
          </p:sp>
          <p:sp>
            <p:nvSpPr>
              <p:cNvPr id="1000148" name="Density voxel cell">
                <a:extLst>
                  <a:ext uri="{FF2B5EF4-FFF2-40B4-BE49-F238E27FC236}">
                    <a16:creationId xmlns:a16="http://schemas.microsoft.com/office/drawing/2014/main" id="{4836DC28-DC4A-BFDC-7398-7BBD8F4A54AC}"/>
                  </a:ext>
                </a:extLst>
              </p:cNvPr>
              <p:cNvSpPr/>
              <p:nvPr/>
            </p:nvSpPr>
            <p:spPr>
              <a:xfrm>
                <a:off x="1203042" y="2993426"/>
                <a:ext cx="20277" cy="17291"/>
              </a:xfrm>
              <a:prstGeom prst="rect">
                <a:avLst/>
              </a:prstGeom>
              <a:solidFill>
                <a:srgbClr val="B4D2E6"/>
              </a:solidFill>
              <a:ln w="2103" cap="rnd" cmpd="sng" algn="ctr">
                <a:noFill/>
                <a:prstDash val="solid"/>
                <a:round/>
                <a:headEnd type="none" w="med" len="med"/>
                <a:tailEnd type="none" w="med" len="med"/>
              </a:ln>
              <a:effectLst/>
            </p:spPr>
          </p:sp>
          <p:sp>
            <p:nvSpPr>
              <p:cNvPr id="1000149" name="Density voxel cell">
                <a:extLst>
                  <a:ext uri="{FF2B5EF4-FFF2-40B4-BE49-F238E27FC236}">
                    <a16:creationId xmlns:a16="http://schemas.microsoft.com/office/drawing/2014/main" id="{9AA5D7E0-2E92-2F37-809E-685C0623A909}"/>
                  </a:ext>
                </a:extLst>
              </p:cNvPr>
              <p:cNvSpPr/>
              <p:nvPr/>
            </p:nvSpPr>
            <p:spPr>
              <a:xfrm>
                <a:off x="1225619" y="2993426"/>
                <a:ext cx="20277" cy="17291"/>
              </a:xfrm>
              <a:prstGeom prst="rect">
                <a:avLst/>
              </a:prstGeom>
              <a:solidFill>
                <a:srgbClr val="73A9CF"/>
              </a:solidFill>
              <a:ln w="2103" cap="rnd" cmpd="sng" algn="ctr">
                <a:noFill/>
                <a:prstDash val="solid"/>
                <a:round/>
                <a:headEnd type="none" w="med" len="med"/>
                <a:tailEnd type="none" w="med" len="med"/>
              </a:ln>
              <a:effectLst/>
            </p:spPr>
          </p:sp>
          <p:sp>
            <p:nvSpPr>
              <p:cNvPr id="1000150" name="Density voxel cell">
                <a:extLst>
                  <a:ext uri="{FF2B5EF4-FFF2-40B4-BE49-F238E27FC236}">
                    <a16:creationId xmlns:a16="http://schemas.microsoft.com/office/drawing/2014/main" id="{85F4B038-D667-F5C4-D34E-6FC408C58ED5}"/>
                  </a:ext>
                </a:extLst>
              </p:cNvPr>
              <p:cNvSpPr/>
              <p:nvPr/>
            </p:nvSpPr>
            <p:spPr>
              <a:xfrm>
                <a:off x="1248195" y="2993426"/>
                <a:ext cx="20277" cy="17291"/>
              </a:xfrm>
              <a:prstGeom prst="rect">
                <a:avLst/>
              </a:prstGeom>
              <a:solidFill>
                <a:srgbClr val="458DBF"/>
              </a:solidFill>
              <a:ln w="2103" cap="rnd" cmpd="sng" algn="ctr">
                <a:noFill/>
                <a:prstDash val="solid"/>
                <a:round/>
                <a:headEnd type="none" w="med" len="med"/>
                <a:tailEnd type="none" w="med" len="med"/>
              </a:ln>
              <a:effectLst/>
            </p:spPr>
          </p:sp>
          <p:sp>
            <p:nvSpPr>
              <p:cNvPr id="1000151" name="Density voxel cell">
                <a:extLst>
                  <a:ext uri="{FF2B5EF4-FFF2-40B4-BE49-F238E27FC236}">
                    <a16:creationId xmlns:a16="http://schemas.microsoft.com/office/drawing/2014/main" id="{CEBDC04B-4E04-1DDA-30DF-6A45FA0A1B01}"/>
                  </a:ext>
                </a:extLst>
              </p:cNvPr>
              <p:cNvSpPr/>
              <p:nvPr/>
            </p:nvSpPr>
            <p:spPr>
              <a:xfrm>
                <a:off x="1270772" y="2993426"/>
                <a:ext cx="20277" cy="17291"/>
              </a:xfrm>
              <a:prstGeom prst="rect">
                <a:avLst/>
              </a:prstGeom>
              <a:solidFill>
                <a:srgbClr val="4C91C2"/>
              </a:solidFill>
              <a:ln w="2103" cap="rnd" cmpd="sng" algn="ctr">
                <a:noFill/>
                <a:prstDash val="solid"/>
                <a:round/>
                <a:headEnd type="none" w="med" len="med"/>
                <a:tailEnd type="none" w="med" len="med"/>
              </a:ln>
              <a:effectLst/>
            </p:spPr>
          </p:sp>
          <p:sp>
            <p:nvSpPr>
              <p:cNvPr id="1000152" name="Density voxel cell">
                <a:extLst>
                  <a:ext uri="{FF2B5EF4-FFF2-40B4-BE49-F238E27FC236}">
                    <a16:creationId xmlns:a16="http://schemas.microsoft.com/office/drawing/2014/main" id="{7F950873-4C2B-3FC3-576D-1219E865F656}"/>
                  </a:ext>
                </a:extLst>
              </p:cNvPr>
              <p:cNvSpPr/>
              <p:nvPr/>
            </p:nvSpPr>
            <p:spPr>
              <a:xfrm>
                <a:off x="1293349" y="2993426"/>
                <a:ext cx="20277" cy="17291"/>
              </a:xfrm>
              <a:prstGeom prst="rect">
                <a:avLst/>
              </a:prstGeom>
              <a:solidFill>
                <a:srgbClr val="87B6D7"/>
              </a:solidFill>
              <a:ln w="2103" cap="rnd" cmpd="sng" algn="ctr">
                <a:noFill/>
                <a:prstDash val="solid"/>
                <a:round/>
                <a:headEnd type="none" w="med" len="med"/>
                <a:tailEnd type="none" w="med" len="med"/>
              </a:ln>
              <a:effectLst/>
            </p:spPr>
          </p:sp>
          <p:sp>
            <p:nvSpPr>
              <p:cNvPr id="1000153" name="Density voxel cell">
                <a:extLst>
                  <a:ext uri="{FF2B5EF4-FFF2-40B4-BE49-F238E27FC236}">
                    <a16:creationId xmlns:a16="http://schemas.microsoft.com/office/drawing/2014/main" id="{F9B723B7-EC98-B4AE-4EB5-707EE2FBA3AD}"/>
                  </a:ext>
                </a:extLst>
              </p:cNvPr>
              <p:cNvSpPr/>
              <p:nvPr/>
            </p:nvSpPr>
            <p:spPr>
              <a:xfrm>
                <a:off x="1315926" y="2993426"/>
                <a:ext cx="20277" cy="17291"/>
              </a:xfrm>
              <a:prstGeom prst="rect">
                <a:avLst/>
              </a:prstGeom>
              <a:solidFill>
                <a:srgbClr val="C4DBEC"/>
              </a:solidFill>
              <a:ln w="2103" cap="rnd" cmpd="sng" algn="ctr">
                <a:noFill/>
                <a:prstDash val="solid"/>
                <a:round/>
                <a:headEnd type="none" w="med" len="med"/>
                <a:tailEnd type="none" w="med" len="med"/>
              </a:ln>
              <a:effectLst/>
            </p:spPr>
          </p:sp>
          <p:sp>
            <p:nvSpPr>
              <p:cNvPr id="1000154" name="Density voxel cell">
                <a:extLst>
                  <a:ext uri="{FF2B5EF4-FFF2-40B4-BE49-F238E27FC236}">
                    <a16:creationId xmlns:a16="http://schemas.microsoft.com/office/drawing/2014/main" id="{FFCE638D-AE74-178B-755F-9B03C0BBAA8D}"/>
                  </a:ext>
                </a:extLst>
              </p:cNvPr>
              <p:cNvSpPr/>
              <p:nvPr/>
            </p:nvSpPr>
            <p:spPr>
              <a:xfrm>
                <a:off x="1338503" y="2993426"/>
                <a:ext cx="20277" cy="17291"/>
              </a:xfrm>
              <a:prstGeom prst="rect">
                <a:avLst/>
              </a:prstGeom>
              <a:solidFill>
                <a:srgbClr val="E7F1F8"/>
              </a:solidFill>
              <a:ln w="2103" cap="rnd" cmpd="sng" algn="ctr">
                <a:noFill/>
                <a:prstDash val="solid"/>
                <a:round/>
                <a:headEnd type="none" w="med" len="med"/>
                <a:tailEnd type="none" w="med" len="med"/>
              </a:ln>
              <a:effectLst/>
            </p:spPr>
          </p:sp>
          <p:sp>
            <p:nvSpPr>
              <p:cNvPr id="1000155" name="Density voxel cell">
                <a:extLst>
                  <a:ext uri="{FF2B5EF4-FFF2-40B4-BE49-F238E27FC236}">
                    <a16:creationId xmlns:a16="http://schemas.microsoft.com/office/drawing/2014/main" id="{1E63B371-78D5-95C8-E98D-ACC0A772305B}"/>
                  </a:ext>
                </a:extLst>
              </p:cNvPr>
              <p:cNvSpPr/>
              <p:nvPr/>
            </p:nvSpPr>
            <p:spPr>
              <a:xfrm>
                <a:off x="1361080" y="2993426"/>
                <a:ext cx="20277" cy="17291"/>
              </a:xfrm>
              <a:prstGeom prst="rect">
                <a:avLst/>
              </a:prstGeom>
              <a:solidFill>
                <a:srgbClr val="F3F9FD"/>
              </a:solidFill>
              <a:ln w="2103" cap="rnd" cmpd="sng" algn="ctr">
                <a:noFill/>
                <a:prstDash val="solid"/>
                <a:round/>
                <a:headEnd type="none" w="med" len="med"/>
                <a:tailEnd type="none" w="med" len="med"/>
              </a:ln>
              <a:effectLst/>
            </p:spPr>
          </p:sp>
          <p:sp>
            <p:nvSpPr>
              <p:cNvPr id="1000156" name="Density voxel cell">
                <a:extLst>
                  <a:ext uri="{FF2B5EF4-FFF2-40B4-BE49-F238E27FC236}">
                    <a16:creationId xmlns:a16="http://schemas.microsoft.com/office/drawing/2014/main" id="{CEE853DD-E525-4C28-5D64-6F3763967E33}"/>
                  </a:ext>
                </a:extLst>
              </p:cNvPr>
              <p:cNvSpPr/>
              <p:nvPr/>
            </p:nvSpPr>
            <p:spPr>
              <a:xfrm>
                <a:off x="1383657" y="2993426"/>
                <a:ext cx="20277" cy="17291"/>
              </a:xfrm>
              <a:prstGeom prst="rect">
                <a:avLst/>
              </a:prstGeom>
              <a:solidFill>
                <a:srgbClr val="F6FBFE"/>
              </a:solidFill>
              <a:ln w="2103" cap="rnd" cmpd="sng" algn="ctr">
                <a:noFill/>
                <a:prstDash val="solid"/>
                <a:round/>
                <a:headEnd type="none" w="med" len="med"/>
                <a:tailEnd type="none" w="med" len="med"/>
              </a:ln>
              <a:effectLst/>
            </p:spPr>
          </p:sp>
          <p:sp>
            <p:nvSpPr>
              <p:cNvPr id="1000157" name="Density voxel cell">
                <a:extLst>
                  <a:ext uri="{FF2B5EF4-FFF2-40B4-BE49-F238E27FC236}">
                    <a16:creationId xmlns:a16="http://schemas.microsoft.com/office/drawing/2014/main" id="{660C34B6-2A7B-43C8-4D5F-B27ED83CFD3B}"/>
                  </a:ext>
                </a:extLst>
              </p:cNvPr>
              <p:cNvSpPr/>
              <p:nvPr/>
            </p:nvSpPr>
            <p:spPr>
              <a:xfrm>
                <a:off x="1406234" y="2993426"/>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58" name="Density voxel cell">
                <a:extLst>
                  <a:ext uri="{FF2B5EF4-FFF2-40B4-BE49-F238E27FC236}">
                    <a16:creationId xmlns:a16="http://schemas.microsoft.com/office/drawing/2014/main" id="{97B45E87-DEA0-0AA5-42A8-A3D3382E5984}"/>
                  </a:ext>
                </a:extLst>
              </p:cNvPr>
              <p:cNvSpPr/>
              <p:nvPr/>
            </p:nvSpPr>
            <p:spPr>
              <a:xfrm>
                <a:off x="1180465" y="3013017"/>
                <a:ext cx="20277" cy="17291"/>
              </a:xfrm>
              <a:prstGeom prst="rect">
                <a:avLst/>
              </a:prstGeom>
              <a:solidFill>
                <a:srgbClr val="E0EDF6"/>
              </a:solidFill>
              <a:ln w="2103" cap="rnd" cmpd="sng" algn="ctr">
                <a:noFill/>
                <a:prstDash val="solid"/>
                <a:round/>
                <a:headEnd type="none" w="med" len="med"/>
                <a:tailEnd type="none" w="med" len="med"/>
              </a:ln>
              <a:effectLst/>
            </p:spPr>
          </p:sp>
          <p:sp>
            <p:nvSpPr>
              <p:cNvPr id="1000159" name="Density voxel cell">
                <a:extLst>
                  <a:ext uri="{FF2B5EF4-FFF2-40B4-BE49-F238E27FC236}">
                    <a16:creationId xmlns:a16="http://schemas.microsoft.com/office/drawing/2014/main" id="{C85B627B-77A0-D4ED-53DA-3EB262C81E10}"/>
                  </a:ext>
                </a:extLst>
              </p:cNvPr>
              <p:cNvSpPr/>
              <p:nvPr/>
            </p:nvSpPr>
            <p:spPr>
              <a:xfrm>
                <a:off x="1203042" y="3013017"/>
                <a:ext cx="20277" cy="17291"/>
              </a:xfrm>
              <a:prstGeom prst="rect">
                <a:avLst/>
              </a:prstGeom>
              <a:solidFill>
                <a:srgbClr val="B6D3E7"/>
              </a:solidFill>
              <a:ln w="2103" cap="rnd" cmpd="sng" algn="ctr">
                <a:noFill/>
                <a:prstDash val="solid"/>
                <a:round/>
                <a:headEnd type="none" w="med" len="med"/>
                <a:tailEnd type="none" w="med" len="med"/>
              </a:ln>
              <a:effectLst/>
            </p:spPr>
          </p:sp>
          <p:sp>
            <p:nvSpPr>
              <p:cNvPr id="1000160" name="Density voxel cell">
                <a:extLst>
                  <a:ext uri="{FF2B5EF4-FFF2-40B4-BE49-F238E27FC236}">
                    <a16:creationId xmlns:a16="http://schemas.microsoft.com/office/drawing/2014/main" id="{636B1B51-58A6-FD0F-1A22-4DF72DAE9105}"/>
                  </a:ext>
                </a:extLst>
              </p:cNvPr>
              <p:cNvSpPr/>
              <p:nvPr/>
            </p:nvSpPr>
            <p:spPr>
              <a:xfrm>
                <a:off x="1225619" y="3013017"/>
                <a:ext cx="20277" cy="17291"/>
              </a:xfrm>
              <a:prstGeom prst="rect">
                <a:avLst/>
              </a:prstGeom>
              <a:solidFill>
                <a:srgbClr val="78ACD1"/>
              </a:solidFill>
              <a:ln w="2103" cap="rnd" cmpd="sng" algn="ctr">
                <a:noFill/>
                <a:prstDash val="solid"/>
                <a:round/>
                <a:headEnd type="none" w="med" len="med"/>
                <a:tailEnd type="none" w="med" len="med"/>
              </a:ln>
              <a:effectLst/>
            </p:spPr>
          </p:sp>
          <p:sp>
            <p:nvSpPr>
              <p:cNvPr id="1000161" name="Density voxel cell">
                <a:extLst>
                  <a:ext uri="{FF2B5EF4-FFF2-40B4-BE49-F238E27FC236}">
                    <a16:creationId xmlns:a16="http://schemas.microsoft.com/office/drawing/2014/main" id="{FBEE5BD5-4A9E-7DF8-408A-E92F0C3373FB}"/>
                  </a:ext>
                </a:extLst>
              </p:cNvPr>
              <p:cNvSpPr/>
              <p:nvPr/>
            </p:nvSpPr>
            <p:spPr>
              <a:xfrm>
                <a:off x="1248195" y="3013017"/>
                <a:ext cx="20277" cy="17291"/>
              </a:xfrm>
              <a:prstGeom prst="rect">
                <a:avLst/>
              </a:prstGeom>
              <a:solidFill>
                <a:srgbClr val="498FC1"/>
              </a:solidFill>
              <a:ln w="2103" cap="rnd" cmpd="sng" algn="ctr">
                <a:noFill/>
                <a:prstDash val="solid"/>
                <a:round/>
                <a:headEnd type="none" w="med" len="med"/>
                <a:tailEnd type="none" w="med" len="med"/>
              </a:ln>
              <a:effectLst/>
            </p:spPr>
          </p:sp>
          <p:sp>
            <p:nvSpPr>
              <p:cNvPr id="1000162" name="Density voxel cell">
                <a:extLst>
                  <a:ext uri="{FF2B5EF4-FFF2-40B4-BE49-F238E27FC236}">
                    <a16:creationId xmlns:a16="http://schemas.microsoft.com/office/drawing/2014/main" id="{FC99B672-3F4F-C319-45C2-B67E0953AAEB}"/>
                  </a:ext>
                </a:extLst>
              </p:cNvPr>
              <p:cNvSpPr/>
              <p:nvPr/>
            </p:nvSpPr>
            <p:spPr>
              <a:xfrm>
                <a:off x="1270772" y="3013017"/>
                <a:ext cx="20277" cy="17291"/>
              </a:xfrm>
              <a:prstGeom prst="rect">
                <a:avLst/>
              </a:prstGeom>
              <a:solidFill>
                <a:srgbClr val="5295C4"/>
              </a:solidFill>
              <a:ln w="2103" cap="rnd" cmpd="sng" algn="ctr">
                <a:noFill/>
                <a:prstDash val="solid"/>
                <a:round/>
                <a:headEnd type="none" w="med" len="med"/>
                <a:tailEnd type="none" w="med" len="med"/>
              </a:ln>
              <a:effectLst/>
            </p:spPr>
          </p:sp>
          <p:sp>
            <p:nvSpPr>
              <p:cNvPr id="1000163" name="Density voxel cell">
                <a:extLst>
                  <a:ext uri="{FF2B5EF4-FFF2-40B4-BE49-F238E27FC236}">
                    <a16:creationId xmlns:a16="http://schemas.microsoft.com/office/drawing/2014/main" id="{237AC6E3-9A4E-6D26-0D95-5909F5548CA6}"/>
                  </a:ext>
                </a:extLst>
              </p:cNvPr>
              <p:cNvSpPr/>
              <p:nvPr/>
            </p:nvSpPr>
            <p:spPr>
              <a:xfrm>
                <a:off x="1293349" y="3013017"/>
                <a:ext cx="20277" cy="17291"/>
              </a:xfrm>
              <a:prstGeom prst="rect">
                <a:avLst/>
              </a:prstGeom>
              <a:solidFill>
                <a:srgbClr val="8AB7D7"/>
              </a:solidFill>
              <a:ln w="2103" cap="rnd" cmpd="sng" algn="ctr">
                <a:noFill/>
                <a:prstDash val="solid"/>
                <a:round/>
                <a:headEnd type="none" w="med" len="med"/>
                <a:tailEnd type="none" w="med" len="med"/>
              </a:ln>
              <a:effectLst/>
            </p:spPr>
          </p:sp>
          <p:sp>
            <p:nvSpPr>
              <p:cNvPr id="1000164" name="Density voxel cell">
                <a:extLst>
                  <a:ext uri="{FF2B5EF4-FFF2-40B4-BE49-F238E27FC236}">
                    <a16:creationId xmlns:a16="http://schemas.microsoft.com/office/drawing/2014/main" id="{7B5D9E32-132F-C2F0-114B-58E7C7A96AE5}"/>
                  </a:ext>
                </a:extLst>
              </p:cNvPr>
              <p:cNvSpPr/>
              <p:nvPr/>
            </p:nvSpPr>
            <p:spPr>
              <a:xfrm>
                <a:off x="1315926" y="3013017"/>
                <a:ext cx="20277" cy="17291"/>
              </a:xfrm>
              <a:prstGeom prst="rect">
                <a:avLst/>
              </a:prstGeom>
              <a:solidFill>
                <a:srgbClr val="C3DBEC"/>
              </a:solidFill>
              <a:ln w="2103" cap="rnd" cmpd="sng" algn="ctr">
                <a:noFill/>
                <a:prstDash val="solid"/>
                <a:round/>
                <a:headEnd type="none" w="med" len="med"/>
                <a:tailEnd type="none" w="med" len="med"/>
              </a:ln>
              <a:effectLst/>
            </p:spPr>
          </p:sp>
          <p:sp>
            <p:nvSpPr>
              <p:cNvPr id="1000165" name="Density voxel cell">
                <a:extLst>
                  <a:ext uri="{FF2B5EF4-FFF2-40B4-BE49-F238E27FC236}">
                    <a16:creationId xmlns:a16="http://schemas.microsoft.com/office/drawing/2014/main" id="{F9D2F5D8-E3DA-300A-55B0-533727D65406}"/>
                  </a:ext>
                </a:extLst>
              </p:cNvPr>
              <p:cNvSpPr/>
              <p:nvPr/>
            </p:nvSpPr>
            <p:spPr>
              <a:xfrm>
                <a:off x="1338503" y="3013017"/>
                <a:ext cx="20277" cy="17291"/>
              </a:xfrm>
              <a:prstGeom prst="rect">
                <a:avLst/>
              </a:prstGeom>
              <a:solidFill>
                <a:srgbClr val="E4EFF7"/>
              </a:solidFill>
              <a:ln w="2103" cap="rnd" cmpd="sng" algn="ctr">
                <a:noFill/>
                <a:prstDash val="solid"/>
                <a:round/>
                <a:headEnd type="none" w="med" len="med"/>
                <a:tailEnd type="none" w="med" len="med"/>
              </a:ln>
              <a:effectLst/>
            </p:spPr>
          </p:sp>
          <p:sp>
            <p:nvSpPr>
              <p:cNvPr id="1000166" name="Density voxel cell">
                <a:extLst>
                  <a:ext uri="{FF2B5EF4-FFF2-40B4-BE49-F238E27FC236}">
                    <a16:creationId xmlns:a16="http://schemas.microsoft.com/office/drawing/2014/main" id="{528D86D7-652E-AF3E-D589-25864DD282ED}"/>
                  </a:ext>
                </a:extLst>
              </p:cNvPr>
              <p:cNvSpPr/>
              <p:nvPr/>
            </p:nvSpPr>
            <p:spPr>
              <a:xfrm>
                <a:off x="1361080" y="3013017"/>
                <a:ext cx="20277" cy="17291"/>
              </a:xfrm>
              <a:prstGeom prst="rect">
                <a:avLst/>
              </a:prstGeom>
              <a:solidFill>
                <a:srgbClr val="F1F7FC"/>
              </a:solidFill>
              <a:ln w="2103" cap="rnd" cmpd="sng" algn="ctr">
                <a:noFill/>
                <a:prstDash val="solid"/>
                <a:round/>
                <a:headEnd type="none" w="med" len="med"/>
                <a:tailEnd type="none" w="med" len="med"/>
              </a:ln>
              <a:effectLst/>
            </p:spPr>
          </p:sp>
          <p:sp>
            <p:nvSpPr>
              <p:cNvPr id="1000167" name="Density voxel cell">
                <a:extLst>
                  <a:ext uri="{FF2B5EF4-FFF2-40B4-BE49-F238E27FC236}">
                    <a16:creationId xmlns:a16="http://schemas.microsoft.com/office/drawing/2014/main" id="{681FAFCC-1A68-2DFA-75C8-4F2468518FB3}"/>
                  </a:ext>
                </a:extLst>
              </p:cNvPr>
              <p:cNvSpPr/>
              <p:nvPr/>
            </p:nvSpPr>
            <p:spPr>
              <a:xfrm>
                <a:off x="1383657" y="3013017"/>
                <a:ext cx="20277" cy="17291"/>
              </a:xfrm>
              <a:prstGeom prst="rect">
                <a:avLst/>
              </a:prstGeom>
              <a:solidFill>
                <a:srgbClr val="F6FAFE"/>
              </a:solidFill>
              <a:ln w="2103" cap="rnd" cmpd="sng" algn="ctr">
                <a:noFill/>
                <a:prstDash val="solid"/>
                <a:round/>
                <a:headEnd type="none" w="med" len="med"/>
                <a:tailEnd type="none" w="med" len="med"/>
              </a:ln>
              <a:effectLst/>
            </p:spPr>
          </p:sp>
          <p:sp>
            <p:nvSpPr>
              <p:cNvPr id="1000168" name="Density voxel cell">
                <a:extLst>
                  <a:ext uri="{FF2B5EF4-FFF2-40B4-BE49-F238E27FC236}">
                    <a16:creationId xmlns:a16="http://schemas.microsoft.com/office/drawing/2014/main" id="{D7CC0FC5-56DE-A8F0-9EF2-DAB7518394ED}"/>
                  </a:ext>
                </a:extLst>
              </p:cNvPr>
              <p:cNvSpPr/>
              <p:nvPr/>
            </p:nvSpPr>
            <p:spPr>
              <a:xfrm>
                <a:off x="1406234" y="3013017"/>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69" name="Density voxel cell">
                <a:extLst>
                  <a:ext uri="{FF2B5EF4-FFF2-40B4-BE49-F238E27FC236}">
                    <a16:creationId xmlns:a16="http://schemas.microsoft.com/office/drawing/2014/main" id="{574E3DC4-5E44-8DD0-F780-FB75D5756559}"/>
                  </a:ext>
                </a:extLst>
              </p:cNvPr>
              <p:cNvSpPr/>
              <p:nvPr/>
            </p:nvSpPr>
            <p:spPr>
              <a:xfrm>
                <a:off x="1180465" y="3032607"/>
                <a:ext cx="20277" cy="17291"/>
              </a:xfrm>
              <a:prstGeom prst="rect">
                <a:avLst/>
              </a:prstGeom>
              <a:solidFill>
                <a:srgbClr val="E6F0F8"/>
              </a:solidFill>
              <a:ln w="2103" cap="rnd" cmpd="sng" algn="ctr">
                <a:noFill/>
                <a:prstDash val="solid"/>
                <a:round/>
                <a:headEnd type="none" w="med" len="med"/>
                <a:tailEnd type="none" w="med" len="med"/>
              </a:ln>
              <a:effectLst/>
            </p:spPr>
          </p:sp>
          <p:sp>
            <p:nvSpPr>
              <p:cNvPr id="1000170" name="Density voxel cell">
                <a:extLst>
                  <a:ext uri="{FF2B5EF4-FFF2-40B4-BE49-F238E27FC236}">
                    <a16:creationId xmlns:a16="http://schemas.microsoft.com/office/drawing/2014/main" id="{059F871D-6A56-E8E5-652D-437585DC26BF}"/>
                  </a:ext>
                </a:extLst>
              </p:cNvPr>
              <p:cNvSpPr/>
              <p:nvPr/>
            </p:nvSpPr>
            <p:spPr>
              <a:xfrm>
                <a:off x="1203042" y="3032607"/>
                <a:ext cx="20277" cy="17291"/>
              </a:xfrm>
              <a:prstGeom prst="rect">
                <a:avLst/>
              </a:prstGeom>
              <a:solidFill>
                <a:srgbClr val="C6DCED"/>
              </a:solidFill>
              <a:ln w="2103" cap="rnd" cmpd="sng" algn="ctr">
                <a:noFill/>
                <a:prstDash val="solid"/>
                <a:round/>
                <a:headEnd type="none" w="med" len="med"/>
                <a:tailEnd type="none" w="med" len="med"/>
              </a:ln>
              <a:effectLst/>
            </p:spPr>
          </p:sp>
          <p:sp>
            <p:nvSpPr>
              <p:cNvPr id="1000171" name="Density voxel cell">
                <a:extLst>
                  <a:ext uri="{FF2B5EF4-FFF2-40B4-BE49-F238E27FC236}">
                    <a16:creationId xmlns:a16="http://schemas.microsoft.com/office/drawing/2014/main" id="{93CCB7C1-DDE3-075C-B3C1-3AC9AC53EB41}"/>
                  </a:ext>
                </a:extLst>
              </p:cNvPr>
              <p:cNvSpPr/>
              <p:nvPr/>
            </p:nvSpPr>
            <p:spPr>
              <a:xfrm>
                <a:off x="1225619" y="3032607"/>
                <a:ext cx="20277" cy="17291"/>
              </a:xfrm>
              <a:prstGeom prst="rect">
                <a:avLst/>
              </a:prstGeom>
              <a:solidFill>
                <a:srgbClr val="96BFDC"/>
              </a:solidFill>
              <a:ln w="2103" cap="rnd" cmpd="sng" algn="ctr">
                <a:noFill/>
                <a:prstDash val="solid"/>
                <a:round/>
                <a:headEnd type="none" w="med" len="med"/>
                <a:tailEnd type="none" w="med" len="med"/>
              </a:ln>
              <a:effectLst/>
            </p:spPr>
          </p:sp>
          <p:sp>
            <p:nvSpPr>
              <p:cNvPr id="1000172" name="Density voxel cell">
                <a:extLst>
                  <a:ext uri="{FF2B5EF4-FFF2-40B4-BE49-F238E27FC236}">
                    <a16:creationId xmlns:a16="http://schemas.microsoft.com/office/drawing/2014/main" id="{49ADA5D1-26E9-95E5-E177-88A1AC833CEB}"/>
                  </a:ext>
                </a:extLst>
              </p:cNvPr>
              <p:cNvSpPr/>
              <p:nvPr/>
            </p:nvSpPr>
            <p:spPr>
              <a:xfrm>
                <a:off x="1248195" y="3032607"/>
                <a:ext cx="20277" cy="17291"/>
              </a:xfrm>
              <a:prstGeom prst="rect">
                <a:avLst/>
              </a:prstGeom>
              <a:solidFill>
                <a:srgbClr val="72A9CF"/>
              </a:solidFill>
              <a:ln w="2103" cap="rnd" cmpd="sng" algn="ctr">
                <a:noFill/>
                <a:prstDash val="solid"/>
                <a:round/>
                <a:headEnd type="none" w="med" len="med"/>
                <a:tailEnd type="none" w="med" len="med"/>
              </a:ln>
              <a:effectLst/>
            </p:spPr>
          </p:sp>
          <p:sp>
            <p:nvSpPr>
              <p:cNvPr id="1000173" name="Density voxel cell">
                <a:extLst>
                  <a:ext uri="{FF2B5EF4-FFF2-40B4-BE49-F238E27FC236}">
                    <a16:creationId xmlns:a16="http://schemas.microsoft.com/office/drawing/2014/main" id="{E22925A7-0CF2-A29A-D058-6940CA10E4B3}"/>
                  </a:ext>
                </a:extLst>
              </p:cNvPr>
              <p:cNvSpPr/>
              <p:nvPr/>
            </p:nvSpPr>
            <p:spPr>
              <a:xfrm>
                <a:off x="1270772" y="3032607"/>
                <a:ext cx="20277" cy="17291"/>
              </a:xfrm>
              <a:prstGeom prst="rect">
                <a:avLst/>
              </a:prstGeom>
              <a:solidFill>
                <a:srgbClr val="78ACD1"/>
              </a:solidFill>
              <a:ln w="2103" cap="rnd" cmpd="sng" algn="ctr">
                <a:noFill/>
                <a:prstDash val="solid"/>
                <a:round/>
                <a:headEnd type="none" w="med" len="med"/>
                <a:tailEnd type="none" w="med" len="med"/>
              </a:ln>
              <a:effectLst/>
            </p:spPr>
          </p:sp>
          <p:sp>
            <p:nvSpPr>
              <p:cNvPr id="1000174" name="Density voxel cell">
                <a:extLst>
                  <a:ext uri="{FF2B5EF4-FFF2-40B4-BE49-F238E27FC236}">
                    <a16:creationId xmlns:a16="http://schemas.microsoft.com/office/drawing/2014/main" id="{F6244290-BFA6-23EB-98EB-FF4400DF5CB2}"/>
                  </a:ext>
                </a:extLst>
              </p:cNvPr>
              <p:cNvSpPr/>
              <p:nvPr/>
            </p:nvSpPr>
            <p:spPr>
              <a:xfrm>
                <a:off x="1293349" y="3032607"/>
                <a:ext cx="20277" cy="17291"/>
              </a:xfrm>
              <a:prstGeom prst="rect">
                <a:avLst/>
              </a:prstGeom>
              <a:solidFill>
                <a:srgbClr val="9CC3DE"/>
              </a:solidFill>
              <a:ln w="2103" cap="rnd" cmpd="sng" algn="ctr">
                <a:noFill/>
                <a:prstDash val="solid"/>
                <a:round/>
                <a:headEnd type="none" w="med" len="med"/>
                <a:tailEnd type="none" w="med" len="med"/>
              </a:ln>
              <a:effectLst/>
            </p:spPr>
          </p:sp>
          <p:sp>
            <p:nvSpPr>
              <p:cNvPr id="1000175" name="Density voxel cell">
                <a:extLst>
                  <a:ext uri="{FF2B5EF4-FFF2-40B4-BE49-F238E27FC236}">
                    <a16:creationId xmlns:a16="http://schemas.microsoft.com/office/drawing/2014/main" id="{7C7B0021-84CF-0AD9-63B2-1769B11B08F3}"/>
                  </a:ext>
                </a:extLst>
              </p:cNvPr>
              <p:cNvSpPr/>
              <p:nvPr/>
            </p:nvSpPr>
            <p:spPr>
              <a:xfrm>
                <a:off x="1315926" y="3032607"/>
                <a:ext cx="20277" cy="17291"/>
              </a:xfrm>
              <a:prstGeom prst="rect">
                <a:avLst/>
              </a:prstGeom>
              <a:solidFill>
                <a:srgbClr val="BDD7E9"/>
              </a:solidFill>
              <a:ln w="2103" cap="rnd" cmpd="sng" algn="ctr">
                <a:noFill/>
                <a:prstDash val="solid"/>
                <a:round/>
                <a:headEnd type="none" w="med" len="med"/>
                <a:tailEnd type="none" w="med" len="med"/>
              </a:ln>
              <a:effectLst/>
            </p:spPr>
          </p:sp>
          <p:sp>
            <p:nvSpPr>
              <p:cNvPr id="1000176" name="Density voxel cell">
                <a:extLst>
                  <a:ext uri="{FF2B5EF4-FFF2-40B4-BE49-F238E27FC236}">
                    <a16:creationId xmlns:a16="http://schemas.microsoft.com/office/drawing/2014/main" id="{65A38201-95D2-E414-31E6-9966A70DFE06}"/>
                  </a:ext>
                </a:extLst>
              </p:cNvPr>
              <p:cNvSpPr/>
              <p:nvPr/>
            </p:nvSpPr>
            <p:spPr>
              <a:xfrm>
                <a:off x="1338503" y="3032607"/>
                <a:ext cx="20277" cy="17291"/>
              </a:xfrm>
              <a:prstGeom prst="rect">
                <a:avLst/>
              </a:prstGeom>
              <a:solidFill>
                <a:srgbClr val="D2E4F1"/>
              </a:solidFill>
              <a:ln w="2103" cap="rnd" cmpd="sng" algn="ctr">
                <a:noFill/>
                <a:prstDash val="solid"/>
                <a:round/>
                <a:headEnd type="none" w="med" len="med"/>
                <a:tailEnd type="none" w="med" len="med"/>
              </a:ln>
              <a:effectLst/>
            </p:spPr>
          </p:sp>
          <p:sp>
            <p:nvSpPr>
              <p:cNvPr id="1000177" name="Density voxel cell">
                <a:extLst>
                  <a:ext uri="{FF2B5EF4-FFF2-40B4-BE49-F238E27FC236}">
                    <a16:creationId xmlns:a16="http://schemas.microsoft.com/office/drawing/2014/main" id="{AF51E881-1468-17B4-5BD2-77DC9BE367C8}"/>
                  </a:ext>
                </a:extLst>
              </p:cNvPr>
              <p:cNvSpPr/>
              <p:nvPr/>
            </p:nvSpPr>
            <p:spPr>
              <a:xfrm>
                <a:off x="1361080" y="3032607"/>
                <a:ext cx="20277" cy="17291"/>
              </a:xfrm>
              <a:prstGeom prst="rect">
                <a:avLst/>
              </a:prstGeom>
              <a:solidFill>
                <a:srgbClr val="E5F0F8"/>
              </a:solidFill>
              <a:ln w="2103" cap="rnd" cmpd="sng" algn="ctr">
                <a:noFill/>
                <a:prstDash val="solid"/>
                <a:round/>
                <a:headEnd type="none" w="med" len="med"/>
                <a:tailEnd type="none" w="med" len="med"/>
              </a:ln>
              <a:effectLst/>
            </p:spPr>
          </p:sp>
          <p:sp>
            <p:nvSpPr>
              <p:cNvPr id="1000178" name="Density voxel cell">
                <a:extLst>
                  <a:ext uri="{FF2B5EF4-FFF2-40B4-BE49-F238E27FC236}">
                    <a16:creationId xmlns:a16="http://schemas.microsoft.com/office/drawing/2014/main" id="{50C78A58-9C16-F5E5-13B2-15FB37E9926D}"/>
                  </a:ext>
                </a:extLst>
              </p:cNvPr>
              <p:cNvSpPr/>
              <p:nvPr/>
            </p:nvSpPr>
            <p:spPr>
              <a:xfrm>
                <a:off x="1383657" y="3032607"/>
                <a:ext cx="20277" cy="17291"/>
              </a:xfrm>
              <a:prstGeom prst="rect">
                <a:avLst/>
              </a:prstGeom>
              <a:solidFill>
                <a:srgbClr val="F2F8FC"/>
              </a:solidFill>
              <a:ln w="2103" cap="rnd" cmpd="sng" algn="ctr">
                <a:noFill/>
                <a:prstDash val="solid"/>
                <a:round/>
                <a:headEnd type="none" w="med" len="med"/>
                <a:tailEnd type="none" w="med" len="med"/>
              </a:ln>
              <a:effectLst/>
            </p:spPr>
          </p:sp>
          <p:sp>
            <p:nvSpPr>
              <p:cNvPr id="1000179" name="Density voxel cell">
                <a:extLst>
                  <a:ext uri="{FF2B5EF4-FFF2-40B4-BE49-F238E27FC236}">
                    <a16:creationId xmlns:a16="http://schemas.microsoft.com/office/drawing/2014/main" id="{7C11EF6C-10F8-744F-1262-CD786B11AB8A}"/>
                  </a:ext>
                </a:extLst>
              </p:cNvPr>
              <p:cNvSpPr/>
              <p:nvPr/>
            </p:nvSpPr>
            <p:spPr>
              <a:xfrm>
                <a:off x="1406234" y="3032607"/>
                <a:ext cx="20277" cy="17291"/>
              </a:xfrm>
              <a:prstGeom prst="rect">
                <a:avLst/>
              </a:prstGeom>
              <a:solidFill>
                <a:srgbClr val="F6FBFE"/>
              </a:solidFill>
              <a:ln w="2103" cap="rnd" cmpd="sng" algn="ctr">
                <a:noFill/>
                <a:prstDash val="solid"/>
                <a:round/>
                <a:headEnd type="none" w="med" len="med"/>
                <a:tailEnd type="none" w="med" len="med"/>
              </a:ln>
              <a:effectLst/>
            </p:spPr>
          </p:sp>
          <p:sp>
            <p:nvSpPr>
              <p:cNvPr id="1000180" name="Density voxel cell">
                <a:extLst>
                  <a:ext uri="{FF2B5EF4-FFF2-40B4-BE49-F238E27FC236}">
                    <a16:creationId xmlns:a16="http://schemas.microsoft.com/office/drawing/2014/main" id="{E9554859-B6CA-158C-8C0F-DD68180C2588}"/>
                  </a:ext>
                </a:extLst>
              </p:cNvPr>
              <p:cNvSpPr/>
              <p:nvPr/>
            </p:nvSpPr>
            <p:spPr>
              <a:xfrm>
                <a:off x="1180465" y="3052198"/>
                <a:ext cx="20277" cy="17291"/>
              </a:xfrm>
              <a:prstGeom prst="rect">
                <a:avLst/>
              </a:prstGeom>
              <a:solidFill>
                <a:srgbClr val="EDF5FA"/>
              </a:solidFill>
              <a:ln w="2103" cap="rnd" cmpd="sng" algn="ctr">
                <a:noFill/>
                <a:prstDash val="solid"/>
                <a:round/>
                <a:headEnd type="none" w="med" len="med"/>
                <a:tailEnd type="none" w="med" len="med"/>
              </a:ln>
              <a:effectLst/>
            </p:spPr>
          </p:sp>
          <p:sp>
            <p:nvSpPr>
              <p:cNvPr id="1000181" name="Density voxel cell">
                <a:extLst>
                  <a:ext uri="{FF2B5EF4-FFF2-40B4-BE49-F238E27FC236}">
                    <a16:creationId xmlns:a16="http://schemas.microsoft.com/office/drawing/2014/main" id="{C7D6AA3D-64A4-6DCE-30C7-6D2642B1969B}"/>
                  </a:ext>
                </a:extLst>
              </p:cNvPr>
              <p:cNvSpPr/>
              <p:nvPr/>
            </p:nvSpPr>
            <p:spPr>
              <a:xfrm>
                <a:off x="1203042" y="3052198"/>
                <a:ext cx="20277" cy="17291"/>
              </a:xfrm>
              <a:prstGeom prst="rect">
                <a:avLst/>
              </a:prstGeom>
              <a:solidFill>
                <a:srgbClr val="D9E9F4"/>
              </a:solidFill>
              <a:ln w="2103" cap="rnd" cmpd="sng" algn="ctr">
                <a:noFill/>
                <a:prstDash val="solid"/>
                <a:round/>
                <a:headEnd type="none" w="med" len="med"/>
                <a:tailEnd type="none" w="med" len="med"/>
              </a:ln>
              <a:effectLst/>
            </p:spPr>
          </p:sp>
          <p:sp>
            <p:nvSpPr>
              <p:cNvPr id="1000182" name="Density voxel cell">
                <a:extLst>
                  <a:ext uri="{FF2B5EF4-FFF2-40B4-BE49-F238E27FC236}">
                    <a16:creationId xmlns:a16="http://schemas.microsoft.com/office/drawing/2014/main" id="{D6C01435-004F-EDC3-12C0-AB1BFF0F5D82}"/>
                  </a:ext>
                </a:extLst>
              </p:cNvPr>
              <p:cNvSpPr/>
              <p:nvPr/>
            </p:nvSpPr>
            <p:spPr>
              <a:xfrm>
                <a:off x="1225619" y="3052198"/>
                <a:ext cx="20277" cy="17291"/>
              </a:xfrm>
              <a:prstGeom prst="rect">
                <a:avLst/>
              </a:prstGeom>
              <a:solidFill>
                <a:srgbClr val="BDD7E9"/>
              </a:solidFill>
              <a:ln w="2103" cap="rnd" cmpd="sng" algn="ctr">
                <a:noFill/>
                <a:prstDash val="solid"/>
                <a:round/>
                <a:headEnd type="none" w="med" len="med"/>
                <a:tailEnd type="none" w="med" len="med"/>
              </a:ln>
              <a:effectLst/>
            </p:spPr>
          </p:sp>
          <p:sp>
            <p:nvSpPr>
              <p:cNvPr id="1000183" name="Density voxel cell">
                <a:extLst>
                  <a:ext uri="{FF2B5EF4-FFF2-40B4-BE49-F238E27FC236}">
                    <a16:creationId xmlns:a16="http://schemas.microsoft.com/office/drawing/2014/main" id="{0719D4EA-44BB-E5F1-F020-2BB4D3664CA2}"/>
                  </a:ext>
                </a:extLst>
              </p:cNvPr>
              <p:cNvSpPr/>
              <p:nvPr/>
            </p:nvSpPr>
            <p:spPr>
              <a:xfrm>
                <a:off x="1248195" y="3052198"/>
                <a:ext cx="20277" cy="17291"/>
              </a:xfrm>
              <a:prstGeom prst="rect">
                <a:avLst/>
              </a:prstGeom>
              <a:solidFill>
                <a:srgbClr val="A7C9E2"/>
              </a:solidFill>
              <a:ln w="2103" cap="rnd" cmpd="sng" algn="ctr">
                <a:noFill/>
                <a:prstDash val="solid"/>
                <a:round/>
                <a:headEnd type="none" w="med" len="med"/>
                <a:tailEnd type="none" w="med" len="med"/>
              </a:ln>
              <a:effectLst/>
            </p:spPr>
          </p:sp>
          <p:sp>
            <p:nvSpPr>
              <p:cNvPr id="1000184" name="Density voxel cell">
                <a:extLst>
                  <a:ext uri="{FF2B5EF4-FFF2-40B4-BE49-F238E27FC236}">
                    <a16:creationId xmlns:a16="http://schemas.microsoft.com/office/drawing/2014/main" id="{D2C8C5FA-8281-C82F-BDED-02DA543313C3}"/>
                  </a:ext>
                </a:extLst>
              </p:cNvPr>
              <p:cNvSpPr/>
              <p:nvPr/>
            </p:nvSpPr>
            <p:spPr>
              <a:xfrm>
                <a:off x="1270772" y="3052198"/>
                <a:ext cx="20277" cy="17291"/>
              </a:xfrm>
              <a:prstGeom prst="rect">
                <a:avLst/>
              </a:prstGeom>
              <a:solidFill>
                <a:srgbClr val="A5C8E1"/>
              </a:solidFill>
              <a:ln w="2103" cap="rnd" cmpd="sng" algn="ctr">
                <a:noFill/>
                <a:prstDash val="solid"/>
                <a:round/>
                <a:headEnd type="none" w="med" len="med"/>
                <a:tailEnd type="none" w="med" len="med"/>
              </a:ln>
              <a:effectLst/>
            </p:spPr>
          </p:sp>
          <p:sp>
            <p:nvSpPr>
              <p:cNvPr id="1000185" name="Density voxel cell">
                <a:extLst>
                  <a:ext uri="{FF2B5EF4-FFF2-40B4-BE49-F238E27FC236}">
                    <a16:creationId xmlns:a16="http://schemas.microsoft.com/office/drawing/2014/main" id="{C6D81F29-08CC-BA05-3212-CBBBC83CBBFF}"/>
                  </a:ext>
                </a:extLst>
              </p:cNvPr>
              <p:cNvSpPr/>
              <p:nvPr/>
            </p:nvSpPr>
            <p:spPr>
              <a:xfrm>
                <a:off x="1293349" y="3052198"/>
                <a:ext cx="20277" cy="17291"/>
              </a:xfrm>
              <a:prstGeom prst="rect">
                <a:avLst/>
              </a:prstGeom>
              <a:solidFill>
                <a:srgbClr val="A8CAE2"/>
              </a:solidFill>
              <a:ln w="2103" cap="rnd" cmpd="sng" algn="ctr">
                <a:noFill/>
                <a:prstDash val="solid"/>
                <a:round/>
                <a:headEnd type="none" w="med" len="med"/>
                <a:tailEnd type="none" w="med" len="med"/>
              </a:ln>
              <a:effectLst/>
            </p:spPr>
          </p:sp>
          <p:sp>
            <p:nvSpPr>
              <p:cNvPr id="1000186" name="Density voxel cell">
                <a:extLst>
                  <a:ext uri="{FF2B5EF4-FFF2-40B4-BE49-F238E27FC236}">
                    <a16:creationId xmlns:a16="http://schemas.microsoft.com/office/drawing/2014/main" id="{60BE34D8-DD52-D71A-BCCD-570A5567A81B}"/>
                  </a:ext>
                </a:extLst>
              </p:cNvPr>
              <p:cNvSpPr/>
              <p:nvPr/>
            </p:nvSpPr>
            <p:spPr>
              <a:xfrm>
                <a:off x="1315926" y="3052198"/>
                <a:ext cx="20277" cy="17291"/>
              </a:xfrm>
              <a:prstGeom prst="rect">
                <a:avLst/>
              </a:prstGeom>
              <a:solidFill>
                <a:srgbClr val="9BC2DE"/>
              </a:solidFill>
              <a:ln w="2103" cap="rnd" cmpd="sng" algn="ctr">
                <a:noFill/>
                <a:prstDash val="solid"/>
                <a:round/>
                <a:headEnd type="none" w="med" len="med"/>
                <a:tailEnd type="none" w="med" len="med"/>
              </a:ln>
              <a:effectLst/>
            </p:spPr>
          </p:sp>
          <p:sp>
            <p:nvSpPr>
              <p:cNvPr id="1000187" name="Density voxel cell">
                <a:extLst>
                  <a:ext uri="{FF2B5EF4-FFF2-40B4-BE49-F238E27FC236}">
                    <a16:creationId xmlns:a16="http://schemas.microsoft.com/office/drawing/2014/main" id="{A69869E9-753C-D98E-6B1D-D7274B8C0461}"/>
                  </a:ext>
                </a:extLst>
              </p:cNvPr>
              <p:cNvSpPr/>
              <p:nvPr/>
            </p:nvSpPr>
            <p:spPr>
              <a:xfrm>
                <a:off x="1338503" y="3052198"/>
                <a:ext cx="20277" cy="17291"/>
              </a:xfrm>
              <a:prstGeom prst="rect">
                <a:avLst/>
              </a:prstGeom>
              <a:solidFill>
                <a:srgbClr val="9DC3DE"/>
              </a:solidFill>
              <a:ln w="2103" cap="rnd" cmpd="sng" algn="ctr">
                <a:noFill/>
                <a:prstDash val="solid"/>
                <a:round/>
                <a:headEnd type="none" w="med" len="med"/>
                <a:tailEnd type="none" w="med" len="med"/>
              </a:ln>
              <a:effectLst/>
            </p:spPr>
          </p:sp>
          <p:sp>
            <p:nvSpPr>
              <p:cNvPr id="1000188" name="Density voxel cell">
                <a:extLst>
                  <a:ext uri="{FF2B5EF4-FFF2-40B4-BE49-F238E27FC236}">
                    <a16:creationId xmlns:a16="http://schemas.microsoft.com/office/drawing/2014/main" id="{2ABB63F7-26F8-0396-2145-0183D0241583}"/>
                  </a:ext>
                </a:extLst>
              </p:cNvPr>
              <p:cNvSpPr/>
              <p:nvPr/>
            </p:nvSpPr>
            <p:spPr>
              <a:xfrm>
                <a:off x="1361080" y="3052198"/>
                <a:ext cx="20277" cy="17291"/>
              </a:xfrm>
              <a:prstGeom prst="rect">
                <a:avLst/>
              </a:prstGeom>
              <a:solidFill>
                <a:srgbClr val="C4DBEC"/>
              </a:solidFill>
              <a:ln w="2103" cap="rnd" cmpd="sng" algn="ctr">
                <a:noFill/>
                <a:prstDash val="solid"/>
                <a:round/>
                <a:headEnd type="none" w="med" len="med"/>
                <a:tailEnd type="none" w="med" len="med"/>
              </a:ln>
              <a:effectLst/>
            </p:spPr>
          </p:sp>
          <p:sp>
            <p:nvSpPr>
              <p:cNvPr id="1000189" name="Density voxel cell">
                <a:extLst>
                  <a:ext uri="{FF2B5EF4-FFF2-40B4-BE49-F238E27FC236}">
                    <a16:creationId xmlns:a16="http://schemas.microsoft.com/office/drawing/2014/main" id="{F856EFE2-91E8-F016-0D10-5FB8C8EFC1BB}"/>
                  </a:ext>
                </a:extLst>
              </p:cNvPr>
              <p:cNvSpPr/>
              <p:nvPr/>
            </p:nvSpPr>
            <p:spPr>
              <a:xfrm>
                <a:off x="1383657" y="3052198"/>
                <a:ext cx="20277" cy="17291"/>
              </a:xfrm>
              <a:prstGeom prst="rect">
                <a:avLst/>
              </a:prstGeom>
              <a:solidFill>
                <a:srgbClr val="E8F2F9"/>
              </a:solidFill>
              <a:ln w="2103" cap="rnd" cmpd="sng" algn="ctr">
                <a:noFill/>
                <a:prstDash val="solid"/>
                <a:round/>
                <a:headEnd type="none" w="med" len="med"/>
                <a:tailEnd type="none" w="med" len="med"/>
              </a:ln>
              <a:effectLst/>
            </p:spPr>
          </p:sp>
          <p:sp>
            <p:nvSpPr>
              <p:cNvPr id="1000190" name="Density voxel cell">
                <a:extLst>
                  <a:ext uri="{FF2B5EF4-FFF2-40B4-BE49-F238E27FC236}">
                    <a16:creationId xmlns:a16="http://schemas.microsoft.com/office/drawing/2014/main" id="{C9C4BA42-DB08-89D9-442B-7455DC398D59}"/>
                  </a:ext>
                </a:extLst>
              </p:cNvPr>
              <p:cNvSpPr/>
              <p:nvPr/>
            </p:nvSpPr>
            <p:spPr>
              <a:xfrm>
                <a:off x="1406234" y="3052198"/>
                <a:ext cx="20277" cy="17291"/>
              </a:xfrm>
              <a:prstGeom prst="rect">
                <a:avLst/>
              </a:prstGeom>
              <a:solidFill>
                <a:srgbClr val="F5FAFD"/>
              </a:solidFill>
              <a:ln w="2103" cap="rnd" cmpd="sng" algn="ctr">
                <a:noFill/>
                <a:prstDash val="solid"/>
                <a:round/>
                <a:headEnd type="none" w="med" len="med"/>
                <a:tailEnd type="none" w="med" len="med"/>
              </a:ln>
              <a:effectLst/>
            </p:spPr>
          </p:sp>
          <p:sp>
            <p:nvSpPr>
              <p:cNvPr id="1000191" name="Density voxel cell">
                <a:extLst>
                  <a:ext uri="{FF2B5EF4-FFF2-40B4-BE49-F238E27FC236}">
                    <a16:creationId xmlns:a16="http://schemas.microsoft.com/office/drawing/2014/main" id="{CD125B0F-990F-7FBE-FF89-5CBE399634D9}"/>
                  </a:ext>
                </a:extLst>
              </p:cNvPr>
              <p:cNvSpPr/>
              <p:nvPr/>
            </p:nvSpPr>
            <p:spPr>
              <a:xfrm>
                <a:off x="1180465" y="3071789"/>
                <a:ext cx="20277" cy="17291"/>
              </a:xfrm>
              <a:prstGeom prst="rect">
                <a:avLst/>
              </a:prstGeom>
              <a:solidFill>
                <a:srgbClr val="F2F8FC"/>
              </a:solidFill>
              <a:ln w="2103" cap="rnd" cmpd="sng" algn="ctr">
                <a:noFill/>
                <a:prstDash val="solid"/>
                <a:round/>
                <a:headEnd type="none" w="med" len="med"/>
                <a:tailEnd type="none" w="med" len="med"/>
              </a:ln>
              <a:effectLst/>
            </p:spPr>
          </p:sp>
          <p:sp>
            <p:nvSpPr>
              <p:cNvPr id="1000192" name="Density voxel cell">
                <a:extLst>
                  <a:ext uri="{FF2B5EF4-FFF2-40B4-BE49-F238E27FC236}">
                    <a16:creationId xmlns:a16="http://schemas.microsoft.com/office/drawing/2014/main" id="{BCE74C19-1CEF-5CE6-3D23-CB6CB7524269}"/>
                  </a:ext>
                </a:extLst>
              </p:cNvPr>
              <p:cNvSpPr/>
              <p:nvPr/>
            </p:nvSpPr>
            <p:spPr>
              <a:xfrm>
                <a:off x="1203042" y="3071789"/>
                <a:ext cx="20277" cy="17291"/>
              </a:xfrm>
              <a:prstGeom prst="rect">
                <a:avLst/>
              </a:prstGeom>
              <a:solidFill>
                <a:srgbClr val="E9F2F9"/>
              </a:solidFill>
              <a:ln w="2103" cap="rnd" cmpd="sng" algn="ctr">
                <a:noFill/>
                <a:prstDash val="solid"/>
                <a:round/>
                <a:headEnd type="none" w="med" len="med"/>
                <a:tailEnd type="none" w="med" len="med"/>
              </a:ln>
              <a:effectLst/>
            </p:spPr>
          </p:sp>
          <p:sp>
            <p:nvSpPr>
              <p:cNvPr id="1000193" name="Density voxel cell">
                <a:extLst>
                  <a:ext uri="{FF2B5EF4-FFF2-40B4-BE49-F238E27FC236}">
                    <a16:creationId xmlns:a16="http://schemas.microsoft.com/office/drawing/2014/main" id="{1B51DDE4-E8C5-F703-69B3-F8CB6C9693E5}"/>
                  </a:ext>
                </a:extLst>
              </p:cNvPr>
              <p:cNvSpPr/>
              <p:nvPr/>
            </p:nvSpPr>
            <p:spPr>
              <a:xfrm>
                <a:off x="1225619" y="3071789"/>
                <a:ext cx="20277" cy="17291"/>
              </a:xfrm>
              <a:prstGeom prst="rect">
                <a:avLst/>
              </a:prstGeom>
              <a:solidFill>
                <a:srgbClr val="DBEAF4"/>
              </a:solidFill>
              <a:ln w="2103" cap="rnd" cmpd="sng" algn="ctr">
                <a:noFill/>
                <a:prstDash val="solid"/>
                <a:round/>
                <a:headEnd type="none" w="med" len="med"/>
                <a:tailEnd type="none" w="med" len="med"/>
              </a:ln>
              <a:effectLst/>
            </p:spPr>
          </p:sp>
          <p:sp>
            <p:nvSpPr>
              <p:cNvPr id="1000194" name="Density voxel cell">
                <a:extLst>
                  <a:ext uri="{FF2B5EF4-FFF2-40B4-BE49-F238E27FC236}">
                    <a16:creationId xmlns:a16="http://schemas.microsoft.com/office/drawing/2014/main" id="{EADAC848-BA41-3291-DC6D-C5F4756A4447}"/>
                  </a:ext>
                </a:extLst>
              </p:cNvPr>
              <p:cNvSpPr/>
              <p:nvPr/>
            </p:nvSpPr>
            <p:spPr>
              <a:xfrm>
                <a:off x="1248195" y="3071789"/>
                <a:ext cx="20277" cy="17291"/>
              </a:xfrm>
              <a:prstGeom prst="rect">
                <a:avLst/>
              </a:prstGeom>
              <a:solidFill>
                <a:srgbClr val="D0E3F0"/>
              </a:solidFill>
              <a:ln w="2103" cap="rnd" cmpd="sng" algn="ctr">
                <a:noFill/>
                <a:prstDash val="solid"/>
                <a:round/>
                <a:headEnd type="none" w="med" len="med"/>
                <a:tailEnd type="none" w="med" len="med"/>
              </a:ln>
              <a:effectLst/>
            </p:spPr>
          </p:sp>
          <p:sp>
            <p:nvSpPr>
              <p:cNvPr id="1000195" name="Density voxel cell">
                <a:extLst>
                  <a:ext uri="{FF2B5EF4-FFF2-40B4-BE49-F238E27FC236}">
                    <a16:creationId xmlns:a16="http://schemas.microsoft.com/office/drawing/2014/main" id="{8705B9C5-4922-B9D5-F58E-42710BA7346B}"/>
                  </a:ext>
                </a:extLst>
              </p:cNvPr>
              <p:cNvSpPr/>
              <p:nvPr/>
            </p:nvSpPr>
            <p:spPr>
              <a:xfrm>
                <a:off x="1270772" y="3071789"/>
                <a:ext cx="20277" cy="17291"/>
              </a:xfrm>
              <a:prstGeom prst="rect">
                <a:avLst/>
              </a:prstGeom>
              <a:solidFill>
                <a:srgbClr val="C9DEEE"/>
              </a:solidFill>
              <a:ln w="2103" cap="rnd" cmpd="sng" algn="ctr">
                <a:noFill/>
                <a:prstDash val="solid"/>
                <a:round/>
                <a:headEnd type="none" w="med" len="med"/>
                <a:tailEnd type="none" w="med" len="med"/>
              </a:ln>
              <a:effectLst/>
            </p:spPr>
          </p:sp>
          <p:sp>
            <p:nvSpPr>
              <p:cNvPr id="1000196" name="Density voxel cell">
                <a:extLst>
                  <a:ext uri="{FF2B5EF4-FFF2-40B4-BE49-F238E27FC236}">
                    <a16:creationId xmlns:a16="http://schemas.microsoft.com/office/drawing/2014/main" id="{B45F2FA5-9261-6BE7-7736-339393DD6A85}"/>
                  </a:ext>
                </a:extLst>
              </p:cNvPr>
              <p:cNvSpPr/>
              <p:nvPr/>
            </p:nvSpPr>
            <p:spPr>
              <a:xfrm>
                <a:off x="1293349" y="3071789"/>
                <a:ext cx="20277" cy="17291"/>
              </a:xfrm>
              <a:prstGeom prst="rect">
                <a:avLst/>
              </a:prstGeom>
              <a:solidFill>
                <a:srgbClr val="AECDE4"/>
              </a:solidFill>
              <a:ln w="2103" cap="rnd" cmpd="sng" algn="ctr">
                <a:noFill/>
                <a:prstDash val="solid"/>
                <a:round/>
                <a:headEnd type="none" w="med" len="med"/>
                <a:tailEnd type="none" w="med" len="med"/>
              </a:ln>
              <a:effectLst/>
            </p:spPr>
          </p:sp>
          <p:sp>
            <p:nvSpPr>
              <p:cNvPr id="1000197" name="Density voxel cell">
                <a:extLst>
                  <a:ext uri="{FF2B5EF4-FFF2-40B4-BE49-F238E27FC236}">
                    <a16:creationId xmlns:a16="http://schemas.microsoft.com/office/drawing/2014/main" id="{65399441-47AA-A22C-0A0E-53B679B0A944}"/>
                  </a:ext>
                </a:extLst>
              </p:cNvPr>
              <p:cNvSpPr/>
              <p:nvPr/>
            </p:nvSpPr>
            <p:spPr>
              <a:xfrm>
                <a:off x="1315926" y="3071789"/>
                <a:ext cx="20277" cy="17291"/>
              </a:xfrm>
              <a:prstGeom prst="rect">
                <a:avLst/>
              </a:prstGeom>
              <a:solidFill>
                <a:srgbClr val="76ABD0"/>
              </a:solidFill>
              <a:ln w="2103" cap="rnd" cmpd="sng" algn="ctr">
                <a:noFill/>
                <a:prstDash val="solid"/>
                <a:round/>
                <a:headEnd type="none" w="med" len="med"/>
                <a:tailEnd type="none" w="med" len="med"/>
              </a:ln>
              <a:effectLst/>
            </p:spPr>
          </p:sp>
          <p:sp>
            <p:nvSpPr>
              <p:cNvPr id="1000198" name="Density voxel cell">
                <a:extLst>
                  <a:ext uri="{FF2B5EF4-FFF2-40B4-BE49-F238E27FC236}">
                    <a16:creationId xmlns:a16="http://schemas.microsoft.com/office/drawing/2014/main" id="{951AF83B-B033-DB3F-7391-115C648DF7D5}"/>
                  </a:ext>
                </a:extLst>
              </p:cNvPr>
              <p:cNvSpPr/>
              <p:nvPr/>
            </p:nvSpPr>
            <p:spPr>
              <a:xfrm>
                <a:off x="1338503" y="3071789"/>
                <a:ext cx="20277" cy="17291"/>
              </a:xfrm>
              <a:prstGeom prst="rect">
                <a:avLst/>
              </a:prstGeom>
              <a:solidFill>
                <a:srgbClr val="66A1CB"/>
              </a:solidFill>
              <a:ln w="2103" cap="rnd" cmpd="sng" algn="ctr">
                <a:noFill/>
                <a:prstDash val="solid"/>
                <a:round/>
                <a:headEnd type="none" w="med" len="med"/>
                <a:tailEnd type="none" w="med" len="med"/>
              </a:ln>
              <a:effectLst/>
            </p:spPr>
          </p:sp>
          <p:sp>
            <p:nvSpPr>
              <p:cNvPr id="1000199" name="Density voxel cell">
                <a:extLst>
                  <a:ext uri="{FF2B5EF4-FFF2-40B4-BE49-F238E27FC236}">
                    <a16:creationId xmlns:a16="http://schemas.microsoft.com/office/drawing/2014/main" id="{3918A26E-E009-5646-17E0-61396E0EA10B}"/>
                  </a:ext>
                </a:extLst>
              </p:cNvPr>
              <p:cNvSpPr/>
              <p:nvPr/>
            </p:nvSpPr>
            <p:spPr>
              <a:xfrm>
                <a:off x="1361080" y="3071789"/>
                <a:ext cx="20277" cy="17291"/>
              </a:xfrm>
              <a:prstGeom prst="rect">
                <a:avLst/>
              </a:prstGeom>
              <a:solidFill>
                <a:srgbClr val="A1C6E0"/>
              </a:solidFill>
              <a:ln w="2103" cap="rnd" cmpd="sng" algn="ctr">
                <a:noFill/>
                <a:prstDash val="solid"/>
                <a:round/>
                <a:headEnd type="none" w="med" len="med"/>
                <a:tailEnd type="none" w="med" len="med"/>
              </a:ln>
              <a:effectLst/>
            </p:spPr>
          </p:sp>
          <p:sp>
            <p:nvSpPr>
              <p:cNvPr id="1000200" name="Density voxel cell">
                <a:extLst>
                  <a:ext uri="{FF2B5EF4-FFF2-40B4-BE49-F238E27FC236}">
                    <a16:creationId xmlns:a16="http://schemas.microsoft.com/office/drawing/2014/main" id="{F4BA6155-50C4-3EAA-5313-71B8F01A014C}"/>
                  </a:ext>
                </a:extLst>
              </p:cNvPr>
              <p:cNvSpPr/>
              <p:nvPr/>
            </p:nvSpPr>
            <p:spPr>
              <a:xfrm>
                <a:off x="1383657" y="3071789"/>
                <a:ext cx="20277" cy="17291"/>
              </a:xfrm>
              <a:prstGeom prst="rect">
                <a:avLst/>
              </a:prstGeom>
              <a:solidFill>
                <a:srgbClr val="DDEBF5"/>
              </a:solidFill>
              <a:ln w="2103" cap="rnd" cmpd="sng" algn="ctr">
                <a:noFill/>
                <a:prstDash val="solid"/>
                <a:round/>
                <a:headEnd type="none" w="med" len="med"/>
                <a:tailEnd type="none" w="med" len="med"/>
              </a:ln>
              <a:effectLst/>
            </p:spPr>
          </p:sp>
          <p:sp>
            <p:nvSpPr>
              <p:cNvPr id="1000201" name="Density voxel cell">
                <a:extLst>
                  <a:ext uri="{FF2B5EF4-FFF2-40B4-BE49-F238E27FC236}">
                    <a16:creationId xmlns:a16="http://schemas.microsoft.com/office/drawing/2014/main" id="{065233E7-95A3-B205-BE8A-05AB9FF1193B}"/>
                  </a:ext>
                </a:extLst>
              </p:cNvPr>
              <p:cNvSpPr/>
              <p:nvPr/>
            </p:nvSpPr>
            <p:spPr>
              <a:xfrm>
                <a:off x="1406234" y="3071789"/>
                <a:ext cx="20277" cy="17291"/>
              </a:xfrm>
              <a:prstGeom prst="rect">
                <a:avLst/>
              </a:prstGeom>
              <a:solidFill>
                <a:srgbClr val="F3F9FD"/>
              </a:solidFill>
              <a:ln w="2103" cap="rnd" cmpd="sng" algn="ctr">
                <a:noFill/>
                <a:prstDash val="solid"/>
                <a:round/>
                <a:headEnd type="none" w="med" len="med"/>
                <a:tailEnd type="none" w="med" len="med"/>
              </a:ln>
              <a:effectLst/>
            </p:spPr>
          </p:sp>
          <p:sp>
            <p:nvSpPr>
              <p:cNvPr id="1000202" name="Density voxel cell">
                <a:extLst>
                  <a:ext uri="{FF2B5EF4-FFF2-40B4-BE49-F238E27FC236}">
                    <a16:creationId xmlns:a16="http://schemas.microsoft.com/office/drawing/2014/main" id="{DD574E9B-1FD8-9B6F-295A-E96DEACA2400}"/>
                  </a:ext>
                </a:extLst>
              </p:cNvPr>
              <p:cNvSpPr/>
              <p:nvPr/>
            </p:nvSpPr>
            <p:spPr>
              <a:xfrm>
                <a:off x="1180465" y="3091379"/>
                <a:ext cx="20277" cy="17291"/>
              </a:xfrm>
              <a:prstGeom prst="rect">
                <a:avLst/>
              </a:prstGeom>
              <a:solidFill>
                <a:srgbClr val="F5FAFD"/>
              </a:solidFill>
              <a:ln w="2103" cap="rnd" cmpd="sng" algn="ctr">
                <a:noFill/>
                <a:prstDash val="solid"/>
                <a:round/>
                <a:headEnd type="none" w="med" len="med"/>
                <a:tailEnd type="none" w="med" len="med"/>
              </a:ln>
              <a:effectLst/>
            </p:spPr>
          </p:sp>
          <p:sp>
            <p:nvSpPr>
              <p:cNvPr id="1000203" name="Density voxel cell">
                <a:extLst>
                  <a:ext uri="{FF2B5EF4-FFF2-40B4-BE49-F238E27FC236}">
                    <a16:creationId xmlns:a16="http://schemas.microsoft.com/office/drawing/2014/main" id="{71E9CFFC-319E-6086-551D-8B2BA5D8CA79}"/>
                  </a:ext>
                </a:extLst>
              </p:cNvPr>
              <p:cNvSpPr/>
              <p:nvPr/>
            </p:nvSpPr>
            <p:spPr>
              <a:xfrm>
                <a:off x="1203042" y="3091379"/>
                <a:ext cx="20277" cy="17291"/>
              </a:xfrm>
              <a:prstGeom prst="rect">
                <a:avLst/>
              </a:prstGeom>
              <a:solidFill>
                <a:srgbClr val="F2F8FC"/>
              </a:solidFill>
              <a:ln w="2103" cap="rnd" cmpd="sng" algn="ctr">
                <a:noFill/>
                <a:prstDash val="solid"/>
                <a:round/>
                <a:headEnd type="none" w="med" len="med"/>
                <a:tailEnd type="none" w="med" len="med"/>
              </a:ln>
              <a:effectLst/>
            </p:spPr>
          </p:sp>
          <p:sp>
            <p:nvSpPr>
              <p:cNvPr id="1000204" name="Density voxel cell">
                <a:extLst>
                  <a:ext uri="{FF2B5EF4-FFF2-40B4-BE49-F238E27FC236}">
                    <a16:creationId xmlns:a16="http://schemas.microsoft.com/office/drawing/2014/main" id="{417A06B7-2D14-8D2F-6310-7DA1561B37ED}"/>
                  </a:ext>
                </a:extLst>
              </p:cNvPr>
              <p:cNvSpPr/>
              <p:nvPr/>
            </p:nvSpPr>
            <p:spPr>
              <a:xfrm>
                <a:off x="1225619" y="3091379"/>
                <a:ext cx="20277" cy="17291"/>
              </a:xfrm>
              <a:prstGeom prst="rect">
                <a:avLst/>
              </a:prstGeom>
              <a:solidFill>
                <a:srgbClr val="EDF5FA"/>
              </a:solidFill>
              <a:ln w="2103" cap="rnd" cmpd="sng" algn="ctr">
                <a:noFill/>
                <a:prstDash val="solid"/>
                <a:round/>
                <a:headEnd type="none" w="med" len="med"/>
                <a:tailEnd type="none" w="med" len="med"/>
              </a:ln>
              <a:effectLst/>
            </p:spPr>
          </p:sp>
          <p:sp>
            <p:nvSpPr>
              <p:cNvPr id="1000205" name="Density voxel cell">
                <a:extLst>
                  <a:ext uri="{FF2B5EF4-FFF2-40B4-BE49-F238E27FC236}">
                    <a16:creationId xmlns:a16="http://schemas.microsoft.com/office/drawing/2014/main" id="{9FEFA80D-2C42-163C-4684-7838205F413E}"/>
                  </a:ext>
                </a:extLst>
              </p:cNvPr>
              <p:cNvSpPr/>
              <p:nvPr/>
            </p:nvSpPr>
            <p:spPr>
              <a:xfrm>
                <a:off x="1248195" y="3091379"/>
                <a:ext cx="20277" cy="17291"/>
              </a:xfrm>
              <a:prstGeom prst="rect">
                <a:avLst/>
              </a:prstGeom>
              <a:solidFill>
                <a:srgbClr val="E8F2F9"/>
              </a:solidFill>
              <a:ln w="2103" cap="rnd" cmpd="sng" algn="ctr">
                <a:noFill/>
                <a:prstDash val="solid"/>
                <a:round/>
                <a:headEnd type="none" w="med" len="med"/>
                <a:tailEnd type="none" w="med" len="med"/>
              </a:ln>
              <a:effectLst/>
            </p:spPr>
          </p:sp>
          <p:sp>
            <p:nvSpPr>
              <p:cNvPr id="1000206" name="Density voxel cell">
                <a:extLst>
                  <a:ext uri="{FF2B5EF4-FFF2-40B4-BE49-F238E27FC236}">
                    <a16:creationId xmlns:a16="http://schemas.microsoft.com/office/drawing/2014/main" id="{DCE103E5-FFC9-02EF-0001-8F8260EF6307}"/>
                  </a:ext>
                </a:extLst>
              </p:cNvPr>
              <p:cNvSpPr/>
              <p:nvPr/>
            </p:nvSpPr>
            <p:spPr>
              <a:xfrm>
                <a:off x="1270772" y="3091379"/>
                <a:ext cx="20277" cy="17291"/>
              </a:xfrm>
              <a:prstGeom prst="rect">
                <a:avLst/>
              </a:prstGeom>
              <a:solidFill>
                <a:srgbClr val="E0EDF6"/>
              </a:solidFill>
              <a:ln w="2103" cap="rnd" cmpd="sng" algn="ctr">
                <a:noFill/>
                <a:prstDash val="solid"/>
                <a:round/>
                <a:headEnd type="none" w="med" len="med"/>
                <a:tailEnd type="none" w="med" len="med"/>
              </a:ln>
              <a:effectLst/>
            </p:spPr>
          </p:sp>
          <p:sp>
            <p:nvSpPr>
              <p:cNvPr id="1000207" name="Density voxel cell">
                <a:extLst>
                  <a:ext uri="{FF2B5EF4-FFF2-40B4-BE49-F238E27FC236}">
                    <a16:creationId xmlns:a16="http://schemas.microsoft.com/office/drawing/2014/main" id="{C3CFBC16-3D4F-88BA-79C8-5216BC1B344D}"/>
                  </a:ext>
                </a:extLst>
              </p:cNvPr>
              <p:cNvSpPr/>
              <p:nvPr/>
            </p:nvSpPr>
            <p:spPr>
              <a:xfrm>
                <a:off x="1293349" y="3091379"/>
                <a:ext cx="20277" cy="17291"/>
              </a:xfrm>
              <a:prstGeom prst="rect">
                <a:avLst/>
              </a:prstGeom>
              <a:solidFill>
                <a:srgbClr val="C2DAEB"/>
              </a:solidFill>
              <a:ln w="2103" cap="rnd" cmpd="sng" algn="ctr">
                <a:noFill/>
                <a:prstDash val="solid"/>
                <a:round/>
                <a:headEnd type="none" w="med" len="med"/>
                <a:tailEnd type="none" w="med" len="med"/>
              </a:ln>
              <a:effectLst/>
            </p:spPr>
          </p:sp>
          <p:sp>
            <p:nvSpPr>
              <p:cNvPr id="1000208" name="Density voxel cell">
                <a:extLst>
                  <a:ext uri="{FF2B5EF4-FFF2-40B4-BE49-F238E27FC236}">
                    <a16:creationId xmlns:a16="http://schemas.microsoft.com/office/drawing/2014/main" id="{EFCC9018-C595-2266-16D8-4A025A59E28C}"/>
                  </a:ext>
                </a:extLst>
              </p:cNvPr>
              <p:cNvSpPr/>
              <p:nvPr/>
            </p:nvSpPr>
            <p:spPr>
              <a:xfrm>
                <a:off x="1315926" y="3091379"/>
                <a:ext cx="20277" cy="17291"/>
              </a:xfrm>
              <a:prstGeom prst="rect">
                <a:avLst/>
              </a:prstGeom>
              <a:solidFill>
                <a:srgbClr val="8AB8D8"/>
              </a:solidFill>
              <a:ln w="2103" cap="rnd" cmpd="sng" algn="ctr">
                <a:noFill/>
                <a:prstDash val="solid"/>
                <a:round/>
                <a:headEnd type="none" w="med" len="med"/>
                <a:tailEnd type="none" w="med" len="med"/>
              </a:ln>
              <a:effectLst/>
            </p:spPr>
          </p:sp>
          <p:sp>
            <p:nvSpPr>
              <p:cNvPr id="1000209" name="Density voxel cell">
                <a:extLst>
                  <a:ext uri="{FF2B5EF4-FFF2-40B4-BE49-F238E27FC236}">
                    <a16:creationId xmlns:a16="http://schemas.microsoft.com/office/drawing/2014/main" id="{A9613D8D-25B2-E802-83EF-FB8B21218DC4}"/>
                  </a:ext>
                </a:extLst>
              </p:cNvPr>
              <p:cNvSpPr/>
              <p:nvPr/>
            </p:nvSpPr>
            <p:spPr>
              <a:xfrm>
                <a:off x="1338503" y="3091379"/>
                <a:ext cx="20277" cy="17291"/>
              </a:xfrm>
              <a:prstGeom prst="rect">
                <a:avLst/>
              </a:prstGeom>
              <a:solidFill>
                <a:srgbClr val="78ACD1"/>
              </a:solidFill>
              <a:ln w="2103" cap="rnd" cmpd="sng" algn="ctr">
                <a:noFill/>
                <a:prstDash val="solid"/>
                <a:round/>
                <a:headEnd type="none" w="med" len="med"/>
                <a:tailEnd type="none" w="med" len="med"/>
              </a:ln>
              <a:effectLst/>
            </p:spPr>
          </p:sp>
          <p:sp>
            <p:nvSpPr>
              <p:cNvPr id="1000210" name="Density voxel cell">
                <a:extLst>
                  <a:ext uri="{FF2B5EF4-FFF2-40B4-BE49-F238E27FC236}">
                    <a16:creationId xmlns:a16="http://schemas.microsoft.com/office/drawing/2014/main" id="{DBF337D0-BB5E-F696-66A6-54A2998BF002}"/>
                  </a:ext>
                </a:extLst>
              </p:cNvPr>
              <p:cNvSpPr/>
              <p:nvPr/>
            </p:nvSpPr>
            <p:spPr>
              <a:xfrm>
                <a:off x="1361080" y="3091379"/>
                <a:ext cx="20277" cy="17291"/>
              </a:xfrm>
              <a:prstGeom prst="rect">
                <a:avLst/>
              </a:prstGeom>
              <a:solidFill>
                <a:srgbClr val="ABCCE3"/>
              </a:solidFill>
              <a:ln w="2103" cap="rnd" cmpd="sng" algn="ctr">
                <a:noFill/>
                <a:prstDash val="solid"/>
                <a:round/>
                <a:headEnd type="none" w="med" len="med"/>
                <a:tailEnd type="none" w="med" len="med"/>
              </a:ln>
              <a:effectLst/>
            </p:spPr>
          </p:sp>
          <p:sp>
            <p:nvSpPr>
              <p:cNvPr id="1000211" name="Density voxel cell">
                <a:extLst>
                  <a:ext uri="{FF2B5EF4-FFF2-40B4-BE49-F238E27FC236}">
                    <a16:creationId xmlns:a16="http://schemas.microsoft.com/office/drawing/2014/main" id="{6DE9F248-7B09-C0E1-AB98-7A74D58C4F33}"/>
                  </a:ext>
                </a:extLst>
              </p:cNvPr>
              <p:cNvSpPr/>
              <p:nvPr/>
            </p:nvSpPr>
            <p:spPr>
              <a:xfrm>
                <a:off x="1383657" y="3091379"/>
                <a:ext cx="20277" cy="17291"/>
              </a:xfrm>
              <a:prstGeom prst="rect">
                <a:avLst/>
              </a:prstGeom>
              <a:solidFill>
                <a:srgbClr val="E0EDF6"/>
              </a:solidFill>
              <a:ln w="2103" cap="rnd" cmpd="sng" algn="ctr">
                <a:noFill/>
                <a:prstDash val="solid"/>
                <a:round/>
                <a:headEnd type="none" w="med" len="med"/>
                <a:tailEnd type="none" w="med" len="med"/>
              </a:ln>
              <a:effectLst/>
            </p:spPr>
          </p:sp>
          <p:sp>
            <p:nvSpPr>
              <p:cNvPr id="1000212" name="Density voxel cell">
                <a:extLst>
                  <a:ext uri="{FF2B5EF4-FFF2-40B4-BE49-F238E27FC236}">
                    <a16:creationId xmlns:a16="http://schemas.microsoft.com/office/drawing/2014/main" id="{88A944B0-D635-5C5C-CDD6-8151E8A18D92}"/>
                  </a:ext>
                </a:extLst>
              </p:cNvPr>
              <p:cNvSpPr/>
              <p:nvPr/>
            </p:nvSpPr>
            <p:spPr>
              <a:xfrm>
                <a:off x="1406234" y="3091379"/>
                <a:ext cx="20277" cy="17291"/>
              </a:xfrm>
              <a:prstGeom prst="rect">
                <a:avLst/>
              </a:prstGeom>
              <a:solidFill>
                <a:srgbClr val="F4F9FD"/>
              </a:solidFill>
              <a:ln w="2103" cap="rnd" cmpd="sng" algn="ctr">
                <a:noFill/>
                <a:prstDash val="solid"/>
                <a:round/>
                <a:headEnd type="none" w="med" len="med"/>
                <a:tailEnd type="none" w="med" len="med"/>
              </a:ln>
              <a:effectLst/>
            </p:spPr>
          </p:sp>
          <p:sp>
            <p:nvSpPr>
              <p:cNvPr id="1000213" name="Density voxel cell">
                <a:extLst>
                  <a:ext uri="{FF2B5EF4-FFF2-40B4-BE49-F238E27FC236}">
                    <a16:creationId xmlns:a16="http://schemas.microsoft.com/office/drawing/2014/main" id="{82606119-5631-D0EC-6D7E-DE683D5F1ECF}"/>
                  </a:ext>
                </a:extLst>
              </p:cNvPr>
              <p:cNvSpPr/>
              <p:nvPr/>
            </p:nvSpPr>
            <p:spPr>
              <a:xfrm>
                <a:off x="1180465" y="3110970"/>
                <a:ext cx="20277" cy="17291"/>
              </a:xfrm>
              <a:prstGeom prst="rect">
                <a:avLst/>
              </a:prstGeom>
              <a:solidFill>
                <a:srgbClr val="F6FBFE"/>
              </a:solidFill>
              <a:ln w="2103" cap="rnd" cmpd="sng" algn="ctr">
                <a:noFill/>
                <a:prstDash val="solid"/>
                <a:round/>
                <a:headEnd type="none" w="med" len="med"/>
                <a:tailEnd type="none" w="med" len="med"/>
              </a:ln>
              <a:effectLst/>
            </p:spPr>
          </p:sp>
          <p:sp>
            <p:nvSpPr>
              <p:cNvPr id="1000214" name="Density voxel cell">
                <a:extLst>
                  <a:ext uri="{FF2B5EF4-FFF2-40B4-BE49-F238E27FC236}">
                    <a16:creationId xmlns:a16="http://schemas.microsoft.com/office/drawing/2014/main" id="{F35D5F07-44E4-6B91-6317-512BC24797C6}"/>
                  </a:ext>
                </a:extLst>
              </p:cNvPr>
              <p:cNvSpPr/>
              <p:nvPr/>
            </p:nvSpPr>
            <p:spPr>
              <a:xfrm>
                <a:off x="1203042" y="3110970"/>
                <a:ext cx="20277" cy="17291"/>
              </a:xfrm>
              <a:prstGeom prst="rect">
                <a:avLst/>
              </a:prstGeom>
              <a:solidFill>
                <a:srgbClr val="F5FAFD"/>
              </a:solidFill>
              <a:ln w="2103" cap="rnd" cmpd="sng" algn="ctr">
                <a:noFill/>
                <a:prstDash val="solid"/>
                <a:round/>
                <a:headEnd type="none" w="med" len="med"/>
                <a:tailEnd type="none" w="med" len="med"/>
              </a:ln>
              <a:effectLst/>
            </p:spPr>
          </p:sp>
          <p:sp>
            <p:nvSpPr>
              <p:cNvPr id="1000215" name="Density voxel cell">
                <a:extLst>
                  <a:ext uri="{FF2B5EF4-FFF2-40B4-BE49-F238E27FC236}">
                    <a16:creationId xmlns:a16="http://schemas.microsoft.com/office/drawing/2014/main" id="{F71B59B8-ACD7-2572-AB4A-EF18C523A03F}"/>
                  </a:ext>
                </a:extLst>
              </p:cNvPr>
              <p:cNvSpPr/>
              <p:nvPr/>
            </p:nvSpPr>
            <p:spPr>
              <a:xfrm>
                <a:off x="1225619" y="3110970"/>
                <a:ext cx="20277" cy="17291"/>
              </a:xfrm>
              <a:prstGeom prst="rect">
                <a:avLst/>
              </a:prstGeom>
              <a:solidFill>
                <a:srgbClr val="F4F9FD"/>
              </a:solidFill>
              <a:ln w="2103" cap="rnd" cmpd="sng" algn="ctr">
                <a:noFill/>
                <a:prstDash val="solid"/>
                <a:round/>
                <a:headEnd type="none" w="med" len="med"/>
                <a:tailEnd type="none" w="med" len="med"/>
              </a:ln>
              <a:effectLst/>
            </p:spPr>
          </p:sp>
          <p:sp>
            <p:nvSpPr>
              <p:cNvPr id="1000216" name="Density voxel cell">
                <a:extLst>
                  <a:ext uri="{FF2B5EF4-FFF2-40B4-BE49-F238E27FC236}">
                    <a16:creationId xmlns:a16="http://schemas.microsoft.com/office/drawing/2014/main" id="{C2AB1D26-2C02-A286-222A-068AE34D978F}"/>
                  </a:ext>
                </a:extLst>
              </p:cNvPr>
              <p:cNvSpPr/>
              <p:nvPr/>
            </p:nvSpPr>
            <p:spPr>
              <a:xfrm>
                <a:off x="1248195" y="3110970"/>
                <a:ext cx="20277" cy="17291"/>
              </a:xfrm>
              <a:prstGeom prst="rect">
                <a:avLst/>
              </a:prstGeom>
              <a:solidFill>
                <a:srgbClr val="F2F8FC"/>
              </a:solidFill>
              <a:ln w="2103" cap="rnd" cmpd="sng" algn="ctr">
                <a:noFill/>
                <a:prstDash val="solid"/>
                <a:round/>
                <a:headEnd type="none" w="med" len="med"/>
                <a:tailEnd type="none" w="med" len="med"/>
              </a:ln>
              <a:effectLst/>
            </p:spPr>
          </p:sp>
          <p:sp>
            <p:nvSpPr>
              <p:cNvPr id="1000217" name="Density voxel cell">
                <a:extLst>
                  <a:ext uri="{FF2B5EF4-FFF2-40B4-BE49-F238E27FC236}">
                    <a16:creationId xmlns:a16="http://schemas.microsoft.com/office/drawing/2014/main" id="{2BC2A296-879F-B359-FC2B-C3A0A6D16A17}"/>
                  </a:ext>
                </a:extLst>
              </p:cNvPr>
              <p:cNvSpPr/>
              <p:nvPr/>
            </p:nvSpPr>
            <p:spPr>
              <a:xfrm>
                <a:off x="1270772" y="3110970"/>
                <a:ext cx="20277" cy="17291"/>
              </a:xfrm>
              <a:prstGeom prst="rect">
                <a:avLst/>
              </a:prstGeom>
              <a:solidFill>
                <a:srgbClr val="EFF6FB"/>
              </a:solidFill>
              <a:ln w="2103" cap="rnd" cmpd="sng" algn="ctr">
                <a:noFill/>
                <a:prstDash val="solid"/>
                <a:round/>
                <a:headEnd type="none" w="med" len="med"/>
                <a:tailEnd type="none" w="med" len="med"/>
              </a:ln>
              <a:effectLst/>
            </p:spPr>
          </p:sp>
          <p:sp>
            <p:nvSpPr>
              <p:cNvPr id="1000218" name="Density voxel cell">
                <a:extLst>
                  <a:ext uri="{FF2B5EF4-FFF2-40B4-BE49-F238E27FC236}">
                    <a16:creationId xmlns:a16="http://schemas.microsoft.com/office/drawing/2014/main" id="{EC97580B-A87E-0F51-3FE4-CA1431E34BC9}"/>
                  </a:ext>
                </a:extLst>
              </p:cNvPr>
              <p:cNvSpPr/>
              <p:nvPr/>
            </p:nvSpPr>
            <p:spPr>
              <a:xfrm>
                <a:off x="1293349" y="3110970"/>
                <a:ext cx="20277" cy="17291"/>
              </a:xfrm>
              <a:prstGeom prst="rect">
                <a:avLst/>
              </a:prstGeom>
              <a:solidFill>
                <a:srgbClr val="E0EDF6"/>
              </a:solidFill>
              <a:ln w="2103" cap="rnd" cmpd="sng" algn="ctr">
                <a:noFill/>
                <a:prstDash val="solid"/>
                <a:round/>
                <a:headEnd type="none" w="med" len="med"/>
                <a:tailEnd type="none" w="med" len="med"/>
              </a:ln>
              <a:effectLst/>
            </p:spPr>
          </p:sp>
          <p:sp>
            <p:nvSpPr>
              <p:cNvPr id="1000219" name="Density voxel cell">
                <a:extLst>
                  <a:ext uri="{FF2B5EF4-FFF2-40B4-BE49-F238E27FC236}">
                    <a16:creationId xmlns:a16="http://schemas.microsoft.com/office/drawing/2014/main" id="{6AF277FC-11FE-2497-516B-877E7BE69D27}"/>
                  </a:ext>
                </a:extLst>
              </p:cNvPr>
              <p:cNvSpPr/>
              <p:nvPr/>
            </p:nvSpPr>
            <p:spPr>
              <a:xfrm>
                <a:off x="1315926" y="3110970"/>
                <a:ext cx="20277" cy="17291"/>
              </a:xfrm>
              <a:prstGeom prst="rect">
                <a:avLst/>
              </a:prstGeom>
              <a:solidFill>
                <a:srgbClr val="C6DDED"/>
              </a:solidFill>
              <a:ln w="2103" cap="rnd" cmpd="sng" algn="ctr">
                <a:noFill/>
                <a:prstDash val="solid"/>
                <a:round/>
                <a:headEnd type="none" w="med" len="med"/>
                <a:tailEnd type="none" w="med" len="med"/>
              </a:ln>
              <a:effectLst/>
            </p:spPr>
          </p:sp>
          <p:sp>
            <p:nvSpPr>
              <p:cNvPr id="1000220" name="Density voxel cell">
                <a:extLst>
                  <a:ext uri="{FF2B5EF4-FFF2-40B4-BE49-F238E27FC236}">
                    <a16:creationId xmlns:a16="http://schemas.microsoft.com/office/drawing/2014/main" id="{96625F37-4C2F-CDFB-4B9F-02875D8BBAD4}"/>
                  </a:ext>
                </a:extLst>
              </p:cNvPr>
              <p:cNvSpPr/>
              <p:nvPr/>
            </p:nvSpPr>
            <p:spPr>
              <a:xfrm>
                <a:off x="1338503" y="3110970"/>
                <a:ext cx="20277" cy="17291"/>
              </a:xfrm>
              <a:prstGeom prst="rect">
                <a:avLst/>
              </a:prstGeom>
              <a:solidFill>
                <a:srgbClr val="BED7EA"/>
              </a:solidFill>
              <a:ln w="2103" cap="rnd" cmpd="sng" algn="ctr">
                <a:noFill/>
                <a:prstDash val="solid"/>
                <a:round/>
                <a:headEnd type="none" w="med" len="med"/>
                <a:tailEnd type="none" w="med" len="med"/>
              </a:ln>
              <a:effectLst/>
            </p:spPr>
          </p:sp>
          <p:sp>
            <p:nvSpPr>
              <p:cNvPr id="1000221" name="Density voxel cell">
                <a:extLst>
                  <a:ext uri="{FF2B5EF4-FFF2-40B4-BE49-F238E27FC236}">
                    <a16:creationId xmlns:a16="http://schemas.microsoft.com/office/drawing/2014/main" id="{F00452C1-8A05-4900-40ED-477441789F21}"/>
                  </a:ext>
                </a:extLst>
              </p:cNvPr>
              <p:cNvSpPr/>
              <p:nvPr/>
            </p:nvSpPr>
            <p:spPr>
              <a:xfrm>
                <a:off x="1361080" y="3110970"/>
                <a:ext cx="20277" cy="17291"/>
              </a:xfrm>
              <a:prstGeom prst="rect">
                <a:avLst/>
              </a:prstGeom>
              <a:solidFill>
                <a:srgbClr val="D5E6F2"/>
              </a:solidFill>
              <a:ln w="2103" cap="rnd" cmpd="sng" algn="ctr">
                <a:noFill/>
                <a:prstDash val="solid"/>
                <a:round/>
                <a:headEnd type="none" w="med" len="med"/>
                <a:tailEnd type="none" w="med" len="med"/>
              </a:ln>
              <a:effectLst/>
            </p:spPr>
          </p:sp>
          <p:sp>
            <p:nvSpPr>
              <p:cNvPr id="1000222" name="Density voxel cell">
                <a:extLst>
                  <a:ext uri="{FF2B5EF4-FFF2-40B4-BE49-F238E27FC236}">
                    <a16:creationId xmlns:a16="http://schemas.microsoft.com/office/drawing/2014/main" id="{EE19F27B-877F-8A96-2194-5AE94BE4D862}"/>
                  </a:ext>
                </a:extLst>
              </p:cNvPr>
              <p:cNvSpPr/>
              <p:nvPr/>
            </p:nvSpPr>
            <p:spPr>
              <a:xfrm>
                <a:off x="1383657" y="3110970"/>
                <a:ext cx="20277" cy="17291"/>
              </a:xfrm>
              <a:prstGeom prst="rect">
                <a:avLst/>
              </a:prstGeom>
              <a:solidFill>
                <a:srgbClr val="EDF5FA"/>
              </a:solidFill>
              <a:ln w="2103" cap="rnd" cmpd="sng" algn="ctr">
                <a:noFill/>
                <a:prstDash val="solid"/>
                <a:round/>
                <a:headEnd type="none" w="med" len="med"/>
                <a:tailEnd type="none" w="med" len="med"/>
              </a:ln>
              <a:effectLst/>
            </p:spPr>
          </p:sp>
          <p:sp>
            <p:nvSpPr>
              <p:cNvPr id="1000223" name="Density voxel cell">
                <a:extLst>
                  <a:ext uri="{FF2B5EF4-FFF2-40B4-BE49-F238E27FC236}">
                    <a16:creationId xmlns:a16="http://schemas.microsoft.com/office/drawing/2014/main" id="{5931B554-5657-F945-1E1F-628E9FA885FF}"/>
                  </a:ext>
                </a:extLst>
              </p:cNvPr>
              <p:cNvSpPr/>
              <p:nvPr/>
            </p:nvSpPr>
            <p:spPr>
              <a:xfrm>
                <a:off x="1406234" y="3110970"/>
                <a:ext cx="20277" cy="17291"/>
              </a:xfrm>
              <a:prstGeom prst="rect">
                <a:avLst/>
              </a:prstGeom>
              <a:solidFill>
                <a:srgbClr val="F5FAFD"/>
              </a:solidFill>
              <a:ln w="2103" cap="rnd" cmpd="sng" algn="ctr">
                <a:noFill/>
                <a:prstDash val="solid"/>
                <a:round/>
                <a:headEnd type="none" w="med" len="med"/>
                <a:tailEnd type="none" w="med" len="med"/>
              </a:ln>
              <a:effectLst/>
            </p:spPr>
          </p:sp>
          <p:sp>
            <p:nvSpPr>
              <p:cNvPr id="1000224" name="Density voxel cell">
                <a:extLst>
                  <a:ext uri="{FF2B5EF4-FFF2-40B4-BE49-F238E27FC236}">
                    <a16:creationId xmlns:a16="http://schemas.microsoft.com/office/drawing/2014/main" id="{574525B3-E099-FB1C-9F24-81AD935A1B5E}"/>
                  </a:ext>
                </a:extLst>
              </p:cNvPr>
              <p:cNvSpPr/>
              <p:nvPr/>
            </p:nvSpPr>
            <p:spPr>
              <a:xfrm>
                <a:off x="1180465" y="3130560"/>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225" name="Density voxel cell">
                <a:extLst>
                  <a:ext uri="{FF2B5EF4-FFF2-40B4-BE49-F238E27FC236}">
                    <a16:creationId xmlns:a16="http://schemas.microsoft.com/office/drawing/2014/main" id="{28358FD8-DA7F-3924-5D56-5F9007267517}"/>
                  </a:ext>
                </a:extLst>
              </p:cNvPr>
              <p:cNvSpPr/>
              <p:nvPr/>
            </p:nvSpPr>
            <p:spPr>
              <a:xfrm>
                <a:off x="1203042" y="3130560"/>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226" name="Density voxel cell">
                <a:extLst>
                  <a:ext uri="{FF2B5EF4-FFF2-40B4-BE49-F238E27FC236}">
                    <a16:creationId xmlns:a16="http://schemas.microsoft.com/office/drawing/2014/main" id="{C72E4518-95E9-BE94-3C0F-49E605FCF17F}"/>
                  </a:ext>
                </a:extLst>
              </p:cNvPr>
              <p:cNvSpPr/>
              <p:nvPr/>
            </p:nvSpPr>
            <p:spPr>
              <a:xfrm>
                <a:off x="1225619" y="3130560"/>
                <a:ext cx="20277" cy="17291"/>
              </a:xfrm>
              <a:prstGeom prst="rect">
                <a:avLst/>
              </a:prstGeom>
              <a:solidFill>
                <a:srgbClr val="F6FBFE"/>
              </a:solidFill>
              <a:ln w="2103" cap="rnd" cmpd="sng" algn="ctr">
                <a:noFill/>
                <a:prstDash val="solid"/>
                <a:round/>
                <a:headEnd type="none" w="med" len="med"/>
                <a:tailEnd type="none" w="med" len="med"/>
              </a:ln>
              <a:effectLst/>
            </p:spPr>
          </p:sp>
          <p:sp>
            <p:nvSpPr>
              <p:cNvPr id="1000227" name="Density voxel cell">
                <a:extLst>
                  <a:ext uri="{FF2B5EF4-FFF2-40B4-BE49-F238E27FC236}">
                    <a16:creationId xmlns:a16="http://schemas.microsoft.com/office/drawing/2014/main" id="{ABC21B7F-DABF-25EC-3041-AB0BDA6EB49A}"/>
                  </a:ext>
                </a:extLst>
              </p:cNvPr>
              <p:cNvSpPr/>
              <p:nvPr/>
            </p:nvSpPr>
            <p:spPr>
              <a:xfrm>
                <a:off x="1248195" y="3130560"/>
                <a:ext cx="20277" cy="17291"/>
              </a:xfrm>
              <a:prstGeom prst="rect">
                <a:avLst/>
              </a:prstGeom>
              <a:solidFill>
                <a:srgbClr val="F6FAFE"/>
              </a:solidFill>
              <a:ln w="2103" cap="rnd" cmpd="sng" algn="ctr">
                <a:noFill/>
                <a:prstDash val="solid"/>
                <a:round/>
                <a:headEnd type="none" w="med" len="med"/>
                <a:tailEnd type="none" w="med" len="med"/>
              </a:ln>
              <a:effectLst/>
            </p:spPr>
          </p:sp>
          <p:sp>
            <p:nvSpPr>
              <p:cNvPr id="1000228" name="Density voxel cell">
                <a:extLst>
                  <a:ext uri="{FF2B5EF4-FFF2-40B4-BE49-F238E27FC236}">
                    <a16:creationId xmlns:a16="http://schemas.microsoft.com/office/drawing/2014/main" id="{AE390074-BFC2-A872-9175-D7EF4160BBFF}"/>
                  </a:ext>
                </a:extLst>
              </p:cNvPr>
              <p:cNvSpPr/>
              <p:nvPr/>
            </p:nvSpPr>
            <p:spPr>
              <a:xfrm>
                <a:off x="1270772" y="3130560"/>
                <a:ext cx="20277" cy="17291"/>
              </a:xfrm>
              <a:prstGeom prst="rect">
                <a:avLst/>
              </a:prstGeom>
              <a:solidFill>
                <a:srgbClr val="F5FAFD"/>
              </a:solidFill>
              <a:ln w="2103" cap="rnd" cmpd="sng" algn="ctr">
                <a:noFill/>
                <a:prstDash val="solid"/>
                <a:round/>
                <a:headEnd type="none" w="med" len="med"/>
                <a:tailEnd type="none" w="med" len="med"/>
              </a:ln>
              <a:effectLst/>
            </p:spPr>
          </p:sp>
          <p:sp>
            <p:nvSpPr>
              <p:cNvPr id="1000229" name="Density voxel cell">
                <a:extLst>
                  <a:ext uri="{FF2B5EF4-FFF2-40B4-BE49-F238E27FC236}">
                    <a16:creationId xmlns:a16="http://schemas.microsoft.com/office/drawing/2014/main" id="{7C90B549-6DDA-9033-46BB-4EECE088A672}"/>
                  </a:ext>
                </a:extLst>
              </p:cNvPr>
              <p:cNvSpPr/>
              <p:nvPr/>
            </p:nvSpPr>
            <p:spPr>
              <a:xfrm>
                <a:off x="1293349" y="3130560"/>
                <a:ext cx="20277" cy="17291"/>
              </a:xfrm>
              <a:prstGeom prst="rect">
                <a:avLst/>
              </a:prstGeom>
              <a:solidFill>
                <a:srgbClr val="F2F8FC"/>
              </a:solidFill>
              <a:ln w="2103" cap="rnd" cmpd="sng" algn="ctr">
                <a:noFill/>
                <a:prstDash val="solid"/>
                <a:round/>
                <a:headEnd type="none" w="med" len="med"/>
                <a:tailEnd type="none" w="med" len="med"/>
              </a:ln>
              <a:effectLst/>
            </p:spPr>
          </p:sp>
          <p:sp>
            <p:nvSpPr>
              <p:cNvPr id="1000230" name="Density voxel cell">
                <a:extLst>
                  <a:ext uri="{FF2B5EF4-FFF2-40B4-BE49-F238E27FC236}">
                    <a16:creationId xmlns:a16="http://schemas.microsoft.com/office/drawing/2014/main" id="{5C5B87F2-9065-1CD5-8835-B7F817AED9AD}"/>
                  </a:ext>
                </a:extLst>
              </p:cNvPr>
              <p:cNvSpPr/>
              <p:nvPr/>
            </p:nvSpPr>
            <p:spPr>
              <a:xfrm>
                <a:off x="1315926" y="3130560"/>
                <a:ext cx="20277" cy="17291"/>
              </a:xfrm>
              <a:prstGeom prst="rect">
                <a:avLst/>
              </a:prstGeom>
              <a:solidFill>
                <a:srgbClr val="ECF4FA"/>
              </a:solidFill>
              <a:ln w="2103" cap="rnd" cmpd="sng" algn="ctr">
                <a:noFill/>
                <a:prstDash val="solid"/>
                <a:round/>
                <a:headEnd type="none" w="med" len="med"/>
                <a:tailEnd type="none" w="med" len="med"/>
              </a:ln>
              <a:effectLst/>
            </p:spPr>
          </p:sp>
          <p:sp>
            <p:nvSpPr>
              <p:cNvPr id="1000231" name="Density voxel cell">
                <a:extLst>
                  <a:ext uri="{FF2B5EF4-FFF2-40B4-BE49-F238E27FC236}">
                    <a16:creationId xmlns:a16="http://schemas.microsoft.com/office/drawing/2014/main" id="{9D714E6E-66EB-191D-C460-48EBC395CAE8}"/>
                  </a:ext>
                </a:extLst>
              </p:cNvPr>
              <p:cNvSpPr/>
              <p:nvPr/>
            </p:nvSpPr>
            <p:spPr>
              <a:xfrm>
                <a:off x="1338503" y="3130560"/>
                <a:ext cx="20277" cy="17291"/>
              </a:xfrm>
              <a:prstGeom prst="rect">
                <a:avLst/>
              </a:prstGeom>
              <a:solidFill>
                <a:srgbClr val="EAF3F9"/>
              </a:solidFill>
              <a:ln w="2103" cap="rnd" cmpd="sng" algn="ctr">
                <a:noFill/>
                <a:prstDash val="solid"/>
                <a:round/>
                <a:headEnd type="none" w="med" len="med"/>
                <a:tailEnd type="none" w="med" len="med"/>
              </a:ln>
              <a:effectLst/>
            </p:spPr>
          </p:sp>
          <p:sp>
            <p:nvSpPr>
              <p:cNvPr id="1000232" name="Density voxel cell">
                <a:extLst>
                  <a:ext uri="{FF2B5EF4-FFF2-40B4-BE49-F238E27FC236}">
                    <a16:creationId xmlns:a16="http://schemas.microsoft.com/office/drawing/2014/main" id="{703B2B7C-0A28-6C61-F2C2-CFD2FC1F46D8}"/>
                  </a:ext>
                </a:extLst>
              </p:cNvPr>
              <p:cNvSpPr/>
              <p:nvPr/>
            </p:nvSpPr>
            <p:spPr>
              <a:xfrm>
                <a:off x="1361080" y="3130560"/>
                <a:ext cx="20277" cy="17291"/>
              </a:xfrm>
              <a:prstGeom prst="rect">
                <a:avLst/>
              </a:prstGeom>
              <a:solidFill>
                <a:srgbClr val="EFF6FB"/>
              </a:solidFill>
              <a:ln w="2103" cap="rnd" cmpd="sng" algn="ctr">
                <a:noFill/>
                <a:prstDash val="solid"/>
                <a:round/>
                <a:headEnd type="none" w="med" len="med"/>
                <a:tailEnd type="none" w="med" len="med"/>
              </a:ln>
              <a:effectLst/>
            </p:spPr>
          </p:sp>
          <p:sp>
            <p:nvSpPr>
              <p:cNvPr id="1000233" name="Density voxel cell">
                <a:extLst>
                  <a:ext uri="{FF2B5EF4-FFF2-40B4-BE49-F238E27FC236}">
                    <a16:creationId xmlns:a16="http://schemas.microsoft.com/office/drawing/2014/main" id="{A1791CCE-968A-E006-06AD-DA06442AC92B}"/>
                  </a:ext>
                </a:extLst>
              </p:cNvPr>
              <p:cNvSpPr/>
              <p:nvPr/>
            </p:nvSpPr>
            <p:spPr>
              <a:xfrm>
                <a:off x="1383657" y="3130560"/>
                <a:ext cx="20277" cy="17291"/>
              </a:xfrm>
              <a:prstGeom prst="rect">
                <a:avLst/>
              </a:prstGeom>
              <a:solidFill>
                <a:srgbClr val="F5F9FD"/>
              </a:solidFill>
              <a:ln w="2103" cap="rnd" cmpd="sng" algn="ctr">
                <a:noFill/>
                <a:prstDash val="solid"/>
                <a:round/>
                <a:headEnd type="none" w="med" len="med"/>
                <a:tailEnd type="none" w="med" len="med"/>
              </a:ln>
              <a:effectLst/>
            </p:spPr>
          </p:sp>
          <p:sp>
            <p:nvSpPr>
              <p:cNvPr id="1000234" name="Density voxel cell">
                <a:extLst>
                  <a:ext uri="{FF2B5EF4-FFF2-40B4-BE49-F238E27FC236}">
                    <a16:creationId xmlns:a16="http://schemas.microsoft.com/office/drawing/2014/main" id="{AEB1D9E4-E67A-6B29-3770-8C7A481B1F6F}"/>
                  </a:ext>
                </a:extLst>
              </p:cNvPr>
              <p:cNvSpPr/>
              <p:nvPr/>
            </p:nvSpPr>
            <p:spPr>
              <a:xfrm>
                <a:off x="1406234" y="3130560"/>
                <a:ext cx="20277" cy="17291"/>
              </a:xfrm>
              <a:prstGeom prst="rect">
                <a:avLst/>
              </a:prstGeom>
              <a:solidFill>
                <a:srgbClr val="F7FBFE"/>
              </a:solidFill>
              <a:ln w="2103" cap="rnd" cmpd="sng" algn="ctr">
                <a:noFill/>
                <a:prstDash val="solid"/>
                <a:round/>
                <a:headEnd type="none" w="med" len="med"/>
                <a:tailEnd type="none" w="med" len="med"/>
              </a:ln>
              <a:effectLst/>
            </p:spPr>
          </p:sp>
          <p:cxnSp>
            <p:nvCxnSpPr>
              <p:cNvPr id="1000235" name="path_2494">
                <a:extLst>
                  <a:ext uri="{FF2B5EF4-FFF2-40B4-BE49-F238E27FC236}">
                    <a16:creationId xmlns:a16="http://schemas.microsoft.com/office/drawing/2014/main" id="{F2F4C377-0F72-D0B3-6AB8-BD87CF195013}"/>
                  </a:ext>
                </a:extLst>
              </p:cNvPr>
              <p:cNvCxnSpPr/>
              <p:nvPr/>
            </p:nvCxnSpPr>
            <p:spPr>
              <a:xfrm>
                <a:off x="1179315" y="2933505"/>
                <a:ext cx="248346" cy="0"/>
              </a:xfrm>
              <a:prstGeom prst="line">
                <a:avLst/>
              </a:prstGeom>
              <a:noFill/>
              <a:ln w="1202" cap="rnd" cmpd="sng" algn="ctr">
                <a:solidFill>
                  <a:srgbClr val="367FB7"/>
                </a:solidFill>
                <a:prstDash val="solid"/>
                <a:round/>
                <a:headEnd type="none" w="med" len="med"/>
                <a:tailEnd type="none" w="med" len="med"/>
              </a:ln>
              <a:effectLst/>
            </p:spPr>
          </p:cxnSp>
          <p:cxnSp>
            <p:nvCxnSpPr>
              <p:cNvPr id="1000236" name="path_2495">
                <a:extLst>
                  <a:ext uri="{FF2B5EF4-FFF2-40B4-BE49-F238E27FC236}">
                    <a16:creationId xmlns:a16="http://schemas.microsoft.com/office/drawing/2014/main" id="{15CC456B-6D89-1A29-D607-3ACA3C55C8C7}"/>
                  </a:ext>
                </a:extLst>
              </p:cNvPr>
              <p:cNvCxnSpPr/>
              <p:nvPr/>
            </p:nvCxnSpPr>
            <p:spPr>
              <a:xfrm>
                <a:off x="1427661" y="2933505"/>
                <a:ext cx="0" cy="215496"/>
              </a:xfrm>
              <a:prstGeom prst="line">
                <a:avLst/>
              </a:prstGeom>
              <a:noFill/>
              <a:ln w="1202" cap="rnd" cmpd="sng" algn="ctr">
                <a:solidFill>
                  <a:srgbClr val="367FB7"/>
                </a:solidFill>
                <a:prstDash val="solid"/>
                <a:round/>
                <a:headEnd type="none" w="med" len="med"/>
                <a:tailEnd type="none" w="med" len="med"/>
              </a:ln>
              <a:effectLst/>
            </p:spPr>
          </p:cxnSp>
        </p:grpSp>
        <p:grpSp>
          <p:nvGrpSpPr>
            <p:cNvPr id="1000237" name="Match | compact U-Net operator">
              <a:extLst>
                <a:ext uri="{FF2B5EF4-FFF2-40B4-BE49-F238E27FC236}">
                  <a16:creationId xmlns:a16="http://schemas.microsoft.com/office/drawing/2014/main" id="{E4F205C8-0DFF-1C20-342C-4C6944BADBDB}"/>
                </a:ext>
              </a:extLst>
            </p:cNvPr>
            <p:cNvGrpSpPr/>
            <p:nvPr/>
          </p:nvGrpSpPr>
          <p:grpSpPr>
            <a:xfrm>
              <a:off x="2711975" y="2144070"/>
              <a:ext cx="212538" cy="143036"/>
              <a:chOff x="1680559" y="2920365"/>
              <a:chExt cx="333146" cy="216810"/>
            </a:xfrm>
          </p:grpSpPr>
          <p:sp>
            <p:nvSpPr>
              <p:cNvPr id="1000238" name="rect_2499">
                <a:extLst>
                  <a:ext uri="{FF2B5EF4-FFF2-40B4-BE49-F238E27FC236}">
                    <a16:creationId xmlns:a16="http://schemas.microsoft.com/office/drawing/2014/main" id="{07A911C8-0CC8-0E56-4E41-8A855FABD105}"/>
                  </a:ext>
                </a:extLst>
              </p:cNvPr>
              <p:cNvSpPr/>
              <p:nvPr/>
            </p:nvSpPr>
            <p:spPr>
              <a:xfrm>
                <a:off x="1757475" y="2920365"/>
                <a:ext cx="256230" cy="183960"/>
              </a:xfrm>
              <a:prstGeom prst="roundRect">
                <a:avLst>
                  <a:gd name="adj" fmla="val 5357"/>
                </a:avLst>
              </a:prstGeom>
              <a:solidFill>
                <a:srgbClr val="E3EFF7"/>
              </a:solidFill>
              <a:ln w="1953" cap="rnd" cmpd="sng" algn="ctr">
                <a:solidFill>
                  <a:srgbClr val="367FB7"/>
                </a:solidFill>
                <a:prstDash val="solid"/>
                <a:round/>
                <a:headEnd type="none" w="med" len="med"/>
                <a:tailEnd type="none" w="med" len="med"/>
              </a:ln>
              <a:effectLst/>
            </p:spPr>
          </p:sp>
          <p:sp>
            <p:nvSpPr>
              <p:cNvPr id="1000239" name="rect_2500">
                <a:extLst>
                  <a:ext uri="{FF2B5EF4-FFF2-40B4-BE49-F238E27FC236}">
                    <a16:creationId xmlns:a16="http://schemas.microsoft.com/office/drawing/2014/main" id="{C491F4FC-BFBB-1987-FE68-CCD83D5BAF71}"/>
                  </a:ext>
                </a:extLst>
              </p:cNvPr>
              <p:cNvSpPr/>
              <p:nvPr/>
            </p:nvSpPr>
            <p:spPr>
              <a:xfrm>
                <a:off x="1731195" y="2936790"/>
                <a:ext cx="256230" cy="183960"/>
              </a:xfrm>
              <a:prstGeom prst="roundRect">
                <a:avLst>
                  <a:gd name="adj" fmla="val 5357"/>
                </a:avLst>
              </a:prstGeom>
              <a:solidFill>
                <a:srgbClr val="E3EFF7"/>
              </a:solidFill>
              <a:ln w="1953" cap="rnd" cmpd="sng" algn="ctr">
                <a:solidFill>
                  <a:srgbClr val="367FB7"/>
                </a:solidFill>
                <a:prstDash val="solid"/>
                <a:round/>
                <a:headEnd type="none" w="med" len="med"/>
                <a:tailEnd type="none" w="med" len="med"/>
              </a:ln>
              <a:effectLst/>
            </p:spPr>
          </p:sp>
          <p:sp>
            <p:nvSpPr>
              <p:cNvPr id="1000240" name="rect_2501">
                <a:extLst>
                  <a:ext uri="{FF2B5EF4-FFF2-40B4-BE49-F238E27FC236}">
                    <a16:creationId xmlns:a16="http://schemas.microsoft.com/office/drawing/2014/main" id="{2CFE6F70-E6AB-26A8-D37D-896790A5027F}"/>
                  </a:ext>
                </a:extLst>
              </p:cNvPr>
              <p:cNvSpPr/>
              <p:nvPr/>
            </p:nvSpPr>
            <p:spPr>
              <a:xfrm>
                <a:off x="1704915" y="2953215"/>
                <a:ext cx="256230" cy="183960"/>
              </a:xfrm>
              <a:prstGeom prst="roundRect">
                <a:avLst>
                  <a:gd name="adj" fmla="val 5357"/>
                </a:avLst>
              </a:prstGeom>
              <a:solidFill>
                <a:srgbClr val="E3EFF7"/>
              </a:solidFill>
              <a:ln w="1953" cap="rnd" cmpd="sng" algn="ctr">
                <a:solidFill>
                  <a:srgbClr val="367FB7"/>
                </a:solidFill>
                <a:prstDash val="solid"/>
                <a:round/>
                <a:headEnd type="none" w="med" len="med"/>
                <a:tailEnd type="none" w="med" len="med"/>
              </a:ln>
              <a:effectLst/>
            </p:spPr>
          </p:sp>
          <p:sp>
            <p:nvSpPr>
              <p:cNvPr id="1000241" name="Text | U-Net">
                <a:extLst>
                  <a:ext uri="{FF2B5EF4-FFF2-40B4-BE49-F238E27FC236}">
                    <a16:creationId xmlns:a16="http://schemas.microsoft.com/office/drawing/2014/main" id="{FBD650CC-7773-4358-CB66-C21F2C886801}"/>
                  </a:ext>
                </a:extLst>
              </p:cNvPr>
              <p:cNvSpPr txBox="1"/>
              <p:nvPr/>
            </p:nvSpPr>
            <p:spPr>
              <a:xfrm>
                <a:off x="1680559" y="2989350"/>
                <a:ext cx="304942" cy="121282"/>
              </a:xfrm>
              <a:prstGeom prst="rect">
                <a:avLst/>
              </a:prstGeom>
              <a:noFill/>
              <a:ln>
                <a:noFill/>
              </a:ln>
              <a:effectLst/>
            </p:spPr>
            <p:txBody>
              <a:bodyPr vertOverflow="overflow" horzOverflow="overflow" wrap="none" lIns="0" tIns="0" rIns="0" bIns="0" anchor="t" anchorCtr="0">
                <a:noAutofit/>
              </a:bodyPr>
              <a:lstStyle/>
              <a:p>
                <a:pPr marL="0" marR="0" indent="0" algn="ctr">
                  <a:spcBef>
                    <a:spcPts val="0"/>
                  </a:spcBef>
                  <a:spcAft>
                    <a:spcPts val="0"/>
                  </a:spcAft>
                  <a:buNone/>
                </a:pPr>
                <a:r>
                  <a:rPr lang="en-US" sz="400" b="1" i="0" baseline="0" dirty="0">
                    <a:solidFill>
                      <a:srgbClr val="367FB7"/>
                    </a:solidFill>
                    <a:latin typeface="Arial"/>
                    <a:ea typeface="Arial"/>
                    <a:cs typeface="Arial"/>
                  </a:rPr>
                  <a:t>U-Net</a:t>
                </a:r>
                <a:endParaRPr lang="en-US" sz="400"/>
              </a:p>
            </p:txBody>
          </p:sp>
        </p:grpSp>
        <p:grpSp>
          <p:nvGrpSpPr>
            <p:cNvPr id="1000242" name="Base voxel summary h_j^vox">
              <a:extLst>
                <a:ext uri="{FF2B5EF4-FFF2-40B4-BE49-F238E27FC236}">
                  <a16:creationId xmlns:a16="http://schemas.microsoft.com/office/drawing/2014/main" id="{28DC8127-588E-C2F3-D281-4C6DA608EB57}"/>
                </a:ext>
              </a:extLst>
            </p:cNvPr>
            <p:cNvGrpSpPr/>
            <p:nvPr/>
          </p:nvGrpSpPr>
          <p:grpSpPr>
            <a:xfrm>
              <a:off x="3212665" y="2191067"/>
              <a:ext cx="269760" cy="51084"/>
              <a:chOff x="2375055" y="3012345"/>
              <a:chExt cx="400770" cy="78840"/>
            </a:xfrm>
          </p:grpSpPr>
          <p:sp>
            <p:nvSpPr>
              <p:cNvPr id="1000243" name="feature_1">
                <a:extLst>
                  <a:ext uri="{FF2B5EF4-FFF2-40B4-BE49-F238E27FC236}">
                    <a16:creationId xmlns:a16="http://schemas.microsoft.com/office/drawing/2014/main" id="{453B4F01-CBE3-C61B-496B-E91B4BAE62A6}"/>
                  </a:ext>
                </a:extLst>
              </p:cNvPr>
              <p:cNvSpPr/>
              <p:nvPr/>
            </p:nvSpPr>
            <p:spPr>
              <a:xfrm>
                <a:off x="2375055" y="3012345"/>
                <a:ext cx="54437" cy="78840"/>
              </a:xfrm>
              <a:prstGeom prst="rect">
                <a:avLst/>
              </a:prstGeom>
              <a:solidFill>
                <a:srgbClr val="367FB7"/>
              </a:solidFill>
              <a:ln w="2103" cap="rnd" cmpd="sng" algn="ctr">
                <a:noFill/>
                <a:prstDash val="solid"/>
                <a:round/>
                <a:headEnd type="none" w="med" len="med"/>
                <a:tailEnd type="none" w="med" len="med"/>
              </a:ln>
              <a:effectLst/>
            </p:spPr>
          </p:sp>
          <p:sp>
            <p:nvSpPr>
              <p:cNvPr id="1000244" name="feature_2">
                <a:extLst>
                  <a:ext uri="{FF2B5EF4-FFF2-40B4-BE49-F238E27FC236}">
                    <a16:creationId xmlns:a16="http://schemas.microsoft.com/office/drawing/2014/main" id="{4DB75A89-6ABE-7C19-F8CA-BB2794FAC0F8}"/>
                  </a:ext>
                </a:extLst>
              </p:cNvPr>
              <p:cNvSpPr/>
              <p:nvPr/>
            </p:nvSpPr>
            <p:spPr>
              <a:xfrm>
                <a:off x="2432777" y="3012345"/>
                <a:ext cx="54437" cy="78840"/>
              </a:xfrm>
              <a:prstGeom prst="rect">
                <a:avLst/>
              </a:prstGeom>
              <a:solidFill>
                <a:srgbClr val="7EAED0"/>
              </a:solidFill>
              <a:ln w="2103" cap="rnd" cmpd="sng" algn="ctr">
                <a:noFill/>
                <a:prstDash val="solid"/>
                <a:round/>
                <a:headEnd type="none" w="med" len="med"/>
                <a:tailEnd type="none" w="med" len="med"/>
              </a:ln>
              <a:effectLst/>
            </p:spPr>
          </p:sp>
          <p:sp>
            <p:nvSpPr>
              <p:cNvPr id="1000245" name="feature_3">
                <a:extLst>
                  <a:ext uri="{FF2B5EF4-FFF2-40B4-BE49-F238E27FC236}">
                    <a16:creationId xmlns:a16="http://schemas.microsoft.com/office/drawing/2014/main" id="{5FA5AACE-3B3B-9D0D-F271-541283FE216F}"/>
                  </a:ext>
                </a:extLst>
              </p:cNvPr>
              <p:cNvSpPr/>
              <p:nvPr/>
            </p:nvSpPr>
            <p:spPr>
              <a:xfrm>
                <a:off x="2490499" y="3012345"/>
                <a:ext cx="54437" cy="78840"/>
              </a:xfrm>
              <a:prstGeom prst="rect">
                <a:avLst/>
              </a:prstGeom>
              <a:solidFill>
                <a:srgbClr val="BCD8E7"/>
              </a:solidFill>
              <a:ln w="2103" cap="rnd" cmpd="sng" algn="ctr">
                <a:noFill/>
                <a:prstDash val="solid"/>
                <a:round/>
                <a:headEnd type="none" w="med" len="med"/>
                <a:tailEnd type="none" w="med" len="med"/>
              </a:ln>
              <a:effectLst/>
            </p:spPr>
          </p:sp>
          <p:sp>
            <p:nvSpPr>
              <p:cNvPr id="1000246" name="feature_4">
                <a:extLst>
                  <a:ext uri="{FF2B5EF4-FFF2-40B4-BE49-F238E27FC236}">
                    <a16:creationId xmlns:a16="http://schemas.microsoft.com/office/drawing/2014/main" id="{629C8DBF-87C8-1764-E6BD-48BDDFF09C0F}"/>
                  </a:ext>
                </a:extLst>
              </p:cNvPr>
              <p:cNvSpPr/>
              <p:nvPr/>
            </p:nvSpPr>
            <p:spPr>
              <a:xfrm>
                <a:off x="2548221" y="3012345"/>
                <a:ext cx="54437" cy="78840"/>
              </a:xfrm>
              <a:prstGeom prst="rect">
                <a:avLst/>
              </a:prstGeom>
              <a:solidFill>
                <a:srgbClr val="88C3B4"/>
              </a:solidFill>
              <a:ln w="2103" cap="rnd" cmpd="sng" algn="ctr">
                <a:noFill/>
                <a:prstDash val="solid"/>
                <a:round/>
                <a:headEnd type="none" w="med" len="med"/>
                <a:tailEnd type="none" w="med" len="med"/>
              </a:ln>
              <a:effectLst/>
            </p:spPr>
          </p:sp>
          <p:sp>
            <p:nvSpPr>
              <p:cNvPr id="1000247" name="feature_5">
                <a:extLst>
                  <a:ext uri="{FF2B5EF4-FFF2-40B4-BE49-F238E27FC236}">
                    <a16:creationId xmlns:a16="http://schemas.microsoft.com/office/drawing/2014/main" id="{5573C2D4-9CED-C77C-3555-D03F54416591}"/>
                  </a:ext>
                </a:extLst>
              </p:cNvPr>
              <p:cNvSpPr/>
              <p:nvPr/>
            </p:nvSpPr>
            <p:spPr>
              <a:xfrm>
                <a:off x="2605944" y="3012345"/>
                <a:ext cx="54437" cy="78840"/>
              </a:xfrm>
              <a:prstGeom prst="rect">
                <a:avLst/>
              </a:prstGeom>
              <a:solidFill>
                <a:srgbClr val="238777"/>
              </a:solidFill>
              <a:ln w="2103" cap="rnd" cmpd="sng" algn="ctr">
                <a:noFill/>
                <a:prstDash val="solid"/>
                <a:round/>
                <a:headEnd type="none" w="med" len="med"/>
                <a:tailEnd type="none" w="med" len="med"/>
              </a:ln>
              <a:effectLst/>
            </p:spPr>
          </p:sp>
          <p:sp>
            <p:nvSpPr>
              <p:cNvPr id="1000248" name="feature_6">
                <a:extLst>
                  <a:ext uri="{FF2B5EF4-FFF2-40B4-BE49-F238E27FC236}">
                    <a16:creationId xmlns:a16="http://schemas.microsoft.com/office/drawing/2014/main" id="{212CA7CE-48A0-ADEA-5C92-18B82746E515}"/>
                  </a:ext>
                </a:extLst>
              </p:cNvPr>
              <p:cNvSpPr/>
              <p:nvPr/>
            </p:nvSpPr>
            <p:spPr>
              <a:xfrm>
                <a:off x="2663666" y="3012345"/>
                <a:ext cx="54437" cy="78840"/>
              </a:xfrm>
              <a:prstGeom prst="rect">
                <a:avLst/>
              </a:prstGeom>
              <a:solidFill>
                <a:srgbClr val="B1A4CC"/>
              </a:solidFill>
              <a:ln w="2103" cap="rnd" cmpd="sng" algn="ctr">
                <a:noFill/>
                <a:prstDash val="solid"/>
                <a:round/>
                <a:headEnd type="none" w="med" len="med"/>
                <a:tailEnd type="none" w="med" len="med"/>
              </a:ln>
              <a:effectLst/>
            </p:spPr>
          </p:sp>
          <p:sp>
            <p:nvSpPr>
              <p:cNvPr id="1000249" name="feature_7">
                <a:extLst>
                  <a:ext uri="{FF2B5EF4-FFF2-40B4-BE49-F238E27FC236}">
                    <a16:creationId xmlns:a16="http://schemas.microsoft.com/office/drawing/2014/main" id="{4E71EE6C-86CB-F369-2775-7FCC14C26089}"/>
                  </a:ext>
                </a:extLst>
              </p:cNvPr>
              <p:cNvSpPr/>
              <p:nvPr/>
            </p:nvSpPr>
            <p:spPr>
              <a:xfrm>
                <a:off x="2721388" y="3012345"/>
                <a:ext cx="54437" cy="78840"/>
              </a:xfrm>
              <a:prstGeom prst="rect">
                <a:avLst/>
              </a:prstGeom>
              <a:solidFill>
                <a:srgbClr val="D4CBE6"/>
              </a:solidFill>
              <a:ln w="2103" cap="rnd" cmpd="sng" algn="ctr">
                <a:noFill/>
                <a:prstDash val="solid"/>
                <a:round/>
                <a:headEnd type="none" w="med" len="med"/>
                <a:tailEnd type="none" w="med" len="med"/>
              </a:ln>
              <a:effectLst/>
            </p:spPr>
          </p:sp>
        </p:grpSp>
        <p:grpSp>
          <p:nvGrpSpPr>
            <p:cNvPr id="1000250" name="Local receptor pocket | atom environment">
              <a:extLst>
                <a:ext uri="{FF2B5EF4-FFF2-40B4-BE49-F238E27FC236}">
                  <a16:creationId xmlns:a16="http://schemas.microsoft.com/office/drawing/2014/main" id="{4890165B-A692-AB6F-2976-F0615EC93AA8}"/>
                </a:ext>
              </a:extLst>
            </p:cNvPr>
            <p:cNvGrpSpPr/>
            <p:nvPr/>
          </p:nvGrpSpPr>
          <p:grpSpPr>
            <a:xfrm>
              <a:off x="2340034" y="2577264"/>
              <a:ext cx="179840" cy="136906"/>
              <a:chOff x="1295748" y="3525328"/>
              <a:chExt cx="304113" cy="219890"/>
            </a:xfrm>
          </p:grpSpPr>
          <p:sp>
            <p:nvSpPr>
              <p:cNvPr id="1000251" name="ellipse_2517">
                <a:extLst>
                  <a:ext uri="{FF2B5EF4-FFF2-40B4-BE49-F238E27FC236}">
                    <a16:creationId xmlns:a16="http://schemas.microsoft.com/office/drawing/2014/main" id="{5AB9A354-B215-3EDF-7BFA-EE4AE0BECEFD}"/>
                  </a:ext>
                </a:extLst>
              </p:cNvPr>
              <p:cNvSpPr/>
              <p:nvPr/>
            </p:nvSpPr>
            <p:spPr>
              <a:xfrm>
                <a:off x="1343499" y="3569364"/>
                <a:ext cx="20494" cy="20494"/>
              </a:xfrm>
              <a:prstGeom prst="ellipse">
                <a:avLst/>
              </a:prstGeom>
              <a:gradFill flip="none" rotWithShape="1">
                <a:gsLst>
                  <a:gs pos="0">
                    <a:srgbClr val="F4F6F8"/>
                  </a:gs>
                  <a:gs pos="43000">
                    <a:srgbClr val="CCD5DC"/>
                  </a:gs>
                  <a:gs pos="100000">
                    <a:srgbClr val="A2AFBA"/>
                  </a:gs>
                </a:gsLst>
                <a:lin ang="2700000" scaled="1"/>
                <a:tileRect/>
              </a:gradFill>
              <a:ln w="826" cap="rnd" cmpd="sng" algn="ctr">
                <a:noFill/>
                <a:prstDash val="solid"/>
                <a:round/>
                <a:headEnd type="none" w="med" len="med"/>
                <a:tailEnd type="none" w="med" len="med"/>
              </a:ln>
              <a:effectLst/>
            </p:spPr>
          </p:sp>
          <p:sp>
            <p:nvSpPr>
              <p:cNvPr id="1000252" name="ellipse_2518">
                <a:extLst>
                  <a:ext uri="{FF2B5EF4-FFF2-40B4-BE49-F238E27FC236}">
                    <a16:creationId xmlns:a16="http://schemas.microsoft.com/office/drawing/2014/main" id="{9677F1C3-6089-4307-CC40-3350752C8468}"/>
                  </a:ext>
                </a:extLst>
              </p:cNvPr>
              <p:cNvSpPr/>
              <p:nvPr/>
            </p:nvSpPr>
            <p:spPr>
              <a:xfrm>
                <a:off x="1296724" y="3594466"/>
                <a:ext cx="19197" cy="19197"/>
              </a:xfrm>
              <a:prstGeom prst="ellipse">
                <a:avLst/>
              </a:prstGeom>
              <a:gradFill flip="none" rotWithShape="1">
                <a:gsLst>
                  <a:gs pos="0">
                    <a:srgbClr val="F4F6F8"/>
                  </a:gs>
                  <a:gs pos="43000">
                    <a:srgbClr val="CCD5DC"/>
                  </a:gs>
                  <a:gs pos="100000">
                    <a:srgbClr val="A2AFBA"/>
                  </a:gs>
                </a:gsLst>
                <a:lin ang="2700000" scaled="1"/>
                <a:tileRect/>
              </a:gradFill>
              <a:ln w="826" cap="rnd" cmpd="sng" algn="ctr">
                <a:noFill/>
                <a:prstDash val="solid"/>
                <a:round/>
                <a:headEnd type="none" w="med" len="med"/>
                <a:tailEnd type="none" w="med" len="med"/>
              </a:ln>
              <a:effectLst/>
            </p:spPr>
          </p:sp>
          <p:sp>
            <p:nvSpPr>
              <p:cNvPr id="1000253" name="ellipse_2519">
                <a:extLst>
                  <a:ext uri="{FF2B5EF4-FFF2-40B4-BE49-F238E27FC236}">
                    <a16:creationId xmlns:a16="http://schemas.microsoft.com/office/drawing/2014/main" id="{1B8B3594-7F84-C94D-DCBF-8B9CBA88F213}"/>
                  </a:ext>
                </a:extLst>
              </p:cNvPr>
              <p:cNvSpPr/>
              <p:nvPr/>
            </p:nvSpPr>
            <p:spPr>
              <a:xfrm>
                <a:off x="1438834" y="3720705"/>
                <a:ext cx="24513" cy="24513"/>
              </a:xfrm>
              <a:prstGeom prst="ellipse">
                <a:avLst/>
              </a:prstGeom>
              <a:gradFill flip="none" rotWithShape="1">
                <a:gsLst>
                  <a:gs pos="0">
                    <a:srgbClr val="F6F7F9"/>
                  </a:gs>
                  <a:gs pos="43000">
                    <a:srgbClr val="D2DAE1"/>
                  </a:gs>
                  <a:gs pos="100000">
                    <a:srgbClr val="AAB6C0"/>
                  </a:gs>
                </a:gsLst>
                <a:lin ang="2700000" scaled="1"/>
                <a:tileRect/>
              </a:gradFill>
              <a:ln w="826" cap="rnd" cmpd="sng" algn="ctr">
                <a:noFill/>
                <a:prstDash val="solid"/>
                <a:round/>
                <a:headEnd type="none" w="med" len="med"/>
                <a:tailEnd type="none" w="med" len="med"/>
              </a:ln>
              <a:effectLst/>
            </p:spPr>
          </p:sp>
          <p:sp>
            <p:nvSpPr>
              <p:cNvPr id="1000254" name="ellipse_2520">
                <a:extLst>
                  <a:ext uri="{FF2B5EF4-FFF2-40B4-BE49-F238E27FC236}">
                    <a16:creationId xmlns:a16="http://schemas.microsoft.com/office/drawing/2014/main" id="{7D1E9BF4-0445-209A-3AC8-9500BBCF7B55}"/>
                  </a:ext>
                </a:extLst>
              </p:cNvPr>
              <p:cNvSpPr/>
              <p:nvPr/>
            </p:nvSpPr>
            <p:spPr>
              <a:xfrm>
                <a:off x="1501618" y="3664422"/>
                <a:ext cx="25439" cy="25439"/>
              </a:xfrm>
              <a:prstGeom prst="ellipse">
                <a:avLst/>
              </a:prstGeom>
              <a:gradFill flip="none" rotWithShape="1">
                <a:gsLst>
                  <a:gs pos="0">
                    <a:srgbClr val="F4F6F8"/>
                  </a:gs>
                  <a:gs pos="43000">
                    <a:srgbClr val="CDD5DC"/>
                  </a:gs>
                  <a:gs pos="100000">
                    <a:srgbClr val="A3B0BB"/>
                  </a:gs>
                </a:gsLst>
                <a:lin ang="2700000" scaled="1"/>
                <a:tileRect/>
              </a:gradFill>
              <a:ln w="826" cap="rnd" cmpd="sng" algn="ctr">
                <a:noFill/>
                <a:prstDash val="solid"/>
                <a:round/>
                <a:headEnd type="none" w="med" len="med"/>
                <a:tailEnd type="none" w="med" len="med"/>
              </a:ln>
              <a:effectLst/>
            </p:spPr>
          </p:sp>
          <p:sp>
            <p:nvSpPr>
              <p:cNvPr id="1000255" name="ellipse_2521">
                <a:extLst>
                  <a:ext uri="{FF2B5EF4-FFF2-40B4-BE49-F238E27FC236}">
                    <a16:creationId xmlns:a16="http://schemas.microsoft.com/office/drawing/2014/main" id="{9CCCA5C3-C535-A333-1BF3-D688E76B3E79}"/>
                  </a:ext>
                </a:extLst>
              </p:cNvPr>
              <p:cNvSpPr/>
              <p:nvPr/>
            </p:nvSpPr>
            <p:spPr>
              <a:xfrm>
                <a:off x="1321281" y="3628338"/>
                <a:ext cx="23115" cy="23115"/>
              </a:xfrm>
              <a:prstGeom prst="ellipse">
                <a:avLst/>
              </a:prstGeom>
              <a:gradFill flip="none" rotWithShape="1">
                <a:gsLst>
                  <a:gs pos="0">
                    <a:srgbClr val="F4F6F8"/>
                  </a:gs>
                  <a:gs pos="43000">
                    <a:srgbClr val="CDD5DC"/>
                  </a:gs>
                  <a:gs pos="100000">
                    <a:srgbClr val="A3B0BB"/>
                  </a:gs>
                </a:gsLst>
                <a:lin ang="2700000" scaled="1"/>
                <a:tileRect/>
              </a:gradFill>
              <a:ln w="826" cap="rnd" cmpd="sng" algn="ctr">
                <a:noFill/>
                <a:prstDash val="solid"/>
                <a:round/>
                <a:headEnd type="none" w="med" len="med"/>
                <a:tailEnd type="none" w="med" len="med"/>
              </a:ln>
              <a:effectLst/>
            </p:spPr>
          </p:sp>
          <p:sp>
            <p:nvSpPr>
              <p:cNvPr id="1000256" name="ellipse_2522">
                <a:extLst>
                  <a:ext uri="{FF2B5EF4-FFF2-40B4-BE49-F238E27FC236}">
                    <a16:creationId xmlns:a16="http://schemas.microsoft.com/office/drawing/2014/main" id="{68BEF63C-A80C-CE61-02E8-A85D73BB331D}"/>
                  </a:ext>
                </a:extLst>
              </p:cNvPr>
              <p:cNvSpPr/>
              <p:nvPr/>
            </p:nvSpPr>
            <p:spPr>
              <a:xfrm>
                <a:off x="1295748" y="3626085"/>
                <a:ext cx="19345" cy="19345"/>
              </a:xfrm>
              <a:prstGeom prst="ellipse">
                <a:avLst/>
              </a:prstGeom>
              <a:gradFill flip="none" rotWithShape="1">
                <a:gsLst>
                  <a:gs pos="0">
                    <a:srgbClr val="F7F8F9"/>
                  </a:gs>
                  <a:gs pos="43000">
                    <a:srgbClr val="D7DEE4"/>
                  </a:gs>
                  <a:gs pos="100000">
                    <a:srgbClr val="AFBAC3"/>
                  </a:gs>
                </a:gsLst>
                <a:lin ang="2700000" scaled="1"/>
                <a:tileRect/>
              </a:gradFill>
              <a:ln w="826" cap="rnd" cmpd="sng" algn="ctr">
                <a:noFill/>
                <a:prstDash val="solid"/>
                <a:round/>
                <a:headEnd type="none" w="med" len="med"/>
                <a:tailEnd type="none" w="med" len="med"/>
              </a:ln>
              <a:effectLst/>
            </p:spPr>
          </p:sp>
          <p:sp>
            <p:nvSpPr>
              <p:cNvPr id="1000257" name="ellipse_2523">
                <a:extLst>
                  <a:ext uri="{FF2B5EF4-FFF2-40B4-BE49-F238E27FC236}">
                    <a16:creationId xmlns:a16="http://schemas.microsoft.com/office/drawing/2014/main" id="{23C31A58-B5BF-B0BD-FD64-AC6A4EC8AF45}"/>
                  </a:ext>
                </a:extLst>
              </p:cNvPr>
              <p:cNvSpPr/>
              <p:nvPr/>
            </p:nvSpPr>
            <p:spPr>
              <a:xfrm>
                <a:off x="1338176" y="3604570"/>
                <a:ext cx="23202" cy="23202"/>
              </a:xfrm>
              <a:prstGeom prst="ellipse">
                <a:avLst/>
              </a:prstGeom>
              <a:gradFill flip="none" rotWithShape="1">
                <a:gsLst>
                  <a:gs pos="0">
                    <a:srgbClr val="F5F7F8"/>
                  </a:gs>
                  <a:gs pos="43000">
                    <a:srgbClr val="CFD7DF"/>
                  </a:gs>
                  <a:gs pos="100000">
                    <a:srgbClr val="A6B3BD"/>
                  </a:gs>
                </a:gsLst>
                <a:lin ang="2700000" scaled="1"/>
                <a:tileRect/>
              </a:gradFill>
              <a:ln w="826" cap="rnd" cmpd="sng" algn="ctr">
                <a:noFill/>
                <a:prstDash val="solid"/>
                <a:round/>
                <a:headEnd type="none" w="med" len="med"/>
                <a:tailEnd type="none" w="med" len="med"/>
              </a:ln>
              <a:effectLst/>
            </p:spPr>
          </p:sp>
          <p:sp>
            <p:nvSpPr>
              <p:cNvPr id="1000258" name="ellipse_2524">
                <a:extLst>
                  <a:ext uri="{FF2B5EF4-FFF2-40B4-BE49-F238E27FC236}">
                    <a16:creationId xmlns:a16="http://schemas.microsoft.com/office/drawing/2014/main" id="{5094DC8C-4ABE-D3E7-B3E4-AA20FAEF0AAB}"/>
                  </a:ext>
                </a:extLst>
              </p:cNvPr>
              <p:cNvSpPr/>
              <p:nvPr/>
            </p:nvSpPr>
            <p:spPr>
              <a:xfrm>
                <a:off x="1349937" y="3578135"/>
                <a:ext cx="25593" cy="25593"/>
              </a:xfrm>
              <a:prstGeom prst="ellipse">
                <a:avLst/>
              </a:prstGeom>
              <a:gradFill flip="none" rotWithShape="1">
                <a:gsLst>
                  <a:gs pos="0">
                    <a:srgbClr val="F5F7F8"/>
                  </a:gs>
                  <a:gs pos="43000">
                    <a:srgbClr val="D0D8DF"/>
                  </a:gs>
                  <a:gs pos="100000">
                    <a:srgbClr val="A7B3BD"/>
                  </a:gs>
                </a:gsLst>
                <a:lin ang="2700000" scaled="1"/>
                <a:tileRect/>
              </a:gradFill>
              <a:ln w="826" cap="rnd" cmpd="sng" algn="ctr">
                <a:noFill/>
                <a:prstDash val="solid"/>
                <a:round/>
                <a:headEnd type="none" w="med" len="med"/>
                <a:tailEnd type="none" w="med" len="med"/>
              </a:ln>
              <a:effectLst/>
            </p:spPr>
          </p:sp>
          <p:sp>
            <p:nvSpPr>
              <p:cNvPr id="1000259" name="ellipse_2525">
                <a:extLst>
                  <a:ext uri="{FF2B5EF4-FFF2-40B4-BE49-F238E27FC236}">
                    <a16:creationId xmlns:a16="http://schemas.microsoft.com/office/drawing/2014/main" id="{849ABD7C-774A-E050-2E5B-FD6B7BE4AE3C}"/>
                  </a:ext>
                </a:extLst>
              </p:cNvPr>
              <p:cNvSpPr/>
              <p:nvPr/>
            </p:nvSpPr>
            <p:spPr>
              <a:xfrm>
                <a:off x="1391990" y="3698653"/>
                <a:ext cx="18941" cy="18941"/>
              </a:xfrm>
              <a:prstGeom prst="ellipse">
                <a:avLst/>
              </a:prstGeom>
              <a:gradFill flip="none" rotWithShape="1">
                <a:gsLst>
                  <a:gs pos="0">
                    <a:srgbClr val="F6F8F9"/>
                  </a:gs>
                  <a:gs pos="43000">
                    <a:srgbClr val="D5DCE2"/>
                  </a:gs>
                  <a:gs pos="100000">
                    <a:srgbClr val="ADB8C2"/>
                  </a:gs>
                </a:gsLst>
                <a:lin ang="2700000" scaled="1"/>
                <a:tileRect/>
              </a:gradFill>
              <a:ln w="826" cap="rnd" cmpd="sng" algn="ctr">
                <a:noFill/>
                <a:prstDash val="solid"/>
                <a:round/>
                <a:headEnd type="none" w="med" len="med"/>
                <a:tailEnd type="none" w="med" len="med"/>
              </a:ln>
              <a:effectLst/>
            </p:spPr>
          </p:sp>
          <p:sp>
            <p:nvSpPr>
              <p:cNvPr id="1000260" name="ellipse_2526">
                <a:extLst>
                  <a:ext uri="{FF2B5EF4-FFF2-40B4-BE49-F238E27FC236}">
                    <a16:creationId xmlns:a16="http://schemas.microsoft.com/office/drawing/2014/main" id="{095BA61D-8F81-127F-E062-F9EB0409BABC}"/>
                  </a:ext>
                </a:extLst>
              </p:cNvPr>
              <p:cNvSpPr/>
              <p:nvPr/>
            </p:nvSpPr>
            <p:spPr>
              <a:xfrm>
                <a:off x="1335383" y="3592607"/>
                <a:ext cx="16783" cy="16783"/>
              </a:xfrm>
              <a:prstGeom prst="ellipse">
                <a:avLst/>
              </a:prstGeom>
              <a:gradFill flip="none" rotWithShape="1">
                <a:gsLst>
                  <a:gs pos="0">
                    <a:srgbClr val="F5F6F8"/>
                  </a:gs>
                  <a:gs pos="43000">
                    <a:srgbClr val="CED6DD"/>
                  </a:gs>
                  <a:gs pos="100000">
                    <a:srgbClr val="A5B1BC"/>
                  </a:gs>
                </a:gsLst>
                <a:lin ang="2700000" scaled="1"/>
                <a:tileRect/>
              </a:gradFill>
              <a:ln w="826" cap="rnd" cmpd="sng" algn="ctr">
                <a:noFill/>
                <a:prstDash val="solid"/>
                <a:round/>
                <a:headEnd type="none" w="med" len="med"/>
                <a:tailEnd type="none" w="med" len="med"/>
              </a:ln>
              <a:effectLst/>
            </p:spPr>
          </p:sp>
          <p:sp>
            <p:nvSpPr>
              <p:cNvPr id="1000261" name="ellipse_2527">
                <a:extLst>
                  <a:ext uri="{FF2B5EF4-FFF2-40B4-BE49-F238E27FC236}">
                    <a16:creationId xmlns:a16="http://schemas.microsoft.com/office/drawing/2014/main" id="{54375CC0-A6C6-97D4-5DCF-BCD35E1DF197}"/>
                  </a:ext>
                </a:extLst>
              </p:cNvPr>
              <p:cNvSpPr/>
              <p:nvPr/>
            </p:nvSpPr>
            <p:spPr>
              <a:xfrm>
                <a:off x="1421016" y="3723168"/>
                <a:ext cx="20110" cy="20110"/>
              </a:xfrm>
              <a:prstGeom prst="ellipse">
                <a:avLst/>
              </a:prstGeom>
              <a:gradFill flip="none" rotWithShape="1">
                <a:gsLst>
                  <a:gs pos="0">
                    <a:srgbClr val="F6F7F9"/>
                  </a:gs>
                  <a:gs pos="43000">
                    <a:srgbClr val="D2DAE0"/>
                  </a:gs>
                  <a:gs pos="100000">
                    <a:srgbClr val="AAB6BF"/>
                  </a:gs>
                </a:gsLst>
                <a:lin ang="2700000" scaled="1"/>
                <a:tileRect/>
              </a:gradFill>
              <a:ln w="826" cap="rnd" cmpd="sng" algn="ctr">
                <a:noFill/>
                <a:prstDash val="solid"/>
                <a:round/>
                <a:headEnd type="none" w="med" len="med"/>
                <a:tailEnd type="none" w="med" len="med"/>
              </a:ln>
              <a:effectLst/>
            </p:spPr>
          </p:sp>
          <p:sp>
            <p:nvSpPr>
              <p:cNvPr id="1000262" name="ellipse_2528">
                <a:extLst>
                  <a:ext uri="{FF2B5EF4-FFF2-40B4-BE49-F238E27FC236}">
                    <a16:creationId xmlns:a16="http://schemas.microsoft.com/office/drawing/2014/main" id="{D024554C-8ED3-99FE-BB03-F1BE7F2A29EF}"/>
                  </a:ext>
                </a:extLst>
              </p:cNvPr>
              <p:cNvSpPr/>
              <p:nvPr/>
            </p:nvSpPr>
            <p:spPr>
              <a:xfrm>
                <a:off x="1366273" y="3564666"/>
                <a:ext cx="21791" cy="21791"/>
              </a:xfrm>
              <a:prstGeom prst="ellipse">
                <a:avLst/>
              </a:prstGeom>
              <a:gradFill flip="none" rotWithShape="1">
                <a:gsLst>
                  <a:gs pos="0">
                    <a:srgbClr val="F7F9FA"/>
                  </a:gs>
                  <a:gs pos="43000">
                    <a:srgbClr val="DAE1E6"/>
                  </a:gs>
                  <a:gs pos="100000">
                    <a:srgbClr val="B2BDC6"/>
                  </a:gs>
                </a:gsLst>
                <a:lin ang="2700000" scaled="1"/>
                <a:tileRect/>
              </a:gradFill>
              <a:ln w="826" cap="rnd" cmpd="sng" algn="ctr">
                <a:noFill/>
                <a:prstDash val="solid"/>
                <a:round/>
                <a:headEnd type="none" w="med" len="med"/>
                <a:tailEnd type="none" w="med" len="med"/>
              </a:ln>
              <a:effectLst/>
            </p:spPr>
          </p:sp>
          <p:sp>
            <p:nvSpPr>
              <p:cNvPr id="1000263" name="ellipse_2529">
                <a:extLst>
                  <a:ext uri="{FF2B5EF4-FFF2-40B4-BE49-F238E27FC236}">
                    <a16:creationId xmlns:a16="http://schemas.microsoft.com/office/drawing/2014/main" id="{C5A430AA-FC1E-5559-4C25-6D9A2DFD2044}"/>
                  </a:ext>
                </a:extLst>
              </p:cNvPr>
              <p:cNvSpPr/>
              <p:nvPr/>
            </p:nvSpPr>
            <p:spPr>
              <a:xfrm>
                <a:off x="1327790" y="3609446"/>
                <a:ext cx="20508" cy="20508"/>
              </a:xfrm>
              <a:prstGeom prst="ellipse">
                <a:avLst/>
              </a:prstGeom>
              <a:gradFill flip="none" rotWithShape="1">
                <a:gsLst>
                  <a:gs pos="0">
                    <a:srgbClr val="F6F7F9"/>
                  </a:gs>
                  <a:gs pos="43000">
                    <a:srgbClr val="D3DAE1"/>
                  </a:gs>
                  <a:gs pos="100000">
                    <a:srgbClr val="AAB6C0"/>
                  </a:gs>
                </a:gsLst>
                <a:lin ang="2700000" scaled="1"/>
                <a:tileRect/>
              </a:gradFill>
              <a:ln w="826" cap="rnd" cmpd="sng" algn="ctr">
                <a:noFill/>
                <a:prstDash val="solid"/>
                <a:round/>
                <a:headEnd type="none" w="med" len="med"/>
                <a:tailEnd type="none" w="med" len="med"/>
              </a:ln>
              <a:effectLst/>
            </p:spPr>
          </p:sp>
          <p:sp>
            <p:nvSpPr>
              <p:cNvPr id="1000264" name="ellipse_2530">
                <a:extLst>
                  <a:ext uri="{FF2B5EF4-FFF2-40B4-BE49-F238E27FC236}">
                    <a16:creationId xmlns:a16="http://schemas.microsoft.com/office/drawing/2014/main" id="{0DFAF9F3-47A7-BD89-8071-46631F033FE3}"/>
                  </a:ext>
                </a:extLst>
              </p:cNvPr>
              <p:cNvSpPr/>
              <p:nvPr/>
            </p:nvSpPr>
            <p:spPr>
              <a:xfrm>
                <a:off x="1408118" y="3688755"/>
                <a:ext cx="22554" cy="22554"/>
              </a:xfrm>
              <a:prstGeom prst="ellipse">
                <a:avLst/>
              </a:prstGeom>
              <a:gradFill flip="none" rotWithShape="1">
                <a:gsLst>
                  <a:gs pos="0">
                    <a:srgbClr val="F6F7F9"/>
                  </a:gs>
                  <a:gs pos="43000">
                    <a:srgbClr val="D3DAE1"/>
                  </a:gs>
                  <a:gs pos="100000">
                    <a:srgbClr val="AAB6C0"/>
                  </a:gs>
                </a:gsLst>
                <a:lin ang="2700000" scaled="1"/>
                <a:tileRect/>
              </a:gradFill>
              <a:ln w="826" cap="rnd" cmpd="sng" algn="ctr">
                <a:noFill/>
                <a:prstDash val="solid"/>
                <a:round/>
                <a:headEnd type="none" w="med" len="med"/>
                <a:tailEnd type="none" w="med" len="med"/>
              </a:ln>
              <a:effectLst/>
            </p:spPr>
          </p:sp>
          <p:sp>
            <p:nvSpPr>
              <p:cNvPr id="1000265" name="ellipse_2531">
                <a:extLst>
                  <a:ext uri="{FF2B5EF4-FFF2-40B4-BE49-F238E27FC236}">
                    <a16:creationId xmlns:a16="http://schemas.microsoft.com/office/drawing/2014/main" id="{883BB5E8-DD7D-725D-D4D9-69A15DDC89EC}"/>
                  </a:ext>
                </a:extLst>
              </p:cNvPr>
              <p:cNvSpPr/>
              <p:nvPr/>
            </p:nvSpPr>
            <p:spPr>
              <a:xfrm>
                <a:off x="1428373" y="3713303"/>
                <a:ext cx="24738" cy="24738"/>
              </a:xfrm>
              <a:prstGeom prst="ellipse">
                <a:avLst/>
              </a:prstGeom>
              <a:gradFill flip="none" rotWithShape="1">
                <a:gsLst>
                  <a:gs pos="0">
                    <a:srgbClr val="F6F8F9"/>
                  </a:gs>
                  <a:gs pos="43000">
                    <a:srgbClr val="D4DCE1"/>
                  </a:gs>
                  <a:gs pos="100000">
                    <a:srgbClr val="ABB8C1"/>
                  </a:gs>
                </a:gsLst>
                <a:lin ang="2700000" scaled="1"/>
                <a:tileRect/>
              </a:gradFill>
              <a:ln w="826" cap="rnd" cmpd="sng" algn="ctr">
                <a:noFill/>
                <a:prstDash val="solid"/>
                <a:round/>
                <a:headEnd type="none" w="med" len="med"/>
                <a:tailEnd type="none" w="med" len="med"/>
              </a:ln>
              <a:effectLst/>
            </p:spPr>
          </p:sp>
          <p:sp>
            <p:nvSpPr>
              <p:cNvPr id="1000266" name="ellipse_2532">
                <a:extLst>
                  <a:ext uri="{FF2B5EF4-FFF2-40B4-BE49-F238E27FC236}">
                    <a16:creationId xmlns:a16="http://schemas.microsoft.com/office/drawing/2014/main" id="{D785FFA9-423E-FE04-C4FB-0790808F6F0C}"/>
                  </a:ext>
                </a:extLst>
              </p:cNvPr>
              <p:cNvSpPr/>
              <p:nvPr/>
            </p:nvSpPr>
            <p:spPr>
              <a:xfrm>
                <a:off x="1547670" y="3653309"/>
                <a:ext cx="21842" cy="21842"/>
              </a:xfrm>
              <a:prstGeom prst="ellipse">
                <a:avLst/>
              </a:prstGeom>
              <a:gradFill flip="none" rotWithShape="1">
                <a:gsLst>
                  <a:gs pos="0">
                    <a:srgbClr val="F7F8F9"/>
                  </a:gs>
                  <a:gs pos="43000">
                    <a:srgbClr val="D7DFE4"/>
                  </a:gs>
                  <a:gs pos="100000">
                    <a:srgbClr val="AFBBC3"/>
                  </a:gs>
                </a:gsLst>
                <a:lin ang="2700000" scaled="1"/>
                <a:tileRect/>
              </a:gradFill>
              <a:ln w="826" cap="rnd" cmpd="sng" algn="ctr">
                <a:noFill/>
                <a:prstDash val="solid"/>
                <a:round/>
                <a:headEnd type="none" w="med" len="med"/>
                <a:tailEnd type="none" w="med" len="med"/>
              </a:ln>
              <a:effectLst/>
            </p:spPr>
          </p:sp>
          <p:sp>
            <p:nvSpPr>
              <p:cNvPr id="1000267" name="ellipse_2533">
                <a:extLst>
                  <a:ext uri="{FF2B5EF4-FFF2-40B4-BE49-F238E27FC236}">
                    <a16:creationId xmlns:a16="http://schemas.microsoft.com/office/drawing/2014/main" id="{7B0416A8-46A8-14B4-602A-FC5002AA0E1B}"/>
                  </a:ext>
                </a:extLst>
              </p:cNvPr>
              <p:cNvSpPr/>
              <p:nvPr/>
            </p:nvSpPr>
            <p:spPr>
              <a:xfrm>
                <a:off x="1517557" y="3700982"/>
                <a:ext cx="20964" cy="20964"/>
              </a:xfrm>
              <a:prstGeom prst="ellipse">
                <a:avLst/>
              </a:prstGeom>
              <a:gradFill flip="none" rotWithShape="1">
                <a:gsLst>
                  <a:gs pos="0">
                    <a:srgbClr val="F6F7F9"/>
                  </a:gs>
                  <a:gs pos="43000">
                    <a:srgbClr val="D2DAE0"/>
                  </a:gs>
                  <a:gs pos="100000">
                    <a:srgbClr val="AAB5BF"/>
                  </a:gs>
                </a:gsLst>
                <a:lin ang="2700000" scaled="1"/>
                <a:tileRect/>
              </a:gradFill>
              <a:ln w="826" cap="rnd" cmpd="sng" algn="ctr">
                <a:noFill/>
                <a:prstDash val="solid"/>
                <a:round/>
                <a:headEnd type="none" w="med" len="med"/>
                <a:tailEnd type="none" w="med" len="med"/>
              </a:ln>
              <a:effectLst/>
            </p:spPr>
          </p:sp>
          <p:sp>
            <p:nvSpPr>
              <p:cNvPr id="1000268" name="ellipse_2534">
                <a:extLst>
                  <a:ext uri="{FF2B5EF4-FFF2-40B4-BE49-F238E27FC236}">
                    <a16:creationId xmlns:a16="http://schemas.microsoft.com/office/drawing/2014/main" id="{4C3E21BE-59FD-C0B2-0ECF-1A2CDEB738E7}"/>
                  </a:ext>
                </a:extLst>
              </p:cNvPr>
              <p:cNvSpPr/>
              <p:nvPr/>
            </p:nvSpPr>
            <p:spPr>
              <a:xfrm>
                <a:off x="1535521" y="3630252"/>
                <a:ext cx="17917" cy="17917"/>
              </a:xfrm>
              <a:prstGeom prst="ellipse">
                <a:avLst/>
              </a:prstGeom>
              <a:gradFill flip="none" rotWithShape="1">
                <a:gsLst>
                  <a:gs pos="0">
                    <a:srgbClr val="F7F9FA"/>
                  </a:gs>
                  <a:gs pos="43000">
                    <a:srgbClr val="D9E0E5"/>
                  </a:gs>
                  <a:gs pos="100000">
                    <a:srgbClr val="B1BDC5"/>
                  </a:gs>
                </a:gsLst>
                <a:lin ang="2700000" scaled="1"/>
                <a:tileRect/>
              </a:gradFill>
              <a:ln w="826" cap="rnd" cmpd="sng" algn="ctr">
                <a:noFill/>
                <a:prstDash val="solid"/>
                <a:round/>
                <a:headEnd type="none" w="med" len="med"/>
                <a:tailEnd type="none" w="med" len="med"/>
              </a:ln>
              <a:effectLst/>
            </p:spPr>
          </p:sp>
          <p:sp>
            <p:nvSpPr>
              <p:cNvPr id="1000269" name="ellipse_2535">
                <a:extLst>
                  <a:ext uri="{FF2B5EF4-FFF2-40B4-BE49-F238E27FC236}">
                    <a16:creationId xmlns:a16="http://schemas.microsoft.com/office/drawing/2014/main" id="{FB0DF82F-1DB6-2CAD-F83D-E11EF8A1AC67}"/>
                  </a:ext>
                </a:extLst>
              </p:cNvPr>
              <p:cNvSpPr/>
              <p:nvPr/>
            </p:nvSpPr>
            <p:spPr>
              <a:xfrm>
                <a:off x="1344039" y="3678107"/>
                <a:ext cx="21719" cy="21719"/>
              </a:xfrm>
              <a:prstGeom prst="ellipse">
                <a:avLst/>
              </a:prstGeom>
              <a:gradFill flip="none" rotWithShape="1">
                <a:gsLst>
                  <a:gs pos="0">
                    <a:srgbClr val="F7F8F9"/>
                  </a:gs>
                  <a:gs pos="43000">
                    <a:srgbClr val="D7DEE4"/>
                  </a:gs>
                  <a:gs pos="100000">
                    <a:srgbClr val="AFBAC3"/>
                  </a:gs>
                </a:gsLst>
                <a:lin ang="2700000" scaled="1"/>
                <a:tileRect/>
              </a:gradFill>
              <a:ln w="826" cap="rnd" cmpd="sng" algn="ctr">
                <a:noFill/>
                <a:prstDash val="solid"/>
                <a:round/>
                <a:headEnd type="none" w="med" len="med"/>
                <a:tailEnd type="none" w="med" len="med"/>
              </a:ln>
              <a:effectLst/>
            </p:spPr>
          </p:sp>
          <p:sp>
            <p:nvSpPr>
              <p:cNvPr id="1000270" name="ellipse_2536">
                <a:extLst>
                  <a:ext uri="{FF2B5EF4-FFF2-40B4-BE49-F238E27FC236}">
                    <a16:creationId xmlns:a16="http://schemas.microsoft.com/office/drawing/2014/main" id="{7F364414-03DD-8731-F3E7-0CF992E0686A}"/>
                  </a:ext>
                </a:extLst>
              </p:cNvPr>
              <p:cNvSpPr/>
              <p:nvPr/>
            </p:nvSpPr>
            <p:spPr>
              <a:xfrm>
                <a:off x="1486134" y="3678415"/>
                <a:ext cx="22120" cy="22120"/>
              </a:xfrm>
              <a:prstGeom prst="ellipse">
                <a:avLst/>
              </a:prstGeom>
              <a:gradFill flip="none" rotWithShape="1">
                <a:gsLst>
                  <a:gs pos="0">
                    <a:srgbClr val="F5F7F8"/>
                  </a:gs>
                  <a:gs pos="43000">
                    <a:srgbClr val="CED7DD"/>
                  </a:gs>
                  <a:gs pos="100000">
                    <a:srgbClr val="A5B2BC"/>
                  </a:gs>
                </a:gsLst>
                <a:lin ang="2700000" scaled="1"/>
                <a:tileRect/>
              </a:gradFill>
              <a:ln w="826" cap="rnd" cmpd="sng" algn="ctr">
                <a:noFill/>
                <a:prstDash val="solid"/>
                <a:round/>
                <a:headEnd type="none" w="med" len="med"/>
                <a:tailEnd type="none" w="med" len="med"/>
              </a:ln>
              <a:effectLst/>
            </p:spPr>
          </p:sp>
          <p:sp>
            <p:nvSpPr>
              <p:cNvPr id="1000271" name="ellipse_2537">
                <a:extLst>
                  <a:ext uri="{FF2B5EF4-FFF2-40B4-BE49-F238E27FC236}">
                    <a16:creationId xmlns:a16="http://schemas.microsoft.com/office/drawing/2014/main" id="{16FD03B5-7AD3-2E06-E816-DB8DC3DFDAF5}"/>
                  </a:ext>
                </a:extLst>
              </p:cNvPr>
              <p:cNvSpPr/>
              <p:nvPr/>
            </p:nvSpPr>
            <p:spPr>
              <a:xfrm>
                <a:off x="1538537" y="3597777"/>
                <a:ext cx="22828" cy="22828"/>
              </a:xfrm>
              <a:prstGeom prst="ellipse">
                <a:avLst/>
              </a:prstGeom>
              <a:gradFill flip="none" rotWithShape="1">
                <a:gsLst>
                  <a:gs pos="0">
                    <a:srgbClr val="F5F7F8"/>
                  </a:gs>
                  <a:gs pos="43000">
                    <a:srgbClr val="CFD7DE"/>
                  </a:gs>
                  <a:gs pos="100000">
                    <a:srgbClr val="A5B3BD"/>
                  </a:gs>
                </a:gsLst>
                <a:lin ang="2700000" scaled="1"/>
                <a:tileRect/>
              </a:gradFill>
              <a:ln w="826" cap="rnd" cmpd="sng" algn="ctr">
                <a:noFill/>
                <a:prstDash val="solid"/>
                <a:round/>
                <a:headEnd type="none" w="med" len="med"/>
                <a:tailEnd type="none" w="med" len="med"/>
              </a:ln>
              <a:effectLst/>
            </p:spPr>
          </p:sp>
          <p:sp>
            <p:nvSpPr>
              <p:cNvPr id="1000272" name="ellipse_2538">
                <a:extLst>
                  <a:ext uri="{FF2B5EF4-FFF2-40B4-BE49-F238E27FC236}">
                    <a16:creationId xmlns:a16="http://schemas.microsoft.com/office/drawing/2014/main" id="{319C342C-87AA-E215-5CD8-20B98AB23EB7}"/>
                  </a:ext>
                </a:extLst>
              </p:cNvPr>
              <p:cNvSpPr/>
              <p:nvPr/>
            </p:nvSpPr>
            <p:spPr>
              <a:xfrm>
                <a:off x="1401131" y="3720374"/>
                <a:ext cx="16876" cy="16876"/>
              </a:xfrm>
              <a:prstGeom prst="ellipse">
                <a:avLst/>
              </a:prstGeom>
              <a:gradFill flip="none" rotWithShape="1">
                <a:gsLst>
                  <a:gs pos="0">
                    <a:srgbClr val="F6F7F9"/>
                  </a:gs>
                  <a:gs pos="43000">
                    <a:srgbClr val="D2DAE0"/>
                  </a:gs>
                  <a:gs pos="100000">
                    <a:srgbClr val="A9B5BF"/>
                  </a:gs>
                </a:gsLst>
                <a:lin ang="2700000" scaled="1"/>
                <a:tileRect/>
              </a:gradFill>
              <a:ln w="826" cap="rnd" cmpd="sng" algn="ctr">
                <a:noFill/>
                <a:prstDash val="solid"/>
                <a:round/>
                <a:headEnd type="none" w="med" len="med"/>
                <a:tailEnd type="none" w="med" len="med"/>
              </a:ln>
              <a:effectLst/>
            </p:spPr>
          </p:sp>
          <p:sp>
            <p:nvSpPr>
              <p:cNvPr id="1000273" name="ellipse_2539">
                <a:extLst>
                  <a:ext uri="{FF2B5EF4-FFF2-40B4-BE49-F238E27FC236}">
                    <a16:creationId xmlns:a16="http://schemas.microsoft.com/office/drawing/2014/main" id="{27C42EE6-9973-285F-3BB4-5A173F147BA7}"/>
                  </a:ext>
                </a:extLst>
              </p:cNvPr>
              <p:cNvSpPr/>
              <p:nvPr/>
            </p:nvSpPr>
            <p:spPr>
              <a:xfrm>
                <a:off x="1525941" y="3593109"/>
                <a:ext cx="21620" cy="21620"/>
              </a:xfrm>
              <a:prstGeom prst="ellipse">
                <a:avLst/>
              </a:prstGeom>
              <a:gradFill flip="none" rotWithShape="1">
                <a:gsLst>
                  <a:gs pos="0">
                    <a:srgbClr val="F5F7F8"/>
                  </a:gs>
                  <a:gs pos="43000">
                    <a:srgbClr val="CED7DD"/>
                  </a:gs>
                  <a:gs pos="100000">
                    <a:srgbClr val="A5B2BC"/>
                  </a:gs>
                </a:gsLst>
                <a:lin ang="2700000" scaled="1"/>
                <a:tileRect/>
              </a:gradFill>
              <a:ln w="826" cap="rnd" cmpd="sng" algn="ctr">
                <a:noFill/>
                <a:prstDash val="solid"/>
                <a:round/>
                <a:headEnd type="none" w="med" len="med"/>
                <a:tailEnd type="none" w="med" len="med"/>
              </a:ln>
              <a:effectLst/>
            </p:spPr>
          </p:sp>
          <p:sp>
            <p:nvSpPr>
              <p:cNvPr id="1000274" name="ellipse_2540">
                <a:extLst>
                  <a:ext uri="{FF2B5EF4-FFF2-40B4-BE49-F238E27FC236}">
                    <a16:creationId xmlns:a16="http://schemas.microsoft.com/office/drawing/2014/main" id="{F5D40E47-247B-6CB7-116F-280D8389FDE5}"/>
                  </a:ext>
                </a:extLst>
              </p:cNvPr>
              <p:cNvSpPr/>
              <p:nvPr/>
            </p:nvSpPr>
            <p:spPr>
              <a:xfrm>
                <a:off x="1462052" y="3689103"/>
                <a:ext cx="24723" cy="24723"/>
              </a:xfrm>
              <a:prstGeom prst="ellipse">
                <a:avLst/>
              </a:prstGeom>
              <a:gradFill flip="none" rotWithShape="1">
                <a:gsLst>
                  <a:gs pos="0">
                    <a:srgbClr val="F5F6F8"/>
                  </a:gs>
                  <a:gs pos="43000">
                    <a:srgbClr val="CDD6DC"/>
                  </a:gs>
                  <a:gs pos="100000">
                    <a:srgbClr val="A4B1BB"/>
                  </a:gs>
                </a:gsLst>
                <a:lin ang="2700000" scaled="1"/>
                <a:tileRect/>
              </a:gradFill>
              <a:ln w="826" cap="rnd" cmpd="sng" algn="ctr">
                <a:noFill/>
                <a:prstDash val="solid"/>
                <a:round/>
                <a:headEnd type="none" w="med" len="med"/>
                <a:tailEnd type="none" w="med" len="med"/>
              </a:ln>
              <a:effectLst/>
            </p:spPr>
          </p:sp>
          <p:sp>
            <p:nvSpPr>
              <p:cNvPr id="1000275" name="ellipse_2541">
                <a:extLst>
                  <a:ext uri="{FF2B5EF4-FFF2-40B4-BE49-F238E27FC236}">
                    <a16:creationId xmlns:a16="http://schemas.microsoft.com/office/drawing/2014/main" id="{1EB4F816-0647-D617-6171-D411934F5AE5}"/>
                  </a:ext>
                </a:extLst>
              </p:cNvPr>
              <p:cNvSpPr/>
              <p:nvPr/>
            </p:nvSpPr>
            <p:spPr>
              <a:xfrm>
                <a:off x="1338003" y="3621442"/>
                <a:ext cx="17209" cy="17209"/>
              </a:xfrm>
              <a:prstGeom prst="ellipse">
                <a:avLst/>
              </a:prstGeom>
              <a:gradFill flip="none" rotWithShape="1">
                <a:gsLst>
                  <a:gs pos="0">
                    <a:srgbClr val="F4F6F8"/>
                  </a:gs>
                  <a:gs pos="43000">
                    <a:srgbClr val="CDD5DC"/>
                  </a:gs>
                  <a:gs pos="100000">
                    <a:srgbClr val="A3B0BB"/>
                  </a:gs>
                </a:gsLst>
                <a:lin ang="2700000" scaled="1"/>
                <a:tileRect/>
              </a:gradFill>
              <a:ln w="826" cap="rnd" cmpd="sng" algn="ctr">
                <a:noFill/>
                <a:prstDash val="solid"/>
                <a:round/>
                <a:headEnd type="none" w="med" len="med"/>
                <a:tailEnd type="none" w="med" len="med"/>
              </a:ln>
              <a:effectLst/>
            </p:spPr>
          </p:sp>
          <p:sp>
            <p:nvSpPr>
              <p:cNvPr id="1000276" name="ellipse_2542">
                <a:extLst>
                  <a:ext uri="{FF2B5EF4-FFF2-40B4-BE49-F238E27FC236}">
                    <a16:creationId xmlns:a16="http://schemas.microsoft.com/office/drawing/2014/main" id="{946EE4F1-B9AE-9DF3-F09A-322BB1ABF3BA}"/>
                  </a:ext>
                </a:extLst>
              </p:cNvPr>
              <p:cNvSpPr/>
              <p:nvPr/>
            </p:nvSpPr>
            <p:spPr>
              <a:xfrm>
                <a:off x="1436611" y="3687896"/>
                <a:ext cx="16365" cy="16365"/>
              </a:xfrm>
              <a:prstGeom prst="ellipse">
                <a:avLst/>
              </a:prstGeom>
              <a:gradFill flip="none" rotWithShape="1">
                <a:gsLst>
                  <a:gs pos="0">
                    <a:srgbClr val="F5F7F8"/>
                  </a:gs>
                  <a:gs pos="43000">
                    <a:srgbClr val="D1D9DF"/>
                  </a:gs>
                  <a:gs pos="100000">
                    <a:srgbClr val="A8B4BE"/>
                  </a:gs>
                </a:gsLst>
                <a:lin ang="2700000" scaled="1"/>
                <a:tileRect/>
              </a:gradFill>
              <a:ln w="826" cap="rnd" cmpd="sng" algn="ctr">
                <a:noFill/>
                <a:prstDash val="solid"/>
                <a:round/>
                <a:headEnd type="none" w="med" len="med"/>
                <a:tailEnd type="none" w="med" len="med"/>
              </a:ln>
              <a:effectLst/>
            </p:spPr>
          </p:sp>
          <p:sp>
            <p:nvSpPr>
              <p:cNvPr id="1000277" name="ellipse_2543">
                <a:extLst>
                  <a:ext uri="{FF2B5EF4-FFF2-40B4-BE49-F238E27FC236}">
                    <a16:creationId xmlns:a16="http://schemas.microsoft.com/office/drawing/2014/main" id="{7AC7E3E3-4FA7-42CB-D655-F4FE60222F4B}"/>
                  </a:ext>
                </a:extLst>
              </p:cNvPr>
              <p:cNvSpPr/>
              <p:nvPr/>
            </p:nvSpPr>
            <p:spPr>
              <a:xfrm>
                <a:off x="1387354" y="3566640"/>
                <a:ext cx="17190" cy="17190"/>
              </a:xfrm>
              <a:prstGeom prst="ellipse">
                <a:avLst/>
              </a:prstGeom>
              <a:gradFill flip="none" rotWithShape="1">
                <a:gsLst>
                  <a:gs pos="0">
                    <a:srgbClr val="F7F8F9"/>
                  </a:gs>
                  <a:gs pos="43000">
                    <a:srgbClr val="D7DFE4"/>
                  </a:gs>
                  <a:gs pos="100000">
                    <a:srgbClr val="AFBBC4"/>
                  </a:gs>
                </a:gsLst>
                <a:lin ang="2700000" scaled="1"/>
                <a:tileRect/>
              </a:gradFill>
              <a:ln w="826" cap="rnd" cmpd="sng" algn="ctr">
                <a:noFill/>
                <a:prstDash val="solid"/>
                <a:round/>
                <a:headEnd type="none" w="med" len="med"/>
                <a:tailEnd type="none" w="med" len="med"/>
              </a:ln>
              <a:effectLst/>
            </p:spPr>
          </p:sp>
          <p:sp>
            <p:nvSpPr>
              <p:cNvPr id="1000278" name="ellipse_2544">
                <a:extLst>
                  <a:ext uri="{FF2B5EF4-FFF2-40B4-BE49-F238E27FC236}">
                    <a16:creationId xmlns:a16="http://schemas.microsoft.com/office/drawing/2014/main" id="{463C3517-A95E-D51B-C9A5-7E8B5AC12E57}"/>
                  </a:ext>
                </a:extLst>
              </p:cNvPr>
              <p:cNvSpPr/>
              <p:nvPr/>
            </p:nvSpPr>
            <p:spPr>
              <a:xfrm>
                <a:off x="1453977" y="3540995"/>
                <a:ext cx="18775" cy="18775"/>
              </a:xfrm>
              <a:prstGeom prst="ellipse">
                <a:avLst/>
              </a:prstGeom>
              <a:gradFill flip="none" rotWithShape="1">
                <a:gsLst>
                  <a:gs pos="0">
                    <a:srgbClr val="F5F7F8"/>
                  </a:gs>
                  <a:gs pos="43000">
                    <a:srgbClr val="CFD7DF"/>
                  </a:gs>
                  <a:gs pos="100000">
                    <a:srgbClr val="A6B3BD"/>
                  </a:gs>
                </a:gsLst>
                <a:lin ang="2700000" scaled="1"/>
                <a:tileRect/>
              </a:gradFill>
              <a:ln w="826" cap="rnd" cmpd="sng" algn="ctr">
                <a:noFill/>
                <a:prstDash val="solid"/>
                <a:round/>
                <a:headEnd type="none" w="med" len="med"/>
                <a:tailEnd type="none" w="med" len="med"/>
              </a:ln>
              <a:effectLst/>
            </p:spPr>
          </p:sp>
          <p:sp>
            <p:nvSpPr>
              <p:cNvPr id="1000279" name="ellipse_2545">
                <a:extLst>
                  <a:ext uri="{FF2B5EF4-FFF2-40B4-BE49-F238E27FC236}">
                    <a16:creationId xmlns:a16="http://schemas.microsoft.com/office/drawing/2014/main" id="{04F85B43-DC9A-BD4A-A924-2A76F4F82AC0}"/>
                  </a:ext>
                </a:extLst>
              </p:cNvPr>
              <p:cNvSpPr/>
              <p:nvPr/>
            </p:nvSpPr>
            <p:spPr>
              <a:xfrm>
                <a:off x="1487168" y="3548389"/>
                <a:ext cx="16148" cy="16148"/>
              </a:xfrm>
              <a:prstGeom prst="ellipse">
                <a:avLst/>
              </a:prstGeom>
              <a:gradFill flip="none" rotWithShape="1">
                <a:gsLst>
                  <a:gs pos="0">
                    <a:srgbClr val="F4F6F8"/>
                  </a:gs>
                  <a:gs pos="43000">
                    <a:srgbClr val="CDD5DC"/>
                  </a:gs>
                  <a:gs pos="100000">
                    <a:srgbClr val="A3B0BB"/>
                  </a:gs>
                </a:gsLst>
                <a:lin ang="2700000" scaled="1"/>
                <a:tileRect/>
              </a:gradFill>
              <a:ln w="826" cap="rnd" cmpd="sng" algn="ctr">
                <a:noFill/>
                <a:prstDash val="solid"/>
                <a:round/>
                <a:headEnd type="none" w="med" len="med"/>
                <a:tailEnd type="none" w="med" len="med"/>
              </a:ln>
              <a:effectLst/>
            </p:spPr>
          </p:sp>
          <p:sp>
            <p:nvSpPr>
              <p:cNvPr id="1000280" name="ellipse_2546">
                <a:extLst>
                  <a:ext uri="{FF2B5EF4-FFF2-40B4-BE49-F238E27FC236}">
                    <a16:creationId xmlns:a16="http://schemas.microsoft.com/office/drawing/2014/main" id="{3D5DA356-E38A-3640-A6BD-216A9CCD6056}"/>
                  </a:ext>
                </a:extLst>
              </p:cNvPr>
              <p:cNvSpPr/>
              <p:nvPr/>
            </p:nvSpPr>
            <p:spPr>
              <a:xfrm>
                <a:off x="1536436" y="3643342"/>
                <a:ext cx="21862" cy="21862"/>
              </a:xfrm>
              <a:prstGeom prst="ellipse">
                <a:avLst/>
              </a:prstGeom>
              <a:gradFill flip="none" rotWithShape="1">
                <a:gsLst>
                  <a:gs pos="0">
                    <a:srgbClr val="F5F7F8"/>
                  </a:gs>
                  <a:gs pos="43000">
                    <a:srgbClr val="D0D8DF"/>
                  </a:gs>
                  <a:gs pos="100000">
                    <a:srgbClr val="A7B3BD"/>
                  </a:gs>
                </a:gsLst>
                <a:lin ang="2700000" scaled="1"/>
                <a:tileRect/>
              </a:gradFill>
              <a:ln w="826" cap="rnd" cmpd="sng" algn="ctr">
                <a:noFill/>
                <a:prstDash val="solid"/>
                <a:round/>
                <a:headEnd type="none" w="med" len="med"/>
                <a:tailEnd type="none" w="med" len="med"/>
              </a:ln>
              <a:effectLst/>
            </p:spPr>
          </p:sp>
          <p:sp>
            <p:nvSpPr>
              <p:cNvPr id="1000281" name="ellipse_2547">
                <a:extLst>
                  <a:ext uri="{FF2B5EF4-FFF2-40B4-BE49-F238E27FC236}">
                    <a16:creationId xmlns:a16="http://schemas.microsoft.com/office/drawing/2014/main" id="{FB6B99CE-FC14-EDD7-DFE4-AFD9E4BAB7CD}"/>
                  </a:ext>
                </a:extLst>
              </p:cNvPr>
              <p:cNvSpPr/>
              <p:nvPr/>
            </p:nvSpPr>
            <p:spPr>
              <a:xfrm>
                <a:off x="1542031" y="3603619"/>
                <a:ext cx="25264" cy="25264"/>
              </a:xfrm>
              <a:prstGeom prst="ellipse">
                <a:avLst/>
              </a:prstGeom>
              <a:gradFill flip="none" rotWithShape="1">
                <a:gsLst>
                  <a:gs pos="0">
                    <a:srgbClr val="F7F8F9"/>
                  </a:gs>
                  <a:gs pos="43000">
                    <a:srgbClr val="D7DFE4"/>
                  </a:gs>
                  <a:gs pos="100000">
                    <a:srgbClr val="AFBBC4"/>
                  </a:gs>
                </a:gsLst>
                <a:lin ang="2700000" scaled="1"/>
                <a:tileRect/>
              </a:gradFill>
              <a:ln w="826" cap="rnd" cmpd="sng" algn="ctr">
                <a:noFill/>
                <a:prstDash val="solid"/>
                <a:round/>
                <a:headEnd type="none" w="med" len="med"/>
                <a:tailEnd type="none" w="med" len="med"/>
              </a:ln>
              <a:effectLst/>
            </p:spPr>
          </p:sp>
          <p:sp>
            <p:nvSpPr>
              <p:cNvPr id="1000282" name="ellipse_2548">
                <a:extLst>
                  <a:ext uri="{FF2B5EF4-FFF2-40B4-BE49-F238E27FC236}">
                    <a16:creationId xmlns:a16="http://schemas.microsoft.com/office/drawing/2014/main" id="{8868EF83-A53B-349C-9FCC-5146D97C3A3B}"/>
                  </a:ext>
                </a:extLst>
              </p:cNvPr>
              <p:cNvSpPr/>
              <p:nvPr/>
            </p:nvSpPr>
            <p:spPr>
              <a:xfrm>
                <a:off x="1434762" y="3711046"/>
                <a:ext cx="16788" cy="16788"/>
              </a:xfrm>
              <a:prstGeom prst="ellipse">
                <a:avLst/>
              </a:prstGeom>
              <a:gradFill flip="none" rotWithShape="1">
                <a:gsLst>
                  <a:gs pos="0">
                    <a:srgbClr val="F6F8F9"/>
                  </a:gs>
                  <a:gs pos="43000">
                    <a:srgbClr val="D6DDE3"/>
                  </a:gs>
                  <a:gs pos="100000">
                    <a:srgbClr val="AEB9C2"/>
                  </a:gs>
                </a:gsLst>
                <a:lin ang="2700000" scaled="1"/>
                <a:tileRect/>
              </a:gradFill>
              <a:ln w="826" cap="rnd" cmpd="sng" algn="ctr">
                <a:noFill/>
                <a:prstDash val="solid"/>
                <a:round/>
                <a:headEnd type="none" w="med" len="med"/>
                <a:tailEnd type="none" w="med" len="med"/>
              </a:ln>
              <a:effectLst/>
            </p:spPr>
          </p:sp>
          <p:sp>
            <p:nvSpPr>
              <p:cNvPr id="1000283" name="ellipse_2549">
                <a:extLst>
                  <a:ext uri="{FF2B5EF4-FFF2-40B4-BE49-F238E27FC236}">
                    <a16:creationId xmlns:a16="http://schemas.microsoft.com/office/drawing/2014/main" id="{7594C95B-348D-B7CD-6AD0-384852721750}"/>
                  </a:ext>
                </a:extLst>
              </p:cNvPr>
              <p:cNvSpPr/>
              <p:nvPr/>
            </p:nvSpPr>
            <p:spPr>
              <a:xfrm>
                <a:off x="1543438" y="3672057"/>
                <a:ext cx="23717" cy="23717"/>
              </a:xfrm>
              <a:prstGeom prst="ellipse">
                <a:avLst/>
              </a:prstGeom>
              <a:gradFill flip="none" rotWithShape="1">
                <a:gsLst>
                  <a:gs pos="0">
                    <a:srgbClr val="F6F8F9"/>
                  </a:gs>
                  <a:gs pos="43000">
                    <a:srgbClr val="D5DCE2"/>
                  </a:gs>
                  <a:gs pos="100000">
                    <a:srgbClr val="ADB8C2"/>
                  </a:gs>
                </a:gsLst>
                <a:lin ang="2700000" scaled="1"/>
                <a:tileRect/>
              </a:gradFill>
              <a:ln w="826" cap="rnd" cmpd="sng" algn="ctr">
                <a:noFill/>
                <a:prstDash val="solid"/>
                <a:round/>
                <a:headEnd type="none" w="med" len="med"/>
                <a:tailEnd type="none" w="med" len="med"/>
              </a:ln>
              <a:effectLst/>
            </p:spPr>
          </p:sp>
          <p:sp>
            <p:nvSpPr>
              <p:cNvPr id="1000284" name="ellipse_2550">
                <a:extLst>
                  <a:ext uri="{FF2B5EF4-FFF2-40B4-BE49-F238E27FC236}">
                    <a16:creationId xmlns:a16="http://schemas.microsoft.com/office/drawing/2014/main" id="{62616016-A45E-8644-08BC-0629A2D01B7C}"/>
                  </a:ext>
                </a:extLst>
              </p:cNvPr>
              <p:cNvSpPr/>
              <p:nvPr/>
            </p:nvSpPr>
            <p:spPr>
              <a:xfrm>
                <a:off x="1529817" y="3654293"/>
                <a:ext cx="15593" cy="15593"/>
              </a:xfrm>
              <a:prstGeom prst="ellipse">
                <a:avLst/>
              </a:prstGeom>
              <a:gradFill flip="none" rotWithShape="1">
                <a:gsLst>
                  <a:gs pos="0">
                    <a:srgbClr val="F7F8F9"/>
                  </a:gs>
                  <a:gs pos="43000">
                    <a:srgbClr val="D7DFE4"/>
                  </a:gs>
                  <a:gs pos="100000">
                    <a:srgbClr val="AFBBC3"/>
                  </a:gs>
                </a:gsLst>
                <a:lin ang="2700000" scaled="1"/>
                <a:tileRect/>
              </a:gradFill>
              <a:ln w="826" cap="rnd" cmpd="sng" algn="ctr">
                <a:noFill/>
                <a:prstDash val="solid"/>
                <a:round/>
                <a:headEnd type="none" w="med" len="med"/>
                <a:tailEnd type="none" w="med" len="med"/>
              </a:ln>
              <a:effectLst/>
            </p:spPr>
          </p:sp>
          <p:sp>
            <p:nvSpPr>
              <p:cNvPr id="1000285" name="ellipse_2551">
                <a:extLst>
                  <a:ext uri="{FF2B5EF4-FFF2-40B4-BE49-F238E27FC236}">
                    <a16:creationId xmlns:a16="http://schemas.microsoft.com/office/drawing/2014/main" id="{24C76BDC-34F5-D3B9-E0FC-1DD5CD243015}"/>
                  </a:ext>
                </a:extLst>
              </p:cNvPr>
              <p:cNvSpPr/>
              <p:nvPr/>
            </p:nvSpPr>
            <p:spPr>
              <a:xfrm>
                <a:off x="1550063" y="3626271"/>
                <a:ext cx="18725" cy="18725"/>
              </a:xfrm>
              <a:prstGeom prst="ellipse">
                <a:avLst/>
              </a:prstGeom>
              <a:gradFill flip="none" rotWithShape="1">
                <a:gsLst>
                  <a:gs pos="0">
                    <a:srgbClr val="F5F7F8"/>
                  </a:gs>
                  <a:gs pos="43000">
                    <a:srgbClr val="CFD7DE"/>
                  </a:gs>
                  <a:gs pos="100000">
                    <a:srgbClr val="A5B2BD"/>
                  </a:gs>
                </a:gsLst>
                <a:lin ang="2700000" scaled="1"/>
                <a:tileRect/>
              </a:gradFill>
              <a:ln w="826" cap="rnd" cmpd="sng" algn="ctr">
                <a:noFill/>
                <a:prstDash val="solid"/>
                <a:round/>
                <a:headEnd type="none" w="med" len="med"/>
                <a:tailEnd type="none" w="med" len="med"/>
              </a:ln>
              <a:effectLst/>
            </p:spPr>
          </p:sp>
          <p:sp>
            <p:nvSpPr>
              <p:cNvPr id="1000286" name="ellipse_2552">
                <a:extLst>
                  <a:ext uri="{FF2B5EF4-FFF2-40B4-BE49-F238E27FC236}">
                    <a16:creationId xmlns:a16="http://schemas.microsoft.com/office/drawing/2014/main" id="{89406954-0357-DABF-D257-21052610237A}"/>
                  </a:ext>
                </a:extLst>
              </p:cNvPr>
              <p:cNvSpPr/>
              <p:nvPr/>
            </p:nvSpPr>
            <p:spPr>
              <a:xfrm>
                <a:off x="1395088" y="3533435"/>
                <a:ext cx="15948" cy="15948"/>
              </a:xfrm>
              <a:prstGeom prst="ellipse">
                <a:avLst/>
              </a:prstGeom>
              <a:gradFill flip="none" rotWithShape="1">
                <a:gsLst>
                  <a:gs pos="0">
                    <a:srgbClr val="F5F7F8"/>
                  </a:gs>
                  <a:gs pos="43000">
                    <a:srgbClr val="D1D9DF"/>
                  </a:gs>
                  <a:gs pos="100000">
                    <a:srgbClr val="A8B4BE"/>
                  </a:gs>
                </a:gsLst>
                <a:lin ang="2700000" scaled="1"/>
                <a:tileRect/>
              </a:gradFill>
              <a:ln w="826" cap="rnd" cmpd="sng" algn="ctr">
                <a:noFill/>
                <a:prstDash val="solid"/>
                <a:round/>
                <a:headEnd type="none" w="med" len="med"/>
                <a:tailEnd type="none" w="med" len="med"/>
              </a:ln>
              <a:effectLst/>
            </p:spPr>
          </p:sp>
          <p:sp>
            <p:nvSpPr>
              <p:cNvPr id="1000287" name="ellipse_2553">
                <a:extLst>
                  <a:ext uri="{FF2B5EF4-FFF2-40B4-BE49-F238E27FC236}">
                    <a16:creationId xmlns:a16="http://schemas.microsoft.com/office/drawing/2014/main" id="{101FB40A-98C7-DFAA-B97E-AD1A483A2493}"/>
                  </a:ext>
                </a:extLst>
              </p:cNvPr>
              <p:cNvSpPr/>
              <p:nvPr/>
            </p:nvSpPr>
            <p:spPr>
              <a:xfrm>
                <a:off x="1313742" y="3573420"/>
                <a:ext cx="15496" cy="15496"/>
              </a:xfrm>
              <a:prstGeom prst="ellipse">
                <a:avLst/>
              </a:prstGeom>
              <a:gradFill flip="none" rotWithShape="1">
                <a:gsLst>
                  <a:gs pos="0">
                    <a:srgbClr val="F6F8F9"/>
                  </a:gs>
                  <a:gs pos="43000">
                    <a:srgbClr val="D5DCE3"/>
                  </a:gs>
                  <a:gs pos="100000">
                    <a:srgbClr val="ADB8C2"/>
                  </a:gs>
                </a:gsLst>
                <a:lin ang="2700000" scaled="1"/>
                <a:tileRect/>
              </a:gradFill>
              <a:ln w="826" cap="rnd" cmpd="sng" algn="ctr">
                <a:noFill/>
                <a:prstDash val="solid"/>
                <a:round/>
                <a:headEnd type="none" w="med" len="med"/>
                <a:tailEnd type="none" w="med" len="med"/>
              </a:ln>
              <a:effectLst/>
            </p:spPr>
          </p:sp>
          <p:sp>
            <p:nvSpPr>
              <p:cNvPr id="1000288" name="ellipse_2554">
                <a:extLst>
                  <a:ext uri="{FF2B5EF4-FFF2-40B4-BE49-F238E27FC236}">
                    <a16:creationId xmlns:a16="http://schemas.microsoft.com/office/drawing/2014/main" id="{FC9C5030-A50E-C2D2-6504-FDEE0DFA0581}"/>
                  </a:ext>
                </a:extLst>
              </p:cNvPr>
              <p:cNvSpPr/>
              <p:nvPr/>
            </p:nvSpPr>
            <p:spPr>
              <a:xfrm>
                <a:off x="1329291" y="3672157"/>
                <a:ext cx="23375" cy="23375"/>
              </a:xfrm>
              <a:prstGeom prst="ellipse">
                <a:avLst/>
              </a:prstGeom>
              <a:gradFill flip="none" rotWithShape="1">
                <a:gsLst>
                  <a:gs pos="0">
                    <a:srgbClr val="F7F9FA"/>
                  </a:gs>
                  <a:gs pos="43000">
                    <a:srgbClr val="DAE0E6"/>
                  </a:gs>
                  <a:gs pos="100000">
                    <a:srgbClr val="B2BDC6"/>
                  </a:gs>
                </a:gsLst>
                <a:lin ang="2700000" scaled="1"/>
                <a:tileRect/>
              </a:gradFill>
              <a:ln w="826" cap="rnd" cmpd="sng" algn="ctr">
                <a:noFill/>
                <a:prstDash val="solid"/>
                <a:round/>
                <a:headEnd type="none" w="med" len="med"/>
                <a:tailEnd type="none" w="med" len="med"/>
              </a:ln>
              <a:effectLst/>
            </p:spPr>
          </p:sp>
          <p:sp>
            <p:nvSpPr>
              <p:cNvPr id="1000289" name="ellipse_2555">
                <a:extLst>
                  <a:ext uri="{FF2B5EF4-FFF2-40B4-BE49-F238E27FC236}">
                    <a16:creationId xmlns:a16="http://schemas.microsoft.com/office/drawing/2014/main" id="{C9485613-FDAF-671A-52F4-9799F2D2EEBD}"/>
                  </a:ext>
                </a:extLst>
              </p:cNvPr>
              <p:cNvSpPr/>
              <p:nvPr/>
            </p:nvSpPr>
            <p:spPr>
              <a:xfrm>
                <a:off x="1307786" y="3621846"/>
                <a:ext cx="22071" cy="22071"/>
              </a:xfrm>
              <a:prstGeom prst="ellipse">
                <a:avLst/>
              </a:prstGeom>
              <a:gradFill flip="none" rotWithShape="1">
                <a:gsLst>
                  <a:gs pos="0">
                    <a:srgbClr val="F7F8F9"/>
                  </a:gs>
                  <a:gs pos="43000">
                    <a:srgbClr val="D8DFE4"/>
                  </a:gs>
                  <a:gs pos="100000">
                    <a:srgbClr val="B0BCC4"/>
                  </a:gs>
                </a:gsLst>
                <a:lin ang="2700000" scaled="1"/>
                <a:tileRect/>
              </a:gradFill>
              <a:ln w="826" cap="rnd" cmpd="sng" algn="ctr">
                <a:noFill/>
                <a:prstDash val="solid"/>
                <a:round/>
                <a:headEnd type="none" w="med" len="med"/>
                <a:tailEnd type="none" w="med" len="med"/>
              </a:ln>
              <a:effectLst/>
            </p:spPr>
          </p:sp>
          <p:sp>
            <p:nvSpPr>
              <p:cNvPr id="1000290" name="ellipse_2556">
                <a:extLst>
                  <a:ext uri="{FF2B5EF4-FFF2-40B4-BE49-F238E27FC236}">
                    <a16:creationId xmlns:a16="http://schemas.microsoft.com/office/drawing/2014/main" id="{A97D7B03-8D8E-96D6-BD28-F477EA56D03A}"/>
                  </a:ext>
                </a:extLst>
              </p:cNvPr>
              <p:cNvSpPr/>
              <p:nvPr/>
            </p:nvSpPr>
            <p:spPr>
              <a:xfrm>
                <a:off x="1584475" y="3627694"/>
                <a:ext cx="15386" cy="15386"/>
              </a:xfrm>
              <a:prstGeom prst="ellipse">
                <a:avLst/>
              </a:prstGeom>
              <a:gradFill flip="none" rotWithShape="1">
                <a:gsLst>
                  <a:gs pos="0">
                    <a:srgbClr val="F7F8FA"/>
                  </a:gs>
                  <a:gs pos="43000">
                    <a:srgbClr val="D9DFE5"/>
                  </a:gs>
                  <a:gs pos="100000">
                    <a:srgbClr val="B1BCC5"/>
                  </a:gs>
                </a:gsLst>
                <a:lin ang="2700000" scaled="1"/>
                <a:tileRect/>
              </a:gradFill>
              <a:ln w="826" cap="rnd" cmpd="sng" algn="ctr">
                <a:noFill/>
                <a:prstDash val="solid"/>
                <a:round/>
                <a:headEnd type="none" w="med" len="med"/>
                <a:tailEnd type="none" w="med" len="med"/>
              </a:ln>
              <a:effectLst/>
            </p:spPr>
          </p:sp>
          <p:sp>
            <p:nvSpPr>
              <p:cNvPr id="1000291" name="ellipse_2557">
                <a:extLst>
                  <a:ext uri="{FF2B5EF4-FFF2-40B4-BE49-F238E27FC236}">
                    <a16:creationId xmlns:a16="http://schemas.microsoft.com/office/drawing/2014/main" id="{FCE65566-E661-7F5E-0E83-6DFB5EB32576}"/>
                  </a:ext>
                </a:extLst>
              </p:cNvPr>
              <p:cNvSpPr/>
              <p:nvPr/>
            </p:nvSpPr>
            <p:spPr>
              <a:xfrm>
                <a:off x="1453895" y="3558216"/>
                <a:ext cx="24625" cy="24625"/>
              </a:xfrm>
              <a:prstGeom prst="ellipse">
                <a:avLst/>
              </a:prstGeom>
              <a:gradFill flip="none" rotWithShape="1">
                <a:gsLst>
                  <a:gs pos="0">
                    <a:srgbClr val="F5F7F8"/>
                  </a:gs>
                  <a:gs pos="43000">
                    <a:srgbClr val="D0D8DF"/>
                  </a:gs>
                  <a:gs pos="100000">
                    <a:srgbClr val="A7B3BE"/>
                  </a:gs>
                </a:gsLst>
                <a:lin ang="2700000" scaled="1"/>
                <a:tileRect/>
              </a:gradFill>
              <a:ln w="826" cap="rnd" cmpd="sng" algn="ctr">
                <a:noFill/>
                <a:prstDash val="solid"/>
                <a:round/>
                <a:headEnd type="none" w="med" len="med"/>
                <a:tailEnd type="none" w="med" len="med"/>
              </a:ln>
              <a:effectLst/>
            </p:spPr>
          </p:sp>
          <p:sp>
            <p:nvSpPr>
              <p:cNvPr id="1000292" name="ellipse_2558">
                <a:extLst>
                  <a:ext uri="{FF2B5EF4-FFF2-40B4-BE49-F238E27FC236}">
                    <a16:creationId xmlns:a16="http://schemas.microsoft.com/office/drawing/2014/main" id="{AD03D06D-6FEC-9D40-149D-3B5654162ED4}"/>
                  </a:ext>
                </a:extLst>
              </p:cNvPr>
              <p:cNvSpPr/>
              <p:nvPr/>
            </p:nvSpPr>
            <p:spPr>
              <a:xfrm>
                <a:off x="1514397" y="3669171"/>
                <a:ext cx="15296" cy="15296"/>
              </a:xfrm>
              <a:prstGeom prst="ellipse">
                <a:avLst/>
              </a:prstGeom>
              <a:gradFill flip="none" rotWithShape="1">
                <a:gsLst>
                  <a:gs pos="0">
                    <a:srgbClr val="F6F7F9"/>
                  </a:gs>
                  <a:gs pos="43000">
                    <a:srgbClr val="D3DAE1"/>
                  </a:gs>
                  <a:gs pos="100000">
                    <a:srgbClr val="AAB6C0"/>
                  </a:gs>
                </a:gsLst>
                <a:lin ang="2700000" scaled="1"/>
                <a:tileRect/>
              </a:gradFill>
              <a:ln w="826" cap="rnd" cmpd="sng" algn="ctr">
                <a:noFill/>
                <a:prstDash val="solid"/>
                <a:round/>
                <a:headEnd type="none" w="med" len="med"/>
                <a:tailEnd type="none" w="med" len="med"/>
              </a:ln>
              <a:effectLst/>
            </p:spPr>
          </p:sp>
          <p:sp>
            <p:nvSpPr>
              <p:cNvPr id="1000293" name="ellipse_2559">
                <a:extLst>
                  <a:ext uri="{FF2B5EF4-FFF2-40B4-BE49-F238E27FC236}">
                    <a16:creationId xmlns:a16="http://schemas.microsoft.com/office/drawing/2014/main" id="{270FE031-9417-EAB9-6822-A06FED6985F5}"/>
                  </a:ext>
                </a:extLst>
              </p:cNvPr>
              <p:cNvSpPr/>
              <p:nvPr/>
            </p:nvSpPr>
            <p:spPr>
              <a:xfrm>
                <a:off x="1502877" y="3686988"/>
                <a:ext cx="19310" cy="19310"/>
              </a:xfrm>
              <a:prstGeom prst="ellipse">
                <a:avLst/>
              </a:prstGeom>
              <a:gradFill flip="none" rotWithShape="1">
                <a:gsLst>
                  <a:gs pos="0">
                    <a:srgbClr val="F5F7F8"/>
                  </a:gs>
                  <a:gs pos="43000">
                    <a:srgbClr val="CED7DD"/>
                  </a:gs>
                  <a:gs pos="100000">
                    <a:srgbClr val="A5B2BC"/>
                  </a:gs>
                </a:gsLst>
                <a:lin ang="2700000" scaled="1"/>
                <a:tileRect/>
              </a:gradFill>
              <a:ln w="826" cap="rnd" cmpd="sng" algn="ctr">
                <a:noFill/>
                <a:prstDash val="solid"/>
                <a:round/>
                <a:headEnd type="none" w="med" len="med"/>
                <a:tailEnd type="none" w="med" len="med"/>
              </a:ln>
              <a:effectLst/>
            </p:spPr>
          </p:sp>
          <p:sp>
            <p:nvSpPr>
              <p:cNvPr id="1000294" name="ellipse_2560">
                <a:extLst>
                  <a:ext uri="{FF2B5EF4-FFF2-40B4-BE49-F238E27FC236}">
                    <a16:creationId xmlns:a16="http://schemas.microsoft.com/office/drawing/2014/main" id="{18C238AD-7716-3FF6-2269-44CCDB1D43DA}"/>
                  </a:ext>
                </a:extLst>
              </p:cNvPr>
              <p:cNvSpPr/>
              <p:nvPr/>
            </p:nvSpPr>
            <p:spPr>
              <a:xfrm>
                <a:off x="1507745" y="3695631"/>
                <a:ext cx="15466" cy="15466"/>
              </a:xfrm>
              <a:prstGeom prst="ellipse">
                <a:avLst/>
              </a:prstGeom>
              <a:gradFill flip="none" rotWithShape="1">
                <a:gsLst>
                  <a:gs pos="0">
                    <a:srgbClr val="F6F8F9"/>
                  </a:gs>
                  <a:gs pos="43000">
                    <a:srgbClr val="D4DCE1"/>
                  </a:gs>
                  <a:gs pos="100000">
                    <a:srgbClr val="ABB8C1"/>
                  </a:gs>
                </a:gsLst>
                <a:lin ang="2700000" scaled="1"/>
                <a:tileRect/>
              </a:gradFill>
              <a:ln w="826" cap="rnd" cmpd="sng" algn="ctr">
                <a:noFill/>
                <a:prstDash val="solid"/>
                <a:round/>
                <a:headEnd type="none" w="med" len="med"/>
                <a:tailEnd type="none" w="med" len="med"/>
              </a:ln>
              <a:effectLst/>
            </p:spPr>
          </p:sp>
          <p:sp>
            <p:nvSpPr>
              <p:cNvPr id="1000295" name="ellipse_2561">
                <a:extLst>
                  <a:ext uri="{FF2B5EF4-FFF2-40B4-BE49-F238E27FC236}">
                    <a16:creationId xmlns:a16="http://schemas.microsoft.com/office/drawing/2014/main" id="{9405A538-874A-4105-8647-750D5CF44478}"/>
                  </a:ext>
                </a:extLst>
              </p:cNvPr>
              <p:cNvSpPr/>
              <p:nvPr/>
            </p:nvSpPr>
            <p:spPr>
              <a:xfrm>
                <a:off x="1432818" y="3538051"/>
                <a:ext cx="19094" cy="19094"/>
              </a:xfrm>
              <a:prstGeom prst="ellipse">
                <a:avLst/>
              </a:prstGeom>
              <a:gradFill flip="none" rotWithShape="1">
                <a:gsLst>
                  <a:gs pos="0">
                    <a:srgbClr val="F4F6F8"/>
                  </a:gs>
                  <a:gs pos="43000">
                    <a:srgbClr val="CDD5DC"/>
                  </a:gs>
                  <a:gs pos="100000">
                    <a:srgbClr val="A3B0BA"/>
                  </a:gs>
                </a:gsLst>
                <a:lin ang="2700000" scaled="1"/>
                <a:tileRect/>
              </a:gradFill>
              <a:ln w="826" cap="rnd" cmpd="sng" algn="ctr">
                <a:noFill/>
                <a:prstDash val="solid"/>
                <a:round/>
                <a:headEnd type="none" w="med" len="med"/>
                <a:tailEnd type="none" w="med" len="med"/>
              </a:ln>
              <a:effectLst/>
            </p:spPr>
          </p:sp>
          <p:sp>
            <p:nvSpPr>
              <p:cNvPr id="1000296" name="ellipse_2562">
                <a:extLst>
                  <a:ext uri="{FF2B5EF4-FFF2-40B4-BE49-F238E27FC236}">
                    <a16:creationId xmlns:a16="http://schemas.microsoft.com/office/drawing/2014/main" id="{AB6DD45A-394C-226C-4203-02069C65ABE9}"/>
                  </a:ext>
                </a:extLst>
              </p:cNvPr>
              <p:cNvSpPr/>
              <p:nvPr/>
            </p:nvSpPr>
            <p:spPr>
              <a:xfrm>
                <a:off x="1511410" y="3670510"/>
                <a:ext cx="18124" cy="18124"/>
              </a:xfrm>
              <a:prstGeom prst="ellipse">
                <a:avLst/>
              </a:prstGeom>
              <a:gradFill flip="none" rotWithShape="1">
                <a:gsLst>
                  <a:gs pos="0">
                    <a:srgbClr val="F5F6F8"/>
                  </a:gs>
                  <a:gs pos="43000">
                    <a:srgbClr val="CDD5DC"/>
                  </a:gs>
                  <a:gs pos="100000">
                    <a:srgbClr val="A4B0BB"/>
                  </a:gs>
                </a:gsLst>
                <a:lin ang="2700000" scaled="1"/>
                <a:tileRect/>
              </a:gradFill>
              <a:ln w="826" cap="rnd" cmpd="sng" algn="ctr">
                <a:noFill/>
                <a:prstDash val="solid"/>
                <a:round/>
                <a:headEnd type="none" w="med" len="med"/>
                <a:tailEnd type="none" w="med" len="med"/>
              </a:ln>
              <a:effectLst/>
            </p:spPr>
          </p:sp>
          <p:sp>
            <p:nvSpPr>
              <p:cNvPr id="1000297" name="ellipse_2563">
                <a:extLst>
                  <a:ext uri="{FF2B5EF4-FFF2-40B4-BE49-F238E27FC236}">
                    <a16:creationId xmlns:a16="http://schemas.microsoft.com/office/drawing/2014/main" id="{85D2B242-5E55-4BE1-C171-948A2B78EA51}"/>
                  </a:ext>
                </a:extLst>
              </p:cNvPr>
              <p:cNvSpPr/>
              <p:nvPr/>
            </p:nvSpPr>
            <p:spPr>
              <a:xfrm>
                <a:off x="1465959" y="3697582"/>
                <a:ext cx="20714" cy="20714"/>
              </a:xfrm>
              <a:prstGeom prst="ellipse">
                <a:avLst/>
              </a:prstGeom>
              <a:gradFill flip="none" rotWithShape="1">
                <a:gsLst>
                  <a:gs pos="0">
                    <a:srgbClr val="F7F9FA"/>
                  </a:gs>
                  <a:gs pos="43000">
                    <a:srgbClr val="DAE0E5"/>
                  </a:gs>
                  <a:gs pos="100000">
                    <a:srgbClr val="B2BDC5"/>
                  </a:gs>
                </a:gsLst>
                <a:lin ang="2700000" scaled="1"/>
                <a:tileRect/>
              </a:gradFill>
              <a:ln w="826" cap="rnd" cmpd="sng" algn="ctr">
                <a:noFill/>
                <a:prstDash val="solid"/>
                <a:round/>
                <a:headEnd type="none" w="med" len="med"/>
                <a:tailEnd type="none" w="med" len="med"/>
              </a:ln>
              <a:effectLst/>
            </p:spPr>
          </p:sp>
          <p:sp>
            <p:nvSpPr>
              <p:cNvPr id="1000298" name="ellipse_2564">
                <a:extLst>
                  <a:ext uri="{FF2B5EF4-FFF2-40B4-BE49-F238E27FC236}">
                    <a16:creationId xmlns:a16="http://schemas.microsoft.com/office/drawing/2014/main" id="{BB9FAB09-37CB-08B1-F690-3D09C0B07D21}"/>
                  </a:ext>
                </a:extLst>
              </p:cNvPr>
              <p:cNvSpPr/>
              <p:nvPr/>
            </p:nvSpPr>
            <p:spPr>
              <a:xfrm>
                <a:off x="1421039" y="3688264"/>
                <a:ext cx="20580" cy="20580"/>
              </a:xfrm>
              <a:prstGeom prst="ellipse">
                <a:avLst/>
              </a:prstGeom>
              <a:gradFill flip="none" rotWithShape="1">
                <a:gsLst>
                  <a:gs pos="0">
                    <a:srgbClr val="F6F8F9"/>
                  </a:gs>
                  <a:gs pos="43000">
                    <a:srgbClr val="D5DCE2"/>
                  </a:gs>
                  <a:gs pos="100000">
                    <a:srgbClr val="ADB8C2"/>
                  </a:gs>
                </a:gsLst>
                <a:lin ang="2700000" scaled="1"/>
                <a:tileRect/>
              </a:gradFill>
              <a:ln w="826" cap="rnd" cmpd="sng" algn="ctr">
                <a:noFill/>
                <a:prstDash val="solid"/>
                <a:round/>
                <a:headEnd type="none" w="med" len="med"/>
                <a:tailEnd type="none" w="med" len="med"/>
              </a:ln>
              <a:effectLst/>
            </p:spPr>
          </p:sp>
          <p:sp>
            <p:nvSpPr>
              <p:cNvPr id="1000299" name="ellipse_2565">
                <a:extLst>
                  <a:ext uri="{FF2B5EF4-FFF2-40B4-BE49-F238E27FC236}">
                    <a16:creationId xmlns:a16="http://schemas.microsoft.com/office/drawing/2014/main" id="{007E50C1-DCB7-4106-A139-F5F340532AF8}"/>
                  </a:ext>
                </a:extLst>
              </p:cNvPr>
              <p:cNvSpPr/>
              <p:nvPr/>
            </p:nvSpPr>
            <p:spPr>
              <a:xfrm>
                <a:off x="1317547" y="3643031"/>
                <a:ext cx="24656" cy="24656"/>
              </a:xfrm>
              <a:prstGeom prst="ellipse">
                <a:avLst/>
              </a:prstGeom>
              <a:gradFill flip="none" rotWithShape="1">
                <a:gsLst>
                  <a:gs pos="0">
                    <a:srgbClr val="F6F7F8"/>
                  </a:gs>
                  <a:gs pos="43000">
                    <a:srgbClr val="D2DADF"/>
                  </a:gs>
                  <a:gs pos="100000">
                    <a:srgbClr val="A9B5BE"/>
                  </a:gs>
                </a:gsLst>
                <a:lin ang="2700000" scaled="1"/>
                <a:tileRect/>
              </a:gradFill>
              <a:ln w="826" cap="rnd" cmpd="sng" algn="ctr">
                <a:noFill/>
                <a:prstDash val="solid"/>
                <a:round/>
                <a:headEnd type="none" w="med" len="med"/>
                <a:tailEnd type="none" w="med" len="med"/>
              </a:ln>
              <a:effectLst/>
            </p:spPr>
          </p:sp>
          <p:sp>
            <p:nvSpPr>
              <p:cNvPr id="1000300" name="ellipse_2566">
                <a:extLst>
                  <a:ext uri="{FF2B5EF4-FFF2-40B4-BE49-F238E27FC236}">
                    <a16:creationId xmlns:a16="http://schemas.microsoft.com/office/drawing/2014/main" id="{F821AC24-AA97-7151-D36D-167AB45E476D}"/>
                  </a:ext>
                </a:extLst>
              </p:cNvPr>
              <p:cNvSpPr/>
              <p:nvPr/>
            </p:nvSpPr>
            <p:spPr>
              <a:xfrm>
                <a:off x="1490146" y="3564893"/>
                <a:ext cx="23114" cy="23114"/>
              </a:xfrm>
              <a:prstGeom prst="ellipse">
                <a:avLst/>
              </a:prstGeom>
              <a:gradFill flip="none" rotWithShape="1">
                <a:gsLst>
                  <a:gs pos="0">
                    <a:srgbClr val="F5F7F8"/>
                  </a:gs>
                  <a:gs pos="43000">
                    <a:srgbClr val="D1D9DF"/>
                  </a:gs>
                  <a:gs pos="100000">
                    <a:srgbClr val="A8B4BE"/>
                  </a:gs>
                </a:gsLst>
                <a:lin ang="2700000" scaled="1"/>
                <a:tileRect/>
              </a:gradFill>
              <a:ln w="826" cap="rnd" cmpd="sng" algn="ctr">
                <a:noFill/>
                <a:prstDash val="solid"/>
                <a:round/>
                <a:headEnd type="none" w="med" len="med"/>
                <a:tailEnd type="none" w="med" len="med"/>
              </a:ln>
              <a:effectLst/>
            </p:spPr>
          </p:sp>
          <p:sp>
            <p:nvSpPr>
              <p:cNvPr id="1000301" name="ellipse_2567">
                <a:extLst>
                  <a:ext uri="{FF2B5EF4-FFF2-40B4-BE49-F238E27FC236}">
                    <a16:creationId xmlns:a16="http://schemas.microsoft.com/office/drawing/2014/main" id="{14DCD964-0AEB-D486-4DB4-AB2A4E56E82F}"/>
                  </a:ext>
                </a:extLst>
              </p:cNvPr>
              <p:cNvSpPr/>
              <p:nvPr/>
            </p:nvSpPr>
            <p:spPr>
              <a:xfrm>
                <a:off x="1318021" y="3588334"/>
                <a:ext cx="19866" cy="19866"/>
              </a:xfrm>
              <a:prstGeom prst="ellipse">
                <a:avLst/>
              </a:prstGeom>
              <a:gradFill flip="none" rotWithShape="1">
                <a:gsLst>
                  <a:gs pos="0">
                    <a:srgbClr val="F4F6F8"/>
                  </a:gs>
                  <a:gs pos="43000">
                    <a:srgbClr val="CDD5DC"/>
                  </a:gs>
                  <a:gs pos="100000">
                    <a:srgbClr val="A3B0BA"/>
                  </a:gs>
                </a:gsLst>
                <a:lin ang="2700000" scaled="1"/>
                <a:tileRect/>
              </a:gradFill>
              <a:ln w="826" cap="rnd" cmpd="sng" algn="ctr">
                <a:noFill/>
                <a:prstDash val="solid"/>
                <a:round/>
                <a:headEnd type="none" w="med" len="med"/>
                <a:tailEnd type="none" w="med" len="med"/>
              </a:ln>
              <a:effectLst/>
            </p:spPr>
          </p:sp>
          <p:sp>
            <p:nvSpPr>
              <p:cNvPr id="1000302" name="ellipse_2568">
                <a:extLst>
                  <a:ext uri="{FF2B5EF4-FFF2-40B4-BE49-F238E27FC236}">
                    <a16:creationId xmlns:a16="http://schemas.microsoft.com/office/drawing/2014/main" id="{20EB1A75-F5A8-2A3D-0D0F-122CB2AEC2EF}"/>
                  </a:ext>
                </a:extLst>
              </p:cNvPr>
              <p:cNvSpPr/>
              <p:nvPr/>
            </p:nvSpPr>
            <p:spPr>
              <a:xfrm>
                <a:off x="1478242" y="3571021"/>
                <a:ext cx="21106" cy="21106"/>
              </a:xfrm>
              <a:prstGeom prst="ellipse">
                <a:avLst/>
              </a:prstGeom>
              <a:gradFill flip="none" rotWithShape="1">
                <a:gsLst>
                  <a:gs pos="0">
                    <a:srgbClr val="F5F7F8"/>
                  </a:gs>
                  <a:gs pos="43000">
                    <a:srgbClr val="D0D8DF"/>
                  </a:gs>
                  <a:gs pos="100000">
                    <a:srgbClr val="A7B3BE"/>
                  </a:gs>
                </a:gsLst>
                <a:lin ang="2700000" scaled="1"/>
                <a:tileRect/>
              </a:gradFill>
              <a:ln w="826" cap="rnd" cmpd="sng" algn="ctr">
                <a:noFill/>
                <a:prstDash val="solid"/>
                <a:round/>
                <a:headEnd type="none" w="med" len="med"/>
                <a:tailEnd type="none" w="med" len="med"/>
              </a:ln>
              <a:effectLst/>
            </p:spPr>
          </p:sp>
          <p:sp>
            <p:nvSpPr>
              <p:cNvPr id="1000303" name="ellipse_2569">
                <a:extLst>
                  <a:ext uri="{FF2B5EF4-FFF2-40B4-BE49-F238E27FC236}">
                    <a16:creationId xmlns:a16="http://schemas.microsoft.com/office/drawing/2014/main" id="{754B837D-1845-6C6C-1F5E-F809D73EE589}"/>
                  </a:ext>
                </a:extLst>
              </p:cNvPr>
              <p:cNvSpPr/>
              <p:nvPr/>
            </p:nvSpPr>
            <p:spPr>
              <a:xfrm>
                <a:off x="1317612" y="3652314"/>
                <a:ext cx="17900" cy="17900"/>
              </a:xfrm>
              <a:prstGeom prst="ellipse">
                <a:avLst/>
              </a:prstGeom>
              <a:gradFill flip="none" rotWithShape="1">
                <a:gsLst>
                  <a:gs pos="0">
                    <a:srgbClr val="F5F7F8"/>
                  </a:gs>
                  <a:gs pos="43000">
                    <a:srgbClr val="CED7DD"/>
                  </a:gs>
                  <a:gs pos="100000">
                    <a:srgbClr val="A5B2BC"/>
                  </a:gs>
                </a:gsLst>
                <a:lin ang="2700000" scaled="1"/>
                <a:tileRect/>
              </a:gradFill>
              <a:ln w="826" cap="rnd" cmpd="sng" algn="ctr">
                <a:noFill/>
                <a:prstDash val="solid"/>
                <a:round/>
                <a:headEnd type="none" w="med" len="med"/>
                <a:tailEnd type="none" w="med" len="med"/>
              </a:ln>
              <a:effectLst/>
            </p:spPr>
          </p:sp>
          <p:sp>
            <p:nvSpPr>
              <p:cNvPr id="1000304" name="ellipse_2570">
                <a:extLst>
                  <a:ext uri="{FF2B5EF4-FFF2-40B4-BE49-F238E27FC236}">
                    <a16:creationId xmlns:a16="http://schemas.microsoft.com/office/drawing/2014/main" id="{C324DF67-2F67-0B86-EF54-4990C5E3E8CD}"/>
                  </a:ext>
                </a:extLst>
              </p:cNvPr>
              <p:cNvSpPr/>
              <p:nvPr/>
            </p:nvSpPr>
            <p:spPr>
              <a:xfrm>
                <a:off x="1437620" y="3709822"/>
                <a:ext cx="15418" cy="15418"/>
              </a:xfrm>
              <a:prstGeom prst="ellipse">
                <a:avLst/>
              </a:prstGeom>
              <a:gradFill flip="none" rotWithShape="1">
                <a:gsLst>
                  <a:gs pos="0">
                    <a:srgbClr val="F6F8F9"/>
                  </a:gs>
                  <a:gs pos="43000">
                    <a:srgbClr val="D3DBE1"/>
                  </a:gs>
                  <a:gs pos="100000">
                    <a:srgbClr val="AAB7C0"/>
                  </a:gs>
                </a:gsLst>
                <a:lin ang="2700000" scaled="1"/>
                <a:tileRect/>
              </a:gradFill>
              <a:ln w="826" cap="rnd" cmpd="sng" algn="ctr">
                <a:noFill/>
                <a:prstDash val="solid"/>
                <a:round/>
                <a:headEnd type="none" w="med" len="med"/>
                <a:tailEnd type="none" w="med" len="med"/>
              </a:ln>
              <a:effectLst/>
            </p:spPr>
          </p:sp>
          <p:sp>
            <p:nvSpPr>
              <p:cNvPr id="1000305" name="ellipse_2571">
                <a:extLst>
                  <a:ext uri="{FF2B5EF4-FFF2-40B4-BE49-F238E27FC236}">
                    <a16:creationId xmlns:a16="http://schemas.microsoft.com/office/drawing/2014/main" id="{4C577383-0E75-CDBD-D89B-151A381E4BC6}"/>
                  </a:ext>
                </a:extLst>
              </p:cNvPr>
              <p:cNvSpPr/>
              <p:nvPr/>
            </p:nvSpPr>
            <p:spPr>
              <a:xfrm>
                <a:off x="1482151" y="3682518"/>
                <a:ext cx="16703" cy="16703"/>
              </a:xfrm>
              <a:prstGeom prst="ellipse">
                <a:avLst/>
              </a:prstGeom>
              <a:gradFill flip="none" rotWithShape="1">
                <a:gsLst>
                  <a:gs pos="0">
                    <a:srgbClr val="F7F9FA"/>
                  </a:gs>
                  <a:gs pos="43000">
                    <a:srgbClr val="DAE0E5"/>
                  </a:gs>
                  <a:gs pos="100000">
                    <a:srgbClr val="B2BDC5"/>
                  </a:gs>
                </a:gsLst>
                <a:lin ang="2700000" scaled="1"/>
                <a:tileRect/>
              </a:gradFill>
              <a:ln w="826" cap="rnd" cmpd="sng" algn="ctr">
                <a:noFill/>
                <a:prstDash val="solid"/>
                <a:round/>
                <a:headEnd type="none" w="med" len="med"/>
                <a:tailEnd type="none" w="med" len="med"/>
              </a:ln>
              <a:effectLst/>
            </p:spPr>
          </p:sp>
          <p:sp>
            <p:nvSpPr>
              <p:cNvPr id="1000306" name="ellipse_2572">
                <a:extLst>
                  <a:ext uri="{FF2B5EF4-FFF2-40B4-BE49-F238E27FC236}">
                    <a16:creationId xmlns:a16="http://schemas.microsoft.com/office/drawing/2014/main" id="{5102E4EF-E168-7012-9066-AB4C25F91B59}"/>
                  </a:ext>
                </a:extLst>
              </p:cNvPr>
              <p:cNvSpPr/>
              <p:nvPr/>
            </p:nvSpPr>
            <p:spPr>
              <a:xfrm>
                <a:off x="1411116" y="3562784"/>
                <a:ext cx="21423" cy="21423"/>
              </a:xfrm>
              <a:prstGeom prst="ellipse">
                <a:avLst/>
              </a:prstGeom>
              <a:gradFill flip="none" rotWithShape="1">
                <a:gsLst>
                  <a:gs pos="0">
                    <a:srgbClr val="F7F9FA"/>
                  </a:gs>
                  <a:gs pos="43000">
                    <a:srgbClr val="DAE1E6"/>
                  </a:gs>
                  <a:gs pos="100000">
                    <a:srgbClr val="B2BDC6"/>
                  </a:gs>
                </a:gsLst>
                <a:lin ang="2700000" scaled="1"/>
                <a:tileRect/>
              </a:gradFill>
              <a:ln w="826" cap="rnd" cmpd="sng" algn="ctr">
                <a:noFill/>
                <a:prstDash val="solid"/>
                <a:round/>
                <a:headEnd type="none" w="med" len="med"/>
                <a:tailEnd type="none" w="med" len="med"/>
              </a:ln>
              <a:effectLst/>
            </p:spPr>
          </p:sp>
          <p:sp>
            <p:nvSpPr>
              <p:cNvPr id="1000307" name="ellipse_2573">
                <a:extLst>
                  <a:ext uri="{FF2B5EF4-FFF2-40B4-BE49-F238E27FC236}">
                    <a16:creationId xmlns:a16="http://schemas.microsoft.com/office/drawing/2014/main" id="{508914C5-FC67-8369-67DC-39659E525E61}"/>
                  </a:ext>
                </a:extLst>
              </p:cNvPr>
              <p:cNvSpPr/>
              <p:nvPr/>
            </p:nvSpPr>
            <p:spPr>
              <a:xfrm>
                <a:off x="1454564" y="3537748"/>
                <a:ext cx="19763" cy="19763"/>
              </a:xfrm>
              <a:prstGeom prst="ellipse">
                <a:avLst/>
              </a:prstGeom>
              <a:gradFill flip="none" rotWithShape="1">
                <a:gsLst>
                  <a:gs pos="0">
                    <a:srgbClr val="F7F8F9"/>
                  </a:gs>
                  <a:gs pos="43000">
                    <a:srgbClr val="D7DEE4"/>
                  </a:gs>
                  <a:gs pos="100000">
                    <a:srgbClr val="AFBAC3"/>
                  </a:gs>
                </a:gsLst>
                <a:lin ang="2700000" scaled="1"/>
                <a:tileRect/>
              </a:gradFill>
              <a:ln w="826" cap="rnd" cmpd="sng" algn="ctr">
                <a:noFill/>
                <a:prstDash val="solid"/>
                <a:round/>
                <a:headEnd type="none" w="med" len="med"/>
                <a:tailEnd type="none" w="med" len="med"/>
              </a:ln>
              <a:effectLst/>
            </p:spPr>
          </p:sp>
          <p:sp>
            <p:nvSpPr>
              <p:cNvPr id="1000308" name="ellipse_2574">
                <a:extLst>
                  <a:ext uri="{FF2B5EF4-FFF2-40B4-BE49-F238E27FC236}">
                    <a16:creationId xmlns:a16="http://schemas.microsoft.com/office/drawing/2014/main" id="{5065479A-E91D-E737-708A-C448DB71915B}"/>
                  </a:ext>
                </a:extLst>
              </p:cNvPr>
              <p:cNvSpPr/>
              <p:nvPr/>
            </p:nvSpPr>
            <p:spPr>
              <a:xfrm>
                <a:off x="1516785" y="3654731"/>
                <a:ext cx="21578" cy="21578"/>
              </a:xfrm>
              <a:prstGeom prst="ellipse">
                <a:avLst/>
              </a:prstGeom>
              <a:gradFill flip="none" rotWithShape="1">
                <a:gsLst>
                  <a:gs pos="0">
                    <a:srgbClr val="F6F8F9"/>
                  </a:gs>
                  <a:gs pos="43000">
                    <a:srgbClr val="D3DBE1"/>
                  </a:gs>
                  <a:gs pos="100000">
                    <a:srgbClr val="AAB7C0"/>
                  </a:gs>
                </a:gsLst>
                <a:lin ang="2700000" scaled="1"/>
                <a:tileRect/>
              </a:gradFill>
              <a:ln w="826" cap="rnd" cmpd="sng" algn="ctr">
                <a:noFill/>
                <a:prstDash val="solid"/>
                <a:round/>
                <a:headEnd type="none" w="med" len="med"/>
                <a:tailEnd type="none" w="med" len="med"/>
              </a:ln>
              <a:effectLst/>
            </p:spPr>
          </p:sp>
          <p:sp>
            <p:nvSpPr>
              <p:cNvPr id="1000309" name="ellipse_2575">
                <a:extLst>
                  <a:ext uri="{FF2B5EF4-FFF2-40B4-BE49-F238E27FC236}">
                    <a16:creationId xmlns:a16="http://schemas.microsoft.com/office/drawing/2014/main" id="{C76FBF98-0935-B95C-3D90-C81E07BAEDED}"/>
                  </a:ext>
                </a:extLst>
              </p:cNvPr>
              <p:cNvSpPr/>
              <p:nvPr/>
            </p:nvSpPr>
            <p:spPr>
              <a:xfrm>
                <a:off x="1410634" y="3697683"/>
                <a:ext cx="24162" cy="24162"/>
              </a:xfrm>
              <a:prstGeom prst="ellipse">
                <a:avLst/>
              </a:prstGeom>
              <a:gradFill flip="none" rotWithShape="1">
                <a:gsLst>
                  <a:gs pos="0">
                    <a:srgbClr val="F6F7F9"/>
                  </a:gs>
                  <a:gs pos="43000">
                    <a:srgbClr val="D3DAE1"/>
                  </a:gs>
                  <a:gs pos="100000">
                    <a:srgbClr val="AAB6C0"/>
                  </a:gs>
                </a:gsLst>
                <a:lin ang="2700000" scaled="1"/>
                <a:tileRect/>
              </a:gradFill>
              <a:ln w="826" cap="rnd" cmpd="sng" algn="ctr">
                <a:noFill/>
                <a:prstDash val="solid"/>
                <a:round/>
                <a:headEnd type="none" w="med" len="med"/>
                <a:tailEnd type="none" w="med" len="med"/>
              </a:ln>
              <a:effectLst/>
            </p:spPr>
          </p:sp>
          <p:sp>
            <p:nvSpPr>
              <p:cNvPr id="1000310" name="ellipse_2576">
                <a:extLst>
                  <a:ext uri="{FF2B5EF4-FFF2-40B4-BE49-F238E27FC236}">
                    <a16:creationId xmlns:a16="http://schemas.microsoft.com/office/drawing/2014/main" id="{DDC02891-3416-0787-F1A8-CE1AB68BF839}"/>
                  </a:ext>
                </a:extLst>
              </p:cNvPr>
              <p:cNvSpPr/>
              <p:nvPr/>
            </p:nvSpPr>
            <p:spPr>
              <a:xfrm>
                <a:off x="1425946" y="3562304"/>
                <a:ext cx="17525" cy="17525"/>
              </a:xfrm>
              <a:prstGeom prst="ellipse">
                <a:avLst/>
              </a:prstGeom>
              <a:gradFill flip="none" rotWithShape="1">
                <a:gsLst>
                  <a:gs pos="0">
                    <a:srgbClr val="F7F8F9"/>
                  </a:gs>
                  <a:gs pos="43000">
                    <a:srgbClr val="D7DFE4"/>
                  </a:gs>
                  <a:gs pos="100000">
                    <a:srgbClr val="AFBBC4"/>
                  </a:gs>
                </a:gsLst>
                <a:lin ang="2700000" scaled="1"/>
                <a:tileRect/>
              </a:gradFill>
              <a:ln w="826" cap="rnd" cmpd="sng" algn="ctr">
                <a:noFill/>
                <a:prstDash val="solid"/>
                <a:round/>
                <a:headEnd type="none" w="med" len="med"/>
                <a:tailEnd type="none" w="med" len="med"/>
              </a:ln>
              <a:effectLst/>
            </p:spPr>
          </p:sp>
          <p:sp>
            <p:nvSpPr>
              <p:cNvPr id="1000311" name="ellipse_2577">
                <a:extLst>
                  <a:ext uri="{FF2B5EF4-FFF2-40B4-BE49-F238E27FC236}">
                    <a16:creationId xmlns:a16="http://schemas.microsoft.com/office/drawing/2014/main" id="{2949A6B9-455F-0D1B-CCD9-6E801E59B2EE}"/>
                  </a:ext>
                </a:extLst>
              </p:cNvPr>
              <p:cNvSpPr/>
              <p:nvPr/>
            </p:nvSpPr>
            <p:spPr>
              <a:xfrm>
                <a:off x="1355269" y="3594031"/>
                <a:ext cx="21133" cy="21133"/>
              </a:xfrm>
              <a:prstGeom prst="ellipse">
                <a:avLst/>
              </a:prstGeom>
              <a:gradFill flip="none" rotWithShape="1">
                <a:gsLst>
                  <a:gs pos="0">
                    <a:srgbClr val="F7F8F9"/>
                  </a:gs>
                  <a:gs pos="43000">
                    <a:srgbClr val="D8DFE4"/>
                  </a:gs>
                  <a:gs pos="100000">
                    <a:srgbClr val="B0BCC4"/>
                  </a:gs>
                </a:gsLst>
                <a:lin ang="2700000" scaled="1"/>
                <a:tileRect/>
              </a:gradFill>
              <a:ln w="826" cap="rnd" cmpd="sng" algn="ctr">
                <a:noFill/>
                <a:prstDash val="solid"/>
                <a:round/>
                <a:headEnd type="none" w="med" len="med"/>
                <a:tailEnd type="none" w="med" len="med"/>
              </a:ln>
              <a:effectLst/>
            </p:spPr>
          </p:sp>
          <p:sp>
            <p:nvSpPr>
              <p:cNvPr id="1000312" name="ellipse_2578">
                <a:extLst>
                  <a:ext uri="{FF2B5EF4-FFF2-40B4-BE49-F238E27FC236}">
                    <a16:creationId xmlns:a16="http://schemas.microsoft.com/office/drawing/2014/main" id="{D88F38A9-350B-BBC9-9E19-2BDDEDC858EA}"/>
                  </a:ext>
                </a:extLst>
              </p:cNvPr>
              <p:cNvSpPr/>
              <p:nvPr/>
            </p:nvSpPr>
            <p:spPr>
              <a:xfrm>
                <a:off x="1506719" y="3690770"/>
                <a:ext cx="17358" cy="17358"/>
              </a:xfrm>
              <a:prstGeom prst="ellipse">
                <a:avLst/>
              </a:prstGeom>
              <a:gradFill flip="none" rotWithShape="1">
                <a:gsLst>
                  <a:gs pos="0">
                    <a:srgbClr val="F5F7F8"/>
                  </a:gs>
                  <a:gs pos="43000">
                    <a:srgbClr val="D1D9DF"/>
                  </a:gs>
                  <a:gs pos="100000">
                    <a:srgbClr val="A8B4BE"/>
                  </a:gs>
                </a:gsLst>
                <a:lin ang="2700000" scaled="1"/>
                <a:tileRect/>
              </a:gradFill>
              <a:ln w="826" cap="rnd" cmpd="sng" algn="ctr">
                <a:noFill/>
                <a:prstDash val="solid"/>
                <a:round/>
                <a:headEnd type="none" w="med" len="med"/>
                <a:tailEnd type="none" w="med" len="med"/>
              </a:ln>
              <a:effectLst/>
            </p:spPr>
          </p:sp>
          <p:sp>
            <p:nvSpPr>
              <p:cNvPr id="1000313" name="ellipse_2579">
                <a:extLst>
                  <a:ext uri="{FF2B5EF4-FFF2-40B4-BE49-F238E27FC236}">
                    <a16:creationId xmlns:a16="http://schemas.microsoft.com/office/drawing/2014/main" id="{7F617450-0490-C192-3617-99620FC52AA6}"/>
                  </a:ext>
                </a:extLst>
              </p:cNvPr>
              <p:cNvSpPr/>
              <p:nvPr/>
            </p:nvSpPr>
            <p:spPr>
              <a:xfrm>
                <a:off x="1349195" y="3647004"/>
                <a:ext cx="22300" cy="22300"/>
              </a:xfrm>
              <a:prstGeom prst="ellipse">
                <a:avLst/>
              </a:prstGeom>
              <a:gradFill flip="none" rotWithShape="1">
                <a:gsLst>
                  <a:gs pos="0">
                    <a:srgbClr val="F7F8FA"/>
                  </a:gs>
                  <a:gs pos="43000">
                    <a:srgbClr val="D9DFE5"/>
                  </a:gs>
                  <a:gs pos="100000">
                    <a:srgbClr val="B1BCC5"/>
                  </a:gs>
                </a:gsLst>
                <a:lin ang="2700000" scaled="1"/>
                <a:tileRect/>
              </a:gradFill>
              <a:ln w="826" cap="rnd" cmpd="sng" algn="ctr">
                <a:noFill/>
                <a:prstDash val="solid"/>
                <a:round/>
                <a:headEnd type="none" w="med" len="med"/>
                <a:tailEnd type="none" w="med" len="med"/>
              </a:ln>
              <a:effectLst/>
            </p:spPr>
          </p:sp>
          <p:sp>
            <p:nvSpPr>
              <p:cNvPr id="1000314" name="ellipse_2580">
                <a:extLst>
                  <a:ext uri="{FF2B5EF4-FFF2-40B4-BE49-F238E27FC236}">
                    <a16:creationId xmlns:a16="http://schemas.microsoft.com/office/drawing/2014/main" id="{885F72BD-11CF-85F5-E689-28A5BD947C68}"/>
                  </a:ext>
                </a:extLst>
              </p:cNvPr>
              <p:cNvSpPr/>
              <p:nvPr/>
            </p:nvSpPr>
            <p:spPr>
              <a:xfrm>
                <a:off x="1577404" y="3601425"/>
                <a:ext cx="20206" cy="20206"/>
              </a:xfrm>
              <a:prstGeom prst="ellipse">
                <a:avLst/>
              </a:prstGeom>
              <a:gradFill flip="none" rotWithShape="1">
                <a:gsLst>
                  <a:gs pos="0">
                    <a:srgbClr val="F7F8F9"/>
                  </a:gs>
                  <a:gs pos="43000">
                    <a:srgbClr val="D7DEE4"/>
                  </a:gs>
                  <a:gs pos="100000">
                    <a:srgbClr val="AFBAC3"/>
                  </a:gs>
                </a:gsLst>
                <a:lin ang="2700000" scaled="1"/>
                <a:tileRect/>
              </a:gradFill>
              <a:ln w="826" cap="rnd" cmpd="sng" algn="ctr">
                <a:noFill/>
                <a:prstDash val="solid"/>
                <a:round/>
                <a:headEnd type="none" w="med" len="med"/>
                <a:tailEnd type="none" w="med" len="med"/>
              </a:ln>
              <a:effectLst/>
            </p:spPr>
          </p:sp>
          <p:sp>
            <p:nvSpPr>
              <p:cNvPr id="1000315" name="ellipse_2581">
                <a:extLst>
                  <a:ext uri="{FF2B5EF4-FFF2-40B4-BE49-F238E27FC236}">
                    <a16:creationId xmlns:a16="http://schemas.microsoft.com/office/drawing/2014/main" id="{064FE336-CB35-4F5D-E790-5120820F0EC4}"/>
                  </a:ext>
                </a:extLst>
              </p:cNvPr>
              <p:cNvSpPr/>
              <p:nvPr/>
            </p:nvSpPr>
            <p:spPr>
              <a:xfrm>
                <a:off x="1509076" y="3554975"/>
                <a:ext cx="15762" cy="15762"/>
              </a:xfrm>
              <a:prstGeom prst="ellipse">
                <a:avLst/>
              </a:prstGeom>
              <a:gradFill flip="none" rotWithShape="1">
                <a:gsLst>
                  <a:gs pos="0">
                    <a:srgbClr val="F5F7F8"/>
                  </a:gs>
                  <a:gs pos="43000">
                    <a:srgbClr val="CFD7DE"/>
                  </a:gs>
                  <a:gs pos="100000">
                    <a:srgbClr val="A5B2BD"/>
                  </a:gs>
                </a:gsLst>
                <a:lin ang="2700000" scaled="1"/>
                <a:tileRect/>
              </a:gradFill>
              <a:ln w="826" cap="rnd" cmpd="sng" algn="ctr">
                <a:noFill/>
                <a:prstDash val="solid"/>
                <a:round/>
                <a:headEnd type="none" w="med" len="med"/>
                <a:tailEnd type="none" w="med" len="med"/>
              </a:ln>
              <a:effectLst/>
            </p:spPr>
          </p:sp>
          <p:sp>
            <p:nvSpPr>
              <p:cNvPr id="1000316" name="ellipse_2582">
                <a:extLst>
                  <a:ext uri="{FF2B5EF4-FFF2-40B4-BE49-F238E27FC236}">
                    <a16:creationId xmlns:a16="http://schemas.microsoft.com/office/drawing/2014/main" id="{50C78ED0-6C33-D06C-BE6E-AF920610ED09}"/>
                  </a:ext>
                </a:extLst>
              </p:cNvPr>
              <p:cNvSpPr/>
              <p:nvPr/>
            </p:nvSpPr>
            <p:spPr>
              <a:xfrm>
                <a:off x="1462460" y="3706007"/>
                <a:ext cx="22750" cy="22750"/>
              </a:xfrm>
              <a:prstGeom prst="ellipse">
                <a:avLst/>
              </a:prstGeom>
              <a:gradFill flip="none" rotWithShape="1">
                <a:gsLst>
                  <a:gs pos="0">
                    <a:srgbClr val="F6F7F9"/>
                  </a:gs>
                  <a:gs pos="43000">
                    <a:srgbClr val="D2DAE0"/>
                  </a:gs>
                  <a:gs pos="100000">
                    <a:srgbClr val="AAB5BF"/>
                  </a:gs>
                </a:gsLst>
                <a:lin ang="2700000" scaled="1"/>
                <a:tileRect/>
              </a:gradFill>
              <a:ln w="826" cap="rnd" cmpd="sng" algn="ctr">
                <a:noFill/>
                <a:prstDash val="solid"/>
                <a:round/>
                <a:headEnd type="none" w="med" len="med"/>
                <a:tailEnd type="none" w="med" len="med"/>
              </a:ln>
              <a:effectLst/>
            </p:spPr>
          </p:sp>
          <p:sp>
            <p:nvSpPr>
              <p:cNvPr id="1000317" name="ellipse_2583">
                <a:extLst>
                  <a:ext uri="{FF2B5EF4-FFF2-40B4-BE49-F238E27FC236}">
                    <a16:creationId xmlns:a16="http://schemas.microsoft.com/office/drawing/2014/main" id="{3AE79113-50C5-24D8-6DC9-F088EAF979B9}"/>
                  </a:ext>
                </a:extLst>
              </p:cNvPr>
              <p:cNvSpPr/>
              <p:nvPr/>
            </p:nvSpPr>
            <p:spPr>
              <a:xfrm>
                <a:off x="1439477" y="3526920"/>
                <a:ext cx="21290" cy="21290"/>
              </a:xfrm>
              <a:prstGeom prst="ellipse">
                <a:avLst/>
              </a:prstGeom>
              <a:gradFill flip="none" rotWithShape="1">
                <a:gsLst>
                  <a:gs pos="0">
                    <a:srgbClr val="F7F8F9"/>
                  </a:gs>
                  <a:gs pos="43000">
                    <a:srgbClr val="D7DFE4"/>
                  </a:gs>
                  <a:gs pos="100000">
                    <a:srgbClr val="AFBBC3"/>
                  </a:gs>
                </a:gsLst>
                <a:lin ang="2700000" scaled="1"/>
                <a:tileRect/>
              </a:gradFill>
              <a:ln w="826" cap="rnd" cmpd="sng" algn="ctr">
                <a:noFill/>
                <a:prstDash val="solid"/>
                <a:round/>
                <a:headEnd type="none" w="med" len="med"/>
                <a:tailEnd type="none" w="med" len="med"/>
              </a:ln>
              <a:effectLst/>
            </p:spPr>
          </p:sp>
          <p:sp>
            <p:nvSpPr>
              <p:cNvPr id="1000318" name="ellipse_2584">
                <a:extLst>
                  <a:ext uri="{FF2B5EF4-FFF2-40B4-BE49-F238E27FC236}">
                    <a16:creationId xmlns:a16="http://schemas.microsoft.com/office/drawing/2014/main" id="{6126C327-060F-90BA-B70D-CC8A6F775F90}"/>
                  </a:ext>
                </a:extLst>
              </p:cNvPr>
              <p:cNvSpPr/>
              <p:nvPr/>
            </p:nvSpPr>
            <p:spPr>
              <a:xfrm>
                <a:off x="1310268" y="3672453"/>
                <a:ext cx="21000" cy="21000"/>
              </a:xfrm>
              <a:prstGeom prst="ellipse">
                <a:avLst/>
              </a:prstGeom>
              <a:gradFill flip="none" rotWithShape="1">
                <a:gsLst>
                  <a:gs pos="0">
                    <a:srgbClr val="F5F7F8"/>
                  </a:gs>
                  <a:gs pos="43000">
                    <a:srgbClr val="CFD7DE"/>
                  </a:gs>
                  <a:gs pos="100000">
                    <a:srgbClr val="A5B2BD"/>
                  </a:gs>
                </a:gsLst>
                <a:lin ang="2700000" scaled="1"/>
                <a:tileRect/>
              </a:gradFill>
              <a:ln w="826" cap="rnd" cmpd="sng" algn="ctr">
                <a:noFill/>
                <a:prstDash val="solid"/>
                <a:round/>
                <a:headEnd type="none" w="med" len="med"/>
                <a:tailEnd type="none" w="med" len="med"/>
              </a:ln>
              <a:effectLst/>
            </p:spPr>
          </p:sp>
          <p:sp>
            <p:nvSpPr>
              <p:cNvPr id="1000319" name="ellipse_2585">
                <a:extLst>
                  <a:ext uri="{FF2B5EF4-FFF2-40B4-BE49-F238E27FC236}">
                    <a16:creationId xmlns:a16="http://schemas.microsoft.com/office/drawing/2014/main" id="{CCE1E7B1-7A86-B8A4-079C-5E97975F9506}"/>
                  </a:ext>
                </a:extLst>
              </p:cNvPr>
              <p:cNvSpPr/>
              <p:nvPr/>
            </p:nvSpPr>
            <p:spPr>
              <a:xfrm>
                <a:off x="1552938" y="3621802"/>
                <a:ext cx="15605" cy="15605"/>
              </a:xfrm>
              <a:prstGeom prst="ellipse">
                <a:avLst/>
              </a:prstGeom>
              <a:gradFill flip="none" rotWithShape="1">
                <a:gsLst>
                  <a:gs pos="0">
                    <a:srgbClr val="F6F8F9"/>
                  </a:gs>
                  <a:gs pos="43000">
                    <a:srgbClr val="D4DCE1"/>
                  </a:gs>
                  <a:gs pos="100000">
                    <a:srgbClr val="ABB8C1"/>
                  </a:gs>
                </a:gsLst>
                <a:lin ang="2700000" scaled="1"/>
                <a:tileRect/>
              </a:gradFill>
              <a:ln w="826" cap="rnd" cmpd="sng" algn="ctr">
                <a:noFill/>
                <a:prstDash val="solid"/>
                <a:round/>
                <a:headEnd type="none" w="med" len="med"/>
                <a:tailEnd type="none" w="med" len="med"/>
              </a:ln>
              <a:effectLst/>
            </p:spPr>
          </p:sp>
          <p:sp>
            <p:nvSpPr>
              <p:cNvPr id="1000320" name="ellipse_2586">
                <a:extLst>
                  <a:ext uri="{FF2B5EF4-FFF2-40B4-BE49-F238E27FC236}">
                    <a16:creationId xmlns:a16="http://schemas.microsoft.com/office/drawing/2014/main" id="{58A54C3A-0297-BE20-BF99-865A0D745127}"/>
                  </a:ext>
                </a:extLst>
              </p:cNvPr>
              <p:cNvSpPr/>
              <p:nvPr/>
            </p:nvSpPr>
            <p:spPr>
              <a:xfrm>
                <a:off x="1558418" y="3676011"/>
                <a:ext cx="22184" cy="22184"/>
              </a:xfrm>
              <a:prstGeom prst="ellipse">
                <a:avLst/>
              </a:prstGeom>
              <a:gradFill flip="none" rotWithShape="1">
                <a:gsLst>
                  <a:gs pos="0">
                    <a:srgbClr val="F6F8F9"/>
                  </a:gs>
                  <a:gs pos="43000">
                    <a:srgbClr val="D5DCE2"/>
                  </a:gs>
                  <a:gs pos="100000">
                    <a:srgbClr val="ACB8C2"/>
                  </a:gs>
                </a:gsLst>
                <a:lin ang="2700000" scaled="1"/>
                <a:tileRect/>
              </a:gradFill>
              <a:ln w="826" cap="rnd" cmpd="sng" algn="ctr">
                <a:noFill/>
                <a:prstDash val="solid"/>
                <a:round/>
                <a:headEnd type="none" w="med" len="med"/>
                <a:tailEnd type="none" w="med" len="med"/>
              </a:ln>
              <a:effectLst/>
            </p:spPr>
          </p:sp>
          <p:sp>
            <p:nvSpPr>
              <p:cNvPr id="1000321" name="ellipse_2587">
                <a:extLst>
                  <a:ext uri="{FF2B5EF4-FFF2-40B4-BE49-F238E27FC236}">
                    <a16:creationId xmlns:a16="http://schemas.microsoft.com/office/drawing/2014/main" id="{18407E9C-F7D7-3EDE-19E9-8F76EFCCEA79}"/>
                  </a:ext>
                </a:extLst>
              </p:cNvPr>
              <p:cNvSpPr/>
              <p:nvPr/>
            </p:nvSpPr>
            <p:spPr>
              <a:xfrm>
                <a:off x="1456866" y="3525328"/>
                <a:ext cx="23606" cy="23606"/>
              </a:xfrm>
              <a:prstGeom prst="ellipse">
                <a:avLst/>
              </a:prstGeom>
              <a:gradFill flip="none" rotWithShape="1">
                <a:gsLst>
                  <a:gs pos="0">
                    <a:srgbClr val="F7F8FA"/>
                  </a:gs>
                  <a:gs pos="43000">
                    <a:srgbClr val="D9DFE5"/>
                  </a:gs>
                  <a:gs pos="100000">
                    <a:srgbClr val="B1BCC5"/>
                  </a:gs>
                </a:gsLst>
                <a:lin ang="2700000" scaled="1"/>
                <a:tileRect/>
              </a:gradFill>
              <a:ln w="826" cap="rnd" cmpd="sng" algn="ctr">
                <a:noFill/>
                <a:prstDash val="solid"/>
                <a:round/>
                <a:headEnd type="none" w="med" len="med"/>
                <a:tailEnd type="none" w="med" len="med"/>
              </a:ln>
              <a:effectLst/>
            </p:spPr>
          </p:sp>
          <p:sp>
            <p:nvSpPr>
              <p:cNvPr id="1000322" name="ellipse_2588">
                <a:extLst>
                  <a:ext uri="{FF2B5EF4-FFF2-40B4-BE49-F238E27FC236}">
                    <a16:creationId xmlns:a16="http://schemas.microsoft.com/office/drawing/2014/main" id="{410F8829-6FEF-DBAB-C44F-9F0D77A00D23}"/>
                  </a:ext>
                </a:extLst>
              </p:cNvPr>
              <p:cNvSpPr/>
              <p:nvPr/>
            </p:nvSpPr>
            <p:spPr>
              <a:xfrm>
                <a:off x="1364561" y="3569140"/>
                <a:ext cx="22851" cy="22851"/>
              </a:xfrm>
              <a:prstGeom prst="ellipse">
                <a:avLst/>
              </a:prstGeom>
              <a:gradFill flip="none" rotWithShape="1">
                <a:gsLst>
                  <a:gs pos="0">
                    <a:srgbClr val="F5F6F8"/>
                  </a:gs>
                  <a:gs pos="43000">
                    <a:srgbClr val="CED6DD"/>
                  </a:gs>
                  <a:gs pos="100000">
                    <a:srgbClr val="A5B1BC"/>
                  </a:gs>
                </a:gsLst>
                <a:lin ang="2700000" scaled="1"/>
                <a:tileRect/>
              </a:gradFill>
              <a:ln w="826" cap="rnd" cmpd="sng" algn="ctr">
                <a:noFill/>
                <a:prstDash val="solid"/>
                <a:round/>
                <a:headEnd type="none" w="med" len="med"/>
                <a:tailEnd type="none" w="med" len="med"/>
              </a:ln>
              <a:effectLst/>
            </p:spPr>
          </p:sp>
          <p:sp>
            <p:nvSpPr>
              <p:cNvPr id="1000323" name="ellipse_2589">
                <a:extLst>
                  <a:ext uri="{FF2B5EF4-FFF2-40B4-BE49-F238E27FC236}">
                    <a16:creationId xmlns:a16="http://schemas.microsoft.com/office/drawing/2014/main" id="{85744CA8-D51B-DC10-E4EC-8DD0EC23DC84}"/>
                  </a:ext>
                </a:extLst>
              </p:cNvPr>
              <p:cNvSpPr/>
              <p:nvPr/>
            </p:nvSpPr>
            <p:spPr>
              <a:xfrm>
                <a:off x="1539847" y="3619786"/>
                <a:ext cx="18619" cy="18619"/>
              </a:xfrm>
              <a:prstGeom prst="ellipse">
                <a:avLst/>
              </a:prstGeom>
              <a:gradFill flip="none" rotWithShape="1">
                <a:gsLst>
                  <a:gs pos="0">
                    <a:srgbClr val="F6F7F9"/>
                  </a:gs>
                  <a:gs pos="43000">
                    <a:srgbClr val="D2DAE1"/>
                  </a:gs>
                  <a:gs pos="100000">
                    <a:srgbClr val="AAB6C0"/>
                  </a:gs>
                </a:gsLst>
                <a:lin ang="2700000" scaled="1"/>
                <a:tileRect/>
              </a:gradFill>
              <a:ln w="826" cap="rnd" cmpd="sng" algn="ctr">
                <a:noFill/>
                <a:prstDash val="solid"/>
                <a:round/>
                <a:headEnd type="none" w="med" len="med"/>
                <a:tailEnd type="none" w="med" len="med"/>
              </a:ln>
              <a:effectLst/>
            </p:spPr>
          </p:sp>
          <p:sp>
            <p:nvSpPr>
              <p:cNvPr id="1000324" name="ellipse_2590">
                <a:extLst>
                  <a:ext uri="{FF2B5EF4-FFF2-40B4-BE49-F238E27FC236}">
                    <a16:creationId xmlns:a16="http://schemas.microsoft.com/office/drawing/2014/main" id="{95C2B63B-1B23-A60C-773F-BC2DA31201C5}"/>
                  </a:ext>
                </a:extLst>
              </p:cNvPr>
              <p:cNvSpPr/>
              <p:nvPr/>
            </p:nvSpPr>
            <p:spPr>
              <a:xfrm>
                <a:off x="1298635" y="3654692"/>
                <a:ext cx="18927" cy="18927"/>
              </a:xfrm>
              <a:prstGeom prst="ellipse">
                <a:avLst/>
              </a:prstGeom>
              <a:gradFill flip="none" rotWithShape="1">
                <a:gsLst>
                  <a:gs pos="0">
                    <a:srgbClr val="F6F8F9"/>
                  </a:gs>
                  <a:gs pos="43000">
                    <a:srgbClr val="D5DCE1"/>
                  </a:gs>
                  <a:gs pos="100000">
                    <a:srgbClr val="ACB8C1"/>
                  </a:gs>
                </a:gsLst>
                <a:lin ang="2700000" scaled="1"/>
                <a:tileRect/>
              </a:gradFill>
              <a:ln w="826" cap="rnd" cmpd="sng" algn="ctr">
                <a:noFill/>
                <a:prstDash val="solid"/>
                <a:round/>
                <a:headEnd type="none" w="med" len="med"/>
                <a:tailEnd type="none" w="med" len="med"/>
              </a:ln>
              <a:effectLst/>
            </p:spPr>
          </p:sp>
          <p:sp>
            <p:nvSpPr>
              <p:cNvPr id="1000325" name="ellipse_2591">
                <a:extLst>
                  <a:ext uri="{FF2B5EF4-FFF2-40B4-BE49-F238E27FC236}">
                    <a16:creationId xmlns:a16="http://schemas.microsoft.com/office/drawing/2014/main" id="{4320C766-1F15-05A4-FAF1-83ACABDA0A30}"/>
                  </a:ext>
                </a:extLst>
              </p:cNvPr>
              <p:cNvSpPr/>
              <p:nvPr/>
            </p:nvSpPr>
            <p:spPr>
              <a:xfrm>
                <a:off x="1319712" y="3686409"/>
                <a:ext cx="23715" cy="23715"/>
              </a:xfrm>
              <a:prstGeom prst="ellipse">
                <a:avLst/>
              </a:prstGeom>
              <a:gradFill flip="none" rotWithShape="1">
                <a:gsLst>
                  <a:gs pos="0">
                    <a:srgbClr val="F5F7F8"/>
                  </a:gs>
                  <a:gs pos="43000">
                    <a:srgbClr val="D1D9DF"/>
                  </a:gs>
                  <a:gs pos="100000">
                    <a:srgbClr val="A8B4BE"/>
                  </a:gs>
                </a:gsLst>
                <a:lin ang="2700000" scaled="1"/>
                <a:tileRect/>
              </a:gradFill>
              <a:ln w="826" cap="rnd" cmpd="sng" algn="ctr">
                <a:noFill/>
                <a:prstDash val="solid"/>
                <a:round/>
                <a:headEnd type="none" w="med" len="med"/>
                <a:tailEnd type="none" w="med" len="med"/>
              </a:ln>
              <a:effectLst/>
            </p:spPr>
          </p:sp>
          <p:sp>
            <p:nvSpPr>
              <p:cNvPr id="1000326" name="ellipse_2592">
                <a:extLst>
                  <a:ext uri="{FF2B5EF4-FFF2-40B4-BE49-F238E27FC236}">
                    <a16:creationId xmlns:a16="http://schemas.microsoft.com/office/drawing/2014/main" id="{B3F9F72E-A854-C7B8-A12A-73FCC83E2B1B}"/>
                  </a:ext>
                </a:extLst>
              </p:cNvPr>
              <p:cNvSpPr/>
              <p:nvPr/>
            </p:nvSpPr>
            <p:spPr>
              <a:xfrm>
                <a:off x="1501588" y="3562901"/>
                <a:ext cx="22327" cy="22327"/>
              </a:xfrm>
              <a:prstGeom prst="ellipse">
                <a:avLst/>
              </a:prstGeom>
              <a:gradFill flip="none" rotWithShape="1">
                <a:gsLst>
                  <a:gs pos="0">
                    <a:srgbClr val="F6F8F9"/>
                  </a:gs>
                  <a:gs pos="43000">
                    <a:srgbClr val="D6DDE3"/>
                  </a:gs>
                  <a:gs pos="100000">
                    <a:srgbClr val="AEB9C2"/>
                  </a:gs>
                </a:gsLst>
                <a:lin ang="2700000" scaled="1"/>
                <a:tileRect/>
              </a:gradFill>
              <a:ln w="826" cap="rnd" cmpd="sng" algn="ctr">
                <a:noFill/>
                <a:prstDash val="solid"/>
                <a:round/>
                <a:headEnd type="none" w="med" len="med"/>
                <a:tailEnd type="none" w="med" len="med"/>
              </a:ln>
              <a:effectLst/>
            </p:spPr>
          </p:sp>
          <p:sp>
            <p:nvSpPr>
              <p:cNvPr id="1000327" name="ellipse_2593">
                <a:extLst>
                  <a:ext uri="{FF2B5EF4-FFF2-40B4-BE49-F238E27FC236}">
                    <a16:creationId xmlns:a16="http://schemas.microsoft.com/office/drawing/2014/main" id="{46DB1900-8DAA-6D56-C7AA-EE052F9430E4}"/>
                  </a:ext>
                </a:extLst>
              </p:cNvPr>
              <p:cNvSpPr/>
              <p:nvPr/>
            </p:nvSpPr>
            <p:spPr>
              <a:xfrm>
                <a:off x="1466525" y="3529327"/>
                <a:ext cx="15101" cy="15101"/>
              </a:xfrm>
              <a:prstGeom prst="ellipse">
                <a:avLst/>
              </a:prstGeom>
              <a:gradFill flip="none" rotWithShape="1">
                <a:gsLst>
                  <a:gs pos="0">
                    <a:srgbClr val="F4F6F8"/>
                  </a:gs>
                  <a:gs pos="43000">
                    <a:srgbClr val="CCD5DC"/>
                  </a:gs>
                  <a:gs pos="100000">
                    <a:srgbClr val="A2AFBA"/>
                  </a:gs>
                </a:gsLst>
                <a:lin ang="2700000" scaled="1"/>
                <a:tileRect/>
              </a:gradFill>
              <a:ln w="826" cap="rnd" cmpd="sng" algn="ctr">
                <a:noFill/>
                <a:prstDash val="solid"/>
                <a:round/>
                <a:headEnd type="none" w="med" len="med"/>
                <a:tailEnd type="none" w="med" len="med"/>
              </a:ln>
              <a:effectLst/>
            </p:spPr>
          </p:sp>
          <p:sp>
            <p:nvSpPr>
              <p:cNvPr id="1000328" name="ellipse_2594">
                <a:extLst>
                  <a:ext uri="{FF2B5EF4-FFF2-40B4-BE49-F238E27FC236}">
                    <a16:creationId xmlns:a16="http://schemas.microsoft.com/office/drawing/2014/main" id="{ACD248C3-0CAA-7D10-6220-3348CED24B21}"/>
                  </a:ext>
                </a:extLst>
              </p:cNvPr>
              <p:cNvSpPr/>
              <p:nvPr/>
            </p:nvSpPr>
            <p:spPr>
              <a:xfrm>
                <a:off x="1333290" y="3551629"/>
                <a:ext cx="21303" cy="21303"/>
              </a:xfrm>
              <a:prstGeom prst="ellipse">
                <a:avLst/>
              </a:prstGeom>
              <a:gradFill flip="none" rotWithShape="1">
                <a:gsLst>
                  <a:gs pos="0">
                    <a:srgbClr val="F6F8F9"/>
                  </a:gs>
                  <a:gs pos="43000">
                    <a:srgbClr val="D3DBE1"/>
                  </a:gs>
                  <a:gs pos="100000">
                    <a:srgbClr val="AAB7C0"/>
                  </a:gs>
                </a:gsLst>
                <a:lin ang="2700000" scaled="1"/>
                <a:tileRect/>
              </a:gradFill>
              <a:ln w="826" cap="rnd" cmpd="sng" algn="ctr">
                <a:noFill/>
                <a:prstDash val="solid"/>
                <a:round/>
                <a:headEnd type="none" w="med" len="med"/>
                <a:tailEnd type="none" w="med" len="med"/>
              </a:ln>
              <a:effectLst/>
            </p:spPr>
          </p:sp>
          <p:sp>
            <p:nvSpPr>
              <p:cNvPr id="1000329" name="ellipse_2595">
                <a:extLst>
                  <a:ext uri="{FF2B5EF4-FFF2-40B4-BE49-F238E27FC236}">
                    <a16:creationId xmlns:a16="http://schemas.microsoft.com/office/drawing/2014/main" id="{460E05BA-EA6C-23F4-7A83-8BAA7476A969}"/>
                  </a:ext>
                </a:extLst>
              </p:cNvPr>
              <p:cNvSpPr/>
              <p:nvPr/>
            </p:nvSpPr>
            <p:spPr>
              <a:xfrm>
                <a:off x="1339812" y="3618696"/>
                <a:ext cx="23994" cy="23994"/>
              </a:xfrm>
              <a:prstGeom prst="ellipse">
                <a:avLst/>
              </a:prstGeom>
              <a:gradFill flip="none" rotWithShape="1">
                <a:gsLst>
                  <a:gs pos="0">
                    <a:srgbClr val="F6F8F9"/>
                  </a:gs>
                  <a:gs pos="43000">
                    <a:srgbClr val="D3DBE1"/>
                  </a:gs>
                  <a:gs pos="100000">
                    <a:srgbClr val="AAB7C0"/>
                  </a:gs>
                </a:gsLst>
                <a:lin ang="2700000" scaled="1"/>
                <a:tileRect/>
              </a:gradFill>
              <a:ln w="826" cap="rnd" cmpd="sng" algn="ctr">
                <a:noFill/>
                <a:prstDash val="solid"/>
                <a:round/>
                <a:headEnd type="none" w="med" len="med"/>
                <a:tailEnd type="none" w="med" len="med"/>
              </a:ln>
              <a:effectLst/>
            </p:spPr>
          </p:sp>
          <p:sp>
            <p:nvSpPr>
              <p:cNvPr id="1000330" name="ellipse_2596">
                <a:extLst>
                  <a:ext uri="{FF2B5EF4-FFF2-40B4-BE49-F238E27FC236}">
                    <a16:creationId xmlns:a16="http://schemas.microsoft.com/office/drawing/2014/main" id="{A40A8162-3BE0-BF87-BC08-362AE911A451}"/>
                  </a:ext>
                </a:extLst>
              </p:cNvPr>
              <p:cNvSpPr/>
              <p:nvPr/>
            </p:nvSpPr>
            <p:spPr>
              <a:xfrm>
                <a:off x="1322053" y="3616233"/>
                <a:ext cx="19417" cy="19417"/>
              </a:xfrm>
              <a:prstGeom prst="ellipse">
                <a:avLst/>
              </a:prstGeom>
              <a:gradFill flip="none" rotWithShape="1">
                <a:gsLst>
                  <a:gs pos="0">
                    <a:srgbClr val="F5F6F8"/>
                  </a:gs>
                  <a:gs pos="43000">
                    <a:srgbClr val="CDD6DD"/>
                  </a:gs>
                  <a:gs pos="100000">
                    <a:srgbClr val="A4B1BC"/>
                  </a:gs>
                </a:gsLst>
                <a:lin ang="2700000" scaled="1"/>
                <a:tileRect/>
              </a:gradFill>
              <a:ln w="826" cap="rnd" cmpd="sng" algn="ctr">
                <a:noFill/>
                <a:prstDash val="solid"/>
                <a:round/>
                <a:headEnd type="none" w="med" len="med"/>
                <a:tailEnd type="none" w="med" len="med"/>
              </a:ln>
              <a:effectLst/>
            </p:spPr>
          </p:sp>
          <p:sp>
            <p:nvSpPr>
              <p:cNvPr id="1000331" name="ellipse_2597">
                <a:extLst>
                  <a:ext uri="{FF2B5EF4-FFF2-40B4-BE49-F238E27FC236}">
                    <a16:creationId xmlns:a16="http://schemas.microsoft.com/office/drawing/2014/main" id="{90B38FB8-27CF-A538-49E7-F26802678DF6}"/>
                  </a:ext>
                </a:extLst>
              </p:cNvPr>
              <p:cNvSpPr/>
              <p:nvPr/>
            </p:nvSpPr>
            <p:spPr>
              <a:xfrm>
                <a:off x="1442627" y="3702519"/>
                <a:ext cx="16815" cy="16815"/>
              </a:xfrm>
              <a:prstGeom prst="ellipse">
                <a:avLst/>
              </a:prstGeom>
              <a:gradFill flip="none" rotWithShape="1">
                <a:gsLst>
                  <a:gs pos="0">
                    <a:srgbClr val="F5F6F8"/>
                  </a:gs>
                  <a:gs pos="43000">
                    <a:srgbClr val="CDD5DC"/>
                  </a:gs>
                  <a:gs pos="100000">
                    <a:srgbClr val="A4B0BB"/>
                  </a:gs>
                </a:gsLst>
                <a:lin ang="2700000" scaled="1"/>
                <a:tileRect/>
              </a:gradFill>
              <a:ln w="826" cap="rnd" cmpd="sng" algn="ctr">
                <a:noFill/>
                <a:prstDash val="solid"/>
                <a:round/>
                <a:headEnd type="none" w="med" len="med"/>
                <a:tailEnd type="none" w="med" len="med"/>
              </a:ln>
              <a:effectLst/>
            </p:spPr>
          </p:sp>
          <p:sp>
            <p:nvSpPr>
              <p:cNvPr id="1000332" name="ellipse_2598">
                <a:extLst>
                  <a:ext uri="{FF2B5EF4-FFF2-40B4-BE49-F238E27FC236}">
                    <a16:creationId xmlns:a16="http://schemas.microsoft.com/office/drawing/2014/main" id="{20158C28-3FBC-D7A2-213D-7E385F345E2F}"/>
                  </a:ext>
                </a:extLst>
              </p:cNvPr>
              <p:cNvSpPr/>
              <p:nvPr/>
            </p:nvSpPr>
            <p:spPr>
              <a:xfrm>
                <a:off x="1359926" y="3695336"/>
                <a:ext cx="19088" cy="19088"/>
              </a:xfrm>
              <a:prstGeom prst="ellipse">
                <a:avLst/>
              </a:prstGeom>
              <a:gradFill flip="none" rotWithShape="1">
                <a:gsLst>
                  <a:gs pos="0">
                    <a:srgbClr val="F6F8F9"/>
                  </a:gs>
                  <a:gs pos="43000">
                    <a:srgbClr val="D5DCE2"/>
                  </a:gs>
                  <a:gs pos="100000">
                    <a:srgbClr val="ACB8C2"/>
                  </a:gs>
                </a:gsLst>
                <a:lin ang="2700000" scaled="1"/>
                <a:tileRect/>
              </a:gradFill>
              <a:ln w="826" cap="rnd" cmpd="sng" algn="ctr">
                <a:noFill/>
                <a:prstDash val="solid"/>
                <a:round/>
                <a:headEnd type="none" w="med" len="med"/>
                <a:tailEnd type="none" w="med" len="med"/>
              </a:ln>
              <a:effectLst/>
            </p:spPr>
          </p:sp>
          <p:sp>
            <p:nvSpPr>
              <p:cNvPr id="1000333" name="ellipse_2599">
                <a:extLst>
                  <a:ext uri="{FF2B5EF4-FFF2-40B4-BE49-F238E27FC236}">
                    <a16:creationId xmlns:a16="http://schemas.microsoft.com/office/drawing/2014/main" id="{8BA565CD-B1D1-BED8-C8ED-9201E06A6015}"/>
                  </a:ext>
                </a:extLst>
              </p:cNvPr>
              <p:cNvSpPr/>
              <p:nvPr/>
            </p:nvSpPr>
            <p:spPr>
              <a:xfrm>
                <a:off x="1316114" y="3579850"/>
                <a:ext cx="19778" cy="19778"/>
              </a:xfrm>
              <a:prstGeom prst="ellipse">
                <a:avLst/>
              </a:prstGeom>
              <a:gradFill flip="none" rotWithShape="1">
                <a:gsLst>
                  <a:gs pos="0">
                    <a:srgbClr val="F4F6F8"/>
                  </a:gs>
                  <a:gs pos="43000">
                    <a:srgbClr val="CCD5DC"/>
                  </a:gs>
                  <a:gs pos="100000">
                    <a:srgbClr val="A2AFBA"/>
                  </a:gs>
                </a:gsLst>
                <a:lin ang="2700000" scaled="1"/>
                <a:tileRect/>
              </a:gradFill>
              <a:ln w="826" cap="rnd" cmpd="sng" algn="ctr">
                <a:noFill/>
                <a:prstDash val="solid"/>
                <a:round/>
                <a:headEnd type="none" w="med" len="med"/>
                <a:tailEnd type="none" w="med" len="med"/>
              </a:ln>
              <a:effectLst/>
            </p:spPr>
          </p:sp>
          <p:sp>
            <p:nvSpPr>
              <p:cNvPr id="1000334" name="ellipse_2600">
                <a:extLst>
                  <a:ext uri="{FF2B5EF4-FFF2-40B4-BE49-F238E27FC236}">
                    <a16:creationId xmlns:a16="http://schemas.microsoft.com/office/drawing/2014/main" id="{DB64E33A-99D4-0ADB-DE21-FC899E3E2EBD}"/>
                  </a:ext>
                </a:extLst>
              </p:cNvPr>
              <p:cNvSpPr/>
              <p:nvPr/>
            </p:nvSpPr>
            <p:spPr>
              <a:xfrm>
                <a:off x="1434798" y="3553542"/>
                <a:ext cx="17285" cy="17285"/>
              </a:xfrm>
              <a:prstGeom prst="ellipse">
                <a:avLst/>
              </a:prstGeom>
              <a:gradFill flip="none" rotWithShape="1">
                <a:gsLst>
                  <a:gs pos="0">
                    <a:srgbClr val="F5F7F8"/>
                  </a:gs>
                  <a:gs pos="43000">
                    <a:srgbClr val="CFD7DF"/>
                  </a:gs>
                  <a:gs pos="100000">
                    <a:srgbClr val="A6B3BD"/>
                  </a:gs>
                </a:gsLst>
                <a:lin ang="2700000" scaled="1"/>
                <a:tileRect/>
              </a:gradFill>
              <a:ln w="826" cap="rnd" cmpd="sng" algn="ctr">
                <a:noFill/>
                <a:prstDash val="solid"/>
                <a:round/>
                <a:headEnd type="none" w="med" len="med"/>
                <a:tailEnd type="none" w="med" len="med"/>
              </a:ln>
              <a:effectLst/>
            </p:spPr>
          </p:sp>
          <p:sp>
            <p:nvSpPr>
              <p:cNvPr id="1000335" name="ellipse_2601">
                <a:extLst>
                  <a:ext uri="{FF2B5EF4-FFF2-40B4-BE49-F238E27FC236}">
                    <a16:creationId xmlns:a16="http://schemas.microsoft.com/office/drawing/2014/main" id="{FD327BF5-F8EE-E9B6-7CFE-B818D9ADF745}"/>
                  </a:ext>
                </a:extLst>
              </p:cNvPr>
              <p:cNvSpPr/>
              <p:nvPr/>
            </p:nvSpPr>
            <p:spPr>
              <a:xfrm>
                <a:off x="1494855" y="3573622"/>
                <a:ext cx="23632" cy="23632"/>
              </a:xfrm>
              <a:prstGeom prst="ellipse">
                <a:avLst/>
              </a:prstGeom>
              <a:gradFill flip="none" rotWithShape="1">
                <a:gsLst>
                  <a:gs pos="0">
                    <a:srgbClr val="F4F6F8"/>
                  </a:gs>
                  <a:gs pos="43000">
                    <a:srgbClr val="CDD5DC"/>
                  </a:gs>
                  <a:gs pos="100000">
                    <a:srgbClr val="A3B0BB"/>
                  </a:gs>
                </a:gsLst>
                <a:lin ang="2700000" scaled="1"/>
                <a:tileRect/>
              </a:gradFill>
              <a:ln w="826" cap="rnd" cmpd="sng" algn="ctr">
                <a:noFill/>
                <a:prstDash val="solid"/>
                <a:round/>
                <a:headEnd type="none" w="med" len="med"/>
                <a:tailEnd type="none" w="med" len="med"/>
              </a:ln>
              <a:effectLst/>
            </p:spPr>
          </p:sp>
        </p:grpSp>
        <p:grpSp>
          <p:nvGrpSpPr>
            <p:cNvPr id="1000336" name="Feature vector">
              <a:extLst>
                <a:ext uri="{FF2B5EF4-FFF2-40B4-BE49-F238E27FC236}">
                  <a16:creationId xmlns:a16="http://schemas.microsoft.com/office/drawing/2014/main" id="{7D23C273-CDD8-84BD-E756-E860D0353FD5}"/>
                </a:ext>
              </a:extLst>
            </p:cNvPr>
            <p:cNvGrpSpPr/>
            <p:nvPr/>
          </p:nvGrpSpPr>
          <p:grpSpPr>
            <a:xfrm>
              <a:off x="2335947" y="2728473"/>
              <a:ext cx="190058" cy="26564"/>
              <a:chOff x="1274580" y="3787605"/>
              <a:chExt cx="338355" cy="49275"/>
            </a:xfrm>
          </p:grpSpPr>
          <p:sp>
            <p:nvSpPr>
              <p:cNvPr id="1000337" name="feature_1">
                <a:extLst>
                  <a:ext uri="{FF2B5EF4-FFF2-40B4-BE49-F238E27FC236}">
                    <a16:creationId xmlns:a16="http://schemas.microsoft.com/office/drawing/2014/main" id="{EC382B06-B28B-0AB2-4725-43A54F2C15B6}"/>
                  </a:ext>
                </a:extLst>
              </p:cNvPr>
              <p:cNvSpPr/>
              <p:nvPr/>
            </p:nvSpPr>
            <p:spPr>
              <a:xfrm>
                <a:off x="1274580" y="3787605"/>
                <a:ext cx="45521" cy="49275"/>
              </a:xfrm>
              <a:prstGeom prst="rect">
                <a:avLst/>
              </a:prstGeom>
              <a:solidFill>
                <a:srgbClr val="90C4B4"/>
              </a:solidFill>
              <a:ln w="2103" cap="rnd" cmpd="sng" algn="ctr">
                <a:noFill/>
                <a:prstDash val="solid"/>
                <a:round/>
                <a:headEnd type="none" w="med" len="med"/>
                <a:tailEnd type="none" w="med" len="med"/>
              </a:ln>
              <a:effectLst/>
            </p:spPr>
          </p:sp>
          <p:sp>
            <p:nvSpPr>
              <p:cNvPr id="1000338" name="feature_2">
                <a:extLst>
                  <a:ext uri="{FF2B5EF4-FFF2-40B4-BE49-F238E27FC236}">
                    <a16:creationId xmlns:a16="http://schemas.microsoft.com/office/drawing/2014/main" id="{128E7607-C89C-8AE6-70D8-124F0C907FE5}"/>
                  </a:ext>
                </a:extLst>
              </p:cNvPr>
              <p:cNvSpPr/>
              <p:nvPr/>
            </p:nvSpPr>
            <p:spPr>
              <a:xfrm>
                <a:off x="1323386" y="3787605"/>
                <a:ext cx="45521" cy="49275"/>
              </a:xfrm>
              <a:prstGeom prst="rect">
                <a:avLst/>
              </a:prstGeom>
              <a:solidFill>
                <a:srgbClr val="B9DBD1"/>
              </a:solidFill>
              <a:ln w="2103" cap="rnd" cmpd="sng" algn="ctr">
                <a:noFill/>
                <a:prstDash val="solid"/>
                <a:round/>
                <a:headEnd type="none" w="med" len="med"/>
                <a:tailEnd type="none" w="med" len="med"/>
              </a:ln>
              <a:effectLst/>
            </p:spPr>
          </p:sp>
          <p:sp>
            <p:nvSpPr>
              <p:cNvPr id="1000339" name="feature_3">
                <a:extLst>
                  <a:ext uri="{FF2B5EF4-FFF2-40B4-BE49-F238E27FC236}">
                    <a16:creationId xmlns:a16="http://schemas.microsoft.com/office/drawing/2014/main" id="{2A5B5007-13E6-E72F-52C6-386ACF38D1DA}"/>
                  </a:ext>
                </a:extLst>
              </p:cNvPr>
              <p:cNvSpPr/>
              <p:nvPr/>
            </p:nvSpPr>
            <p:spPr>
              <a:xfrm>
                <a:off x="1372191" y="3787605"/>
                <a:ext cx="45521" cy="49275"/>
              </a:xfrm>
              <a:prstGeom prst="rect">
                <a:avLst/>
              </a:prstGeom>
              <a:solidFill>
                <a:srgbClr val="4EAA93"/>
              </a:solidFill>
              <a:ln w="2103" cap="rnd" cmpd="sng" algn="ctr">
                <a:noFill/>
                <a:prstDash val="solid"/>
                <a:round/>
                <a:headEnd type="none" w="med" len="med"/>
                <a:tailEnd type="none" w="med" len="med"/>
              </a:ln>
              <a:effectLst/>
            </p:spPr>
          </p:sp>
          <p:sp>
            <p:nvSpPr>
              <p:cNvPr id="1000340" name="feature_4">
                <a:extLst>
                  <a:ext uri="{FF2B5EF4-FFF2-40B4-BE49-F238E27FC236}">
                    <a16:creationId xmlns:a16="http://schemas.microsoft.com/office/drawing/2014/main" id="{1948AEA7-89A9-1115-45B0-5D84B76182D6}"/>
                  </a:ext>
                </a:extLst>
              </p:cNvPr>
              <p:cNvSpPr/>
              <p:nvPr/>
            </p:nvSpPr>
            <p:spPr>
              <a:xfrm>
                <a:off x="1420997" y="3787605"/>
                <a:ext cx="45521" cy="49275"/>
              </a:xfrm>
              <a:prstGeom prst="rect">
                <a:avLst/>
              </a:prstGeom>
              <a:solidFill>
                <a:srgbClr val="90C4B4"/>
              </a:solidFill>
              <a:ln w="2103" cap="rnd" cmpd="sng" algn="ctr">
                <a:noFill/>
                <a:prstDash val="solid"/>
                <a:round/>
                <a:headEnd type="none" w="med" len="med"/>
                <a:tailEnd type="none" w="med" len="med"/>
              </a:ln>
              <a:effectLst/>
            </p:spPr>
          </p:sp>
          <p:sp>
            <p:nvSpPr>
              <p:cNvPr id="1000341" name="feature_5">
                <a:extLst>
                  <a:ext uri="{FF2B5EF4-FFF2-40B4-BE49-F238E27FC236}">
                    <a16:creationId xmlns:a16="http://schemas.microsoft.com/office/drawing/2014/main" id="{04104FBC-11A7-297D-AE01-AAA00A244540}"/>
                  </a:ext>
                </a:extLst>
              </p:cNvPr>
              <p:cNvSpPr/>
              <p:nvPr/>
            </p:nvSpPr>
            <p:spPr>
              <a:xfrm>
                <a:off x="1469803" y="3787605"/>
                <a:ext cx="45521" cy="49275"/>
              </a:xfrm>
              <a:prstGeom prst="rect">
                <a:avLst/>
              </a:prstGeom>
              <a:solidFill>
                <a:srgbClr val="B9DBD1"/>
              </a:solidFill>
              <a:ln w="2103" cap="rnd" cmpd="sng" algn="ctr">
                <a:noFill/>
                <a:prstDash val="solid"/>
                <a:round/>
                <a:headEnd type="none" w="med" len="med"/>
                <a:tailEnd type="none" w="med" len="med"/>
              </a:ln>
              <a:effectLst/>
            </p:spPr>
          </p:sp>
          <p:sp>
            <p:nvSpPr>
              <p:cNvPr id="1000342" name="feature_6">
                <a:extLst>
                  <a:ext uri="{FF2B5EF4-FFF2-40B4-BE49-F238E27FC236}">
                    <a16:creationId xmlns:a16="http://schemas.microsoft.com/office/drawing/2014/main" id="{36A6A1C4-4E08-985E-0F3C-F5C242D1798B}"/>
                  </a:ext>
                </a:extLst>
              </p:cNvPr>
              <p:cNvSpPr/>
              <p:nvPr/>
            </p:nvSpPr>
            <p:spPr>
              <a:xfrm>
                <a:off x="1518609" y="3787605"/>
                <a:ext cx="45521" cy="49275"/>
              </a:xfrm>
              <a:prstGeom prst="rect">
                <a:avLst/>
              </a:prstGeom>
              <a:solidFill>
                <a:srgbClr val="4EAA93"/>
              </a:solidFill>
              <a:ln w="2103" cap="rnd" cmpd="sng" algn="ctr">
                <a:noFill/>
                <a:prstDash val="solid"/>
                <a:round/>
                <a:headEnd type="none" w="med" len="med"/>
                <a:tailEnd type="none" w="med" len="med"/>
              </a:ln>
              <a:effectLst/>
            </p:spPr>
          </p:sp>
          <p:sp>
            <p:nvSpPr>
              <p:cNvPr id="1000343" name="feature_7">
                <a:extLst>
                  <a:ext uri="{FF2B5EF4-FFF2-40B4-BE49-F238E27FC236}">
                    <a16:creationId xmlns:a16="http://schemas.microsoft.com/office/drawing/2014/main" id="{25A70172-50B4-B255-CCD5-062D2CA13F9F}"/>
                  </a:ext>
                </a:extLst>
              </p:cNvPr>
              <p:cNvSpPr/>
              <p:nvPr/>
            </p:nvSpPr>
            <p:spPr>
              <a:xfrm>
                <a:off x="1567414" y="3787605"/>
                <a:ext cx="45521" cy="49275"/>
              </a:xfrm>
              <a:prstGeom prst="rect">
                <a:avLst/>
              </a:prstGeom>
              <a:solidFill>
                <a:srgbClr val="90C4B4"/>
              </a:solidFill>
              <a:ln w="2103" cap="rnd" cmpd="sng" algn="ctr">
                <a:noFill/>
                <a:prstDash val="solid"/>
                <a:round/>
                <a:headEnd type="none" w="med" len="med"/>
                <a:tailEnd type="none" w="med" len="med"/>
              </a:ln>
              <a:effectLst/>
            </p:spPr>
          </p:sp>
        </p:grpSp>
        <p:sp>
          <p:nvSpPr>
            <p:cNvPr id="1000344" name="Candidate blob | editable contour">
              <a:extLst>
                <a:ext uri="{FF2B5EF4-FFF2-40B4-BE49-F238E27FC236}">
                  <a16:creationId xmlns:a16="http://schemas.microsoft.com/office/drawing/2014/main" id="{D4133630-6457-1A92-8F3C-A382376AE168}"/>
                </a:ext>
              </a:extLst>
            </p:cNvPr>
            <p:cNvSpPr/>
            <p:nvPr/>
          </p:nvSpPr>
          <p:spPr>
            <a:xfrm>
              <a:off x="2714019" y="2595654"/>
              <a:ext cx="155316" cy="100125"/>
            </a:xfrm>
            <a:custGeom>
              <a:avLst/>
              <a:gdLst/>
              <a:ahLst/>
              <a:cxnLst/>
              <a:rect l="0" t="0" r="w" b="h"/>
              <a:pathLst>
                <a:path w="227897" h="155682" extrusionOk="0">
                  <a:moveTo>
                    <a:pt x="5338" y="97866"/>
                  </a:moveTo>
                  <a:cubicBezTo>
                    <a:pt x="0" y="80701"/>
                    <a:pt x="18889" y="54504"/>
                    <a:pt x="29976" y="43663"/>
                  </a:cubicBezTo>
                  <a:cubicBezTo>
                    <a:pt x="41062" y="32823"/>
                    <a:pt x="58719" y="39447"/>
                    <a:pt x="71859" y="32823"/>
                  </a:cubicBezTo>
                  <a:cubicBezTo>
                    <a:pt x="84999" y="26198"/>
                    <a:pt x="92391" y="7829"/>
                    <a:pt x="108816" y="3915"/>
                  </a:cubicBezTo>
                  <a:cubicBezTo>
                    <a:pt x="125241" y="0"/>
                    <a:pt x="153984" y="3613"/>
                    <a:pt x="170409" y="9335"/>
                  </a:cubicBezTo>
                  <a:cubicBezTo>
                    <a:pt x="186834" y="15056"/>
                    <a:pt x="198332" y="26198"/>
                    <a:pt x="207366" y="38243"/>
                  </a:cubicBezTo>
                  <a:cubicBezTo>
                    <a:pt x="216399" y="50288"/>
                    <a:pt x="227897" y="67151"/>
                    <a:pt x="224612" y="81605"/>
                  </a:cubicBezTo>
                  <a:cubicBezTo>
                    <a:pt x="221327" y="96059"/>
                    <a:pt x="203259" y="113223"/>
                    <a:pt x="187656" y="124967"/>
                  </a:cubicBezTo>
                  <a:cubicBezTo>
                    <a:pt x="172052" y="136711"/>
                    <a:pt x="151931" y="148455"/>
                    <a:pt x="130989" y="152068"/>
                  </a:cubicBezTo>
                  <a:cubicBezTo>
                    <a:pt x="110048" y="155682"/>
                    <a:pt x="82946" y="155682"/>
                    <a:pt x="62004" y="146648"/>
                  </a:cubicBezTo>
                  <a:cubicBezTo>
                    <a:pt x="41062" y="137614"/>
                    <a:pt x="10676" y="115030"/>
                    <a:pt x="5338" y="97866"/>
                  </a:cubicBezTo>
                  <a:close/>
                </a:path>
              </a:pathLst>
            </a:custGeom>
            <a:gradFill flip="none" rotWithShape="1">
              <a:gsLst>
                <a:gs pos="0">
                  <a:srgbClr val="E9F2F9"/>
                </a:gs>
                <a:gs pos="48000">
                  <a:srgbClr val="85B7DD"/>
                </a:gs>
                <a:gs pos="100000">
                  <a:srgbClr val="65A1CE"/>
                </a:gs>
              </a:gsLst>
              <a:lin ang="2700000" scaled="1"/>
              <a:tileRect/>
            </a:gradFill>
            <a:ln w="1502" cap="rnd" cmpd="sng" algn="ctr">
              <a:solidFill>
                <a:srgbClr val="71A9D4"/>
              </a:solidFill>
              <a:prstDash val="solid"/>
              <a:round/>
              <a:headEnd type="none" w="med" len="med"/>
              <a:tailEnd type="none" w="med" len="med"/>
            </a:ln>
            <a:effectLst/>
          </p:spPr>
        </p:sp>
        <p:sp>
          <p:nvSpPr>
            <p:cNvPr id="1000345" name="ellipse_2612">
              <a:extLst>
                <a:ext uri="{FF2B5EF4-FFF2-40B4-BE49-F238E27FC236}">
                  <a16:creationId xmlns:a16="http://schemas.microsoft.com/office/drawing/2014/main" id="{3F872C11-AB73-B0BA-C9CB-0DE746E05FFE}"/>
                </a:ext>
              </a:extLst>
            </p:cNvPr>
            <p:cNvSpPr/>
            <p:nvPr/>
          </p:nvSpPr>
          <p:spPr>
            <a:xfrm>
              <a:off x="2726281" y="2603827"/>
              <a:ext cx="81745" cy="34737"/>
            </a:xfrm>
            <a:prstGeom prst="ellipse">
              <a:avLst/>
            </a:prstGeom>
            <a:solidFill>
              <a:srgbClr val="FFFFFF">
                <a:alpha val="35000"/>
              </a:srgbClr>
            </a:solidFill>
            <a:ln w="1502" cap="rnd" cmpd="sng" algn="ctr">
              <a:noFill/>
              <a:prstDash val="solid"/>
              <a:round/>
              <a:headEnd type="none" w="med" len="med"/>
              <a:tailEnd type="none" w="med" len="med"/>
            </a:ln>
            <a:effectLst/>
          </p:spPr>
        </p:sp>
        <p:grpSp>
          <p:nvGrpSpPr>
            <p:cNvPr id="1000346" name="Pseudo-atom sampling points; no chemical bonds">
              <a:extLst>
                <a:ext uri="{FF2B5EF4-FFF2-40B4-BE49-F238E27FC236}">
                  <a16:creationId xmlns:a16="http://schemas.microsoft.com/office/drawing/2014/main" id="{5A1DFE96-A8C7-AD86-6D6A-1913B3422C89}"/>
                </a:ext>
              </a:extLst>
            </p:cNvPr>
            <p:cNvGrpSpPr/>
            <p:nvPr/>
          </p:nvGrpSpPr>
          <p:grpSpPr>
            <a:xfrm>
              <a:off x="3038957" y="2593611"/>
              <a:ext cx="132836" cy="100125"/>
              <a:chOff x="2356083" y="3581646"/>
              <a:chExt cx="132815" cy="121377"/>
            </a:xfrm>
          </p:grpSpPr>
          <p:sp>
            <p:nvSpPr>
              <p:cNvPr id="1000347" name="Pseudo atom | small solid diamond">
                <a:extLst>
                  <a:ext uri="{FF2B5EF4-FFF2-40B4-BE49-F238E27FC236}">
                    <a16:creationId xmlns:a16="http://schemas.microsoft.com/office/drawing/2014/main" id="{7D201F4A-9E65-793A-D032-8276D5F80DBB}"/>
                  </a:ext>
                </a:extLst>
              </p:cNvPr>
              <p:cNvSpPr/>
              <p:nvPr/>
            </p:nvSpPr>
            <p:spPr>
              <a:xfrm>
                <a:off x="2470337" y="3657927"/>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48" name="Pseudo atom | small solid diamond">
                <a:extLst>
                  <a:ext uri="{FF2B5EF4-FFF2-40B4-BE49-F238E27FC236}">
                    <a16:creationId xmlns:a16="http://schemas.microsoft.com/office/drawing/2014/main" id="{CC7F86F5-EE3C-A3E5-856F-3CAC3E0A67D3}"/>
                  </a:ext>
                </a:extLst>
              </p:cNvPr>
              <p:cNvSpPr/>
              <p:nvPr/>
            </p:nvSpPr>
            <p:spPr>
              <a:xfrm>
                <a:off x="2367832" y="3581646"/>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49" name="Pseudo atom | small solid diamond">
                <a:extLst>
                  <a:ext uri="{FF2B5EF4-FFF2-40B4-BE49-F238E27FC236}">
                    <a16:creationId xmlns:a16="http://schemas.microsoft.com/office/drawing/2014/main" id="{38EF4C65-C290-52C0-447A-923E11938EB3}"/>
                  </a:ext>
                </a:extLst>
              </p:cNvPr>
              <p:cNvSpPr/>
              <p:nvPr/>
            </p:nvSpPr>
            <p:spPr>
              <a:xfrm>
                <a:off x="2462977" y="3688569"/>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50" name="Pseudo atom | small solid diamond">
                <a:extLst>
                  <a:ext uri="{FF2B5EF4-FFF2-40B4-BE49-F238E27FC236}">
                    <a16:creationId xmlns:a16="http://schemas.microsoft.com/office/drawing/2014/main" id="{225D7F66-5C9F-7DBA-C241-59A79A43F2C9}"/>
                  </a:ext>
                </a:extLst>
              </p:cNvPr>
              <p:cNvSpPr/>
              <p:nvPr/>
            </p:nvSpPr>
            <p:spPr>
              <a:xfrm>
                <a:off x="2381094" y="3596723"/>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51" name="Pseudo atom | small solid diamond">
                <a:extLst>
                  <a:ext uri="{FF2B5EF4-FFF2-40B4-BE49-F238E27FC236}">
                    <a16:creationId xmlns:a16="http://schemas.microsoft.com/office/drawing/2014/main" id="{7AB75D92-E75C-CD76-34AB-CF527A0CAEEF}"/>
                  </a:ext>
                </a:extLst>
              </p:cNvPr>
              <p:cNvSpPr/>
              <p:nvPr/>
            </p:nvSpPr>
            <p:spPr>
              <a:xfrm>
                <a:off x="2474444" y="3633245"/>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52" name="Pseudo atom | small solid diamond">
                <a:extLst>
                  <a:ext uri="{FF2B5EF4-FFF2-40B4-BE49-F238E27FC236}">
                    <a16:creationId xmlns:a16="http://schemas.microsoft.com/office/drawing/2014/main" id="{30F8F9F2-23EA-EAE3-240E-840DEE71BD54}"/>
                  </a:ext>
                </a:extLst>
              </p:cNvPr>
              <p:cNvSpPr/>
              <p:nvPr/>
            </p:nvSpPr>
            <p:spPr>
              <a:xfrm>
                <a:off x="2419798" y="3615676"/>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53" name="Pseudo atom | small solid diamond">
                <a:extLst>
                  <a:ext uri="{FF2B5EF4-FFF2-40B4-BE49-F238E27FC236}">
                    <a16:creationId xmlns:a16="http://schemas.microsoft.com/office/drawing/2014/main" id="{C001A4AB-55AC-7E19-8417-1673B1CCD688}"/>
                  </a:ext>
                </a:extLst>
              </p:cNvPr>
              <p:cNvSpPr/>
              <p:nvPr/>
            </p:nvSpPr>
            <p:spPr>
              <a:xfrm>
                <a:off x="2356083" y="3630928"/>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54" name="Pseudo atom | small solid diamond">
                <a:extLst>
                  <a:ext uri="{FF2B5EF4-FFF2-40B4-BE49-F238E27FC236}">
                    <a16:creationId xmlns:a16="http://schemas.microsoft.com/office/drawing/2014/main" id="{FE196410-CC33-81BF-EB84-F075E0A6EF25}"/>
                  </a:ext>
                </a:extLst>
              </p:cNvPr>
              <p:cNvSpPr/>
              <p:nvPr/>
            </p:nvSpPr>
            <p:spPr>
              <a:xfrm>
                <a:off x="2399168" y="3621448"/>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55" name="Pseudo atom | small solid diamond">
                <a:extLst>
                  <a:ext uri="{FF2B5EF4-FFF2-40B4-BE49-F238E27FC236}">
                    <a16:creationId xmlns:a16="http://schemas.microsoft.com/office/drawing/2014/main" id="{EFE8C116-2B94-FCCB-F944-D9BFD58C3872}"/>
                  </a:ext>
                </a:extLst>
              </p:cNvPr>
              <p:cNvSpPr/>
              <p:nvPr/>
            </p:nvSpPr>
            <p:spPr>
              <a:xfrm>
                <a:off x="2442478" y="3664017"/>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56" name="Pseudo atom | small solid diamond">
                <a:extLst>
                  <a:ext uri="{FF2B5EF4-FFF2-40B4-BE49-F238E27FC236}">
                    <a16:creationId xmlns:a16="http://schemas.microsoft.com/office/drawing/2014/main" id="{63DA1393-B1D1-AEA4-3854-012BC1C76FCA}"/>
                  </a:ext>
                </a:extLst>
              </p:cNvPr>
              <p:cNvSpPr/>
              <p:nvPr/>
            </p:nvSpPr>
            <p:spPr>
              <a:xfrm>
                <a:off x="2457792" y="3672561"/>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grpSp>
        <p:grpSp>
          <p:nvGrpSpPr>
            <p:cNvPr id="1000357" name="Candidate representation h_j">
              <a:extLst>
                <a:ext uri="{FF2B5EF4-FFF2-40B4-BE49-F238E27FC236}">
                  <a16:creationId xmlns:a16="http://schemas.microsoft.com/office/drawing/2014/main" id="{4FC49635-CD7E-E7EC-5FAF-23825DFF0A67}"/>
                </a:ext>
              </a:extLst>
            </p:cNvPr>
            <p:cNvGrpSpPr/>
            <p:nvPr/>
          </p:nvGrpSpPr>
          <p:grpSpPr>
            <a:xfrm>
              <a:off x="3212665" y="3366003"/>
              <a:ext cx="269760" cy="51084"/>
              <a:chOff x="2641140" y="4746825"/>
              <a:chExt cx="397485" cy="72270"/>
            </a:xfrm>
          </p:grpSpPr>
          <p:sp>
            <p:nvSpPr>
              <p:cNvPr id="1000358" name="feature_1">
                <a:extLst>
                  <a:ext uri="{FF2B5EF4-FFF2-40B4-BE49-F238E27FC236}">
                    <a16:creationId xmlns:a16="http://schemas.microsoft.com/office/drawing/2014/main" id="{98C3172D-D5D5-072E-B62C-0D1B38DDFFA9}"/>
                  </a:ext>
                </a:extLst>
              </p:cNvPr>
              <p:cNvSpPr/>
              <p:nvPr/>
            </p:nvSpPr>
            <p:spPr>
              <a:xfrm>
                <a:off x="2641140" y="4746825"/>
                <a:ext cx="53968" cy="72270"/>
              </a:xfrm>
              <a:prstGeom prst="rect">
                <a:avLst/>
              </a:prstGeom>
              <a:solidFill>
                <a:srgbClr val="367FB7"/>
              </a:solidFill>
              <a:ln w="2103" cap="rnd" cmpd="sng" algn="ctr">
                <a:noFill/>
                <a:prstDash val="solid"/>
                <a:round/>
                <a:headEnd type="none" w="med" len="med"/>
                <a:tailEnd type="none" w="med" len="med"/>
              </a:ln>
              <a:effectLst/>
            </p:spPr>
          </p:sp>
          <p:sp>
            <p:nvSpPr>
              <p:cNvPr id="1000359" name="feature_2">
                <a:extLst>
                  <a:ext uri="{FF2B5EF4-FFF2-40B4-BE49-F238E27FC236}">
                    <a16:creationId xmlns:a16="http://schemas.microsoft.com/office/drawing/2014/main" id="{FEE9123E-01B4-6D22-0669-0616E6B3C95E}"/>
                  </a:ext>
                </a:extLst>
              </p:cNvPr>
              <p:cNvSpPr/>
              <p:nvPr/>
            </p:nvSpPr>
            <p:spPr>
              <a:xfrm>
                <a:off x="2698393" y="4746825"/>
                <a:ext cx="53968" cy="72270"/>
              </a:xfrm>
              <a:prstGeom prst="rect">
                <a:avLst/>
              </a:prstGeom>
              <a:solidFill>
                <a:srgbClr val="7EAED0"/>
              </a:solidFill>
              <a:ln w="2103" cap="rnd" cmpd="sng" algn="ctr">
                <a:noFill/>
                <a:prstDash val="solid"/>
                <a:round/>
                <a:headEnd type="none" w="med" len="med"/>
                <a:tailEnd type="none" w="med" len="med"/>
              </a:ln>
              <a:effectLst/>
            </p:spPr>
          </p:sp>
          <p:sp>
            <p:nvSpPr>
              <p:cNvPr id="1000360" name="feature_3">
                <a:extLst>
                  <a:ext uri="{FF2B5EF4-FFF2-40B4-BE49-F238E27FC236}">
                    <a16:creationId xmlns:a16="http://schemas.microsoft.com/office/drawing/2014/main" id="{8A669B8B-F887-C77B-D369-93ACFBC6CF34}"/>
                  </a:ext>
                </a:extLst>
              </p:cNvPr>
              <p:cNvSpPr/>
              <p:nvPr/>
            </p:nvSpPr>
            <p:spPr>
              <a:xfrm>
                <a:off x="2755646" y="4746825"/>
                <a:ext cx="53968" cy="72270"/>
              </a:xfrm>
              <a:prstGeom prst="rect">
                <a:avLst/>
              </a:prstGeom>
              <a:solidFill>
                <a:srgbClr val="BCD8E7"/>
              </a:solidFill>
              <a:ln w="2103" cap="rnd" cmpd="sng" algn="ctr">
                <a:noFill/>
                <a:prstDash val="solid"/>
                <a:round/>
                <a:headEnd type="none" w="med" len="med"/>
                <a:tailEnd type="none" w="med" len="med"/>
              </a:ln>
              <a:effectLst/>
            </p:spPr>
          </p:sp>
          <p:sp>
            <p:nvSpPr>
              <p:cNvPr id="1000361" name="feature_4">
                <a:extLst>
                  <a:ext uri="{FF2B5EF4-FFF2-40B4-BE49-F238E27FC236}">
                    <a16:creationId xmlns:a16="http://schemas.microsoft.com/office/drawing/2014/main" id="{F911A19E-CDAA-597D-7450-14C9F9D9B77B}"/>
                  </a:ext>
                </a:extLst>
              </p:cNvPr>
              <p:cNvSpPr/>
              <p:nvPr/>
            </p:nvSpPr>
            <p:spPr>
              <a:xfrm>
                <a:off x="2812899" y="4746825"/>
                <a:ext cx="53968" cy="72270"/>
              </a:xfrm>
              <a:prstGeom prst="rect">
                <a:avLst/>
              </a:prstGeom>
              <a:solidFill>
                <a:srgbClr val="88C3B4"/>
              </a:solidFill>
              <a:ln w="2103" cap="rnd" cmpd="sng" algn="ctr">
                <a:noFill/>
                <a:prstDash val="solid"/>
                <a:round/>
                <a:headEnd type="none" w="med" len="med"/>
                <a:tailEnd type="none" w="med" len="med"/>
              </a:ln>
              <a:effectLst/>
            </p:spPr>
          </p:sp>
          <p:sp>
            <p:nvSpPr>
              <p:cNvPr id="1000362" name="feature_5">
                <a:extLst>
                  <a:ext uri="{FF2B5EF4-FFF2-40B4-BE49-F238E27FC236}">
                    <a16:creationId xmlns:a16="http://schemas.microsoft.com/office/drawing/2014/main" id="{803B2D6D-BDB6-4236-CD21-501ADD6BCCC9}"/>
                  </a:ext>
                </a:extLst>
              </p:cNvPr>
              <p:cNvSpPr/>
              <p:nvPr/>
            </p:nvSpPr>
            <p:spPr>
              <a:xfrm>
                <a:off x="2870151" y="4746825"/>
                <a:ext cx="53968" cy="72270"/>
              </a:xfrm>
              <a:prstGeom prst="rect">
                <a:avLst/>
              </a:prstGeom>
              <a:solidFill>
                <a:srgbClr val="238777"/>
              </a:solidFill>
              <a:ln w="2103" cap="rnd" cmpd="sng" algn="ctr">
                <a:noFill/>
                <a:prstDash val="solid"/>
                <a:round/>
                <a:headEnd type="none" w="med" len="med"/>
                <a:tailEnd type="none" w="med" len="med"/>
              </a:ln>
              <a:effectLst/>
            </p:spPr>
          </p:sp>
          <p:sp>
            <p:nvSpPr>
              <p:cNvPr id="1000363" name="feature_6">
                <a:extLst>
                  <a:ext uri="{FF2B5EF4-FFF2-40B4-BE49-F238E27FC236}">
                    <a16:creationId xmlns:a16="http://schemas.microsoft.com/office/drawing/2014/main" id="{E75A176D-38DB-153A-227A-7A66D758D675}"/>
                  </a:ext>
                </a:extLst>
              </p:cNvPr>
              <p:cNvSpPr/>
              <p:nvPr/>
            </p:nvSpPr>
            <p:spPr>
              <a:xfrm>
                <a:off x="2927404" y="4746825"/>
                <a:ext cx="53968" cy="72270"/>
              </a:xfrm>
              <a:prstGeom prst="rect">
                <a:avLst/>
              </a:prstGeom>
              <a:solidFill>
                <a:srgbClr val="B1A4CC"/>
              </a:solidFill>
              <a:ln w="2103" cap="rnd" cmpd="sng" algn="ctr">
                <a:noFill/>
                <a:prstDash val="solid"/>
                <a:round/>
                <a:headEnd type="none" w="med" len="med"/>
                <a:tailEnd type="none" w="med" len="med"/>
              </a:ln>
              <a:effectLst/>
            </p:spPr>
          </p:sp>
          <p:sp>
            <p:nvSpPr>
              <p:cNvPr id="1000364" name="feature_7">
                <a:extLst>
                  <a:ext uri="{FF2B5EF4-FFF2-40B4-BE49-F238E27FC236}">
                    <a16:creationId xmlns:a16="http://schemas.microsoft.com/office/drawing/2014/main" id="{167A841C-7CBF-81E7-092C-F8EAAC5D53AD}"/>
                  </a:ext>
                </a:extLst>
              </p:cNvPr>
              <p:cNvSpPr/>
              <p:nvPr/>
            </p:nvSpPr>
            <p:spPr>
              <a:xfrm>
                <a:off x="2984657" y="4746825"/>
                <a:ext cx="53968" cy="72270"/>
              </a:xfrm>
              <a:prstGeom prst="rect">
                <a:avLst/>
              </a:prstGeom>
              <a:solidFill>
                <a:srgbClr val="D4CBE6"/>
              </a:solidFill>
              <a:ln w="2103" cap="rnd" cmpd="sng" algn="ctr">
                <a:noFill/>
                <a:prstDash val="solid"/>
                <a:round/>
                <a:headEnd type="none" w="med" len="med"/>
                <a:tailEnd type="none" w="med" len="med"/>
              </a:ln>
              <a:effectLst/>
            </p:spPr>
          </p:sp>
        </p:grpSp>
        <p:grpSp>
          <p:nvGrpSpPr>
            <p:cNvPr id="1000365" name="Own molecular graph | preserved original">
              <a:extLst>
                <a:ext uri="{FF2B5EF4-FFF2-40B4-BE49-F238E27FC236}">
                  <a16:creationId xmlns:a16="http://schemas.microsoft.com/office/drawing/2014/main" id="{42CBFBDB-49D3-918E-5441-3206387548EB}"/>
                </a:ext>
              </a:extLst>
            </p:cNvPr>
            <p:cNvGrpSpPr/>
            <p:nvPr/>
          </p:nvGrpSpPr>
          <p:grpSpPr>
            <a:xfrm>
              <a:off x="3727661" y="2491442"/>
              <a:ext cx="181883" cy="124645"/>
              <a:chOff x="2933657" y="2962431"/>
              <a:chExt cx="311024" cy="187573"/>
            </a:xfrm>
          </p:grpSpPr>
          <p:cxnSp>
            <p:nvCxnSpPr>
              <p:cNvPr id="1000366" name="path_2698">
                <a:extLst>
                  <a:ext uri="{FF2B5EF4-FFF2-40B4-BE49-F238E27FC236}">
                    <a16:creationId xmlns:a16="http://schemas.microsoft.com/office/drawing/2014/main" id="{58B6D982-F8B2-9F23-024F-D89811E7C149}"/>
                  </a:ext>
                </a:extLst>
              </p:cNvPr>
              <p:cNvCxnSpPr/>
              <p:nvPr/>
            </p:nvCxnSpPr>
            <p:spPr>
              <a:xfrm flipV="1">
                <a:off x="2948439" y="2977214"/>
                <a:ext cx="63663" cy="70463"/>
              </a:xfrm>
              <a:prstGeom prst="line">
                <a:avLst/>
              </a:prstGeom>
              <a:noFill/>
              <a:ln w="2404" cap="rnd" cmpd="sng" algn="ctr">
                <a:solidFill>
                  <a:srgbClr val="238777"/>
                </a:solidFill>
                <a:prstDash val="solid"/>
                <a:round/>
                <a:headEnd type="none" w="med" len="med"/>
                <a:tailEnd type="none" w="med" len="med"/>
              </a:ln>
              <a:effectLst/>
            </p:spPr>
          </p:cxnSp>
          <p:cxnSp>
            <p:nvCxnSpPr>
              <p:cNvPr id="1000367" name="path_2699">
                <a:extLst>
                  <a:ext uri="{FF2B5EF4-FFF2-40B4-BE49-F238E27FC236}">
                    <a16:creationId xmlns:a16="http://schemas.microsoft.com/office/drawing/2014/main" id="{89A94D45-E950-5A21-E2AF-6D426CD82376}"/>
                  </a:ext>
                </a:extLst>
              </p:cNvPr>
              <p:cNvCxnSpPr/>
              <p:nvPr/>
            </p:nvCxnSpPr>
            <p:spPr>
              <a:xfrm>
                <a:off x="3012103" y="2977214"/>
                <a:ext cx="113924" cy="14947"/>
              </a:xfrm>
              <a:prstGeom prst="line">
                <a:avLst/>
              </a:prstGeom>
              <a:noFill/>
              <a:ln w="2404" cap="rnd" cmpd="sng" algn="ctr">
                <a:solidFill>
                  <a:srgbClr val="238777"/>
                </a:solidFill>
                <a:prstDash val="solid"/>
                <a:round/>
                <a:headEnd type="none" w="med" len="med"/>
                <a:tailEnd type="none" w="med" len="med"/>
              </a:ln>
              <a:effectLst/>
            </p:spPr>
          </p:cxnSp>
          <p:cxnSp>
            <p:nvCxnSpPr>
              <p:cNvPr id="1000368" name="path_2700">
                <a:extLst>
                  <a:ext uri="{FF2B5EF4-FFF2-40B4-BE49-F238E27FC236}">
                    <a16:creationId xmlns:a16="http://schemas.microsoft.com/office/drawing/2014/main" id="{C043E0EE-087E-D187-AD9C-2AE818146ABE}"/>
                  </a:ext>
                </a:extLst>
              </p:cNvPr>
              <p:cNvCxnSpPr/>
              <p:nvPr/>
            </p:nvCxnSpPr>
            <p:spPr>
              <a:xfrm>
                <a:off x="3126026" y="2992160"/>
                <a:ext cx="73715" cy="64058"/>
              </a:xfrm>
              <a:prstGeom prst="line">
                <a:avLst/>
              </a:prstGeom>
              <a:noFill/>
              <a:ln w="2404" cap="rnd" cmpd="sng" algn="ctr">
                <a:solidFill>
                  <a:srgbClr val="238777"/>
                </a:solidFill>
                <a:prstDash val="solid"/>
                <a:round/>
                <a:headEnd type="none" w="med" len="med"/>
                <a:tailEnd type="none" w="med" len="med"/>
              </a:ln>
              <a:effectLst/>
            </p:spPr>
          </p:cxnSp>
          <p:cxnSp>
            <p:nvCxnSpPr>
              <p:cNvPr id="1000369" name="path_2701">
                <a:extLst>
                  <a:ext uri="{FF2B5EF4-FFF2-40B4-BE49-F238E27FC236}">
                    <a16:creationId xmlns:a16="http://schemas.microsoft.com/office/drawing/2014/main" id="{B11C0879-A4F0-8ACD-214F-3B540A848B71}"/>
                  </a:ext>
                </a:extLst>
              </p:cNvPr>
              <p:cNvCxnSpPr/>
              <p:nvPr/>
            </p:nvCxnSpPr>
            <p:spPr>
              <a:xfrm flipH="1">
                <a:off x="3129377" y="3056218"/>
                <a:ext cx="70365" cy="79004"/>
              </a:xfrm>
              <a:prstGeom prst="line">
                <a:avLst/>
              </a:prstGeom>
              <a:noFill/>
              <a:ln w="2404" cap="rnd" cmpd="sng" algn="ctr">
                <a:solidFill>
                  <a:srgbClr val="238777"/>
                </a:solidFill>
                <a:prstDash val="solid"/>
                <a:round/>
                <a:headEnd type="none" w="med" len="med"/>
                <a:tailEnd type="none" w="med" len="med"/>
              </a:ln>
              <a:effectLst/>
            </p:spPr>
          </p:cxnSp>
          <p:cxnSp>
            <p:nvCxnSpPr>
              <p:cNvPr id="1000370" name="path_2702">
                <a:extLst>
                  <a:ext uri="{FF2B5EF4-FFF2-40B4-BE49-F238E27FC236}">
                    <a16:creationId xmlns:a16="http://schemas.microsoft.com/office/drawing/2014/main" id="{441B2E1D-AB8F-45EF-9B48-3838978CE97F}"/>
                  </a:ext>
                </a:extLst>
              </p:cNvPr>
              <p:cNvCxnSpPr/>
              <p:nvPr/>
            </p:nvCxnSpPr>
            <p:spPr>
              <a:xfrm flipH="1" flipV="1">
                <a:off x="3012103" y="3116005"/>
                <a:ext cx="117275" cy="19217"/>
              </a:xfrm>
              <a:prstGeom prst="line">
                <a:avLst/>
              </a:prstGeom>
              <a:noFill/>
              <a:ln w="2404" cap="rnd" cmpd="sng" algn="ctr">
                <a:solidFill>
                  <a:srgbClr val="238777"/>
                </a:solidFill>
                <a:prstDash val="solid"/>
                <a:round/>
                <a:headEnd type="none" w="med" len="med"/>
                <a:tailEnd type="none" w="med" len="med"/>
              </a:ln>
              <a:effectLst/>
            </p:spPr>
          </p:cxnSp>
          <p:cxnSp>
            <p:nvCxnSpPr>
              <p:cNvPr id="1000371" name="path_2703">
                <a:extLst>
                  <a:ext uri="{FF2B5EF4-FFF2-40B4-BE49-F238E27FC236}">
                    <a16:creationId xmlns:a16="http://schemas.microsoft.com/office/drawing/2014/main" id="{5FEC3A50-D597-4F8E-EF1E-3F43266B20DF}"/>
                  </a:ext>
                </a:extLst>
              </p:cNvPr>
              <p:cNvCxnSpPr/>
              <p:nvPr/>
            </p:nvCxnSpPr>
            <p:spPr>
              <a:xfrm flipH="1" flipV="1">
                <a:off x="2948439" y="3047677"/>
                <a:ext cx="63663" cy="68328"/>
              </a:xfrm>
              <a:prstGeom prst="line">
                <a:avLst/>
              </a:prstGeom>
              <a:noFill/>
              <a:ln w="2404" cap="rnd" cmpd="sng" algn="ctr">
                <a:solidFill>
                  <a:srgbClr val="238777"/>
                </a:solidFill>
                <a:prstDash val="solid"/>
                <a:round/>
                <a:headEnd type="none" w="med" len="med"/>
                <a:tailEnd type="none" w="med" len="med"/>
              </a:ln>
              <a:effectLst/>
            </p:spPr>
          </p:cxnSp>
          <p:cxnSp>
            <p:nvCxnSpPr>
              <p:cNvPr id="1000372" name="path_2704">
                <a:extLst>
                  <a:ext uri="{FF2B5EF4-FFF2-40B4-BE49-F238E27FC236}">
                    <a16:creationId xmlns:a16="http://schemas.microsoft.com/office/drawing/2014/main" id="{4F54284B-9E16-E40E-6D75-34E56E75D9CB}"/>
                  </a:ext>
                </a:extLst>
              </p:cNvPr>
              <p:cNvCxnSpPr/>
              <p:nvPr/>
            </p:nvCxnSpPr>
            <p:spPr>
              <a:xfrm flipV="1">
                <a:off x="3126026" y="2985754"/>
                <a:ext cx="103872" cy="6406"/>
              </a:xfrm>
              <a:prstGeom prst="line">
                <a:avLst/>
              </a:prstGeom>
              <a:noFill/>
              <a:ln w="2404" cap="rnd" cmpd="sng" algn="ctr">
                <a:solidFill>
                  <a:srgbClr val="238777"/>
                </a:solidFill>
                <a:prstDash val="solid"/>
                <a:round/>
                <a:headEnd type="none" w="med" len="med"/>
                <a:tailEnd type="none" w="med" len="med"/>
              </a:ln>
              <a:effectLst/>
            </p:spPr>
          </p:cxnSp>
          <p:sp>
            <p:nvSpPr>
              <p:cNvPr id="1000373" name="ellipse_2705">
                <a:extLst>
                  <a:ext uri="{FF2B5EF4-FFF2-40B4-BE49-F238E27FC236}">
                    <a16:creationId xmlns:a16="http://schemas.microsoft.com/office/drawing/2014/main" id="{8C895A67-0A11-2D6F-2CB3-7AF48286DCB2}"/>
                  </a:ext>
                </a:extLst>
              </p:cNvPr>
              <p:cNvSpPr/>
              <p:nvPr/>
            </p:nvSpPr>
            <p:spPr>
              <a:xfrm>
                <a:off x="2933657" y="3032894"/>
                <a:ext cx="29565" cy="29565"/>
              </a:xfrm>
              <a:prstGeom prst="ellipse">
                <a:avLst/>
              </a:prstGeom>
              <a:gradFill flip="none" rotWithShape="1">
                <a:gsLst>
                  <a:gs pos="0">
                    <a:srgbClr val="DEEDEB"/>
                  </a:gs>
                  <a:gs pos="43000">
                    <a:srgbClr val="61A99D"/>
                  </a:gs>
                  <a:gs pos="100000">
                    <a:srgbClr val="267D72"/>
                  </a:gs>
                </a:gsLst>
                <a:lin ang="2700000" scaled="1"/>
                <a:tileRect/>
              </a:gradFill>
              <a:ln w="826" cap="rnd" cmpd="sng" algn="ctr">
                <a:noFill/>
                <a:prstDash val="solid"/>
                <a:round/>
                <a:headEnd type="none" w="med" len="med"/>
                <a:tailEnd type="none" w="med" len="med"/>
              </a:ln>
              <a:effectLst/>
            </p:spPr>
          </p:sp>
          <p:sp>
            <p:nvSpPr>
              <p:cNvPr id="1000374" name="ellipse_2706">
                <a:extLst>
                  <a:ext uri="{FF2B5EF4-FFF2-40B4-BE49-F238E27FC236}">
                    <a16:creationId xmlns:a16="http://schemas.microsoft.com/office/drawing/2014/main" id="{31ED1791-7B1A-1AA0-0B8E-E9E16C1A71EB}"/>
                  </a:ext>
                </a:extLst>
              </p:cNvPr>
              <p:cNvSpPr/>
              <p:nvPr/>
            </p:nvSpPr>
            <p:spPr>
              <a:xfrm>
                <a:off x="2997320" y="2962431"/>
                <a:ext cx="29565" cy="29565"/>
              </a:xfrm>
              <a:prstGeom prst="ellipse">
                <a:avLst/>
              </a:prstGeom>
              <a:gradFill flip="none" rotWithShape="1">
                <a:gsLst>
                  <a:gs pos="0">
                    <a:srgbClr val="DEEDEB"/>
                  </a:gs>
                  <a:gs pos="43000">
                    <a:srgbClr val="61A99D"/>
                  </a:gs>
                  <a:gs pos="100000">
                    <a:srgbClr val="267D72"/>
                  </a:gs>
                </a:gsLst>
                <a:lin ang="2700000" scaled="1"/>
                <a:tileRect/>
              </a:gradFill>
              <a:ln w="826" cap="rnd" cmpd="sng" algn="ctr">
                <a:noFill/>
                <a:prstDash val="solid"/>
                <a:round/>
                <a:headEnd type="none" w="med" len="med"/>
                <a:tailEnd type="none" w="med" len="med"/>
              </a:ln>
              <a:effectLst/>
            </p:spPr>
          </p:sp>
          <p:sp>
            <p:nvSpPr>
              <p:cNvPr id="1000375" name="ellipse_2707">
                <a:extLst>
                  <a:ext uri="{FF2B5EF4-FFF2-40B4-BE49-F238E27FC236}">
                    <a16:creationId xmlns:a16="http://schemas.microsoft.com/office/drawing/2014/main" id="{71620213-ABAA-4D0E-CCEF-7745B5DF8BF3}"/>
                  </a:ext>
                </a:extLst>
              </p:cNvPr>
              <p:cNvSpPr/>
              <p:nvPr/>
            </p:nvSpPr>
            <p:spPr>
              <a:xfrm>
                <a:off x="3111244" y="2977378"/>
                <a:ext cx="29565" cy="29565"/>
              </a:xfrm>
              <a:prstGeom prst="ellipse">
                <a:avLst/>
              </a:prstGeom>
              <a:gradFill flip="none" rotWithShape="1">
                <a:gsLst>
                  <a:gs pos="0">
                    <a:srgbClr val="DEEDEB"/>
                  </a:gs>
                  <a:gs pos="43000">
                    <a:srgbClr val="61A99D"/>
                  </a:gs>
                  <a:gs pos="100000">
                    <a:srgbClr val="267D72"/>
                  </a:gs>
                </a:gsLst>
                <a:lin ang="2700000" scaled="1"/>
                <a:tileRect/>
              </a:gradFill>
              <a:ln w="826" cap="rnd" cmpd="sng" algn="ctr">
                <a:noFill/>
                <a:prstDash val="solid"/>
                <a:round/>
                <a:headEnd type="none" w="med" len="med"/>
                <a:tailEnd type="none" w="med" len="med"/>
              </a:ln>
              <a:effectLst/>
            </p:spPr>
          </p:sp>
          <p:sp>
            <p:nvSpPr>
              <p:cNvPr id="1000376" name="ellipse_2708">
                <a:extLst>
                  <a:ext uri="{FF2B5EF4-FFF2-40B4-BE49-F238E27FC236}">
                    <a16:creationId xmlns:a16="http://schemas.microsoft.com/office/drawing/2014/main" id="{F7C3A412-E448-353C-CBBE-746A90BF96E5}"/>
                  </a:ext>
                </a:extLst>
              </p:cNvPr>
              <p:cNvSpPr/>
              <p:nvPr/>
            </p:nvSpPr>
            <p:spPr>
              <a:xfrm>
                <a:off x="3184959" y="3041435"/>
                <a:ext cx="29565" cy="29565"/>
              </a:xfrm>
              <a:prstGeom prst="ellipse">
                <a:avLst/>
              </a:prstGeom>
              <a:gradFill flip="none" rotWithShape="1">
                <a:gsLst>
                  <a:gs pos="0">
                    <a:srgbClr val="DEEDEB"/>
                  </a:gs>
                  <a:gs pos="43000">
                    <a:srgbClr val="61A99D"/>
                  </a:gs>
                  <a:gs pos="100000">
                    <a:srgbClr val="267D72"/>
                  </a:gs>
                </a:gsLst>
                <a:lin ang="2700000" scaled="1"/>
                <a:tileRect/>
              </a:gradFill>
              <a:ln w="826" cap="rnd" cmpd="sng" algn="ctr">
                <a:noFill/>
                <a:prstDash val="solid"/>
                <a:round/>
                <a:headEnd type="none" w="med" len="med"/>
                <a:tailEnd type="none" w="med" len="med"/>
              </a:ln>
              <a:effectLst/>
            </p:spPr>
          </p:sp>
          <p:sp>
            <p:nvSpPr>
              <p:cNvPr id="1000377" name="ellipse_2709">
                <a:extLst>
                  <a:ext uri="{FF2B5EF4-FFF2-40B4-BE49-F238E27FC236}">
                    <a16:creationId xmlns:a16="http://schemas.microsoft.com/office/drawing/2014/main" id="{417040C1-3347-2F34-D80B-888AB541C278}"/>
                  </a:ext>
                </a:extLst>
              </p:cNvPr>
              <p:cNvSpPr/>
              <p:nvPr/>
            </p:nvSpPr>
            <p:spPr>
              <a:xfrm>
                <a:off x="3114595" y="3120439"/>
                <a:ext cx="29565" cy="29565"/>
              </a:xfrm>
              <a:prstGeom prst="ellipse">
                <a:avLst/>
              </a:prstGeom>
              <a:gradFill flip="none" rotWithShape="1">
                <a:gsLst>
                  <a:gs pos="0">
                    <a:srgbClr val="DEEDEB"/>
                  </a:gs>
                  <a:gs pos="43000">
                    <a:srgbClr val="61A99D"/>
                  </a:gs>
                  <a:gs pos="100000">
                    <a:srgbClr val="267D72"/>
                  </a:gs>
                </a:gsLst>
                <a:lin ang="2700000" scaled="1"/>
                <a:tileRect/>
              </a:gradFill>
              <a:ln w="826" cap="rnd" cmpd="sng" algn="ctr">
                <a:noFill/>
                <a:prstDash val="solid"/>
                <a:round/>
                <a:headEnd type="none" w="med" len="med"/>
                <a:tailEnd type="none" w="med" len="med"/>
              </a:ln>
              <a:effectLst/>
            </p:spPr>
          </p:sp>
          <p:sp>
            <p:nvSpPr>
              <p:cNvPr id="1000378" name="ellipse_2710">
                <a:extLst>
                  <a:ext uri="{FF2B5EF4-FFF2-40B4-BE49-F238E27FC236}">
                    <a16:creationId xmlns:a16="http://schemas.microsoft.com/office/drawing/2014/main" id="{4B6822BA-B5DA-F9E4-0112-D7A6F053B34D}"/>
                  </a:ext>
                </a:extLst>
              </p:cNvPr>
              <p:cNvSpPr/>
              <p:nvPr/>
            </p:nvSpPr>
            <p:spPr>
              <a:xfrm>
                <a:off x="2997320" y="3101222"/>
                <a:ext cx="29565" cy="29565"/>
              </a:xfrm>
              <a:prstGeom prst="ellipse">
                <a:avLst/>
              </a:prstGeom>
              <a:gradFill flip="none" rotWithShape="1">
                <a:gsLst>
                  <a:gs pos="0">
                    <a:srgbClr val="DEEDEB"/>
                  </a:gs>
                  <a:gs pos="43000">
                    <a:srgbClr val="61A99D"/>
                  </a:gs>
                  <a:gs pos="100000">
                    <a:srgbClr val="267D72"/>
                  </a:gs>
                </a:gsLst>
                <a:lin ang="2700000" scaled="1"/>
                <a:tileRect/>
              </a:gradFill>
              <a:ln w="826" cap="rnd" cmpd="sng" algn="ctr">
                <a:noFill/>
                <a:prstDash val="solid"/>
                <a:round/>
                <a:headEnd type="none" w="med" len="med"/>
                <a:tailEnd type="none" w="med" len="med"/>
              </a:ln>
              <a:effectLst/>
            </p:spPr>
          </p:sp>
          <p:sp>
            <p:nvSpPr>
              <p:cNvPr id="1000379" name="ellipse_2711">
                <a:extLst>
                  <a:ext uri="{FF2B5EF4-FFF2-40B4-BE49-F238E27FC236}">
                    <a16:creationId xmlns:a16="http://schemas.microsoft.com/office/drawing/2014/main" id="{394CCD00-DB7A-B976-D763-8B4141060831}"/>
                  </a:ext>
                </a:extLst>
              </p:cNvPr>
              <p:cNvSpPr/>
              <p:nvPr/>
            </p:nvSpPr>
            <p:spPr>
              <a:xfrm>
                <a:off x="3215116" y="2970972"/>
                <a:ext cx="29565" cy="29565"/>
              </a:xfrm>
              <a:prstGeom prst="ellipse">
                <a:avLst/>
              </a:prstGeom>
              <a:gradFill flip="none" rotWithShape="1">
                <a:gsLst>
                  <a:gs pos="0">
                    <a:srgbClr val="DEEDEB"/>
                  </a:gs>
                  <a:gs pos="43000">
                    <a:srgbClr val="61A99D"/>
                  </a:gs>
                  <a:gs pos="100000">
                    <a:srgbClr val="267D72"/>
                  </a:gs>
                </a:gsLst>
                <a:lin ang="2700000" scaled="1"/>
                <a:tileRect/>
              </a:gradFill>
              <a:ln w="826" cap="rnd" cmpd="sng" algn="ctr">
                <a:noFill/>
                <a:prstDash val="solid"/>
                <a:round/>
                <a:headEnd type="none" w="med" len="med"/>
                <a:tailEnd type="none" w="med" len="med"/>
              </a:ln>
              <a:effectLst/>
            </p:spPr>
          </p:sp>
        </p:grpSp>
        <p:grpSp>
          <p:nvGrpSpPr>
            <p:cNvPr id="1000380" name="Language vector v_k">
              <a:extLst>
                <a:ext uri="{FF2B5EF4-FFF2-40B4-BE49-F238E27FC236}">
                  <a16:creationId xmlns:a16="http://schemas.microsoft.com/office/drawing/2014/main" id="{4A5A1330-31CF-726F-ECC5-F3E1055C2739}"/>
                </a:ext>
              </a:extLst>
            </p:cNvPr>
            <p:cNvGrpSpPr/>
            <p:nvPr/>
          </p:nvGrpSpPr>
          <p:grpSpPr>
            <a:xfrm>
              <a:off x="4630947" y="2736646"/>
              <a:ext cx="253410" cy="28800"/>
              <a:chOff x="3942000" y="3774465"/>
              <a:chExt cx="338355" cy="75555"/>
            </a:xfrm>
          </p:grpSpPr>
          <p:sp>
            <p:nvSpPr>
              <p:cNvPr id="1000381" name="feature_1">
                <a:extLst>
                  <a:ext uri="{FF2B5EF4-FFF2-40B4-BE49-F238E27FC236}">
                    <a16:creationId xmlns:a16="http://schemas.microsoft.com/office/drawing/2014/main" id="{C074293D-C5D5-57FE-B191-74F5C11C1105}"/>
                  </a:ext>
                </a:extLst>
              </p:cNvPr>
              <p:cNvSpPr/>
              <p:nvPr/>
            </p:nvSpPr>
            <p:spPr>
              <a:xfrm>
                <a:off x="3942000" y="3774465"/>
                <a:ext cx="45521" cy="75555"/>
              </a:xfrm>
              <a:prstGeom prst="rect">
                <a:avLst/>
              </a:prstGeom>
              <a:solidFill>
                <a:srgbClr val="88AAC7"/>
              </a:solidFill>
              <a:ln w="2103" cap="rnd" cmpd="sng" algn="ctr">
                <a:noFill/>
                <a:prstDash val="solid"/>
                <a:round/>
                <a:headEnd type="none" w="med" len="med"/>
                <a:tailEnd type="none" w="med" len="med"/>
              </a:ln>
              <a:effectLst/>
            </p:spPr>
          </p:sp>
          <p:sp>
            <p:nvSpPr>
              <p:cNvPr id="1000382" name="feature_2">
                <a:extLst>
                  <a:ext uri="{FF2B5EF4-FFF2-40B4-BE49-F238E27FC236}">
                    <a16:creationId xmlns:a16="http://schemas.microsoft.com/office/drawing/2014/main" id="{15B581F3-9878-A49D-AD1A-8E32BD598CA5}"/>
                  </a:ext>
                </a:extLst>
              </p:cNvPr>
              <p:cNvSpPr/>
              <p:nvPr/>
            </p:nvSpPr>
            <p:spPr>
              <a:xfrm>
                <a:off x="3990806" y="3774465"/>
                <a:ext cx="45521" cy="75555"/>
              </a:xfrm>
              <a:prstGeom prst="rect">
                <a:avLst/>
              </a:prstGeom>
              <a:solidFill>
                <a:srgbClr val="6F98BB"/>
              </a:solidFill>
              <a:ln w="2103" cap="rnd" cmpd="sng" algn="ctr">
                <a:noFill/>
                <a:prstDash val="solid"/>
                <a:round/>
                <a:headEnd type="none" w="med" len="med"/>
                <a:tailEnd type="none" w="med" len="med"/>
              </a:ln>
              <a:effectLst/>
            </p:spPr>
          </p:sp>
          <p:sp>
            <p:nvSpPr>
              <p:cNvPr id="1000383" name="feature_3">
                <a:extLst>
                  <a:ext uri="{FF2B5EF4-FFF2-40B4-BE49-F238E27FC236}">
                    <a16:creationId xmlns:a16="http://schemas.microsoft.com/office/drawing/2014/main" id="{B76C73DC-2E73-70B3-44FF-604D015E76C2}"/>
                  </a:ext>
                </a:extLst>
              </p:cNvPr>
              <p:cNvSpPr/>
              <p:nvPr/>
            </p:nvSpPr>
            <p:spPr>
              <a:xfrm>
                <a:off x="4039611" y="3774465"/>
                <a:ext cx="45521" cy="75555"/>
              </a:xfrm>
              <a:prstGeom prst="rect">
                <a:avLst/>
              </a:prstGeom>
              <a:solidFill>
                <a:srgbClr val="AAC2D6"/>
              </a:solidFill>
              <a:ln w="2103" cap="rnd" cmpd="sng" algn="ctr">
                <a:noFill/>
                <a:prstDash val="solid"/>
                <a:round/>
                <a:headEnd type="none" w="med" len="med"/>
                <a:tailEnd type="none" w="med" len="med"/>
              </a:ln>
              <a:effectLst/>
            </p:spPr>
          </p:sp>
          <p:sp>
            <p:nvSpPr>
              <p:cNvPr id="1000384" name="feature_4">
                <a:extLst>
                  <a:ext uri="{FF2B5EF4-FFF2-40B4-BE49-F238E27FC236}">
                    <a16:creationId xmlns:a16="http://schemas.microsoft.com/office/drawing/2014/main" id="{75BA6B96-9C08-1A1B-0176-A8714B917584}"/>
                  </a:ext>
                </a:extLst>
              </p:cNvPr>
              <p:cNvSpPr/>
              <p:nvPr/>
            </p:nvSpPr>
            <p:spPr>
              <a:xfrm>
                <a:off x="4088417" y="3774465"/>
                <a:ext cx="45521" cy="75555"/>
              </a:xfrm>
              <a:prstGeom prst="rect">
                <a:avLst/>
              </a:prstGeom>
              <a:solidFill>
                <a:srgbClr val="507FA8"/>
              </a:solidFill>
              <a:ln w="2103" cap="rnd" cmpd="sng" algn="ctr">
                <a:noFill/>
                <a:prstDash val="solid"/>
                <a:round/>
                <a:headEnd type="none" w="med" len="med"/>
                <a:tailEnd type="none" w="med" len="med"/>
              </a:ln>
              <a:effectLst/>
            </p:spPr>
          </p:sp>
          <p:sp>
            <p:nvSpPr>
              <p:cNvPr id="1000385" name="feature_5">
                <a:extLst>
                  <a:ext uri="{FF2B5EF4-FFF2-40B4-BE49-F238E27FC236}">
                    <a16:creationId xmlns:a16="http://schemas.microsoft.com/office/drawing/2014/main" id="{C99DD340-D5D6-A09D-9555-47740A2082D2}"/>
                  </a:ext>
                </a:extLst>
              </p:cNvPr>
              <p:cNvSpPr/>
              <p:nvPr/>
            </p:nvSpPr>
            <p:spPr>
              <a:xfrm>
                <a:off x="4137223" y="3774465"/>
                <a:ext cx="45521" cy="75555"/>
              </a:xfrm>
              <a:prstGeom prst="rect">
                <a:avLst/>
              </a:prstGeom>
              <a:solidFill>
                <a:srgbClr val="BFD2E1"/>
              </a:solidFill>
              <a:ln w="2103" cap="rnd" cmpd="sng" algn="ctr">
                <a:noFill/>
                <a:prstDash val="solid"/>
                <a:round/>
                <a:headEnd type="none" w="med" len="med"/>
                <a:tailEnd type="none" w="med" len="med"/>
              </a:ln>
              <a:effectLst/>
            </p:spPr>
          </p:sp>
          <p:sp>
            <p:nvSpPr>
              <p:cNvPr id="1000386" name="feature_6">
                <a:extLst>
                  <a:ext uri="{FF2B5EF4-FFF2-40B4-BE49-F238E27FC236}">
                    <a16:creationId xmlns:a16="http://schemas.microsoft.com/office/drawing/2014/main" id="{A932DF92-B221-06AE-2DF4-80B4463D46E8}"/>
                  </a:ext>
                </a:extLst>
              </p:cNvPr>
              <p:cNvSpPr/>
              <p:nvPr/>
            </p:nvSpPr>
            <p:spPr>
              <a:xfrm>
                <a:off x="4186029" y="3774465"/>
                <a:ext cx="45521" cy="75555"/>
              </a:xfrm>
              <a:prstGeom prst="rect">
                <a:avLst/>
              </a:prstGeom>
              <a:solidFill>
                <a:srgbClr val="739DBF"/>
              </a:solidFill>
              <a:ln w="2103" cap="rnd" cmpd="sng" algn="ctr">
                <a:noFill/>
                <a:prstDash val="solid"/>
                <a:round/>
                <a:headEnd type="none" w="med" len="med"/>
                <a:tailEnd type="none" w="med" len="med"/>
              </a:ln>
              <a:effectLst/>
            </p:spPr>
          </p:sp>
          <p:sp>
            <p:nvSpPr>
              <p:cNvPr id="1000387" name="feature_7">
                <a:extLst>
                  <a:ext uri="{FF2B5EF4-FFF2-40B4-BE49-F238E27FC236}">
                    <a16:creationId xmlns:a16="http://schemas.microsoft.com/office/drawing/2014/main" id="{449FAB91-1CCD-D0B5-7BD1-9E11DD613202}"/>
                  </a:ext>
                </a:extLst>
              </p:cNvPr>
              <p:cNvSpPr/>
              <p:nvPr/>
            </p:nvSpPr>
            <p:spPr>
              <a:xfrm>
                <a:off x="4234834" y="3774465"/>
                <a:ext cx="45521" cy="75555"/>
              </a:xfrm>
              <a:prstGeom prst="rect">
                <a:avLst/>
              </a:prstGeom>
              <a:solidFill>
                <a:srgbClr val="96B8D0"/>
              </a:solidFill>
              <a:ln w="2103" cap="rnd" cmpd="sng" algn="ctr">
                <a:noFill/>
                <a:prstDash val="solid"/>
                <a:round/>
                <a:headEnd type="none" w="med" len="med"/>
                <a:tailEnd type="none" w="med" len="med"/>
              </a:ln>
              <a:effectLst/>
            </p:spPr>
          </p:sp>
        </p:grpSp>
        <p:grpSp>
          <p:nvGrpSpPr>
            <p:cNvPr id="1000388" name="Language vector v_k">
              <a:extLst>
                <a:ext uri="{FF2B5EF4-FFF2-40B4-BE49-F238E27FC236}">
                  <a16:creationId xmlns:a16="http://schemas.microsoft.com/office/drawing/2014/main" id="{1B50249C-BE92-5998-A18F-FE7E9716C35D}"/>
                </a:ext>
              </a:extLst>
            </p:cNvPr>
            <p:cNvGrpSpPr/>
            <p:nvPr/>
          </p:nvGrpSpPr>
          <p:grpSpPr>
            <a:xfrm>
              <a:off x="4630947" y="2775015"/>
              <a:ext cx="253410" cy="27978"/>
              <a:chOff x="3942000" y="3774465"/>
              <a:chExt cx="338355" cy="75555"/>
            </a:xfrm>
          </p:grpSpPr>
          <p:sp>
            <p:nvSpPr>
              <p:cNvPr id="1000389" name="feature_1">
                <a:extLst>
                  <a:ext uri="{FF2B5EF4-FFF2-40B4-BE49-F238E27FC236}">
                    <a16:creationId xmlns:a16="http://schemas.microsoft.com/office/drawing/2014/main" id="{A4D85E6E-E915-5C78-7FFD-13E209965EDF}"/>
                  </a:ext>
                </a:extLst>
              </p:cNvPr>
              <p:cNvSpPr/>
              <p:nvPr/>
            </p:nvSpPr>
            <p:spPr>
              <a:xfrm>
                <a:off x="3942000" y="3774465"/>
                <a:ext cx="45521" cy="75555"/>
              </a:xfrm>
              <a:prstGeom prst="rect">
                <a:avLst/>
              </a:prstGeom>
              <a:solidFill>
                <a:srgbClr val="C6A56F"/>
              </a:solidFill>
              <a:ln w="2103" cap="rnd" cmpd="sng" algn="ctr">
                <a:noFill/>
                <a:prstDash val="solid"/>
                <a:round/>
                <a:headEnd type="none" w="med" len="med"/>
                <a:tailEnd type="none" w="med" len="med"/>
              </a:ln>
              <a:effectLst/>
            </p:spPr>
          </p:sp>
          <p:sp>
            <p:nvSpPr>
              <p:cNvPr id="1000390" name="feature_2">
                <a:extLst>
                  <a:ext uri="{FF2B5EF4-FFF2-40B4-BE49-F238E27FC236}">
                    <a16:creationId xmlns:a16="http://schemas.microsoft.com/office/drawing/2014/main" id="{4F4E8DCF-292D-1411-05B7-F639788ACEAB}"/>
                  </a:ext>
                </a:extLst>
              </p:cNvPr>
              <p:cNvSpPr/>
              <p:nvPr/>
            </p:nvSpPr>
            <p:spPr>
              <a:xfrm>
                <a:off x="3990806" y="3774465"/>
                <a:ext cx="45521" cy="75555"/>
              </a:xfrm>
              <a:prstGeom prst="rect">
                <a:avLst/>
              </a:prstGeom>
              <a:solidFill>
                <a:srgbClr val="AF8A50"/>
              </a:solidFill>
              <a:ln w="2103" cap="rnd" cmpd="sng" algn="ctr">
                <a:noFill/>
                <a:prstDash val="solid"/>
                <a:round/>
                <a:headEnd type="none" w="med" len="med"/>
                <a:tailEnd type="none" w="med" len="med"/>
              </a:ln>
              <a:effectLst/>
            </p:spPr>
          </p:sp>
          <p:sp>
            <p:nvSpPr>
              <p:cNvPr id="1000391" name="feature_3">
                <a:extLst>
                  <a:ext uri="{FF2B5EF4-FFF2-40B4-BE49-F238E27FC236}">
                    <a16:creationId xmlns:a16="http://schemas.microsoft.com/office/drawing/2014/main" id="{96254444-0525-1B3D-4315-0094988240F7}"/>
                  </a:ext>
                </a:extLst>
              </p:cNvPr>
              <p:cNvSpPr/>
              <p:nvPr/>
            </p:nvSpPr>
            <p:spPr>
              <a:xfrm>
                <a:off x="4039611" y="3774465"/>
                <a:ext cx="45521" cy="75555"/>
              </a:xfrm>
              <a:prstGeom prst="rect">
                <a:avLst/>
              </a:prstGeom>
              <a:solidFill>
                <a:srgbClr val="DDC6A3"/>
              </a:solidFill>
              <a:ln w="2103" cap="rnd" cmpd="sng" algn="ctr">
                <a:noFill/>
                <a:prstDash val="solid"/>
                <a:round/>
                <a:headEnd type="none" w="med" len="med"/>
                <a:tailEnd type="none" w="med" len="med"/>
              </a:ln>
              <a:effectLst/>
            </p:spPr>
          </p:sp>
          <p:sp>
            <p:nvSpPr>
              <p:cNvPr id="1000392" name="feature_4">
                <a:extLst>
                  <a:ext uri="{FF2B5EF4-FFF2-40B4-BE49-F238E27FC236}">
                    <a16:creationId xmlns:a16="http://schemas.microsoft.com/office/drawing/2014/main" id="{257B7A0B-327C-E4E8-5D22-71160897A032}"/>
                  </a:ext>
                </a:extLst>
              </p:cNvPr>
              <p:cNvSpPr/>
              <p:nvPr/>
            </p:nvSpPr>
            <p:spPr>
              <a:xfrm>
                <a:off x="4088417" y="3774465"/>
                <a:ext cx="45521" cy="75555"/>
              </a:xfrm>
              <a:prstGeom prst="rect">
                <a:avLst/>
              </a:prstGeom>
              <a:solidFill>
                <a:srgbClr val="BF9A62"/>
              </a:solidFill>
              <a:ln w="2103" cap="rnd" cmpd="sng" algn="ctr">
                <a:noFill/>
                <a:prstDash val="solid"/>
                <a:round/>
                <a:headEnd type="none" w="med" len="med"/>
                <a:tailEnd type="none" w="med" len="med"/>
              </a:ln>
              <a:effectLst/>
            </p:spPr>
          </p:sp>
          <p:sp>
            <p:nvSpPr>
              <p:cNvPr id="1000393" name="feature_5">
                <a:extLst>
                  <a:ext uri="{FF2B5EF4-FFF2-40B4-BE49-F238E27FC236}">
                    <a16:creationId xmlns:a16="http://schemas.microsoft.com/office/drawing/2014/main" id="{52C4DF2A-6282-FC5D-40D3-C46F3A84B2D1}"/>
                  </a:ext>
                </a:extLst>
              </p:cNvPr>
              <p:cNvSpPr/>
              <p:nvPr/>
            </p:nvSpPr>
            <p:spPr>
              <a:xfrm>
                <a:off x="4137223" y="3774465"/>
                <a:ext cx="45521" cy="75555"/>
              </a:xfrm>
              <a:prstGeom prst="rect">
                <a:avLst/>
              </a:prstGeom>
              <a:solidFill>
                <a:srgbClr val="E5D4B7"/>
              </a:solidFill>
              <a:ln w="2103" cap="rnd" cmpd="sng" algn="ctr">
                <a:noFill/>
                <a:prstDash val="solid"/>
                <a:round/>
                <a:headEnd type="none" w="med" len="med"/>
                <a:tailEnd type="none" w="med" len="med"/>
              </a:ln>
              <a:effectLst/>
            </p:spPr>
          </p:sp>
          <p:sp>
            <p:nvSpPr>
              <p:cNvPr id="1000394" name="feature_6">
                <a:extLst>
                  <a:ext uri="{FF2B5EF4-FFF2-40B4-BE49-F238E27FC236}">
                    <a16:creationId xmlns:a16="http://schemas.microsoft.com/office/drawing/2014/main" id="{D9BD651B-C6B8-FA55-F283-496396F7502B}"/>
                  </a:ext>
                </a:extLst>
              </p:cNvPr>
              <p:cNvSpPr/>
              <p:nvPr/>
            </p:nvSpPr>
            <p:spPr>
              <a:xfrm>
                <a:off x="4186029" y="3774465"/>
                <a:ext cx="45521" cy="75555"/>
              </a:xfrm>
              <a:prstGeom prst="rect">
                <a:avLst/>
              </a:prstGeom>
              <a:solidFill>
                <a:srgbClr val="AD8241"/>
              </a:solidFill>
              <a:ln w="2103" cap="rnd" cmpd="sng" algn="ctr">
                <a:noFill/>
                <a:prstDash val="solid"/>
                <a:round/>
                <a:headEnd type="none" w="med" len="med"/>
                <a:tailEnd type="none" w="med" len="med"/>
              </a:ln>
              <a:effectLst/>
            </p:spPr>
          </p:sp>
          <p:sp>
            <p:nvSpPr>
              <p:cNvPr id="1000395" name="feature_7">
                <a:extLst>
                  <a:ext uri="{FF2B5EF4-FFF2-40B4-BE49-F238E27FC236}">
                    <a16:creationId xmlns:a16="http://schemas.microsoft.com/office/drawing/2014/main" id="{04CC6CEF-E041-8564-C3D7-BC0318E6AFC4}"/>
                  </a:ext>
                </a:extLst>
              </p:cNvPr>
              <p:cNvSpPr/>
              <p:nvPr/>
            </p:nvSpPr>
            <p:spPr>
              <a:xfrm>
                <a:off x="4234834" y="3774465"/>
                <a:ext cx="45521" cy="75555"/>
              </a:xfrm>
              <a:prstGeom prst="rect">
                <a:avLst/>
              </a:prstGeom>
              <a:solidFill>
                <a:srgbClr val="D5B887"/>
              </a:solidFill>
              <a:ln w="2103" cap="rnd" cmpd="sng" algn="ctr">
                <a:noFill/>
                <a:prstDash val="solid"/>
                <a:round/>
                <a:headEnd type="none" w="med" len="med"/>
                <a:tailEnd type="none" w="med" len="med"/>
              </a:ln>
              <a:effectLst/>
            </p:spPr>
          </p:sp>
        </p:grpSp>
        <p:grpSp>
          <p:nvGrpSpPr>
            <p:cNvPr id="1000396" name="Language vector v_k">
              <a:extLst>
                <a:ext uri="{FF2B5EF4-FFF2-40B4-BE49-F238E27FC236}">
                  <a16:creationId xmlns:a16="http://schemas.microsoft.com/office/drawing/2014/main" id="{33CE17CC-C2CF-A51E-2A64-CA526AC3E199}"/>
                </a:ext>
              </a:extLst>
            </p:cNvPr>
            <p:cNvGrpSpPr/>
            <p:nvPr/>
          </p:nvGrpSpPr>
          <p:grpSpPr>
            <a:xfrm>
              <a:off x="4630947" y="2815552"/>
              <a:ext cx="253410" cy="28800"/>
              <a:chOff x="3942000" y="3774465"/>
              <a:chExt cx="338355" cy="75555"/>
            </a:xfrm>
          </p:grpSpPr>
          <p:sp>
            <p:nvSpPr>
              <p:cNvPr id="1000397" name="feature_1">
                <a:extLst>
                  <a:ext uri="{FF2B5EF4-FFF2-40B4-BE49-F238E27FC236}">
                    <a16:creationId xmlns:a16="http://schemas.microsoft.com/office/drawing/2014/main" id="{9ACC648C-54EF-E325-F705-EA19C3A47D5B}"/>
                  </a:ext>
                </a:extLst>
              </p:cNvPr>
              <p:cNvSpPr/>
              <p:nvPr/>
            </p:nvSpPr>
            <p:spPr>
              <a:xfrm>
                <a:off x="3942000" y="3774465"/>
                <a:ext cx="45521" cy="75555"/>
              </a:xfrm>
              <a:prstGeom prst="rect">
                <a:avLst/>
              </a:prstGeom>
              <a:solidFill>
                <a:srgbClr val="A796B9"/>
              </a:solidFill>
              <a:ln w="2103" cap="rnd" cmpd="sng" algn="ctr">
                <a:noFill/>
                <a:prstDash val="solid"/>
                <a:round/>
                <a:headEnd type="none" w="med" len="med"/>
                <a:tailEnd type="none" w="med" len="med"/>
              </a:ln>
              <a:effectLst/>
            </p:spPr>
          </p:sp>
          <p:sp>
            <p:nvSpPr>
              <p:cNvPr id="1000398" name="feature_2">
                <a:extLst>
                  <a:ext uri="{FF2B5EF4-FFF2-40B4-BE49-F238E27FC236}">
                    <a16:creationId xmlns:a16="http://schemas.microsoft.com/office/drawing/2014/main" id="{4A3987D0-F9F7-FA26-7FDA-6F10E3BB6C6E}"/>
                  </a:ext>
                </a:extLst>
              </p:cNvPr>
              <p:cNvSpPr/>
              <p:nvPr/>
            </p:nvSpPr>
            <p:spPr>
              <a:xfrm>
                <a:off x="3990806" y="3774465"/>
                <a:ext cx="45521" cy="75555"/>
              </a:xfrm>
              <a:prstGeom prst="rect">
                <a:avLst/>
              </a:prstGeom>
              <a:solidFill>
                <a:srgbClr val="C4B5D0"/>
              </a:solidFill>
              <a:ln w="2103" cap="rnd" cmpd="sng" algn="ctr">
                <a:noFill/>
                <a:prstDash val="solid"/>
                <a:round/>
                <a:headEnd type="none" w="med" len="med"/>
                <a:tailEnd type="none" w="med" len="med"/>
              </a:ln>
              <a:effectLst/>
            </p:spPr>
          </p:sp>
          <p:sp>
            <p:nvSpPr>
              <p:cNvPr id="1000399" name="feature_3">
                <a:extLst>
                  <a:ext uri="{FF2B5EF4-FFF2-40B4-BE49-F238E27FC236}">
                    <a16:creationId xmlns:a16="http://schemas.microsoft.com/office/drawing/2014/main" id="{C60B5707-7E9C-B2B6-FDE7-B7D8D5A2B369}"/>
                  </a:ext>
                </a:extLst>
              </p:cNvPr>
              <p:cNvSpPr/>
              <p:nvPr/>
            </p:nvSpPr>
            <p:spPr>
              <a:xfrm>
                <a:off x="4039611" y="3774465"/>
                <a:ext cx="45521" cy="75555"/>
              </a:xfrm>
              <a:prstGeom prst="rect">
                <a:avLst/>
              </a:prstGeom>
              <a:solidFill>
                <a:srgbClr val="8F79A4"/>
              </a:solidFill>
              <a:ln w="2103" cap="rnd" cmpd="sng" algn="ctr">
                <a:noFill/>
                <a:prstDash val="solid"/>
                <a:round/>
                <a:headEnd type="none" w="med" len="med"/>
                <a:tailEnd type="none" w="med" len="med"/>
              </a:ln>
              <a:effectLst/>
            </p:spPr>
          </p:sp>
          <p:sp>
            <p:nvSpPr>
              <p:cNvPr id="1000400" name="feature_4">
                <a:extLst>
                  <a:ext uri="{FF2B5EF4-FFF2-40B4-BE49-F238E27FC236}">
                    <a16:creationId xmlns:a16="http://schemas.microsoft.com/office/drawing/2014/main" id="{04D4309C-9E7E-844E-16FD-7E406E76274C}"/>
                  </a:ext>
                </a:extLst>
              </p:cNvPr>
              <p:cNvSpPr/>
              <p:nvPr/>
            </p:nvSpPr>
            <p:spPr>
              <a:xfrm>
                <a:off x="4088417" y="3774465"/>
                <a:ext cx="45521" cy="75555"/>
              </a:xfrm>
              <a:prstGeom prst="rect">
                <a:avLst/>
              </a:prstGeom>
              <a:solidFill>
                <a:srgbClr val="B2A0C1"/>
              </a:solidFill>
              <a:ln w="2103" cap="rnd" cmpd="sng" algn="ctr">
                <a:noFill/>
                <a:prstDash val="solid"/>
                <a:round/>
                <a:headEnd type="none" w="med" len="med"/>
                <a:tailEnd type="none" w="med" len="med"/>
              </a:ln>
              <a:effectLst/>
            </p:spPr>
          </p:sp>
          <p:sp>
            <p:nvSpPr>
              <p:cNvPr id="1000401" name="feature_5">
                <a:extLst>
                  <a:ext uri="{FF2B5EF4-FFF2-40B4-BE49-F238E27FC236}">
                    <a16:creationId xmlns:a16="http://schemas.microsoft.com/office/drawing/2014/main" id="{C5F18FCD-12E1-88B0-DA10-BE5761EC6A5F}"/>
                  </a:ext>
                </a:extLst>
              </p:cNvPr>
              <p:cNvSpPr/>
              <p:nvPr/>
            </p:nvSpPr>
            <p:spPr>
              <a:xfrm>
                <a:off x="4137223" y="3774465"/>
                <a:ext cx="45521" cy="75555"/>
              </a:xfrm>
              <a:prstGeom prst="rect">
                <a:avLst/>
              </a:prstGeom>
              <a:solidFill>
                <a:srgbClr val="D6CBE0"/>
              </a:solidFill>
              <a:ln w="2103" cap="rnd" cmpd="sng" algn="ctr">
                <a:noFill/>
                <a:prstDash val="solid"/>
                <a:round/>
                <a:headEnd type="none" w="med" len="med"/>
                <a:tailEnd type="none" w="med" len="med"/>
              </a:ln>
              <a:effectLst/>
            </p:spPr>
          </p:sp>
          <p:sp>
            <p:nvSpPr>
              <p:cNvPr id="1000402" name="feature_6">
                <a:extLst>
                  <a:ext uri="{FF2B5EF4-FFF2-40B4-BE49-F238E27FC236}">
                    <a16:creationId xmlns:a16="http://schemas.microsoft.com/office/drawing/2014/main" id="{90518D61-E456-E269-7C70-0C6DC9CDF4F3}"/>
                  </a:ext>
                </a:extLst>
              </p:cNvPr>
              <p:cNvSpPr/>
              <p:nvPr/>
            </p:nvSpPr>
            <p:spPr>
              <a:xfrm>
                <a:off x="4186029" y="3774465"/>
                <a:ext cx="45521" cy="75555"/>
              </a:xfrm>
              <a:prstGeom prst="rect">
                <a:avLst/>
              </a:prstGeom>
              <a:solidFill>
                <a:srgbClr val="A68AB9"/>
              </a:solidFill>
              <a:ln w="2103" cap="rnd" cmpd="sng" algn="ctr">
                <a:noFill/>
                <a:prstDash val="solid"/>
                <a:round/>
                <a:headEnd type="none" w="med" len="med"/>
                <a:tailEnd type="none" w="med" len="med"/>
              </a:ln>
              <a:effectLst/>
            </p:spPr>
          </p:sp>
          <p:sp>
            <p:nvSpPr>
              <p:cNvPr id="1000403" name="feature_7">
                <a:extLst>
                  <a:ext uri="{FF2B5EF4-FFF2-40B4-BE49-F238E27FC236}">
                    <a16:creationId xmlns:a16="http://schemas.microsoft.com/office/drawing/2014/main" id="{8577F2CF-3E20-2788-89E6-A0CB27E6D861}"/>
                  </a:ext>
                </a:extLst>
              </p:cNvPr>
              <p:cNvSpPr/>
              <p:nvPr/>
            </p:nvSpPr>
            <p:spPr>
              <a:xfrm>
                <a:off x="4234834" y="3774465"/>
                <a:ext cx="45521" cy="75555"/>
              </a:xfrm>
              <a:prstGeom prst="rect">
                <a:avLst/>
              </a:prstGeom>
              <a:solidFill>
                <a:srgbClr val="BBA8CC"/>
              </a:solidFill>
              <a:ln w="2103" cap="rnd" cmpd="sng" algn="ctr">
                <a:noFill/>
                <a:prstDash val="solid"/>
                <a:round/>
                <a:headEnd type="none" w="med" len="med"/>
                <a:tailEnd type="none" w="med" len="med"/>
              </a:ln>
              <a:effectLst/>
            </p:spPr>
          </p:sp>
        </p:grpSp>
        <p:grpSp>
          <p:nvGrpSpPr>
            <p:cNvPr id="1000404" name="Language vector v_k">
              <a:extLst>
                <a:ext uri="{FF2B5EF4-FFF2-40B4-BE49-F238E27FC236}">
                  <a16:creationId xmlns:a16="http://schemas.microsoft.com/office/drawing/2014/main" id="{60F5E395-D9A0-285D-C9CF-3BDF6835EFA8}"/>
                </a:ext>
              </a:extLst>
            </p:cNvPr>
            <p:cNvGrpSpPr/>
            <p:nvPr/>
          </p:nvGrpSpPr>
          <p:grpSpPr>
            <a:xfrm>
              <a:off x="4164998" y="2998197"/>
              <a:ext cx="245236" cy="40867"/>
              <a:chOff x="3942000" y="3774465"/>
              <a:chExt cx="338355" cy="75555"/>
            </a:xfrm>
          </p:grpSpPr>
          <p:sp>
            <p:nvSpPr>
              <p:cNvPr id="1000405" name="feature_1">
                <a:extLst>
                  <a:ext uri="{FF2B5EF4-FFF2-40B4-BE49-F238E27FC236}">
                    <a16:creationId xmlns:a16="http://schemas.microsoft.com/office/drawing/2014/main" id="{FC356B20-4E51-F215-B176-8142CBBB119E}"/>
                  </a:ext>
                </a:extLst>
              </p:cNvPr>
              <p:cNvSpPr/>
              <p:nvPr/>
            </p:nvSpPr>
            <p:spPr>
              <a:xfrm>
                <a:off x="3942000" y="3774465"/>
                <a:ext cx="45521" cy="75555"/>
              </a:xfrm>
              <a:prstGeom prst="rect">
                <a:avLst/>
              </a:prstGeom>
              <a:solidFill>
                <a:srgbClr val="3C9B84"/>
              </a:solidFill>
              <a:ln w="2103" cap="rnd" cmpd="sng" algn="ctr">
                <a:noFill/>
                <a:prstDash val="solid"/>
                <a:round/>
                <a:headEnd type="none" w="med" len="med"/>
                <a:tailEnd type="none" w="med" len="med"/>
              </a:ln>
              <a:effectLst/>
            </p:spPr>
          </p:sp>
          <p:sp>
            <p:nvSpPr>
              <p:cNvPr id="1000406" name="feature_2">
                <a:extLst>
                  <a:ext uri="{FF2B5EF4-FFF2-40B4-BE49-F238E27FC236}">
                    <a16:creationId xmlns:a16="http://schemas.microsoft.com/office/drawing/2014/main" id="{6B9E0D98-ECD8-F0FC-B184-570D51C4F839}"/>
                  </a:ext>
                </a:extLst>
              </p:cNvPr>
              <p:cNvSpPr/>
              <p:nvPr/>
            </p:nvSpPr>
            <p:spPr>
              <a:xfrm>
                <a:off x="3990806" y="3774465"/>
                <a:ext cx="45521" cy="75555"/>
              </a:xfrm>
              <a:prstGeom prst="rect">
                <a:avLst/>
              </a:prstGeom>
              <a:solidFill>
                <a:srgbClr val="6FB9A3"/>
              </a:solidFill>
              <a:ln w="2103" cap="rnd" cmpd="sng" algn="ctr">
                <a:noFill/>
                <a:prstDash val="solid"/>
                <a:round/>
                <a:headEnd type="none" w="med" len="med"/>
                <a:tailEnd type="none" w="med" len="med"/>
              </a:ln>
              <a:effectLst/>
            </p:spPr>
          </p:sp>
          <p:sp>
            <p:nvSpPr>
              <p:cNvPr id="1000407" name="feature_3">
                <a:extLst>
                  <a:ext uri="{FF2B5EF4-FFF2-40B4-BE49-F238E27FC236}">
                    <a16:creationId xmlns:a16="http://schemas.microsoft.com/office/drawing/2014/main" id="{ACA14842-79EB-EA7F-31E1-30A1C93DCCF7}"/>
                  </a:ext>
                </a:extLst>
              </p:cNvPr>
              <p:cNvSpPr/>
              <p:nvPr/>
            </p:nvSpPr>
            <p:spPr>
              <a:xfrm>
                <a:off x="4039611" y="3774465"/>
                <a:ext cx="45521" cy="75555"/>
              </a:xfrm>
              <a:prstGeom prst="rect">
                <a:avLst/>
              </a:prstGeom>
              <a:solidFill>
                <a:srgbClr val="ADD8CA"/>
              </a:solidFill>
              <a:ln w="2103" cap="rnd" cmpd="sng" algn="ctr">
                <a:noFill/>
                <a:prstDash val="solid"/>
                <a:round/>
                <a:headEnd type="none" w="med" len="med"/>
                <a:tailEnd type="none" w="med" len="med"/>
              </a:ln>
              <a:effectLst/>
            </p:spPr>
          </p:sp>
          <p:sp>
            <p:nvSpPr>
              <p:cNvPr id="1000408" name="feature_4">
                <a:extLst>
                  <a:ext uri="{FF2B5EF4-FFF2-40B4-BE49-F238E27FC236}">
                    <a16:creationId xmlns:a16="http://schemas.microsoft.com/office/drawing/2014/main" id="{7E86172C-9246-95EC-E773-ECE1CCB04C7E}"/>
                  </a:ext>
                </a:extLst>
              </p:cNvPr>
              <p:cNvSpPr/>
              <p:nvPr/>
            </p:nvSpPr>
            <p:spPr>
              <a:xfrm>
                <a:off x="4088417" y="3774465"/>
                <a:ext cx="45521" cy="75555"/>
              </a:xfrm>
              <a:prstGeom prst="rect">
                <a:avLst/>
              </a:prstGeom>
              <a:solidFill>
                <a:srgbClr val="CBE7DC"/>
              </a:solidFill>
              <a:ln w="2103" cap="rnd" cmpd="sng" algn="ctr">
                <a:noFill/>
                <a:prstDash val="solid"/>
                <a:round/>
                <a:headEnd type="none" w="med" len="med"/>
                <a:tailEnd type="none" w="med" len="med"/>
              </a:ln>
              <a:effectLst/>
            </p:spPr>
          </p:sp>
          <p:sp>
            <p:nvSpPr>
              <p:cNvPr id="1000409" name="feature_5">
                <a:extLst>
                  <a:ext uri="{FF2B5EF4-FFF2-40B4-BE49-F238E27FC236}">
                    <a16:creationId xmlns:a16="http://schemas.microsoft.com/office/drawing/2014/main" id="{86F3F00E-0B51-877B-82BF-DE51E8AB7136}"/>
                  </a:ext>
                </a:extLst>
              </p:cNvPr>
              <p:cNvSpPr/>
              <p:nvPr/>
            </p:nvSpPr>
            <p:spPr>
              <a:xfrm>
                <a:off x="4137223" y="3774465"/>
                <a:ext cx="45521" cy="75555"/>
              </a:xfrm>
              <a:prstGeom prst="rect">
                <a:avLst/>
              </a:prstGeom>
              <a:solidFill>
                <a:srgbClr val="3C9B84"/>
              </a:solidFill>
              <a:ln w="2103" cap="rnd" cmpd="sng" algn="ctr">
                <a:noFill/>
                <a:prstDash val="solid"/>
                <a:round/>
                <a:headEnd type="none" w="med" len="med"/>
                <a:tailEnd type="none" w="med" len="med"/>
              </a:ln>
              <a:effectLst/>
            </p:spPr>
          </p:sp>
          <p:sp>
            <p:nvSpPr>
              <p:cNvPr id="1000410" name="feature_6">
                <a:extLst>
                  <a:ext uri="{FF2B5EF4-FFF2-40B4-BE49-F238E27FC236}">
                    <a16:creationId xmlns:a16="http://schemas.microsoft.com/office/drawing/2014/main" id="{4652F87B-A8E8-4E7C-28D8-8D3AA2C2F7FD}"/>
                  </a:ext>
                </a:extLst>
              </p:cNvPr>
              <p:cNvSpPr/>
              <p:nvPr/>
            </p:nvSpPr>
            <p:spPr>
              <a:xfrm>
                <a:off x="4186029" y="3774465"/>
                <a:ext cx="45521" cy="75555"/>
              </a:xfrm>
              <a:prstGeom prst="rect">
                <a:avLst/>
              </a:prstGeom>
              <a:solidFill>
                <a:srgbClr val="6FB9A3"/>
              </a:solidFill>
              <a:ln w="2103" cap="rnd" cmpd="sng" algn="ctr">
                <a:noFill/>
                <a:prstDash val="solid"/>
                <a:round/>
                <a:headEnd type="none" w="med" len="med"/>
                <a:tailEnd type="none" w="med" len="med"/>
              </a:ln>
              <a:effectLst/>
            </p:spPr>
          </p:sp>
          <p:sp>
            <p:nvSpPr>
              <p:cNvPr id="1000411" name="feature_7">
                <a:extLst>
                  <a:ext uri="{FF2B5EF4-FFF2-40B4-BE49-F238E27FC236}">
                    <a16:creationId xmlns:a16="http://schemas.microsoft.com/office/drawing/2014/main" id="{6A925CD1-ACF0-9BED-08DB-C6F46AF60C3A}"/>
                  </a:ext>
                </a:extLst>
              </p:cNvPr>
              <p:cNvSpPr/>
              <p:nvPr/>
            </p:nvSpPr>
            <p:spPr>
              <a:xfrm>
                <a:off x="4234834" y="3774465"/>
                <a:ext cx="45521" cy="75555"/>
              </a:xfrm>
              <a:prstGeom prst="rect">
                <a:avLst/>
              </a:prstGeom>
              <a:solidFill>
                <a:srgbClr val="ADD8CA"/>
              </a:solidFill>
              <a:ln w="2103" cap="rnd" cmpd="sng" algn="ctr">
                <a:noFill/>
                <a:prstDash val="solid"/>
                <a:round/>
                <a:headEnd type="none" w="med" len="med"/>
                <a:tailEnd type="none" w="med" len="med"/>
              </a:ln>
              <a:effectLst/>
            </p:spPr>
          </p:sp>
        </p:grpSp>
        <p:grpSp>
          <p:nvGrpSpPr>
            <p:cNvPr id="1000412" name="Candidate representation h_j">
              <a:extLst>
                <a:ext uri="{FF2B5EF4-FFF2-40B4-BE49-F238E27FC236}">
                  <a16:creationId xmlns:a16="http://schemas.microsoft.com/office/drawing/2014/main" id="{49E0E358-B68C-79E6-C91D-EDD6ADEC693B}"/>
                </a:ext>
              </a:extLst>
            </p:cNvPr>
            <p:cNvGrpSpPr/>
            <p:nvPr/>
          </p:nvGrpSpPr>
          <p:grpSpPr>
            <a:xfrm>
              <a:off x="4152736" y="3366003"/>
              <a:ext cx="269760" cy="51084"/>
              <a:chOff x="2641140" y="4746825"/>
              <a:chExt cx="397485" cy="72270"/>
            </a:xfrm>
          </p:grpSpPr>
          <p:sp>
            <p:nvSpPr>
              <p:cNvPr id="1000413" name="feature_1">
                <a:extLst>
                  <a:ext uri="{FF2B5EF4-FFF2-40B4-BE49-F238E27FC236}">
                    <a16:creationId xmlns:a16="http://schemas.microsoft.com/office/drawing/2014/main" id="{F14B8775-F6B2-EFAF-3B70-636459AF5059}"/>
                  </a:ext>
                </a:extLst>
              </p:cNvPr>
              <p:cNvSpPr/>
              <p:nvPr/>
            </p:nvSpPr>
            <p:spPr>
              <a:xfrm>
                <a:off x="2641140" y="4746825"/>
                <a:ext cx="53968" cy="72270"/>
              </a:xfrm>
              <a:prstGeom prst="rect">
                <a:avLst/>
              </a:prstGeom>
              <a:solidFill>
                <a:srgbClr val="367FB7"/>
              </a:solidFill>
              <a:ln w="2103" cap="rnd" cmpd="sng" algn="ctr">
                <a:noFill/>
                <a:prstDash val="solid"/>
                <a:round/>
                <a:headEnd type="none" w="med" len="med"/>
                <a:tailEnd type="none" w="med" len="med"/>
              </a:ln>
              <a:effectLst/>
            </p:spPr>
          </p:sp>
          <p:sp>
            <p:nvSpPr>
              <p:cNvPr id="1000414" name="feature_2">
                <a:extLst>
                  <a:ext uri="{FF2B5EF4-FFF2-40B4-BE49-F238E27FC236}">
                    <a16:creationId xmlns:a16="http://schemas.microsoft.com/office/drawing/2014/main" id="{C3CFBD15-37A1-9433-1A7B-DC6156EC17C1}"/>
                  </a:ext>
                </a:extLst>
              </p:cNvPr>
              <p:cNvSpPr/>
              <p:nvPr/>
            </p:nvSpPr>
            <p:spPr>
              <a:xfrm>
                <a:off x="2698393" y="4746825"/>
                <a:ext cx="53968" cy="72270"/>
              </a:xfrm>
              <a:prstGeom prst="rect">
                <a:avLst/>
              </a:prstGeom>
              <a:solidFill>
                <a:srgbClr val="7EAED0"/>
              </a:solidFill>
              <a:ln w="2103" cap="rnd" cmpd="sng" algn="ctr">
                <a:noFill/>
                <a:prstDash val="solid"/>
                <a:round/>
                <a:headEnd type="none" w="med" len="med"/>
                <a:tailEnd type="none" w="med" len="med"/>
              </a:ln>
              <a:effectLst/>
            </p:spPr>
          </p:sp>
          <p:sp>
            <p:nvSpPr>
              <p:cNvPr id="1000415" name="feature_3">
                <a:extLst>
                  <a:ext uri="{FF2B5EF4-FFF2-40B4-BE49-F238E27FC236}">
                    <a16:creationId xmlns:a16="http://schemas.microsoft.com/office/drawing/2014/main" id="{3DAA6F3B-2FE1-E9E0-8A3C-DB21F04104BA}"/>
                  </a:ext>
                </a:extLst>
              </p:cNvPr>
              <p:cNvSpPr/>
              <p:nvPr/>
            </p:nvSpPr>
            <p:spPr>
              <a:xfrm>
                <a:off x="2755646" y="4746825"/>
                <a:ext cx="53968" cy="72270"/>
              </a:xfrm>
              <a:prstGeom prst="rect">
                <a:avLst/>
              </a:prstGeom>
              <a:solidFill>
                <a:srgbClr val="BCD8E7"/>
              </a:solidFill>
              <a:ln w="2103" cap="rnd" cmpd="sng" algn="ctr">
                <a:noFill/>
                <a:prstDash val="solid"/>
                <a:round/>
                <a:headEnd type="none" w="med" len="med"/>
                <a:tailEnd type="none" w="med" len="med"/>
              </a:ln>
              <a:effectLst/>
            </p:spPr>
          </p:sp>
          <p:sp>
            <p:nvSpPr>
              <p:cNvPr id="1000416" name="feature_4">
                <a:extLst>
                  <a:ext uri="{FF2B5EF4-FFF2-40B4-BE49-F238E27FC236}">
                    <a16:creationId xmlns:a16="http://schemas.microsoft.com/office/drawing/2014/main" id="{0CCA9839-DC57-7B24-132F-4AFCC8EB0592}"/>
                  </a:ext>
                </a:extLst>
              </p:cNvPr>
              <p:cNvSpPr/>
              <p:nvPr/>
            </p:nvSpPr>
            <p:spPr>
              <a:xfrm>
                <a:off x="2812899" y="4746825"/>
                <a:ext cx="53968" cy="72270"/>
              </a:xfrm>
              <a:prstGeom prst="rect">
                <a:avLst/>
              </a:prstGeom>
              <a:solidFill>
                <a:srgbClr val="88C3B4"/>
              </a:solidFill>
              <a:ln w="2103" cap="rnd" cmpd="sng" algn="ctr">
                <a:noFill/>
                <a:prstDash val="solid"/>
                <a:round/>
                <a:headEnd type="none" w="med" len="med"/>
                <a:tailEnd type="none" w="med" len="med"/>
              </a:ln>
              <a:effectLst/>
            </p:spPr>
          </p:sp>
          <p:sp>
            <p:nvSpPr>
              <p:cNvPr id="1000417" name="feature_5">
                <a:extLst>
                  <a:ext uri="{FF2B5EF4-FFF2-40B4-BE49-F238E27FC236}">
                    <a16:creationId xmlns:a16="http://schemas.microsoft.com/office/drawing/2014/main" id="{DEC7E748-3E36-74EE-6AAB-B88F261684A6}"/>
                  </a:ext>
                </a:extLst>
              </p:cNvPr>
              <p:cNvSpPr/>
              <p:nvPr/>
            </p:nvSpPr>
            <p:spPr>
              <a:xfrm>
                <a:off x="2870151" y="4746825"/>
                <a:ext cx="53968" cy="72270"/>
              </a:xfrm>
              <a:prstGeom prst="rect">
                <a:avLst/>
              </a:prstGeom>
              <a:solidFill>
                <a:srgbClr val="238777"/>
              </a:solidFill>
              <a:ln w="2103" cap="rnd" cmpd="sng" algn="ctr">
                <a:noFill/>
                <a:prstDash val="solid"/>
                <a:round/>
                <a:headEnd type="none" w="med" len="med"/>
                <a:tailEnd type="none" w="med" len="med"/>
              </a:ln>
              <a:effectLst/>
            </p:spPr>
          </p:sp>
          <p:sp>
            <p:nvSpPr>
              <p:cNvPr id="1000418" name="feature_6">
                <a:extLst>
                  <a:ext uri="{FF2B5EF4-FFF2-40B4-BE49-F238E27FC236}">
                    <a16:creationId xmlns:a16="http://schemas.microsoft.com/office/drawing/2014/main" id="{57B48838-48A3-0F05-2510-D3BF00C0CE4E}"/>
                  </a:ext>
                </a:extLst>
              </p:cNvPr>
              <p:cNvSpPr/>
              <p:nvPr/>
            </p:nvSpPr>
            <p:spPr>
              <a:xfrm>
                <a:off x="2927404" y="4746825"/>
                <a:ext cx="53968" cy="72270"/>
              </a:xfrm>
              <a:prstGeom prst="rect">
                <a:avLst/>
              </a:prstGeom>
              <a:solidFill>
                <a:srgbClr val="B1A4CC"/>
              </a:solidFill>
              <a:ln w="2103" cap="rnd" cmpd="sng" algn="ctr">
                <a:noFill/>
                <a:prstDash val="solid"/>
                <a:round/>
                <a:headEnd type="none" w="med" len="med"/>
                <a:tailEnd type="none" w="med" len="med"/>
              </a:ln>
              <a:effectLst/>
            </p:spPr>
          </p:sp>
          <p:sp>
            <p:nvSpPr>
              <p:cNvPr id="1000419" name="feature_7">
                <a:extLst>
                  <a:ext uri="{FF2B5EF4-FFF2-40B4-BE49-F238E27FC236}">
                    <a16:creationId xmlns:a16="http://schemas.microsoft.com/office/drawing/2014/main" id="{A7975602-492B-DCA8-0AE0-020309198033}"/>
                  </a:ext>
                </a:extLst>
              </p:cNvPr>
              <p:cNvSpPr/>
              <p:nvPr/>
            </p:nvSpPr>
            <p:spPr>
              <a:xfrm>
                <a:off x="2984657" y="4746825"/>
                <a:ext cx="53968" cy="72270"/>
              </a:xfrm>
              <a:prstGeom prst="rect">
                <a:avLst/>
              </a:prstGeom>
              <a:solidFill>
                <a:srgbClr val="D4CBE6"/>
              </a:solidFill>
              <a:ln w="2103" cap="rnd" cmpd="sng" algn="ctr">
                <a:noFill/>
                <a:prstDash val="solid"/>
                <a:round/>
                <a:headEnd type="none" w="med" len="med"/>
                <a:tailEnd type="none" w="med" len="med"/>
              </a:ln>
              <a:effectLst/>
            </p:spPr>
          </p:sp>
        </p:grpSp>
        <p:sp>
          <p:nvSpPr>
            <p:cNvPr id="1000421" name="Arrow 10 | proportional arrowhead">
              <a:extLst>
                <a:ext uri="{FF2B5EF4-FFF2-40B4-BE49-F238E27FC236}">
                  <a16:creationId xmlns:a16="http://schemas.microsoft.com/office/drawing/2014/main" id="{883E7E39-7E16-05BD-7BAB-7BCE5A9CFE72}"/>
                </a:ext>
              </a:extLst>
            </p:cNvPr>
            <p:cNvSpPr/>
            <p:nvPr/>
          </p:nvSpPr>
          <p:spPr>
            <a:xfrm>
              <a:off x="2677234" y="2208436"/>
              <a:ext cx="18393" cy="14304"/>
            </a:xfrm>
            <a:custGeom>
              <a:avLst/>
              <a:gdLst/>
              <a:ahLst/>
              <a:cxnLst/>
              <a:rect l="0" t="0" r="0" b="0"/>
              <a:pathLst>
                <a:path w="85725" h="66675">
                  <a:moveTo>
                    <a:pt x="85725" y="33338"/>
                  </a:moveTo>
                  <a:lnTo>
                    <a:pt x="0" y="0"/>
                  </a:lnTo>
                  <a:lnTo>
                    <a:pt x="0" y="66675"/>
                  </a:lnTo>
                  <a:close/>
                </a:path>
              </a:pathLst>
            </a:custGeom>
            <a:solidFill>
              <a:srgbClr val="397FA6"/>
            </a:solidFill>
            <a:ln w="1">
              <a:noFill/>
            </a:ln>
          </p:spPr>
        </p:sp>
        <p:sp>
          <p:nvSpPr>
            <p:cNvPr id="1000422" name="Arrow 11 | proportional arrowhead">
              <a:extLst>
                <a:ext uri="{FF2B5EF4-FFF2-40B4-BE49-F238E27FC236}">
                  <a16:creationId xmlns:a16="http://schemas.microsoft.com/office/drawing/2014/main" id="{9192CB90-8213-C8A2-7754-B054936E2F0A}"/>
                </a:ext>
              </a:extLst>
            </p:cNvPr>
            <p:cNvSpPr/>
            <p:nvPr/>
          </p:nvSpPr>
          <p:spPr>
            <a:xfrm>
              <a:off x="3173836" y="2208436"/>
              <a:ext cx="18393" cy="14304"/>
            </a:xfrm>
            <a:custGeom>
              <a:avLst/>
              <a:gdLst/>
              <a:ahLst/>
              <a:cxnLst/>
              <a:rect l="0" t="0" r="0" b="0"/>
              <a:pathLst>
                <a:path w="85725" h="66675">
                  <a:moveTo>
                    <a:pt x="85725" y="33338"/>
                  </a:moveTo>
                  <a:lnTo>
                    <a:pt x="0" y="0"/>
                  </a:lnTo>
                  <a:lnTo>
                    <a:pt x="0" y="66675"/>
                  </a:lnTo>
                  <a:close/>
                </a:path>
              </a:pathLst>
            </a:custGeom>
            <a:solidFill>
              <a:srgbClr val="397FA6"/>
            </a:solidFill>
            <a:ln w="1">
              <a:noFill/>
            </a:ln>
          </p:spPr>
        </p:sp>
        <p:sp>
          <p:nvSpPr>
            <p:cNvPr id="1000423" name="Arrow 12 | proportional arrowhead">
              <a:extLst>
                <a:ext uri="{FF2B5EF4-FFF2-40B4-BE49-F238E27FC236}">
                  <a16:creationId xmlns:a16="http://schemas.microsoft.com/office/drawing/2014/main" id="{5721A005-A0A2-B62E-2CE0-A47A79B9A5AA}"/>
                </a:ext>
              </a:extLst>
            </p:cNvPr>
            <p:cNvSpPr/>
            <p:nvPr/>
          </p:nvSpPr>
          <p:spPr>
            <a:xfrm>
              <a:off x="3340392" y="3137827"/>
              <a:ext cx="14305" cy="18390"/>
            </a:xfrm>
            <a:custGeom>
              <a:avLst/>
              <a:gdLst/>
              <a:ahLst/>
              <a:cxnLst/>
              <a:rect l="0" t="0" r="0" b="0"/>
              <a:pathLst>
                <a:path w="66675" h="85725">
                  <a:moveTo>
                    <a:pt x="33338" y="85725"/>
                  </a:moveTo>
                  <a:lnTo>
                    <a:pt x="66675" y="0"/>
                  </a:lnTo>
                  <a:lnTo>
                    <a:pt x="0" y="0"/>
                  </a:lnTo>
                  <a:close/>
                </a:path>
              </a:pathLst>
            </a:custGeom>
            <a:solidFill>
              <a:srgbClr val="397FA6"/>
            </a:solidFill>
            <a:ln w="1">
              <a:noFill/>
            </a:ln>
          </p:spPr>
        </p:sp>
        <p:sp>
          <p:nvSpPr>
            <p:cNvPr id="1000424" name="Arrow 20 | proportional arrowhead">
              <a:extLst>
                <a:ext uri="{FF2B5EF4-FFF2-40B4-BE49-F238E27FC236}">
                  <a16:creationId xmlns:a16="http://schemas.microsoft.com/office/drawing/2014/main" id="{1679209D-BBE7-9DEA-8621-76C125EE1E3C}"/>
                </a:ext>
              </a:extLst>
            </p:cNvPr>
            <p:cNvSpPr/>
            <p:nvPr/>
          </p:nvSpPr>
          <p:spPr>
            <a:xfrm>
              <a:off x="2457543" y="2921133"/>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25" name="Arrow 21 | proportional arrowhead">
              <a:extLst>
                <a:ext uri="{FF2B5EF4-FFF2-40B4-BE49-F238E27FC236}">
                  <a16:creationId xmlns:a16="http://schemas.microsoft.com/office/drawing/2014/main" id="{CE5DDA9A-11DB-D381-053B-7D00CE05E375}"/>
                </a:ext>
              </a:extLst>
            </p:cNvPr>
            <p:cNvSpPr/>
            <p:nvPr/>
          </p:nvSpPr>
          <p:spPr>
            <a:xfrm>
              <a:off x="3005237" y="2921133"/>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26" name="Arrow 23 | proportional arrowhead">
              <a:extLst>
                <a:ext uri="{FF2B5EF4-FFF2-40B4-BE49-F238E27FC236}">
                  <a16:creationId xmlns:a16="http://schemas.microsoft.com/office/drawing/2014/main" id="{F3C5EAFC-0593-24CE-3655-C0F1621DAC8B}"/>
                </a:ext>
              </a:extLst>
            </p:cNvPr>
            <p:cNvSpPr/>
            <p:nvPr/>
          </p:nvSpPr>
          <p:spPr>
            <a:xfrm>
              <a:off x="3237189" y="3009436"/>
              <a:ext cx="18393" cy="14304"/>
            </a:xfrm>
            <a:custGeom>
              <a:avLst/>
              <a:gdLst/>
              <a:ahLst/>
              <a:cxnLst/>
              <a:rect l="0" t="0" r="0" b="0"/>
              <a:pathLst>
                <a:path w="85725" h="66675">
                  <a:moveTo>
                    <a:pt x="0" y="33338"/>
                  </a:moveTo>
                  <a:lnTo>
                    <a:pt x="85725" y="66675"/>
                  </a:lnTo>
                  <a:lnTo>
                    <a:pt x="85725" y="0"/>
                  </a:lnTo>
                  <a:close/>
                </a:path>
              </a:pathLst>
            </a:custGeom>
            <a:solidFill>
              <a:srgbClr val="397FA6"/>
            </a:solidFill>
            <a:ln w="1">
              <a:noFill/>
            </a:ln>
          </p:spPr>
        </p:sp>
        <p:sp>
          <p:nvSpPr>
            <p:cNvPr id="1000427" name="Arrow 26 | proportional arrowhead">
              <a:extLst>
                <a:ext uri="{FF2B5EF4-FFF2-40B4-BE49-F238E27FC236}">
                  <a16:creationId xmlns:a16="http://schemas.microsoft.com/office/drawing/2014/main" id="{809DD83A-7C9D-C0AA-13D3-AF73204FCA24}"/>
                </a:ext>
              </a:extLst>
            </p:cNvPr>
            <p:cNvSpPr/>
            <p:nvPr/>
          </p:nvSpPr>
          <p:spPr>
            <a:xfrm>
              <a:off x="2731390" y="3155537"/>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28" name="Arrow 28 | proportional arrowhead">
              <a:extLst>
                <a:ext uri="{FF2B5EF4-FFF2-40B4-BE49-F238E27FC236}">
                  <a16:creationId xmlns:a16="http://schemas.microsoft.com/office/drawing/2014/main" id="{21101AFA-F39D-D4C2-E87D-2D478E7FF700}"/>
                </a:ext>
              </a:extLst>
            </p:cNvPr>
            <p:cNvSpPr/>
            <p:nvPr/>
          </p:nvSpPr>
          <p:spPr>
            <a:xfrm>
              <a:off x="3218796" y="3217859"/>
              <a:ext cx="18393" cy="14304"/>
            </a:xfrm>
            <a:custGeom>
              <a:avLst/>
              <a:gdLst/>
              <a:ahLst/>
              <a:cxnLst/>
              <a:rect l="0" t="0" r="0" b="0"/>
              <a:pathLst>
                <a:path w="85725" h="66675">
                  <a:moveTo>
                    <a:pt x="85725" y="33338"/>
                  </a:moveTo>
                  <a:lnTo>
                    <a:pt x="0" y="0"/>
                  </a:lnTo>
                  <a:lnTo>
                    <a:pt x="0" y="66675"/>
                  </a:lnTo>
                  <a:close/>
                </a:path>
              </a:pathLst>
            </a:custGeom>
            <a:solidFill>
              <a:srgbClr val="2B887C"/>
            </a:solidFill>
            <a:ln w="1">
              <a:noFill/>
            </a:ln>
          </p:spPr>
        </p:sp>
        <p:sp>
          <p:nvSpPr>
            <p:cNvPr id="1000429" name="Arrow 29 | proportional arrowhead">
              <a:extLst>
                <a:ext uri="{FF2B5EF4-FFF2-40B4-BE49-F238E27FC236}">
                  <a16:creationId xmlns:a16="http://schemas.microsoft.com/office/drawing/2014/main" id="{A17B75CD-A091-EC92-103A-759DE86F2C7F}"/>
                </a:ext>
              </a:extLst>
            </p:cNvPr>
            <p:cNvSpPr/>
            <p:nvPr/>
          </p:nvSpPr>
          <p:spPr>
            <a:xfrm>
              <a:off x="3340392" y="3331266"/>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0" name="Arrow 42 | proportional arrowhead">
              <a:extLst>
                <a:ext uri="{FF2B5EF4-FFF2-40B4-BE49-F238E27FC236}">
                  <a16:creationId xmlns:a16="http://schemas.microsoft.com/office/drawing/2014/main" id="{12790B2D-B35F-FA69-2FB2-769245F8A6C5}"/>
                </a:ext>
              </a:extLst>
            </p:cNvPr>
            <p:cNvSpPr/>
            <p:nvPr/>
          </p:nvSpPr>
          <p:spPr>
            <a:xfrm>
              <a:off x="3810428" y="2447089"/>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1" name="Arrow 44 | proportional arrowhead">
              <a:extLst>
                <a:ext uri="{FF2B5EF4-FFF2-40B4-BE49-F238E27FC236}">
                  <a16:creationId xmlns:a16="http://schemas.microsoft.com/office/drawing/2014/main" id="{8BC8B86D-63A5-DA30-924F-F930090A43BF}"/>
                </a:ext>
              </a:extLst>
            </p:cNvPr>
            <p:cNvSpPr/>
            <p:nvPr/>
          </p:nvSpPr>
          <p:spPr>
            <a:xfrm>
              <a:off x="4280464" y="2481225"/>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2" name="Arrow 45 | proportional arrowhead">
              <a:extLst>
                <a:ext uri="{FF2B5EF4-FFF2-40B4-BE49-F238E27FC236}">
                  <a16:creationId xmlns:a16="http://schemas.microsoft.com/office/drawing/2014/main" id="{D962DB06-7960-4086-0C20-C211CAD67AC5}"/>
                </a:ext>
              </a:extLst>
            </p:cNvPr>
            <p:cNvSpPr/>
            <p:nvPr/>
          </p:nvSpPr>
          <p:spPr>
            <a:xfrm>
              <a:off x="4750499" y="2479182"/>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4" name="Arrow 53 | proportional arrowhead">
              <a:extLst>
                <a:ext uri="{FF2B5EF4-FFF2-40B4-BE49-F238E27FC236}">
                  <a16:creationId xmlns:a16="http://schemas.microsoft.com/office/drawing/2014/main" id="{4A4D91BF-7DEB-CD55-03B1-AA09B38F7443}"/>
                </a:ext>
              </a:extLst>
            </p:cNvPr>
            <p:cNvSpPr/>
            <p:nvPr/>
          </p:nvSpPr>
          <p:spPr>
            <a:xfrm>
              <a:off x="3810428" y="2916463"/>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5" name="Arrow 55 | proportional arrowhead">
              <a:extLst>
                <a:ext uri="{FF2B5EF4-FFF2-40B4-BE49-F238E27FC236}">
                  <a16:creationId xmlns:a16="http://schemas.microsoft.com/office/drawing/2014/main" id="{C3252B6C-0611-DB24-BD50-A0FD415F7BE7}"/>
                </a:ext>
              </a:extLst>
            </p:cNvPr>
            <p:cNvSpPr/>
            <p:nvPr/>
          </p:nvSpPr>
          <p:spPr>
            <a:xfrm>
              <a:off x="4280464" y="2953243"/>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6" name="Arrow 56 | proportional arrowhead">
              <a:extLst>
                <a:ext uri="{FF2B5EF4-FFF2-40B4-BE49-F238E27FC236}">
                  <a16:creationId xmlns:a16="http://schemas.microsoft.com/office/drawing/2014/main" id="{3B25EE88-7A08-EDA7-73C4-A52A6B739D5A}"/>
                </a:ext>
              </a:extLst>
            </p:cNvPr>
            <p:cNvSpPr/>
            <p:nvPr/>
          </p:nvSpPr>
          <p:spPr>
            <a:xfrm>
              <a:off x="4750499" y="2701909"/>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7" name="Arrow 60 | proportional arrowhead">
              <a:extLst>
                <a:ext uri="{FF2B5EF4-FFF2-40B4-BE49-F238E27FC236}">
                  <a16:creationId xmlns:a16="http://schemas.microsoft.com/office/drawing/2014/main" id="{0D6B0C82-AA42-CE76-2BF3-6C333E64243A}"/>
                </a:ext>
              </a:extLst>
            </p:cNvPr>
            <p:cNvSpPr/>
            <p:nvPr/>
          </p:nvSpPr>
          <p:spPr>
            <a:xfrm>
              <a:off x="4750499" y="2916463"/>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8" name="Arrow 62 | proportional arrowhead">
              <a:extLst>
                <a:ext uri="{FF2B5EF4-FFF2-40B4-BE49-F238E27FC236}">
                  <a16:creationId xmlns:a16="http://schemas.microsoft.com/office/drawing/2014/main" id="{870B8169-109A-EFC4-DE6B-6C53F8E184A8}"/>
                </a:ext>
              </a:extLst>
            </p:cNvPr>
            <p:cNvSpPr/>
            <p:nvPr/>
          </p:nvSpPr>
          <p:spPr>
            <a:xfrm>
              <a:off x="4048511" y="3011479"/>
              <a:ext cx="18393" cy="14304"/>
            </a:xfrm>
            <a:custGeom>
              <a:avLst/>
              <a:gdLst/>
              <a:ahLst/>
              <a:cxnLst/>
              <a:rect l="0" t="0" r="0" b="0"/>
              <a:pathLst>
                <a:path w="85725" h="66675">
                  <a:moveTo>
                    <a:pt x="0" y="33338"/>
                  </a:moveTo>
                  <a:lnTo>
                    <a:pt x="85725" y="66675"/>
                  </a:lnTo>
                  <a:lnTo>
                    <a:pt x="85725" y="0"/>
                  </a:lnTo>
                  <a:close/>
                </a:path>
              </a:pathLst>
            </a:custGeom>
            <a:solidFill>
              <a:srgbClr val="397FA6"/>
            </a:solidFill>
            <a:ln w="1">
              <a:noFill/>
            </a:ln>
          </p:spPr>
        </p:sp>
        <p:sp>
          <p:nvSpPr>
            <p:cNvPr id="1000439" name="Arrow 63 | proportional arrowhead">
              <a:extLst>
                <a:ext uri="{FF2B5EF4-FFF2-40B4-BE49-F238E27FC236}">
                  <a16:creationId xmlns:a16="http://schemas.microsoft.com/office/drawing/2014/main" id="{AAD6CDC8-DFC3-EC61-11CB-0AACC6968247}"/>
                </a:ext>
              </a:extLst>
            </p:cNvPr>
            <p:cNvSpPr/>
            <p:nvPr/>
          </p:nvSpPr>
          <p:spPr>
            <a:xfrm>
              <a:off x="4508329" y="3011479"/>
              <a:ext cx="18393" cy="14304"/>
            </a:xfrm>
            <a:custGeom>
              <a:avLst/>
              <a:gdLst/>
              <a:ahLst/>
              <a:cxnLst/>
              <a:rect l="0" t="0" r="0" b="0"/>
              <a:pathLst>
                <a:path w="85725" h="66675">
                  <a:moveTo>
                    <a:pt x="85725" y="33338"/>
                  </a:moveTo>
                  <a:lnTo>
                    <a:pt x="0" y="0"/>
                  </a:lnTo>
                  <a:lnTo>
                    <a:pt x="0" y="66675"/>
                  </a:lnTo>
                  <a:close/>
                </a:path>
              </a:pathLst>
            </a:custGeom>
            <a:solidFill>
              <a:srgbClr val="397FA6"/>
            </a:solidFill>
            <a:ln w="1">
              <a:noFill/>
            </a:ln>
          </p:spPr>
        </p:sp>
        <p:sp>
          <p:nvSpPr>
            <p:cNvPr id="1000440" name="Arrow 66 | proportional arrowhead">
              <a:extLst>
                <a:ext uri="{FF2B5EF4-FFF2-40B4-BE49-F238E27FC236}">
                  <a16:creationId xmlns:a16="http://schemas.microsoft.com/office/drawing/2014/main" id="{85574A67-AF70-D63E-A2D3-E8A04E07668F}"/>
                </a:ext>
              </a:extLst>
            </p:cNvPr>
            <p:cNvSpPr/>
            <p:nvPr/>
          </p:nvSpPr>
          <p:spPr>
            <a:xfrm>
              <a:off x="4122082" y="3217859"/>
              <a:ext cx="18393" cy="14304"/>
            </a:xfrm>
            <a:custGeom>
              <a:avLst/>
              <a:gdLst/>
              <a:ahLst/>
              <a:cxnLst/>
              <a:rect l="0" t="0" r="0" b="0"/>
              <a:pathLst>
                <a:path w="85725" h="66675">
                  <a:moveTo>
                    <a:pt x="85725" y="33338"/>
                  </a:moveTo>
                  <a:lnTo>
                    <a:pt x="0" y="0"/>
                  </a:lnTo>
                  <a:lnTo>
                    <a:pt x="0" y="66675"/>
                  </a:lnTo>
                  <a:close/>
                </a:path>
              </a:pathLst>
            </a:custGeom>
            <a:solidFill>
              <a:srgbClr val="2B887C"/>
            </a:solidFill>
            <a:ln w="1">
              <a:noFill/>
            </a:ln>
          </p:spPr>
        </p:sp>
        <p:sp>
          <p:nvSpPr>
            <p:cNvPr id="1000441" name="Arrow 67 | proportional arrowhead">
              <a:extLst>
                <a:ext uri="{FF2B5EF4-FFF2-40B4-BE49-F238E27FC236}">
                  <a16:creationId xmlns:a16="http://schemas.microsoft.com/office/drawing/2014/main" id="{FC61A5F7-5A0B-C74D-6DD8-5576EA21E9D0}"/>
                </a:ext>
              </a:extLst>
            </p:cNvPr>
            <p:cNvSpPr/>
            <p:nvPr/>
          </p:nvSpPr>
          <p:spPr>
            <a:xfrm>
              <a:off x="4434758" y="3217859"/>
              <a:ext cx="18393" cy="14304"/>
            </a:xfrm>
            <a:custGeom>
              <a:avLst/>
              <a:gdLst/>
              <a:ahLst/>
              <a:cxnLst/>
              <a:rect l="0" t="0" r="0" b="0"/>
              <a:pathLst>
                <a:path w="85725" h="66675">
                  <a:moveTo>
                    <a:pt x="0" y="33338"/>
                  </a:moveTo>
                  <a:lnTo>
                    <a:pt x="85725" y="66675"/>
                  </a:lnTo>
                  <a:lnTo>
                    <a:pt x="85725" y="0"/>
                  </a:lnTo>
                  <a:close/>
                </a:path>
              </a:pathLst>
            </a:custGeom>
            <a:solidFill>
              <a:srgbClr val="2B887C"/>
            </a:solidFill>
            <a:ln w="1">
              <a:noFill/>
            </a:ln>
          </p:spPr>
        </p:sp>
        <p:sp>
          <p:nvSpPr>
            <p:cNvPr id="1000442" name="Arrow 68 | proportional arrowhead">
              <a:extLst>
                <a:ext uri="{FF2B5EF4-FFF2-40B4-BE49-F238E27FC236}">
                  <a16:creationId xmlns:a16="http://schemas.microsoft.com/office/drawing/2014/main" id="{65DEC0D0-18A5-924D-9734-9607FD44BDE1}"/>
                </a:ext>
              </a:extLst>
            </p:cNvPr>
            <p:cNvSpPr/>
            <p:nvPr/>
          </p:nvSpPr>
          <p:spPr>
            <a:xfrm>
              <a:off x="4280464" y="3137827"/>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43" name="Arrow 69 | proportional arrowhead">
              <a:extLst>
                <a:ext uri="{FF2B5EF4-FFF2-40B4-BE49-F238E27FC236}">
                  <a16:creationId xmlns:a16="http://schemas.microsoft.com/office/drawing/2014/main" id="{93CC0263-CBA4-2BB2-1B30-E8A0CE82BDC6}"/>
                </a:ext>
              </a:extLst>
            </p:cNvPr>
            <p:cNvSpPr/>
            <p:nvPr/>
          </p:nvSpPr>
          <p:spPr>
            <a:xfrm>
              <a:off x="4280464" y="3331266"/>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44" name="Arrow 71 | proportional arrowhead">
              <a:extLst>
                <a:ext uri="{FF2B5EF4-FFF2-40B4-BE49-F238E27FC236}">
                  <a16:creationId xmlns:a16="http://schemas.microsoft.com/office/drawing/2014/main" id="{42756275-3D3A-0E05-99FC-DD3E4E7A2AC8}"/>
                </a:ext>
              </a:extLst>
            </p:cNvPr>
            <p:cNvSpPr/>
            <p:nvPr/>
          </p:nvSpPr>
          <p:spPr>
            <a:xfrm>
              <a:off x="2457543" y="3503682"/>
              <a:ext cx="14305" cy="18390"/>
            </a:xfrm>
            <a:custGeom>
              <a:avLst/>
              <a:gdLst/>
              <a:ahLst/>
              <a:cxnLst/>
              <a:rect l="0" t="0" r="0" b="0"/>
              <a:pathLst>
                <a:path w="66675" h="85725">
                  <a:moveTo>
                    <a:pt x="33338" y="85725"/>
                  </a:moveTo>
                  <a:lnTo>
                    <a:pt x="66675" y="0"/>
                  </a:lnTo>
                  <a:lnTo>
                    <a:pt x="0" y="0"/>
                  </a:lnTo>
                  <a:close/>
                </a:path>
              </a:pathLst>
            </a:custGeom>
            <a:solidFill>
              <a:srgbClr val="397FA6"/>
            </a:solidFill>
            <a:ln w="1">
              <a:noFill/>
            </a:ln>
          </p:spPr>
        </p:sp>
        <p:sp>
          <p:nvSpPr>
            <p:cNvPr id="1000445" name="Arrow 72 | proportional arrowhead">
              <a:extLst>
                <a:ext uri="{FF2B5EF4-FFF2-40B4-BE49-F238E27FC236}">
                  <a16:creationId xmlns:a16="http://schemas.microsoft.com/office/drawing/2014/main" id="{AE0C9CC2-716E-E252-45E1-50FB6E1913B8}"/>
                </a:ext>
              </a:extLst>
            </p:cNvPr>
            <p:cNvSpPr/>
            <p:nvPr/>
          </p:nvSpPr>
          <p:spPr>
            <a:xfrm>
              <a:off x="2779415" y="3577492"/>
              <a:ext cx="18393" cy="14304"/>
            </a:xfrm>
            <a:custGeom>
              <a:avLst/>
              <a:gdLst/>
              <a:ahLst/>
              <a:cxnLst/>
              <a:rect l="0" t="0" r="0" b="0"/>
              <a:pathLst>
                <a:path w="85725" h="66675">
                  <a:moveTo>
                    <a:pt x="85725" y="33338"/>
                  </a:moveTo>
                  <a:lnTo>
                    <a:pt x="0" y="0"/>
                  </a:lnTo>
                  <a:lnTo>
                    <a:pt x="0" y="66675"/>
                  </a:lnTo>
                  <a:close/>
                </a:path>
              </a:pathLst>
            </a:custGeom>
            <a:solidFill>
              <a:srgbClr val="397FA6"/>
            </a:solidFill>
            <a:ln w="1">
              <a:noFill/>
            </a:ln>
          </p:spPr>
        </p:sp>
        <p:sp>
          <p:nvSpPr>
            <p:cNvPr id="1000446" name="Arrow 75 | proportional arrowhead">
              <a:extLst>
                <a:ext uri="{FF2B5EF4-FFF2-40B4-BE49-F238E27FC236}">
                  <a16:creationId xmlns:a16="http://schemas.microsoft.com/office/drawing/2014/main" id="{EDE80604-4A02-F96E-C5FA-C7049FDB9DF0}"/>
                </a:ext>
              </a:extLst>
            </p:cNvPr>
            <p:cNvSpPr/>
            <p:nvPr/>
          </p:nvSpPr>
          <p:spPr>
            <a:xfrm>
              <a:off x="3615261" y="3577492"/>
              <a:ext cx="18393" cy="14304"/>
            </a:xfrm>
            <a:custGeom>
              <a:avLst/>
              <a:gdLst/>
              <a:ahLst/>
              <a:cxnLst/>
              <a:rect l="0" t="0" r="0" b="0"/>
              <a:pathLst>
                <a:path w="85725" h="66675">
                  <a:moveTo>
                    <a:pt x="85725" y="33338"/>
                  </a:moveTo>
                  <a:lnTo>
                    <a:pt x="0" y="0"/>
                  </a:lnTo>
                  <a:lnTo>
                    <a:pt x="0" y="66675"/>
                  </a:lnTo>
                  <a:close/>
                </a:path>
              </a:pathLst>
            </a:custGeom>
            <a:solidFill>
              <a:srgbClr val="397FA6"/>
            </a:solidFill>
            <a:ln w="1">
              <a:noFill/>
            </a:ln>
          </p:spPr>
        </p:sp>
        <p:sp>
          <p:nvSpPr>
            <p:cNvPr id="1000447" name="Arrow 76 | proportional arrowhead">
              <a:extLst>
                <a:ext uri="{FF2B5EF4-FFF2-40B4-BE49-F238E27FC236}">
                  <a16:creationId xmlns:a16="http://schemas.microsoft.com/office/drawing/2014/main" id="{1B18E344-F400-1D6B-1687-E690D036022D}"/>
                </a:ext>
              </a:extLst>
            </p:cNvPr>
            <p:cNvSpPr/>
            <p:nvPr/>
          </p:nvSpPr>
          <p:spPr>
            <a:xfrm>
              <a:off x="3843126" y="3505615"/>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48" name="Arrow 78 | proportional arrowhead">
              <a:extLst>
                <a:ext uri="{FF2B5EF4-FFF2-40B4-BE49-F238E27FC236}">
                  <a16:creationId xmlns:a16="http://schemas.microsoft.com/office/drawing/2014/main" id="{80DBBCC4-29A1-23CD-DE20-3BC8543961CD}"/>
                </a:ext>
              </a:extLst>
            </p:cNvPr>
            <p:cNvSpPr/>
            <p:nvPr/>
          </p:nvSpPr>
          <p:spPr>
            <a:xfrm>
              <a:off x="4350969" y="3577492"/>
              <a:ext cx="18393" cy="14304"/>
            </a:xfrm>
            <a:custGeom>
              <a:avLst/>
              <a:gdLst/>
              <a:ahLst/>
              <a:cxnLst/>
              <a:rect l="0" t="0" r="0" b="0"/>
              <a:pathLst>
                <a:path w="85725" h="66675">
                  <a:moveTo>
                    <a:pt x="85725" y="33338"/>
                  </a:moveTo>
                  <a:lnTo>
                    <a:pt x="0" y="0"/>
                  </a:lnTo>
                  <a:lnTo>
                    <a:pt x="0" y="66675"/>
                  </a:lnTo>
                  <a:close/>
                </a:path>
              </a:pathLst>
            </a:custGeom>
            <a:solidFill>
              <a:srgbClr val="2B887C"/>
            </a:solidFill>
            <a:ln w="1">
              <a:noFill/>
            </a:ln>
          </p:spPr>
        </p:sp>
        <p:sp>
          <p:nvSpPr>
            <p:cNvPr id="1000449" name="c | shared input to candidate crop | proportional arrowhead">
              <a:extLst>
                <a:ext uri="{FF2B5EF4-FFF2-40B4-BE49-F238E27FC236}">
                  <a16:creationId xmlns:a16="http://schemas.microsoft.com/office/drawing/2014/main" id="{2D012B36-D3F9-4373-C0B3-2638B06AB565}"/>
                </a:ext>
              </a:extLst>
            </p:cNvPr>
            <p:cNvSpPr/>
            <p:nvPr/>
          </p:nvSpPr>
          <p:spPr>
            <a:xfrm>
              <a:off x="2215373" y="2208436"/>
              <a:ext cx="18393" cy="14304"/>
            </a:xfrm>
            <a:custGeom>
              <a:avLst/>
              <a:gdLst/>
              <a:ahLst/>
              <a:cxnLst/>
              <a:rect l="0" t="0" r="0" b="0"/>
              <a:pathLst>
                <a:path w="85725" h="66675">
                  <a:moveTo>
                    <a:pt x="85725" y="33338"/>
                  </a:moveTo>
                  <a:lnTo>
                    <a:pt x="0" y="0"/>
                  </a:lnTo>
                  <a:lnTo>
                    <a:pt x="0" y="66675"/>
                  </a:lnTo>
                  <a:close/>
                </a:path>
              </a:pathLst>
            </a:custGeom>
            <a:solidFill>
              <a:srgbClr val="397FA6"/>
            </a:solidFill>
            <a:ln w="1">
              <a:noFill/>
            </a:ln>
          </p:spPr>
        </p:sp>
      </p:grpSp>
      <p:grpSp>
        <p:nvGrpSpPr>
          <p:cNvPr id="2965" name="d | Build: downstream pose reconstruction">
            <a:extLst>
              <a:ext uri="{FF2B5EF4-FFF2-40B4-BE49-F238E27FC236}">
                <a16:creationId xmlns:a16="http://schemas.microsoft.com/office/drawing/2014/main" id="{4C922834-3692-0CDF-71DC-143D30C4E581}"/>
              </a:ext>
            </a:extLst>
          </p:cNvPr>
          <p:cNvGrpSpPr/>
          <p:nvPr/>
        </p:nvGrpSpPr>
        <p:grpSpPr>
          <a:xfrm>
            <a:off x="1405608" y="3880469"/>
            <a:ext cx="3668807" cy="544065"/>
            <a:chOff x="65700" y="5420250"/>
            <a:chExt cx="5124600" cy="759952"/>
          </a:xfrm>
        </p:grpSpPr>
        <p:sp>
          <p:nvSpPr>
            <p:cNvPr id="2966" name="d | panel background">
              <a:extLst>
                <a:ext uri="{FF2B5EF4-FFF2-40B4-BE49-F238E27FC236}">
                  <a16:creationId xmlns:a16="http://schemas.microsoft.com/office/drawing/2014/main" id="{5594094E-42EA-E149-D908-CEE5401AD661}"/>
                </a:ext>
              </a:extLst>
            </p:cNvPr>
            <p:cNvSpPr/>
            <p:nvPr/>
          </p:nvSpPr>
          <p:spPr>
            <a:xfrm>
              <a:off x="65700" y="5420250"/>
              <a:ext cx="5124600" cy="748980"/>
            </a:xfrm>
            <a:prstGeom prst="roundRect">
              <a:avLst>
                <a:gd name="adj" fmla="val 5263"/>
              </a:avLst>
            </a:prstGeom>
            <a:solidFill>
              <a:srgbClr val="FCFAF5"/>
            </a:solidFill>
            <a:ln w="6480" cap="rnd" cmpd="sng" algn="ctr">
              <a:solidFill>
                <a:srgbClr val="D8CAB6"/>
              </a:solidFill>
              <a:prstDash val="solid"/>
              <a:round/>
              <a:headEnd type="none" w="med" len="med"/>
              <a:tailEnd type="none" w="med" len="med"/>
            </a:ln>
            <a:effectLst/>
          </p:spPr>
        </p:sp>
        <p:sp>
          <p:nvSpPr>
            <p:cNvPr id="2967" name="Text | d">
              <a:extLst>
                <a:ext uri="{FF2B5EF4-FFF2-40B4-BE49-F238E27FC236}">
                  <a16:creationId xmlns:a16="http://schemas.microsoft.com/office/drawing/2014/main" id="{16BACAC9-90BF-03E9-8FF6-4CAAC6E4BE9B}"/>
                </a:ext>
              </a:extLst>
            </p:cNvPr>
            <p:cNvSpPr txBox="1"/>
            <p:nvPr/>
          </p:nvSpPr>
          <p:spPr>
            <a:xfrm>
              <a:off x="137970" y="5426820"/>
              <a:ext cx="143553" cy="191253"/>
            </a:xfrm>
            <a:prstGeom prst="rect">
              <a:avLst/>
            </a:prstGeom>
            <a:noFill/>
            <a:ln>
              <a:noFill/>
            </a:ln>
            <a:effectLst/>
          </p:spPr>
          <p:txBody>
            <a:bodyPr vertOverflow="overflow" horzOverflow="overflow" wrap="none" lIns="0" tIns="0" rIns="0" bIns="0" anchor="t" anchorCtr="0">
              <a:noAutofit/>
            </a:bodyPr>
            <a:lstStyle/>
            <a:p>
              <a:r>
                <a:rPr lang="en-US" sz="760" b="1" dirty="0">
                  <a:solidFill>
                    <a:srgbClr val="1D3043"/>
                  </a:solidFill>
                  <a:latin typeface="Arial"/>
                  <a:ea typeface="Arial"/>
                  <a:cs typeface="Arial"/>
                </a:rPr>
                <a:t>d</a:t>
              </a:r>
              <a:endParaRPr lang="en-US" sz="760"/>
            </a:p>
          </p:txBody>
        </p:sp>
        <p:sp>
          <p:nvSpPr>
            <p:cNvPr id="2968" name="Text | Build: downstream pose reconstruction">
              <a:extLst>
                <a:ext uri="{FF2B5EF4-FFF2-40B4-BE49-F238E27FC236}">
                  <a16:creationId xmlns:a16="http://schemas.microsoft.com/office/drawing/2014/main" id="{01B1EFEF-31A9-1CB4-313F-169835B6E8EB}"/>
                </a:ext>
              </a:extLst>
            </p:cNvPr>
            <p:cNvSpPr txBox="1"/>
            <p:nvPr/>
          </p:nvSpPr>
          <p:spPr>
            <a:xfrm>
              <a:off x="279225" y="5446530"/>
              <a:ext cx="2524252" cy="158600"/>
            </a:xfrm>
            <a:prstGeom prst="rect">
              <a:avLst/>
            </a:prstGeom>
            <a:noFill/>
            <a:ln>
              <a:noFill/>
            </a:ln>
            <a:effectLst/>
          </p:spPr>
          <p:txBody>
            <a:bodyPr vertOverflow="overflow" horzOverflow="overflow" wrap="none" lIns="0" tIns="0" rIns="0" bIns="0" anchor="t" anchorCtr="0">
              <a:noAutofit/>
            </a:bodyPr>
            <a:lstStyle/>
            <a:p>
              <a:r>
                <a:rPr lang="en-US" sz="629" b="1" dirty="0">
                  <a:solidFill>
                    <a:srgbClr val="1D3043"/>
                  </a:solidFill>
                  <a:latin typeface="Arial"/>
                  <a:ea typeface="Arial"/>
                  <a:cs typeface="Arial"/>
                </a:rPr>
                <a:t>Build: downstream pose reconstruction</a:t>
              </a:r>
              <a:endParaRPr lang="en-US" sz="629"/>
            </a:p>
          </p:txBody>
        </p:sp>
        <p:grpSp>
          <p:nvGrpSpPr>
            <p:cNvPr id="2969" name="d | Site p: local receptor environment">
              <a:extLst>
                <a:ext uri="{FF2B5EF4-FFF2-40B4-BE49-F238E27FC236}">
                  <a16:creationId xmlns:a16="http://schemas.microsoft.com/office/drawing/2014/main" id="{6CB62F54-6EFF-A2E3-75EB-2BC5B0A75748}"/>
                </a:ext>
              </a:extLst>
            </p:cNvPr>
            <p:cNvGrpSpPr/>
            <p:nvPr/>
          </p:nvGrpSpPr>
          <p:grpSpPr>
            <a:xfrm>
              <a:off x="156538" y="5645738"/>
              <a:ext cx="422329" cy="355206"/>
              <a:chOff x="156538" y="5645738"/>
              <a:chExt cx="422329" cy="355206"/>
            </a:xfrm>
          </p:grpSpPr>
          <p:sp>
            <p:nvSpPr>
              <p:cNvPr id="2970" name="ellipse_2785">
                <a:extLst>
                  <a:ext uri="{FF2B5EF4-FFF2-40B4-BE49-F238E27FC236}">
                    <a16:creationId xmlns:a16="http://schemas.microsoft.com/office/drawing/2014/main" id="{A12DCA60-B043-6023-979B-C3B6B083B57A}"/>
                  </a:ext>
                </a:extLst>
              </p:cNvPr>
              <p:cNvSpPr/>
              <p:nvPr/>
            </p:nvSpPr>
            <p:spPr>
              <a:xfrm>
                <a:off x="222058" y="5716873"/>
                <a:ext cx="33105" cy="33105"/>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2971" name="ellipse_2786">
                <a:extLst>
                  <a:ext uri="{FF2B5EF4-FFF2-40B4-BE49-F238E27FC236}">
                    <a16:creationId xmlns:a16="http://schemas.microsoft.com/office/drawing/2014/main" id="{51F028FF-7688-878D-4612-817C67FD091B}"/>
                  </a:ext>
                </a:extLst>
              </p:cNvPr>
              <p:cNvSpPr/>
              <p:nvPr/>
            </p:nvSpPr>
            <p:spPr>
              <a:xfrm>
                <a:off x="157899" y="5757423"/>
                <a:ext cx="31010" cy="31010"/>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2972" name="ellipse_2787">
                <a:extLst>
                  <a:ext uri="{FF2B5EF4-FFF2-40B4-BE49-F238E27FC236}">
                    <a16:creationId xmlns:a16="http://schemas.microsoft.com/office/drawing/2014/main" id="{CAD72E91-244A-CB0D-60AD-B647477A7C41}"/>
                  </a:ext>
                </a:extLst>
              </p:cNvPr>
              <p:cNvSpPr/>
              <p:nvPr/>
            </p:nvSpPr>
            <p:spPr>
              <a:xfrm>
                <a:off x="352661" y="5961347"/>
                <a:ext cx="39598" cy="39598"/>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2973" name="ellipse_2788">
                <a:extLst>
                  <a:ext uri="{FF2B5EF4-FFF2-40B4-BE49-F238E27FC236}">
                    <a16:creationId xmlns:a16="http://schemas.microsoft.com/office/drawing/2014/main" id="{ADA92AAE-1702-16A3-2EEA-774271D640B4}"/>
                  </a:ext>
                </a:extLst>
              </p:cNvPr>
              <p:cNvSpPr/>
              <p:nvPr/>
            </p:nvSpPr>
            <p:spPr>
              <a:xfrm>
                <a:off x="438877" y="5870428"/>
                <a:ext cx="41094" cy="41094"/>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974" name="ellipse_2789">
                <a:extLst>
                  <a:ext uri="{FF2B5EF4-FFF2-40B4-BE49-F238E27FC236}">
                    <a16:creationId xmlns:a16="http://schemas.microsoft.com/office/drawing/2014/main" id="{594792D1-925D-D998-ADDE-BD491ACEFEB5}"/>
                  </a:ext>
                </a:extLst>
              </p:cNvPr>
              <p:cNvSpPr/>
              <p:nvPr/>
            </p:nvSpPr>
            <p:spPr>
              <a:xfrm>
                <a:off x="191193" y="5812140"/>
                <a:ext cx="37340" cy="37340"/>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975" name="ellipse_2790">
                <a:extLst>
                  <a:ext uri="{FF2B5EF4-FFF2-40B4-BE49-F238E27FC236}">
                    <a16:creationId xmlns:a16="http://schemas.microsoft.com/office/drawing/2014/main" id="{B9DBBBD2-80AD-D3F3-4E78-EAA70928CDE7}"/>
                  </a:ext>
                </a:extLst>
              </p:cNvPr>
              <p:cNvSpPr/>
              <p:nvPr/>
            </p:nvSpPr>
            <p:spPr>
              <a:xfrm>
                <a:off x="156538" y="5808499"/>
                <a:ext cx="31250" cy="31250"/>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2976" name="ellipse_2791">
                <a:extLst>
                  <a:ext uri="{FF2B5EF4-FFF2-40B4-BE49-F238E27FC236}">
                    <a16:creationId xmlns:a16="http://schemas.microsoft.com/office/drawing/2014/main" id="{1A0D6CBC-EBF0-C846-97C9-2B0755CF669A}"/>
                  </a:ext>
                </a:extLst>
              </p:cNvPr>
              <p:cNvSpPr/>
              <p:nvPr/>
            </p:nvSpPr>
            <p:spPr>
              <a:xfrm>
                <a:off x="214413" y="5773744"/>
                <a:ext cx="37480" cy="37480"/>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2977" name="ellipse_2792">
                <a:extLst>
                  <a:ext uri="{FF2B5EF4-FFF2-40B4-BE49-F238E27FC236}">
                    <a16:creationId xmlns:a16="http://schemas.microsoft.com/office/drawing/2014/main" id="{D86C228B-9715-013B-1372-E9C632AA0C69}"/>
                  </a:ext>
                </a:extLst>
              </p:cNvPr>
              <p:cNvSpPr/>
              <p:nvPr/>
            </p:nvSpPr>
            <p:spPr>
              <a:xfrm>
                <a:off x="230297" y="5731041"/>
                <a:ext cx="41343" cy="41343"/>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2978" name="ellipse_2793">
                <a:extLst>
                  <a:ext uri="{FF2B5EF4-FFF2-40B4-BE49-F238E27FC236}">
                    <a16:creationId xmlns:a16="http://schemas.microsoft.com/office/drawing/2014/main" id="{3A1B6AF3-5148-60FF-787B-428B60C4104C}"/>
                  </a:ext>
                </a:extLst>
              </p:cNvPr>
              <p:cNvSpPr/>
              <p:nvPr/>
            </p:nvSpPr>
            <p:spPr>
              <a:xfrm>
                <a:off x="288920" y="5925724"/>
                <a:ext cx="30597" cy="30597"/>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2979" name="ellipse_2794">
                <a:extLst>
                  <a:ext uri="{FF2B5EF4-FFF2-40B4-BE49-F238E27FC236}">
                    <a16:creationId xmlns:a16="http://schemas.microsoft.com/office/drawing/2014/main" id="{A7A7E497-9ACA-727C-B6FE-FDC945ADFE5A}"/>
                  </a:ext>
                </a:extLst>
              </p:cNvPr>
              <p:cNvSpPr/>
              <p:nvPr/>
            </p:nvSpPr>
            <p:spPr>
              <a:xfrm>
                <a:off x="211344" y="5754420"/>
                <a:ext cx="27111" cy="27111"/>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2980" name="ellipse_2795">
                <a:extLst>
                  <a:ext uri="{FF2B5EF4-FFF2-40B4-BE49-F238E27FC236}">
                    <a16:creationId xmlns:a16="http://schemas.microsoft.com/office/drawing/2014/main" id="{EDC068A5-FFD8-7C85-C5EE-449528339038}"/>
                  </a:ext>
                </a:extLst>
              </p:cNvPr>
              <p:cNvSpPr/>
              <p:nvPr/>
            </p:nvSpPr>
            <p:spPr>
              <a:xfrm>
                <a:off x="328690" y="5965326"/>
                <a:ext cx="32486" cy="32486"/>
              </a:xfrm>
              <a:prstGeom prst="ellipse">
                <a:avLst/>
              </a:prstGeom>
              <a:gradFill flip="none" rotWithShape="1">
                <a:gsLst>
                  <a:gs pos="0">
                    <a:srgbClr val="F6F7F9"/>
                  </a:gs>
                  <a:gs pos="43000">
                    <a:srgbClr val="D2DAE0"/>
                  </a:gs>
                  <a:gs pos="100000">
                    <a:srgbClr val="AAB6BF"/>
                  </a:gs>
                </a:gsLst>
                <a:lin ang="2700000" scaled="1"/>
                <a:tileRect/>
              </a:gradFill>
              <a:ln w="1807" cap="rnd" cmpd="sng" algn="ctr">
                <a:noFill/>
                <a:prstDash val="solid"/>
                <a:round/>
                <a:headEnd type="none" w="med" len="med"/>
                <a:tailEnd type="none" w="med" len="med"/>
              </a:ln>
              <a:effectLst/>
            </p:spPr>
          </p:sp>
          <p:sp>
            <p:nvSpPr>
              <p:cNvPr id="2981" name="ellipse_2796">
                <a:extLst>
                  <a:ext uri="{FF2B5EF4-FFF2-40B4-BE49-F238E27FC236}">
                    <a16:creationId xmlns:a16="http://schemas.microsoft.com/office/drawing/2014/main" id="{BA5D1445-CCBF-AD18-5195-7CFACAD7137E}"/>
                  </a:ext>
                </a:extLst>
              </p:cNvPr>
              <p:cNvSpPr/>
              <p:nvPr/>
            </p:nvSpPr>
            <p:spPr>
              <a:xfrm>
                <a:off x="253216" y="5709285"/>
                <a:ext cx="35201" cy="35201"/>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2982" name="ellipse_2797">
                <a:extLst>
                  <a:ext uri="{FF2B5EF4-FFF2-40B4-BE49-F238E27FC236}">
                    <a16:creationId xmlns:a16="http://schemas.microsoft.com/office/drawing/2014/main" id="{515BA9A2-BDF3-57B1-B418-C94097B7AE80}"/>
                  </a:ext>
                </a:extLst>
              </p:cNvPr>
              <p:cNvSpPr/>
              <p:nvPr/>
            </p:nvSpPr>
            <p:spPr>
              <a:xfrm>
                <a:off x="200456" y="5781621"/>
                <a:ext cx="33128" cy="33128"/>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2983" name="ellipse_2798">
                <a:extLst>
                  <a:ext uri="{FF2B5EF4-FFF2-40B4-BE49-F238E27FC236}">
                    <a16:creationId xmlns:a16="http://schemas.microsoft.com/office/drawing/2014/main" id="{2B4CBFD0-73C3-6605-0083-7DF46224C668}"/>
                  </a:ext>
                </a:extLst>
              </p:cNvPr>
              <p:cNvSpPr/>
              <p:nvPr/>
            </p:nvSpPr>
            <p:spPr>
              <a:xfrm>
                <a:off x="310661" y="5909736"/>
                <a:ext cx="36434" cy="36434"/>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2984" name="ellipse_2799">
                <a:extLst>
                  <a:ext uri="{FF2B5EF4-FFF2-40B4-BE49-F238E27FC236}">
                    <a16:creationId xmlns:a16="http://schemas.microsoft.com/office/drawing/2014/main" id="{2A9BC2F7-88FC-537D-2761-AFE3D3D3200E}"/>
                  </a:ext>
                </a:extLst>
              </p:cNvPr>
              <p:cNvSpPr/>
              <p:nvPr/>
            </p:nvSpPr>
            <p:spPr>
              <a:xfrm>
                <a:off x="338250" y="5949390"/>
                <a:ext cx="39962" cy="39962"/>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2985" name="ellipse_2800">
                <a:extLst>
                  <a:ext uri="{FF2B5EF4-FFF2-40B4-BE49-F238E27FC236}">
                    <a16:creationId xmlns:a16="http://schemas.microsoft.com/office/drawing/2014/main" id="{19A3CE69-1564-E07F-C6A2-ED4211D156F3}"/>
                  </a:ext>
                </a:extLst>
              </p:cNvPr>
              <p:cNvSpPr/>
              <p:nvPr/>
            </p:nvSpPr>
            <p:spPr>
              <a:xfrm>
                <a:off x="502631" y="5852476"/>
                <a:ext cx="35284" cy="35284"/>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2986" name="ellipse_2801">
                <a:extLst>
                  <a:ext uri="{FF2B5EF4-FFF2-40B4-BE49-F238E27FC236}">
                    <a16:creationId xmlns:a16="http://schemas.microsoft.com/office/drawing/2014/main" id="{0CE88042-6130-A0AC-D34C-6EDE538A15C0}"/>
                  </a:ext>
                </a:extLst>
              </p:cNvPr>
              <p:cNvSpPr/>
              <p:nvPr/>
            </p:nvSpPr>
            <p:spPr>
              <a:xfrm>
                <a:off x="461331" y="5929487"/>
                <a:ext cx="33865" cy="33865"/>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2987" name="ellipse_2802">
                <a:extLst>
                  <a:ext uri="{FF2B5EF4-FFF2-40B4-BE49-F238E27FC236}">
                    <a16:creationId xmlns:a16="http://schemas.microsoft.com/office/drawing/2014/main" id="{363002B6-D4CA-2A9E-299A-65312E69323A}"/>
                  </a:ext>
                </a:extLst>
              </p:cNvPr>
              <p:cNvSpPr/>
              <p:nvPr/>
            </p:nvSpPr>
            <p:spPr>
              <a:xfrm>
                <a:off x="486398" y="5815231"/>
                <a:ext cx="28943" cy="28943"/>
              </a:xfrm>
              <a:prstGeom prst="ellipse">
                <a:avLst/>
              </a:prstGeom>
              <a:gradFill flip="none" rotWithShape="1">
                <a:gsLst>
                  <a:gs pos="0">
                    <a:srgbClr val="F7F9FA"/>
                  </a:gs>
                  <a:gs pos="43000">
                    <a:srgbClr val="D9E0E5"/>
                  </a:gs>
                  <a:gs pos="100000">
                    <a:srgbClr val="B1BDC5"/>
                  </a:gs>
                </a:gsLst>
                <a:lin ang="2700000" scaled="1"/>
                <a:tileRect/>
              </a:gradFill>
              <a:ln w="1807" cap="rnd" cmpd="sng" algn="ctr">
                <a:noFill/>
                <a:prstDash val="solid"/>
                <a:round/>
                <a:headEnd type="none" w="med" len="med"/>
                <a:tailEnd type="none" w="med" len="med"/>
              </a:ln>
              <a:effectLst/>
            </p:spPr>
          </p:sp>
          <p:sp>
            <p:nvSpPr>
              <p:cNvPr id="2988" name="ellipse_2803">
                <a:extLst>
                  <a:ext uri="{FF2B5EF4-FFF2-40B4-BE49-F238E27FC236}">
                    <a16:creationId xmlns:a16="http://schemas.microsoft.com/office/drawing/2014/main" id="{F7B99FE0-23EE-89CE-101D-26DEF67E4BCC}"/>
                  </a:ext>
                </a:extLst>
              </p:cNvPr>
              <p:cNvSpPr/>
              <p:nvPr/>
            </p:nvSpPr>
            <p:spPr>
              <a:xfrm>
                <a:off x="222653" y="5892536"/>
                <a:ext cx="35084" cy="35084"/>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2989" name="ellipse_2804">
                <a:extLst>
                  <a:ext uri="{FF2B5EF4-FFF2-40B4-BE49-F238E27FC236}">
                    <a16:creationId xmlns:a16="http://schemas.microsoft.com/office/drawing/2014/main" id="{E43407AF-3BBF-6BED-5776-DCAFD3A5C6CD}"/>
                  </a:ext>
                </a:extLst>
              </p:cNvPr>
              <p:cNvSpPr/>
              <p:nvPr/>
            </p:nvSpPr>
            <p:spPr>
              <a:xfrm>
                <a:off x="417986" y="5893032"/>
                <a:ext cx="35733" cy="35733"/>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2990" name="ellipse_2805">
                <a:extLst>
                  <a:ext uri="{FF2B5EF4-FFF2-40B4-BE49-F238E27FC236}">
                    <a16:creationId xmlns:a16="http://schemas.microsoft.com/office/drawing/2014/main" id="{FB6E9BF8-EDD9-C4BB-DBC9-8EA711C786E5}"/>
                  </a:ext>
                </a:extLst>
              </p:cNvPr>
              <p:cNvSpPr/>
              <p:nvPr/>
            </p:nvSpPr>
            <p:spPr>
              <a:xfrm>
                <a:off x="489955" y="5762771"/>
                <a:ext cx="36877" cy="36877"/>
              </a:xfrm>
              <a:prstGeom prst="ellipse">
                <a:avLst/>
              </a:prstGeom>
              <a:gradFill flip="none" rotWithShape="1">
                <a:gsLst>
                  <a:gs pos="0">
                    <a:srgbClr val="F5F7F8"/>
                  </a:gs>
                  <a:gs pos="43000">
                    <a:srgbClr val="CFD7DE"/>
                  </a:gs>
                  <a:gs pos="100000">
                    <a:srgbClr val="A5B3BD"/>
                  </a:gs>
                </a:gsLst>
                <a:lin ang="2700000" scaled="1"/>
                <a:tileRect/>
              </a:gradFill>
              <a:ln w="1807" cap="rnd" cmpd="sng" algn="ctr">
                <a:noFill/>
                <a:prstDash val="solid"/>
                <a:round/>
                <a:headEnd type="none" w="med" len="med"/>
                <a:tailEnd type="none" w="med" len="med"/>
              </a:ln>
              <a:effectLst/>
            </p:spPr>
          </p:sp>
          <p:sp>
            <p:nvSpPr>
              <p:cNvPr id="2991" name="ellipse_2806">
                <a:extLst>
                  <a:ext uri="{FF2B5EF4-FFF2-40B4-BE49-F238E27FC236}">
                    <a16:creationId xmlns:a16="http://schemas.microsoft.com/office/drawing/2014/main" id="{505D5B54-BA61-B1B3-3704-848C17D96BFB}"/>
                  </a:ext>
                </a:extLst>
              </p:cNvPr>
              <p:cNvSpPr/>
              <p:nvPr/>
            </p:nvSpPr>
            <p:spPr>
              <a:xfrm>
                <a:off x="301737" y="5960812"/>
                <a:ext cx="27261" cy="27261"/>
              </a:xfrm>
              <a:prstGeom prst="ellipse">
                <a:avLst/>
              </a:prstGeom>
              <a:gradFill flip="none" rotWithShape="1">
                <a:gsLst>
                  <a:gs pos="0">
                    <a:srgbClr val="F6F7F9"/>
                  </a:gs>
                  <a:gs pos="43000">
                    <a:srgbClr val="D2DAE0"/>
                  </a:gs>
                  <a:gs pos="100000">
                    <a:srgbClr val="A9B5BF"/>
                  </a:gs>
                </a:gsLst>
                <a:lin ang="2700000" scaled="1"/>
                <a:tileRect/>
              </a:gradFill>
              <a:ln w="1807" cap="rnd" cmpd="sng" algn="ctr">
                <a:noFill/>
                <a:prstDash val="solid"/>
                <a:round/>
                <a:headEnd type="none" w="med" len="med"/>
                <a:tailEnd type="none" w="med" len="med"/>
              </a:ln>
              <a:effectLst/>
            </p:spPr>
          </p:sp>
          <p:sp>
            <p:nvSpPr>
              <p:cNvPr id="2992" name="ellipse_2807">
                <a:extLst>
                  <a:ext uri="{FF2B5EF4-FFF2-40B4-BE49-F238E27FC236}">
                    <a16:creationId xmlns:a16="http://schemas.microsoft.com/office/drawing/2014/main" id="{5078FD94-FACF-AEAB-981A-1C425E8A9488}"/>
                  </a:ext>
                </a:extLst>
              </p:cNvPr>
              <p:cNvSpPr/>
              <p:nvPr/>
            </p:nvSpPr>
            <p:spPr>
              <a:xfrm>
                <a:off x="472780" y="5755231"/>
                <a:ext cx="34925" cy="34925"/>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2993" name="ellipse_2808">
                <a:extLst>
                  <a:ext uri="{FF2B5EF4-FFF2-40B4-BE49-F238E27FC236}">
                    <a16:creationId xmlns:a16="http://schemas.microsoft.com/office/drawing/2014/main" id="{694F1E2C-FC22-8D28-3530-07FD0E8AF95A}"/>
                  </a:ext>
                </a:extLst>
              </p:cNvPr>
              <p:cNvSpPr/>
              <p:nvPr/>
            </p:nvSpPr>
            <p:spPr>
              <a:xfrm>
                <a:off x="384561" y="5910298"/>
                <a:ext cx="39938" cy="39938"/>
              </a:xfrm>
              <a:prstGeom prst="ellipse">
                <a:avLst/>
              </a:prstGeom>
              <a:gradFill flip="none" rotWithShape="1">
                <a:gsLst>
                  <a:gs pos="0">
                    <a:srgbClr val="F5F6F8"/>
                  </a:gs>
                  <a:gs pos="43000">
                    <a:srgbClr val="CDD6DC"/>
                  </a:gs>
                  <a:gs pos="100000">
                    <a:srgbClr val="A4B1BB"/>
                  </a:gs>
                </a:gsLst>
                <a:lin ang="2700000" scaled="1"/>
                <a:tileRect/>
              </a:gradFill>
              <a:ln w="1807" cap="rnd" cmpd="sng" algn="ctr">
                <a:noFill/>
                <a:prstDash val="solid"/>
                <a:round/>
                <a:headEnd type="none" w="med" len="med"/>
                <a:tailEnd type="none" w="med" len="med"/>
              </a:ln>
              <a:effectLst/>
            </p:spPr>
          </p:sp>
          <p:sp>
            <p:nvSpPr>
              <p:cNvPr id="2994" name="ellipse_2809">
                <a:extLst>
                  <a:ext uri="{FF2B5EF4-FFF2-40B4-BE49-F238E27FC236}">
                    <a16:creationId xmlns:a16="http://schemas.microsoft.com/office/drawing/2014/main" id="{3077695A-3B4F-C2FA-CF76-534AE8019AA2}"/>
                  </a:ext>
                </a:extLst>
              </p:cNvPr>
              <p:cNvSpPr/>
              <p:nvPr/>
            </p:nvSpPr>
            <p:spPr>
              <a:xfrm>
                <a:off x="214896" y="5800999"/>
                <a:ext cx="27799" cy="27799"/>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995" name="ellipse_2810">
                <a:extLst>
                  <a:ext uri="{FF2B5EF4-FFF2-40B4-BE49-F238E27FC236}">
                    <a16:creationId xmlns:a16="http://schemas.microsoft.com/office/drawing/2014/main" id="{5A6DFB49-DB6F-3F6E-9F5A-6C526F9CE43A}"/>
                  </a:ext>
                </a:extLst>
              </p:cNvPr>
              <p:cNvSpPr/>
              <p:nvPr/>
            </p:nvSpPr>
            <p:spPr>
              <a:xfrm>
                <a:off x="350583" y="5908348"/>
                <a:ext cx="26436" cy="26436"/>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2996" name="ellipse_2811">
                <a:extLst>
                  <a:ext uri="{FF2B5EF4-FFF2-40B4-BE49-F238E27FC236}">
                    <a16:creationId xmlns:a16="http://schemas.microsoft.com/office/drawing/2014/main" id="{183AC548-6193-3383-59F2-FFD8D2D62502}"/>
                  </a:ext>
                </a:extLst>
              </p:cNvPr>
              <p:cNvSpPr/>
              <p:nvPr/>
            </p:nvSpPr>
            <p:spPr>
              <a:xfrm>
                <a:off x="282756" y="5712473"/>
                <a:ext cx="27768" cy="27768"/>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2997" name="ellipse_2812">
                <a:extLst>
                  <a:ext uri="{FF2B5EF4-FFF2-40B4-BE49-F238E27FC236}">
                    <a16:creationId xmlns:a16="http://schemas.microsoft.com/office/drawing/2014/main" id="{7A4CBBB3-8BAE-FE82-41DA-59393A2A42E4}"/>
                  </a:ext>
                </a:extLst>
              </p:cNvPr>
              <p:cNvSpPr/>
              <p:nvPr/>
            </p:nvSpPr>
            <p:spPr>
              <a:xfrm>
                <a:off x="374172" y="5671047"/>
                <a:ext cx="30329" cy="30329"/>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2998" name="ellipse_2813">
                <a:extLst>
                  <a:ext uri="{FF2B5EF4-FFF2-40B4-BE49-F238E27FC236}">
                    <a16:creationId xmlns:a16="http://schemas.microsoft.com/office/drawing/2014/main" id="{F24C19DF-7263-D858-1A4B-0E18EB6F1934}"/>
                  </a:ext>
                </a:extLst>
              </p:cNvPr>
              <p:cNvSpPr/>
              <p:nvPr/>
            </p:nvSpPr>
            <p:spPr>
              <a:xfrm>
                <a:off x="420125" y="5682990"/>
                <a:ext cx="26085" cy="26085"/>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999" name="ellipse_2814">
                <a:extLst>
                  <a:ext uri="{FF2B5EF4-FFF2-40B4-BE49-F238E27FC236}">
                    <a16:creationId xmlns:a16="http://schemas.microsoft.com/office/drawing/2014/main" id="{4DF95B6C-C81F-4D9E-CBD7-7C3041492F2E}"/>
                  </a:ext>
                </a:extLst>
              </p:cNvPr>
              <p:cNvSpPr/>
              <p:nvPr/>
            </p:nvSpPr>
            <p:spPr>
              <a:xfrm>
                <a:off x="487182" y="5836376"/>
                <a:ext cx="35316" cy="35316"/>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3000" name="ellipse_2815">
                <a:extLst>
                  <a:ext uri="{FF2B5EF4-FFF2-40B4-BE49-F238E27FC236}">
                    <a16:creationId xmlns:a16="http://schemas.microsoft.com/office/drawing/2014/main" id="{EAEA41C7-C674-293D-43F4-2F66F044A12F}"/>
                  </a:ext>
                </a:extLst>
              </p:cNvPr>
              <p:cNvSpPr/>
              <p:nvPr/>
            </p:nvSpPr>
            <p:spPr>
              <a:xfrm>
                <a:off x="494466" y="5772208"/>
                <a:ext cx="40811" cy="40811"/>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001" name="ellipse_2816">
                <a:extLst>
                  <a:ext uri="{FF2B5EF4-FFF2-40B4-BE49-F238E27FC236}">
                    <a16:creationId xmlns:a16="http://schemas.microsoft.com/office/drawing/2014/main" id="{FE8A2A2A-5C61-D3F1-C2AC-2F96AA316691}"/>
                  </a:ext>
                </a:extLst>
              </p:cNvPr>
              <p:cNvSpPr/>
              <p:nvPr/>
            </p:nvSpPr>
            <p:spPr>
              <a:xfrm>
                <a:off x="347990" y="5945745"/>
                <a:ext cx="27119" cy="27119"/>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002" name="ellipse_2817">
                <a:extLst>
                  <a:ext uri="{FF2B5EF4-FFF2-40B4-BE49-F238E27FC236}">
                    <a16:creationId xmlns:a16="http://schemas.microsoft.com/office/drawing/2014/main" id="{154171F8-CF16-A11C-A64C-30FAAC160BE1}"/>
                  </a:ext>
                </a:extLst>
              </p:cNvPr>
              <p:cNvSpPr/>
              <p:nvPr/>
            </p:nvSpPr>
            <p:spPr>
              <a:xfrm>
                <a:off x="496587" y="5882763"/>
                <a:ext cx="38312" cy="38312"/>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003" name="ellipse_2818">
                <a:extLst>
                  <a:ext uri="{FF2B5EF4-FFF2-40B4-BE49-F238E27FC236}">
                    <a16:creationId xmlns:a16="http://schemas.microsoft.com/office/drawing/2014/main" id="{1005942C-00D7-8A1C-137B-E1D86938330F}"/>
                  </a:ext>
                </a:extLst>
              </p:cNvPr>
              <p:cNvSpPr/>
              <p:nvPr/>
            </p:nvSpPr>
            <p:spPr>
              <a:xfrm>
                <a:off x="478834" y="5854066"/>
                <a:ext cx="25188" cy="25188"/>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004" name="ellipse_2819">
                <a:extLst>
                  <a:ext uri="{FF2B5EF4-FFF2-40B4-BE49-F238E27FC236}">
                    <a16:creationId xmlns:a16="http://schemas.microsoft.com/office/drawing/2014/main" id="{73B36372-871B-FA4B-1FCA-7A0E91EE9E36}"/>
                  </a:ext>
                </a:extLst>
              </p:cNvPr>
              <p:cNvSpPr/>
              <p:nvPr/>
            </p:nvSpPr>
            <p:spPr>
              <a:xfrm>
                <a:off x="506296" y="5808800"/>
                <a:ext cx="30249" cy="30249"/>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005" name="ellipse_2820">
                <a:extLst>
                  <a:ext uri="{FF2B5EF4-FFF2-40B4-BE49-F238E27FC236}">
                    <a16:creationId xmlns:a16="http://schemas.microsoft.com/office/drawing/2014/main" id="{F7F8A5DD-DBDE-CB37-B237-9C609C1A6546}"/>
                  </a:ext>
                </a:extLst>
              </p:cNvPr>
              <p:cNvSpPr/>
              <p:nvPr/>
            </p:nvSpPr>
            <p:spPr>
              <a:xfrm>
                <a:off x="293539" y="5658834"/>
                <a:ext cx="25763" cy="25763"/>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006" name="ellipse_2821">
                <a:extLst>
                  <a:ext uri="{FF2B5EF4-FFF2-40B4-BE49-F238E27FC236}">
                    <a16:creationId xmlns:a16="http://schemas.microsoft.com/office/drawing/2014/main" id="{1979733E-CB2D-7A67-5FC5-DD9627A39CD3}"/>
                  </a:ext>
                </a:extLst>
              </p:cNvPr>
              <p:cNvSpPr/>
              <p:nvPr/>
            </p:nvSpPr>
            <p:spPr>
              <a:xfrm>
                <a:off x="181742" y="5723425"/>
                <a:ext cx="25033" cy="25033"/>
              </a:xfrm>
              <a:prstGeom prst="ellipse">
                <a:avLst/>
              </a:prstGeom>
              <a:gradFill flip="none" rotWithShape="1">
                <a:gsLst>
                  <a:gs pos="0">
                    <a:srgbClr val="F6F8F9"/>
                  </a:gs>
                  <a:gs pos="43000">
                    <a:srgbClr val="D5DCE3"/>
                  </a:gs>
                  <a:gs pos="100000">
                    <a:srgbClr val="ADB8C2"/>
                  </a:gs>
                </a:gsLst>
                <a:lin ang="2700000" scaled="1"/>
                <a:tileRect/>
              </a:gradFill>
              <a:ln w="1807" cap="rnd" cmpd="sng" algn="ctr">
                <a:noFill/>
                <a:prstDash val="solid"/>
                <a:round/>
                <a:headEnd type="none" w="med" len="med"/>
                <a:tailEnd type="none" w="med" len="med"/>
              </a:ln>
              <a:effectLst/>
            </p:spPr>
          </p:sp>
          <p:sp>
            <p:nvSpPr>
              <p:cNvPr id="3007" name="ellipse_2822">
                <a:extLst>
                  <a:ext uri="{FF2B5EF4-FFF2-40B4-BE49-F238E27FC236}">
                    <a16:creationId xmlns:a16="http://schemas.microsoft.com/office/drawing/2014/main" id="{C4372E0D-93CD-8E04-1985-70BFD8B50C97}"/>
                  </a:ext>
                </a:extLst>
              </p:cNvPr>
              <p:cNvSpPr/>
              <p:nvPr/>
            </p:nvSpPr>
            <p:spPr>
              <a:xfrm>
                <a:off x="202176" y="5882924"/>
                <a:ext cx="37759" cy="37759"/>
              </a:xfrm>
              <a:prstGeom prst="ellipse">
                <a:avLst/>
              </a:prstGeom>
              <a:gradFill flip="none" rotWithShape="1">
                <a:gsLst>
                  <a:gs pos="0">
                    <a:srgbClr val="F7F9FA"/>
                  </a:gs>
                  <a:gs pos="43000">
                    <a:srgbClr val="DAE0E6"/>
                  </a:gs>
                  <a:gs pos="100000">
                    <a:srgbClr val="B2BDC6"/>
                  </a:gs>
                </a:gsLst>
                <a:lin ang="2700000" scaled="1"/>
                <a:tileRect/>
              </a:gradFill>
              <a:ln w="1807" cap="rnd" cmpd="sng" algn="ctr">
                <a:noFill/>
                <a:prstDash val="solid"/>
                <a:round/>
                <a:headEnd type="none" w="med" len="med"/>
                <a:tailEnd type="none" w="med" len="med"/>
              </a:ln>
              <a:effectLst/>
            </p:spPr>
          </p:sp>
          <p:sp>
            <p:nvSpPr>
              <p:cNvPr id="3008" name="ellipse_2823">
                <a:extLst>
                  <a:ext uri="{FF2B5EF4-FFF2-40B4-BE49-F238E27FC236}">
                    <a16:creationId xmlns:a16="http://schemas.microsoft.com/office/drawing/2014/main" id="{55197BFF-C785-D4CA-F15F-40A20C659306}"/>
                  </a:ext>
                </a:extLst>
              </p:cNvPr>
              <p:cNvSpPr/>
              <p:nvPr/>
            </p:nvSpPr>
            <p:spPr>
              <a:xfrm>
                <a:off x="172763" y="5801652"/>
                <a:ext cx="35653" cy="35653"/>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009" name="ellipse_2824">
                <a:extLst>
                  <a:ext uri="{FF2B5EF4-FFF2-40B4-BE49-F238E27FC236}">
                    <a16:creationId xmlns:a16="http://schemas.microsoft.com/office/drawing/2014/main" id="{21C32A1E-A7BC-45B3-1FEC-E2F2866A5919}"/>
                  </a:ext>
                </a:extLst>
              </p:cNvPr>
              <p:cNvSpPr/>
              <p:nvPr/>
            </p:nvSpPr>
            <p:spPr>
              <a:xfrm>
                <a:off x="554014" y="5811099"/>
                <a:ext cx="24854" cy="24854"/>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010" name="ellipse_2825">
                <a:extLst>
                  <a:ext uri="{FF2B5EF4-FFF2-40B4-BE49-F238E27FC236}">
                    <a16:creationId xmlns:a16="http://schemas.microsoft.com/office/drawing/2014/main" id="{EC818BE8-9797-8590-EB1E-BF9BCA7BD6D5}"/>
                  </a:ext>
                </a:extLst>
              </p:cNvPr>
              <p:cNvSpPr/>
              <p:nvPr/>
            </p:nvSpPr>
            <p:spPr>
              <a:xfrm>
                <a:off x="373355" y="5698866"/>
                <a:ext cx="39779" cy="39779"/>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011" name="ellipse_2826">
                <a:extLst>
                  <a:ext uri="{FF2B5EF4-FFF2-40B4-BE49-F238E27FC236}">
                    <a16:creationId xmlns:a16="http://schemas.microsoft.com/office/drawing/2014/main" id="{B5CACCE6-05B2-0EA0-66A9-ED4A83A331F7}"/>
                  </a:ext>
                </a:extLst>
              </p:cNvPr>
              <p:cNvSpPr/>
              <p:nvPr/>
            </p:nvSpPr>
            <p:spPr>
              <a:xfrm>
                <a:off x="457668" y="5878100"/>
                <a:ext cx="24710" cy="24710"/>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012" name="ellipse_2827">
                <a:extLst>
                  <a:ext uri="{FF2B5EF4-FFF2-40B4-BE49-F238E27FC236}">
                    <a16:creationId xmlns:a16="http://schemas.microsoft.com/office/drawing/2014/main" id="{24218C7E-A2A0-9739-FF0A-B14CE3408AA9}"/>
                  </a:ext>
                </a:extLst>
              </p:cNvPr>
              <p:cNvSpPr/>
              <p:nvPr/>
            </p:nvSpPr>
            <p:spPr>
              <a:xfrm>
                <a:off x="441345" y="5906882"/>
                <a:ext cx="31193" cy="31193"/>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013" name="ellipse_2828">
                <a:extLst>
                  <a:ext uri="{FF2B5EF4-FFF2-40B4-BE49-F238E27FC236}">
                    <a16:creationId xmlns:a16="http://schemas.microsoft.com/office/drawing/2014/main" id="{17C2F170-5D38-AEEF-0C8A-0BAB13A1AFA4}"/>
                  </a:ext>
                </a:extLst>
              </p:cNvPr>
              <p:cNvSpPr/>
              <p:nvPr/>
            </p:nvSpPr>
            <p:spPr>
              <a:xfrm>
                <a:off x="448501" y="5920842"/>
                <a:ext cx="24983" cy="24983"/>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014" name="ellipse_2829">
                <a:extLst>
                  <a:ext uri="{FF2B5EF4-FFF2-40B4-BE49-F238E27FC236}">
                    <a16:creationId xmlns:a16="http://schemas.microsoft.com/office/drawing/2014/main" id="{72DE01CC-7BD5-EF8A-4D5E-D4F16EBD25BA}"/>
                  </a:ext>
                </a:extLst>
              </p:cNvPr>
              <p:cNvSpPr/>
              <p:nvPr/>
            </p:nvSpPr>
            <p:spPr>
              <a:xfrm>
                <a:off x="345039" y="5666290"/>
                <a:ext cx="30845" cy="30845"/>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015" name="ellipse_2830">
                <a:extLst>
                  <a:ext uri="{FF2B5EF4-FFF2-40B4-BE49-F238E27FC236}">
                    <a16:creationId xmlns:a16="http://schemas.microsoft.com/office/drawing/2014/main" id="{2D90C968-2B8D-CFCD-9A08-06CAA11205F5}"/>
                  </a:ext>
                </a:extLst>
              </p:cNvPr>
              <p:cNvSpPr/>
              <p:nvPr/>
            </p:nvSpPr>
            <p:spPr>
              <a:xfrm>
                <a:off x="453220" y="5880263"/>
                <a:ext cx="29276" cy="29276"/>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016" name="ellipse_2831">
                <a:extLst>
                  <a:ext uri="{FF2B5EF4-FFF2-40B4-BE49-F238E27FC236}">
                    <a16:creationId xmlns:a16="http://schemas.microsoft.com/office/drawing/2014/main" id="{F5A64C34-4C7A-0DCB-3D64-ADAB6CB255CE}"/>
                  </a:ext>
                </a:extLst>
              </p:cNvPr>
              <p:cNvSpPr/>
              <p:nvPr/>
            </p:nvSpPr>
            <p:spPr>
              <a:xfrm>
                <a:off x="390415" y="5923995"/>
                <a:ext cx="33461" cy="33461"/>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017" name="ellipse_2832">
                <a:extLst>
                  <a:ext uri="{FF2B5EF4-FFF2-40B4-BE49-F238E27FC236}">
                    <a16:creationId xmlns:a16="http://schemas.microsoft.com/office/drawing/2014/main" id="{D1FC9509-50AC-F791-4FE3-A52D3662A7C9}"/>
                  </a:ext>
                </a:extLst>
              </p:cNvPr>
              <p:cNvSpPr/>
              <p:nvPr/>
            </p:nvSpPr>
            <p:spPr>
              <a:xfrm>
                <a:off x="328664" y="5908942"/>
                <a:ext cx="33245" cy="33245"/>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018" name="ellipse_2833">
                <a:extLst>
                  <a:ext uri="{FF2B5EF4-FFF2-40B4-BE49-F238E27FC236}">
                    <a16:creationId xmlns:a16="http://schemas.microsoft.com/office/drawing/2014/main" id="{83194F97-922B-C004-9A25-4BD7C7374171}"/>
                  </a:ext>
                </a:extLst>
              </p:cNvPr>
              <p:cNvSpPr/>
              <p:nvPr/>
            </p:nvSpPr>
            <p:spPr>
              <a:xfrm>
                <a:off x="185873" y="5835875"/>
                <a:ext cx="39829" cy="39829"/>
              </a:xfrm>
              <a:prstGeom prst="ellipse">
                <a:avLst/>
              </a:prstGeom>
              <a:gradFill flip="none" rotWithShape="1">
                <a:gsLst>
                  <a:gs pos="0">
                    <a:srgbClr val="F6F7F8"/>
                  </a:gs>
                  <a:gs pos="43000">
                    <a:srgbClr val="D2DADF"/>
                  </a:gs>
                  <a:gs pos="100000">
                    <a:srgbClr val="A9B5BE"/>
                  </a:gs>
                </a:gsLst>
                <a:lin ang="2700000" scaled="1"/>
                <a:tileRect/>
              </a:gradFill>
              <a:ln w="1807" cap="rnd" cmpd="sng" algn="ctr">
                <a:noFill/>
                <a:prstDash val="solid"/>
                <a:round/>
                <a:headEnd type="none" w="med" len="med"/>
                <a:tailEnd type="none" w="med" len="med"/>
              </a:ln>
              <a:effectLst/>
            </p:spPr>
          </p:sp>
          <p:sp>
            <p:nvSpPr>
              <p:cNvPr id="3019" name="ellipse_2834">
                <a:extLst>
                  <a:ext uri="{FF2B5EF4-FFF2-40B4-BE49-F238E27FC236}">
                    <a16:creationId xmlns:a16="http://schemas.microsoft.com/office/drawing/2014/main" id="{EE4A2221-0759-376C-4BA7-8DF11E3AF0E3}"/>
                  </a:ext>
                </a:extLst>
              </p:cNvPr>
              <p:cNvSpPr/>
              <p:nvPr/>
            </p:nvSpPr>
            <p:spPr>
              <a:xfrm>
                <a:off x="423383" y="5709650"/>
                <a:ext cx="37338" cy="37338"/>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020" name="ellipse_2835">
                <a:extLst>
                  <a:ext uri="{FF2B5EF4-FFF2-40B4-BE49-F238E27FC236}">
                    <a16:creationId xmlns:a16="http://schemas.microsoft.com/office/drawing/2014/main" id="{6B7792C2-D2C4-D5DF-94AA-673F140B5EFF}"/>
                  </a:ext>
                </a:extLst>
              </p:cNvPr>
              <p:cNvSpPr/>
              <p:nvPr/>
            </p:nvSpPr>
            <p:spPr>
              <a:xfrm>
                <a:off x="187101" y="5747518"/>
                <a:ext cx="32092" cy="32092"/>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021" name="ellipse_2836">
                <a:extLst>
                  <a:ext uri="{FF2B5EF4-FFF2-40B4-BE49-F238E27FC236}">
                    <a16:creationId xmlns:a16="http://schemas.microsoft.com/office/drawing/2014/main" id="{5234EB81-40FA-2A66-58E5-B9CDED3C4EA3}"/>
                  </a:ext>
                </a:extLst>
              </p:cNvPr>
              <p:cNvSpPr/>
              <p:nvPr/>
            </p:nvSpPr>
            <p:spPr>
              <a:xfrm>
                <a:off x="407256" y="5719549"/>
                <a:ext cx="34094" cy="34094"/>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022" name="ellipse_2837">
                <a:extLst>
                  <a:ext uri="{FF2B5EF4-FFF2-40B4-BE49-F238E27FC236}">
                    <a16:creationId xmlns:a16="http://schemas.microsoft.com/office/drawing/2014/main" id="{B72A6EE8-324F-CF7B-B794-0AA1452531DB}"/>
                  </a:ext>
                </a:extLst>
              </p:cNvPr>
              <p:cNvSpPr/>
              <p:nvPr/>
            </p:nvSpPr>
            <p:spPr>
              <a:xfrm>
                <a:off x="186775" y="5850869"/>
                <a:ext cx="28916" cy="28916"/>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023" name="ellipse_2838">
                <a:extLst>
                  <a:ext uri="{FF2B5EF4-FFF2-40B4-BE49-F238E27FC236}">
                    <a16:creationId xmlns:a16="http://schemas.microsoft.com/office/drawing/2014/main" id="{B3307248-9EB2-7787-61BB-CA3EBB058C60}"/>
                  </a:ext>
                </a:extLst>
              </p:cNvPr>
              <p:cNvSpPr/>
              <p:nvPr/>
            </p:nvSpPr>
            <p:spPr>
              <a:xfrm>
                <a:off x="352084" y="5943768"/>
                <a:ext cx="24906" cy="24906"/>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024" name="ellipse_2839">
                <a:extLst>
                  <a:ext uri="{FF2B5EF4-FFF2-40B4-BE49-F238E27FC236}">
                    <a16:creationId xmlns:a16="http://schemas.microsoft.com/office/drawing/2014/main" id="{F539C429-6343-DDE3-C618-7EE84CD0B8A0}"/>
                  </a:ext>
                </a:extLst>
              </p:cNvPr>
              <p:cNvSpPr/>
              <p:nvPr/>
            </p:nvSpPr>
            <p:spPr>
              <a:xfrm>
                <a:off x="413160" y="5899661"/>
                <a:ext cx="26981" cy="26981"/>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025" name="ellipse_2840">
                <a:extLst>
                  <a:ext uri="{FF2B5EF4-FFF2-40B4-BE49-F238E27FC236}">
                    <a16:creationId xmlns:a16="http://schemas.microsoft.com/office/drawing/2014/main" id="{177D7A64-8B69-8E10-ED95-59DC31F0EBC6}"/>
                  </a:ext>
                </a:extLst>
              </p:cNvPr>
              <p:cNvSpPr/>
              <p:nvPr/>
            </p:nvSpPr>
            <p:spPr>
              <a:xfrm>
                <a:off x="314920" y="5706244"/>
                <a:ext cx="34606" cy="34606"/>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026" name="ellipse_2841">
                <a:extLst>
                  <a:ext uri="{FF2B5EF4-FFF2-40B4-BE49-F238E27FC236}">
                    <a16:creationId xmlns:a16="http://schemas.microsoft.com/office/drawing/2014/main" id="{60B6C6A4-67BC-B4D0-9836-09081FC462E6}"/>
                  </a:ext>
                </a:extLst>
              </p:cNvPr>
              <p:cNvSpPr/>
              <p:nvPr/>
            </p:nvSpPr>
            <p:spPr>
              <a:xfrm>
                <a:off x="374860" y="5665801"/>
                <a:ext cx="31924" cy="31924"/>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027" name="ellipse_2842">
                <a:extLst>
                  <a:ext uri="{FF2B5EF4-FFF2-40B4-BE49-F238E27FC236}">
                    <a16:creationId xmlns:a16="http://schemas.microsoft.com/office/drawing/2014/main" id="{31992089-F0D0-883C-68B5-6E4050828402}"/>
                  </a:ext>
                </a:extLst>
              </p:cNvPr>
              <p:cNvSpPr/>
              <p:nvPr/>
            </p:nvSpPr>
            <p:spPr>
              <a:xfrm>
                <a:off x="460196" y="5854774"/>
                <a:ext cx="34857" cy="34857"/>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028" name="ellipse_2843">
                <a:extLst>
                  <a:ext uri="{FF2B5EF4-FFF2-40B4-BE49-F238E27FC236}">
                    <a16:creationId xmlns:a16="http://schemas.microsoft.com/office/drawing/2014/main" id="{E04E7EC4-CD9E-FB6A-8775-40843CFEE6AE}"/>
                  </a:ext>
                </a:extLst>
              </p:cNvPr>
              <p:cNvSpPr/>
              <p:nvPr/>
            </p:nvSpPr>
            <p:spPr>
              <a:xfrm>
                <a:off x="313928" y="5924158"/>
                <a:ext cx="39031" cy="39031"/>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029" name="ellipse_2844">
                <a:extLst>
                  <a:ext uri="{FF2B5EF4-FFF2-40B4-BE49-F238E27FC236}">
                    <a16:creationId xmlns:a16="http://schemas.microsoft.com/office/drawing/2014/main" id="{513C5D99-2025-FA8A-9E39-E90791CA772A}"/>
                  </a:ext>
                </a:extLst>
              </p:cNvPr>
              <p:cNvSpPr/>
              <p:nvPr/>
            </p:nvSpPr>
            <p:spPr>
              <a:xfrm>
                <a:off x="335779" y="5705469"/>
                <a:ext cx="28310" cy="28310"/>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030" name="ellipse_2845">
                <a:extLst>
                  <a:ext uri="{FF2B5EF4-FFF2-40B4-BE49-F238E27FC236}">
                    <a16:creationId xmlns:a16="http://schemas.microsoft.com/office/drawing/2014/main" id="{93F19F88-F75D-9B15-0DDA-1CD55E38ECB0}"/>
                  </a:ext>
                </a:extLst>
              </p:cNvPr>
              <p:cNvSpPr/>
              <p:nvPr/>
            </p:nvSpPr>
            <p:spPr>
              <a:xfrm>
                <a:off x="238164" y="5756720"/>
                <a:ext cx="34137" cy="34137"/>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031" name="ellipse_2846">
                <a:extLst>
                  <a:ext uri="{FF2B5EF4-FFF2-40B4-BE49-F238E27FC236}">
                    <a16:creationId xmlns:a16="http://schemas.microsoft.com/office/drawing/2014/main" id="{07CA20CA-32A0-3AFD-3849-DB85E56DA689}"/>
                  </a:ext>
                </a:extLst>
              </p:cNvPr>
              <p:cNvSpPr/>
              <p:nvPr/>
            </p:nvSpPr>
            <p:spPr>
              <a:xfrm>
                <a:off x="446862" y="5912990"/>
                <a:ext cx="28039" cy="28039"/>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032" name="ellipse_2847">
                <a:extLst>
                  <a:ext uri="{FF2B5EF4-FFF2-40B4-BE49-F238E27FC236}">
                    <a16:creationId xmlns:a16="http://schemas.microsoft.com/office/drawing/2014/main" id="{66BD5A37-A3C6-1939-3222-D7D836D3C9B1}"/>
                  </a:ext>
                </a:extLst>
              </p:cNvPr>
              <p:cNvSpPr/>
              <p:nvPr/>
            </p:nvSpPr>
            <p:spPr>
              <a:xfrm>
                <a:off x="229673" y="5842292"/>
                <a:ext cx="36022" cy="36022"/>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033" name="ellipse_2848">
                <a:extLst>
                  <a:ext uri="{FF2B5EF4-FFF2-40B4-BE49-F238E27FC236}">
                    <a16:creationId xmlns:a16="http://schemas.microsoft.com/office/drawing/2014/main" id="{A3A80ACA-D431-9B2B-C6F8-07A92B713493}"/>
                  </a:ext>
                </a:extLst>
              </p:cNvPr>
              <p:cNvSpPr/>
              <p:nvPr/>
            </p:nvSpPr>
            <p:spPr>
              <a:xfrm>
                <a:off x="543712" y="5768664"/>
                <a:ext cx="32641" cy="32641"/>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034" name="ellipse_2849">
                <a:extLst>
                  <a:ext uri="{FF2B5EF4-FFF2-40B4-BE49-F238E27FC236}">
                    <a16:creationId xmlns:a16="http://schemas.microsoft.com/office/drawing/2014/main" id="{062AED4F-FC49-2E3B-F3C4-369FD1E1353B}"/>
                  </a:ext>
                </a:extLst>
              </p:cNvPr>
              <p:cNvSpPr/>
              <p:nvPr/>
            </p:nvSpPr>
            <p:spPr>
              <a:xfrm>
                <a:off x="450294" y="5693630"/>
                <a:ext cx="25462" cy="25462"/>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035" name="ellipse_2850">
                <a:extLst>
                  <a:ext uri="{FF2B5EF4-FFF2-40B4-BE49-F238E27FC236}">
                    <a16:creationId xmlns:a16="http://schemas.microsoft.com/office/drawing/2014/main" id="{BF01D8C8-5BE3-5859-0052-EC79F78214E2}"/>
                  </a:ext>
                </a:extLst>
              </p:cNvPr>
              <p:cNvSpPr/>
              <p:nvPr/>
            </p:nvSpPr>
            <p:spPr>
              <a:xfrm>
                <a:off x="385359" y="5937604"/>
                <a:ext cx="36749" cy="36749"/>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036" name="ellipse_2851">
                <a:extLst>
                  <a:ext uri="{FF2B5EF4-FFF2-40B4-BE49-F238E27FC236}">
                    <a16:creationId xmlns:a16="http://schemas.microsoft.com/office/drawing/2014/main" id="{BD1F77B3-E9A5-B1E8-798C-FE2AB79AF462}"/>
                  </a:ext>
                </a:extLst>
              </p:cNvPr>
              <p:cNvSpPr/>
              <p:nvPr/>
            </p:nvSpPr>
            <p:spPr>
              <a:xfrm>
                <a:off x="353932" y="5648310"/>
                <a:ext cx="34391" cy="34391"/>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037" name="ellipse_2852">
                <a:extLst>
                  <a:ext uri="{FF2B5EF4-FFF2-40B4-BE49-F238E27FC236}">
                    <a16:creationId xmlns:a16="http://schemas.microsoft.com/office/drawing/2014/main" id="{2F086C12-8DDE-C0F6-0D56-9A26A94E7FEB}"/>
                  </a:ext>
                </a:extLst>
              </p:cNvPr>
              <p:cNvSpPr/>
              <p:nvPr/>
            </p:nvSpPr>
            <p:spPr>
              <a:xfrm>
                <a:off x="176305" y="5883401"/>
                <a:ext cx="33923" cy="33923"/>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038" name="ellipse_2853">
                <a:extLst>
                  <a:ext uri="{FF2B5EF4-FFF2-40B4-BE49-F238E27FC236}">
                    <a16:creationId xmlns:a16="http://schemas.microsoft.com/office/drawing/2014/main" id="{C5299042-8154-F81B-BC80-9926D7B1010F}"/>
                  </a:ext>
                </a:extLst>
              </p:cNvPr>
              <p:cNvSpPr/>
              <p:nvPr/>
            </p:nvSpPr>
            <p:spPr>
              <a:xfrm>
                <a:off x="510624" y="5801581"/>
                <a:ext cx="25208" cy="25208"/>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039" name="ellipse_2854">
                <a:extLst>
                  <a:ext uri="{FF2B5EF4-FFF2-40B4-BE49-F238E27FC236}">
                    <a16:creationId xmlns:a16="http://schemas.microsoft.com/office/drawing/2014/main" id="{5A5866A5-16D6-4915-6A70-1D4610C54075}"/>
                  </a:ext>
                </a:extLst>
              </p:cNvPr>
              <p:cNvSpPr/>
              <p:nvPr/>
            </p:nvSpPr>
            <p:spPr>
              <a:xfrm>
                <a:off x="517368" y="5889149"/>
                <a:ext cx="35835" cy="35835"/>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040" name="ellipse_2855">
                <a:extLst>
                  <a:ext uri="{FF2B5EF4-FFF2-40B4-BE49-F238E27FC236}">
                    <a16:creationId xmlns:a16="http://schemas.microsoft.com/office/drawing/2014/main" id="{84A5AB79-7746-DE7D-E5CA-CB479053D593}"/>
                  </a:ext>
                </a:extLst>
              </p:cNvPr>
              <p:cNvSpPr/>
              <p:nvPr/>
            </p:nvSpPr>
            <p:spPr>
              <a:xfrm>
                <a:off x="377563" y="5645738"/>
                <a:ext cx="38133" cy="38133"/>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041" name="ellipse_2856">
                <a:extLst>
                  <a:ext uri="{FF2B5EF4-FFF2-40B4-BE49-F238E27FC236}">
                    <a16:creationId xmlns:a16="http://schemas.microsoft.com/office/drawing/2014/main" id="{3006805B-CC43-AC71-E3ED-14A4157BB0AE}"/>
                  </a:ext>
                </a:extLst>
              </p:cNvPr>
              <p:cNvSpPr/>
              <p:nvPr/>
            </p:nvSpPr>
            <p:spPr>
              <a:xfrm>
                <a:off x="250735" y="5716511"/>
                <a:ext cx="36913" cy="36913"/>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042" name="ellipse_2857">
                <a:extLst>
                  <a:ext uri="{FF2B5EF4-FFF2-40B4-BE49-F238E27FC236}">
                    <a16:creationId xmlns:a16="http://schemas.microsoft.com/office/drawing/2014/main" id="{7183CDAE-B057-404B-8CA7-DF03970F1582}"/>
                  </a:ext>
                </a:extLst>
              </p:cNvPr>
              <p:cNvSpPr/>
              <p:nvPr/>
            </p:nvSpPr>
            <p:spPr>
              <a:xfrm>
                <a:off x="492262" y="5798324"/>
                <a:ext cx="30077" cy="30077"/>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043" name="ellipse_2858">
                <a:extLst>
                  <a:ext uri="{FF2B5EF4-FFF2-40B4-BE49-F238E27FC236}">
                    <a16:creationId xmlns:a16="http://schemas.microsoft.com/office/drawing/2014/main" id="{7FBA6988-9FC0-3189-B9A0-74EF644F6653}"/>
                  </a:ext>
                </a:extLst>
              </p:cNvPr>
              <p:cNvSpPr/>
              <p:nvPr/>
            </p:nvSpPr>
            <p:spPr>
              <a:xfrm>
                <a:off x="160558" y="5854711"/>
                <a:ext cx="30574" cy="30574"/>
              </a:xfrm>
              <a:prstGeom prst="ellipse">
                <a:avLst/>
              </a:prstGeom>
              <a:gradFill flip="none" rotWithShape="1">
                <a:gsLst>
                  <a:gs pos="0">
                    <a:srgbClr val="F6F8F9"/>
                  </a:gs>
                  <a:gs pos="43000">
                    <a:srgbClr val="D5DCE1"/>
                  </a:gs>
                  <a:gs pos="100000">
                    <a:srgbClr val="ACB8C1"/>
                  </a:gs>
                </a:gsLst>
                <a:lin ang="2700000" scaled="1"/>
                <a:tileRect/>
              </a:gradFill>
              <a:ln w="1807" cap="rnd" cmpd="sng" algn="ctr">
                <a:noFill/>
                <a:prstDash val="solid"/>
                <a:round/>
                <a:headEnd type="none" w="med" len="med"/>
                <a:tailEnd type="none" w="med" len="med"/>
              </a:ln>
              <a:effectLst/>
            </p:spPr>
          </p:sp>
          <p:sp>
            <p:nvSpPr>
              <p:cNvPr id="3044" name="ellipse_2859">
                <a:extLst>
                  <a:ext uri="{FF2B5EF4-FFF2-40B4-BE49-F238E27FC236}">
                    <a16:creationId xmlns:a16="http://schemas.microsoft.com/office/drawing/2014/main" id="{158147E5-81CC-A751-529E-F2BCA3F20895}"/>
                  </a:ext>
                </a:extLst>
              </p:cNvPr>
              <p:cNvSpPr/>
              <p:nvPr/>
            </p:nvSpPr>
            <p:spPr>
              <a:xfrm>
                <a:off x="188963" y="5905946"/>
                <a:ext cx="38308" cy="38308"/>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045" name="ellipse_2860">
                <a:extLst>
                  <a:ext uri="{FF2B5EF4-FFF2-40B4-BE49-F238E27FC236}">
                    <a16:creationId xmlns:a16="http://schemas.microsoft.com/office/drawing/2014/main" id="{91877774-5F86-DC19-8DDB-154F75FE103D}"/>
                  </a:ext>
                </a:extLst>
              </p:cNvPr>
              <p:cNvSpPr/>
              <p:nvPr/>
            </p:nvSpPr>
            <p:spPr>
              <a:xfrm>
                <a:off x="439210" y="5706433"/>
                <a:ext cx="36067" cy="36067"/>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046" name="ellipse_2861">
                <a:extLst>
                  <a:ext uri="{FF2B5EF4-FFF2-40B4-BE49-F238E27FC236}">
                    <a16:creationId xmlns:a16="http://schemas.microsoft.com/office/drawing/2014/main" id="{4FE162FC-A6F9-0056-2069-0819C1BE084E}"/>
                  </a:ext>
                </a:extLst>
              </p:cNvPr>
              <p:cNvSpPr/>
              <p:nvPr/>
            </p:nvSpPr>
            <p:spPr>
              <a:xfrm>
                <a:off x="391867" y="5652198"/>
                <a:ext cx="24393" cy="24393"/>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047" name="ellipse_2862">
                <a:extLst>
                  <a:ext uri="{FF2B5EF4-FFF2-40B4-BE49-F238E27FC236}">
                    <a16:creationId xmlns:a16="http://schemas.microsoft.com/office/drawing/2014/main" id="{B089793D-6A94-2173-4E2A-51DE5AD6069A}"/>
                  </a:ext>
                </a:extLst>
              </p:cNvPr>
              <p:cNvSpPr/>
              <p:nvPr/>
            </p:nvSpPr>
            <p:spPr>
              <a:xfrm>
                <a:off x="207923" y="5688224"/>
                <a:ext cx="34413" cy="34413"/>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048" name="ellipse_2863">
                <a:extLst>
                  <a:ext uri="{FF2B5EF4-FFF2-40B4-BE49-F238E27FC236}">
                    <a16:creationId xmlns:a16="http://schemas.microsoft.com/office/drawing/2014/main" id="{4A20FC11-FC65-C1D5-03EE-B2EBB67FE0EC}"/>
                  </a:ext>
                </a:extLst>
              </p:cNvPr>
              <p:cNvSpPr/>
              <p:nvPr/>
            </p:nvSpPr>
            <p:spPr>
              <a:xfrm>
                <a:off x="216568" y="5796563"/>
                <a:ext cx="38760" cy="38760"/>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049" name="ellipse_2864">
                <a:extLst>
                  <a:ext uri="{FF2B5EF4-FFF2-40B4-BE49-F238E27FC236}">
                    <a16:creationId xmlns:a16="http://schemas.microsoft.com/office/drawing/2014/main" id="{B62E5F49-0AFA-0EF3-2DFE-547EC040C55B}"/>
                  </a:ext>
                </a:extLst>
              </p:cNvPr>
              <p:cNvSpPr/>
              <p:nvPr/>
            </p:nvSpPr>
            <p:spPr>
              <a:xfrm>
                <a:off x="192699" y="5792585"/>
                <a:ext cx="31366" cy="31366"/>
              </a:xfrm>
              <a:prstGeom prst="ellipse">
                <a:avLst/>
              </a:prstGeom>
              <a:gradFill flip="none" rotWithShape="1">
                <a:gsLst>
                  <a:gs pos="0">
                    <a:srgbClr val="F5F6F8"/>
                  </a:gs>
                  <a:gs pos="43000">
                    <a:srgbClr val="CDD6DD"/>
                  </a:gs>
                  <a:gs pos="100000">
                    <a:srgbClr val="A4B1BC"/>
                  </a:gs>
                </a:gsLst>
                <a:lin ang="2700000" scaled="1"/>
                <a:tileRect/>
              </a:gradFill>
              <a:ln w="1807" cap="rnd" cmpd="sng" algn="ctr">
                <a:noFill/>
                <a:prstDash val="solid"/>
                <a:round/>
                <a:headEnd type="none" w="med" len="med"/>
                <a:tailEnd type="none" w="med" len="med"/>
              </a:ln>
              <a:effectLst/>
            </p:spPr>
          </p:sp>
          <p:sp>
            <p:nvSpPr>
              <p:cNvPr id="3050" name="ellipse_2865">
                <a:extLst>
                  <a:ext uri="{FF2B5EF4-FFF2-40B4-BE49-F238E27FC236}">
                    <a16:creationId xmlns:a16="http://schemas.microsoft.com/office/drawing/2014/main" id="{863554B2-0D94-C6B1-427F-3E6548C1CC59}"/>
                  </a:ext>
                </a:extLst>
              </p:cNvPr>
              <p:cNvSpPr/>
              <p:nvPr/>
            </p:nvSpPr>
            <p:spPr>
              <a:xfrm>
                <a:off x="358802" y="5931970"/>
                <a:ext cx="27163" cy="27163"/>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051" name="ellipse_2866">
                <a:extLst>
                  <a:ext uri="{FF2B5EF4-FFF2-40B4-BE49-F238E27FC236}">
                    <a16:creationId xmlns:a16="http://schemas.microsoft.com/office/drawing/2014/main" id="{31CC9438-277D-EDDD-C76C-E88DCC693C88}"/>
                  </a:ext>
                </a:extLst>
              </p:cNvPr>
              <p:cNvSpPr/>
              <p:nvPr/>
            </p:nvSpPr>
            <p:spPr>
              <a:xfrm>
                <a:off x="244814" y="5920367"/>
                <a:ext cx="30834" cy="30834"/>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052" name="ellipse_2867">
                <a:extLst>
                  <a:ext uri="{FF2B5EF4-FFF2-40B4-BE49-F238E27FC236}">
                    <a16:creationId xmlns:a16="http://schemas.microsoft.com/office/drawing/2014/main" id="{51D6016E-2843-B907-741D-C32061392D97}"/>
                  </a:ext>
                </a:extLst>
              </p:cNvPr>
              <p:cNvSpPr/>
              <p:nvPr/>
            </p:nvSpPr>
            <p:spPr>
              <a:xfrm>
                <a:off x="184490" y="5733812"/>
                <a:ext cx="31950" cy="31950"/>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053" name="ellipse_2868">
                <a:extLst>
                  <a:ext uri="{FF2B5EF4-FFF2-40B4-BE49-F238E27FC236}">
                    <a16:creationId xmlns:a16="http://schemas.microsoft.com/office/drawing/2014/main" id="{F21529B0-4618-281E-CBD5-68CAC814E8CD}"/>
                  </a:ext>
                </a:extLst>
              </p:cNvPr>
              <p:cNvSpPr/>
              <p:nvPr/>
            </p:nvSpPr>
            <p:spPr>
              <a:xfrm>
                <a:off x="347980" y="5691315"/>
                <a:ext cx="27922" cy="27922"/>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054" name="ellipse_2869">
                <a:extLst>
                  <a:ext uri="{FF2B5EF4-FFF2-40B4-BE49-F238E27FC236}">
                    <a16:creationId xmlns:a16="http://schemas.microsoft.com/office/drawing/2014/main" id="{C8163A46-0633-7093-FD96-9B85AD98A9FF}"/>
                  </a:ext>
                </a:extLst>
              </p:cNvPr>
              <p:cNvSpPr/>
              <p:nvPr/>
            </p:nvSpPr>
            <p:spPr>
              <a:xfrm>
                <a:off x="429796" y="5723751"/>
                <a:ext cx="38175" cy="38175"/>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grpSp>
        <p:sp>
          <p:nvSpPr>
            <p:cNvPr id="3055" name="Candidate blob | editable contour">
              <a:extLst>
                <a:ext uri="{FF2B5EF4-FFF2-40B4-BE49-F238E27FC236}">
                  <a16:creationId xmlns:a16="http://schemas.microsoft.com/office/drawing/2014/main" id="{A57100B0-3632-9195-D19E-AD2F7DD1CDFB}"/>
                </a:ext>
              </a:extLst>
            </p:cNvPr>
            <p:cNvSpPr/>
            <p:nvPr/>
          </p:nvSpPr>
          <p:spPr>
            <a:xfrm>
              <a:off x="302286" y="5754734"/>
              <a:ext cx="109391" cy="82087"/>
            </a:xfrm>
            <a:custGeom>
              <a:avLst/>
              <a:gdLst/>
              <a:ahLst/>
              <a:cxnLst/>
              <a:rect l="0" t="0" r="w" b="h"/>
              <a:pathLst>
                <a:path w="109391" h="82087" extrusionOk="0">
                  <a:moveTo>
                    <a:pt x="2562" y="51602"/>
                  </a:moveTo>
                  <a:cubicBezTo>
                    <a:pt x="0" y="42552"/>
                    <a:pt x="9067" y="28738"/>
                    <a:pt x="14388" y="23022"/>
                  </a:cubicBezTo>
                  <a:cubicBezTo>
                    <a:pt x="19710" y="17306"/>
                    <a:pt x="28185" y="20800"/>
                    <a:pt x="34492" y="17306"/>
                  </a:cubicBezTo>
                  <a:cubicBezTo>
                    <a:pt x="40800" y="13813"/>
                    <a:pt x="44348" y="4128"/>
                    <a:pt x="52232" y="2064"/>
                  </a:cubicBezTo>
                  <a:cubicBezTo>
                    <a:pt x="60116" y="0"/>
                    <a:pt x="73913" y="1905"/>
                    <a:pt x="81797" y="4922"/>
                  </a:cubicBezTo>
                  <a:cubicBezTo>
                    <a:pt x="89680" y="7939"/>
                    <a:pt x="95199" y="13813"/>
                    <a:pt x="99535" y="20164"/>
                  </a:cubicBezTo>
                  <a:cubicBezTo>
                    <a:pt x="103872" y="26515"/>
                    <a:pt x="109391" y="35407"/>
                    <a:pt x="107814" y="43028"/>
                  </a:cubicBezTo>
                  <a:cubicBezTo>
                    <a:pt x="106237" y="50649"/>
                    <a:pt x="97565" y="59699"/>
                    <a:pt x="90075" y="65892"/>
                  </a:cubicBezTo>
                  <a:cubicBezTo>
                    <a:pt x="82585" y="72084"/>
                    <a:pt x="72927" y="78276"/>
                    <a:pt x="62875" y="80181"/>
                  </a:cubicBezTo>
                  <a:cubicBezTo>
                    <a:pt x="52823" y="82087"/>
                    <a:pt x="39814" y="82087"/>
                    <a:pt x="29762" y="77323"/>
                  </a:cubicBezTo>
                  <a:cubicBezTo>
                    <a:pt x="19710" y="72560"/>
                    <a:pt x="5125" y="60652"/>
                    <a:pt x="2562" y="51602"/>
                  </a:cubicBezTo>
                  <a:close/>
                </a:path>
              </a:pathLst>
            </a:custGeom>
            <a:gradFill flip="none" rotWithShape="1">
              <a:gsLst>
                <a:gs pos="0">
                  <a:srgbClr val="E7F1F9"/>
                </a:gs>
                <a:gs pos="48000">
                  <a:srgbClr val="79B3DC"/>
                </a:gs>
                <a:gs pos="100000">
                  <a:srgbClr val="5E9ECD"/>
                </a:gs>
              </a:gsLst>
              <a:lin ang="2700000" scaled="1"/>
              <a:tileRect/>
            </a:gradFill>
            <a:ln w="3285" cap="rnd" cmpd="sng" algn="ctr">
              <a:solidFill>
                <a:srgbClr val="68A6D3"/>
              </a:solidFill>
              <a:prstDash val="solid"/>
              <a:round/>
              <a:headEnd type="none" w="med" len="med"/>
              <a:tailEnd type="none" w="med" len="med"/>
            </a:ln>
            <a:effectLst/>
          </p:spPr>
        </p:sp>
        <p:sp>
          <p:nvSpPr>
            <p:cNvPr id="3056" name="ellipse_2871">
              <a:extLst>
                <a:ext uri="{FF2B5EF4-FFF2-40B4-BE49-F238E27FC236}">
                  <a16:creationId xmlns:a16="http://schemas.microsoft.com/office/drawing/2014/main" id="{7A057110-7314-29E6-45BC-C940210A8C4A}"/>
                </a:ext>
              </a:extLst>
            </p:cNvPr>
            <p:cNvSpPr/>
            <p:nvPr/>
          </p:nvSpPr>
          <p:spPr>
            <a:xfrm>
              <a:off x="327317" y="5777757"/>
              <a:ext cx="27200" cy="10479"/>
            </a:xfrm>
            <a:prstGeom prst="ellipse">
              <a:avLst/>
            </a:prstGeom>
            <a:solidFill>
              <a:srgbClr val="FFFFFF">
                <a:alpha val="35000"/>
              </a:srgbClr>
            </a:solidFill>
            <a:ln w="3285" cap="rnd" cmpd="sng" algn="ctr">
              <a:noFill/>
              <a:prstDash val="solid"/>
              <a:round/>
              <a:headEnd type="none" w="med" len="med"/>
              <a:tailEnd type="none" w="med" len="med"/>
            </a:ln>
            <a:effectLst/>
          </p:spPr>
        </p:sp>
        <p:sp>
          <p:nvSpPr>
            <p:cNvPr id="3057" name="Text | Site p">
              <a:extLst>
                <a:ext uri="{FF2B5EF4-FFF2-40B4-BE49-F238E27FC236}">
                  <a16:creationId xmlns:a16="http://schemas.microsoft.com/office/drawing/2014/main" id="{0FB3C559-5FCF-A942-0C6F-311F77BF8BCD}"/>
                </a:ext>
              </a:extLst>
            </p:cNvPr>
            <p:cNvSpPr txBox="1"/>
            <p:nvPr/>
          </p:nvSpPr>
          <p:spPr>
            <a:xfrm>
              <a:off x="203508" y="5975415"/>
              <a:ext cx="322253" cy="125947"/>
            </a:xfrm>
            <a:prstGeom prst="rect">
              <a:avLst/>
            </a:prstGeom>
            <a:noFill/>
            <a:ln>
              <a:noFill/>
            </a:ln>
            <a:effectLst/>
          </p:spPr>
          <p:txBody>
            <a:bodyPr vertOverflow="overflow" horzOverflow="overflow" wrap="none" lIns="0" tIns="0" rIns="0" bIns="0" anchor="t" anchorCtr="0">
              <a:noAutofit/>
            </a:bodyPr>
            <a:lstStyle/>
            <a:p>
              <a:pPr algn="ctr"/>
              <a:r>
                <a:rPr lang="en-US" sz="500" b="1" dirty="0">
                  <a:solidFill>
                    <a:srgbClr val="1D3043"/>
                  </a:solidFill>
                  <a:latin typeface="Arial"/>
                  <a:ea typeface="Arial"/>
                  <a:cs typeface="Arial"/>
                </a:rPr>
                <a:t>Site p</a:t>
              </a:r>
              <a:endParaRPr lang="en-US" sz="500"/>
            </a:p>
          </p:txBody>
        </p:sp>
        <p:sp>
          <p:nvSpPr>
            <p:cNvPr id="3058" name="Text | from Find">
              <a:extLst>
                <a:ext uri="{FF2B5EF4-FFF2-40B4-BE49-F238E27FC236}">
                  <a16:creationId xmlns:a16="http://schemas.microsoft.com/office/drawing/2014/main" id="{A4DECEBC-C467-F49A-8903-C7BCD024299B}"/>
                </a:ext>
              </a:extLst>
            </p:cNvPr>
            <p:cNvSpPr txBox="1"/>
            <p:nvPr/>
          </p:nvSpPr>
          <p:spPr>
            <a:xfrm>
              <a:off x="181872" y="6070680"/>
              <a:ext cx="365527" cy="102623"/>
            </a:xfrm>
            <a:prstGeom prst="rect">
              <a:avLst/>
            </a:prstGeom>
            <a:noFill/>
            <a:ln>
              <a:noFill/>
            </a:ln>
            <a:effectLst/>
          </p:spPr>
          <p:txBody>
            <a:bodyPr vertOverflow="overflow" horzOverflow="overflow" wrap="none" lIns="0" tIns="0" rIns="0" bIns="0" anchor="t" anchorCtr="0">
              <a:noAutofit/>
            </a:bodyPr>
            <a:lstStyle/>
            <a:p>
              <a:pPr algn="ctr"/>
              <a:r>
                <a:rPr lang="en-US" sz="407" dirty="0">
                  <a:solidFill>
                    <a:srgbClr val="5E7180"/>
                  </a:solidFill>
                  <a:latin typeface="Arial"/>
                  <a:ea typeface="Arial"/>
                  <a:cs typeface="Arial"/>
                </a:rPr>
                <a:t>from Find</a:t>
              </a:r>
              <a:endParaRPr lang="en-US" sz="407"/>
            </a:p>
          </p:txBody>
        </p:sp>
        <p:sp>
          <p:nvSpPr>
            <p:cNvPr id="3059" name="Text | +">
              <a:extLst>
                <a:ext uri="{FF2B5EF4-FFF2-40B4-BE49-F238E27FC236}">
                  <a16:creationId xmlns:a16="http://schemas.microsoft.com/office/drawing/2014/main" id="{3C7BA717-4B11-7C0E-695D-F18A6BADF987}"/>
                </a:ext>
              </a:extLst>
            </p:cNvPr>
            <p:cNvSpPr txBox="1"/>
            <p:nvPr/>
          </p:nvSpPr>
          <p:spPr>
            <a:xfrm>
              <a:off x="601134" y="5745465"/>
              <a:ext cx="124871" cy="149270"/>
            </a:xfrm>
            <a:prstGeom prst="rect">
              <a:avLst/>
            </a:prstGeom>
            <a:noFill/>
            <a:ln>
              <a:noFill/>
            </a:ln>
            <a:effectLst/>
          </p:spPr>
          <p:txBody>
            <a:bodyPr vertOverflow="overflow" horzOverflow="overflow" wrap="none" lIns="0" tIns="0" rIns="0" bIns="0" anchor="t" anchorCtr="0">
              <a:noAutofit/>
            </a:bodyPr>
            <a:lstStyle/>
            <a:p>
              <a:pPr algn="ctr"/>
              <a:r>
                <a:rPr lang="en-US" sz="593" dirty="0">
                  <a:solidFill>
                    <a:srgbClr val="5E7180"/>
                  </a:solidFill>
                  <a:latin typeface="Arial"/>
                  <a:ea typeface="Arial"/>
                  <a:cs typeface="Arial"/>
                </a:rPr>
                <a:t>+</a:t>
              </a:r>
              <a:endParaRPr lang="en-US" sz="593"/>
            </a:p>
          </p:txBody>
        </p:sp>
        <p:grpSp>
          <p:nvGrpSpPr>
            <p:cNvPr id="3060" name="d | Ligand identity: illustrative molecular graph">
              <a:extLst>
                <a:ext uri="{FF2B5EF4-FFF2-40B4-BE49-F238E27FC236}">
                  <a16:creationId xmlns:a16="http://schemas.microsoft.com/office/drawing/2014/main" id="{4B5FF03B-9939-087F-1A90-59B68227CCD0}"/>
                </a:ext>
              </a:extLst>
            </p:cNvPr>
            <p:cNvGrpSpPr/>
            <p:nvPr/>
          </p:nvGrpSpPr>
          <p:grpSpPr>
            <a:xfrm>
              <a:off x="863060" y="5744348"/>
              <a:ext cx="420988" cy="204721"/>
              <a:chOff x="863060" y="5744348"/>
              <a:chExt cx="420988" cy="204721"/>
            </a:xfrm>
          </p:grpSpPr>
          <p:cxnSp>
            <p:nvCxnSpPr>
              <p:cNvPr id="3061" name="path_2875">
                <a:extLst>
                  <a:ext uri="{FF2B5EF4-FFF2-40B4-BE49-F238E27FC236}">
                    <a16:creationId xmlns:a16="http://schemas.microsoft.com/office/drawing/2014/main" id="{537C00EB-63A3-54E2-840F-755592B2D5CE}"/>
                  </a:ext>
                </a:extLst>
              </p:cNvPr>
              <p:cNvCxnSpPr/>
              <p:nvPr/>
            </p:nvCxnSpPr>
            <p:spPr>
              <a:xfrm flipH="1">
                <a:off x="956231" y="5897889"/>
                <a:ext cx="93170" cy="51180"/>
              </a:xfrm>
              <a:prstGeom prst="line">
                <a:avLst/>
              </a:prstGeom>
              <a:noFill/>
              <a:ln w="12700" cap="rnd" cmpd="sng" algn="ctr">
                <a:solidFill>
                  <a:srgbClr val="238777"/>
                </a:solidFill>
                <a:prstDash val="solid"/>
                <a:round/>
                <a:headEnd type="none" w="med" len="med"/>
                <a:tailEnd type="none" w="med" len="med"/>
              </a:ln>
              <a:effectLst/>
            </p:spPr>
          </p:cxnSp>
          <p:cxnSp>
            <p:nvCxnSpPr>
              <p:cNvPr id="3062" name="path_2876">
                <a:extLst>
                  <a:ext uri="{FF2B5EF4-FFF2-40B4-BE49-F238E27FC236}">
                    <a16:creationId xmlns:a16="http://schemas.microsoft.com/office/drawing/2014/main" id="{3EFCC9A4-2657-748E-3D4A-B079F987487B}"/>
                  </a:ext>
                </a:extLst>
              </p:cNvPr>
              <p:cNvCxnSpPr/>
              <p:nvPr/>
            </p:nvCxnSpPr>
            <p:spPr>
              <a:xfrm flipH="1" flipV="1">
                <a:off x="863060" y="5897889"/>
                <a:ext cx="93170" cy="51180"/>
              </a:xfrm>
              <a:prstGeom prst="line">
                <a:avLst/>
              </a:prstGeom>
              <a:noFill/>
              <a:ln w="12700" cap="rnd" cmpd="sng" algn="ctr">
                <a:solidFill>
                  <a:srgbClr val="238777"/>
                </a:solidFill>
                <a:prstDash val="solid"/>
                <a:round/>
                <a:headEnd type="none" w="med" len="med"/>
                <a:tailEnd type="none" w="med" len="med"/>
              </a:ln>
              <a:effectLst/>
            </p:spPr>
          </p:cxnSp>
          <p:cxnSp>
            <p:nvCxnSpPr>
              <p:cNvPr id="3063" name="path_2877">
                <a:extLst>
                  <a:ext uri="{FF2B5EF4-FFF2-40B4-BE49-F238E27FC236}">
                    <a16:creationId xmlns:a16="http://schemas.microsoft.com/office/drawing/2014/main" id="{4F972F5E-CC59-9166-7930-5C58B67060F6}"/>
                  </a:ext>
                </a:extLst>
              </p:cNvPr>
              <p:cNvCxnSpPr/>
              <p:nvPr/>
            </p:nvCxnSpPr>
            <p:spPr>
              <a:xfrm flipH="1" flipV="1">
                <a:off x="863060" y="5795528"/>
                <a:ext cx="0" cy="102361"/>
              </a:xfrm>
              <a:prstGeom prst="line">
                <a:avLst/>
              </a:prstGeom>
              <a:noFill/>
              <a:ln w="12700" cap="rnd" cmpd="sng" algn="ctr">
                <a:solidFill>
                  <a:srgbClr val="238777"/>
                </a:solidFill>
                <a:prstDash val="solid"/>
                <a:round/>
                <a:headEnd type="none" w="med" len="med"/>
                <a:tailEnd type="none" w="med" len="med"/>
              </a:ln>
              <a:effectLst/>
            </p:spPr>
          </p:cxnSp>
          <p:cxnSp>
            <p:nvCxnSpPr>
              <p:cNvPr id="3064" name="path_2878">
                <a:extLst>
                  <a:ext uri="{FF2B5EF4-FFF2-40B4-BE49-F238E27FC236}">
                    <a16:creationId xmlns:a16="http://schemas.microsoft.com/office/drawing/2014/main" id="{09B48882-DC24-2F67-7B2F-514E25956416}"/>
                  </a:ext>
                </a:extLst>
              </p:cNvPr>
              <p:cNvCxnSpPr/>
              <p:nvPr/>
            </p:nvCxnSpPr>
            <p:spPr>
              <a:xfrm flipV="1">
                <a:off x="863060" y="5744348"/>
                <a:ext cx="93170" cy="51180"/>
              </a:xfrm>
              <a:prstGeom prst="line">
                <a:avLst/>
              </a:prstGeom>
              <a:noFill/>
              <a:ln w="12700" cap="rnd" cmpd="sng" algn="ctr">
                <a:solidFill>
                  <a:srgbClr val="238777"/>
                </a:solidFill>
                <a:prstDash val="solid"/>
                <a:round/>
                <a:headEnd type="none" w="med" len="med"/>
                <a:tailEnd type="none" w="med" len="med"/>
              </a:ln>
              <a:effectLst/>
            </p:spPr>
          </p:cxnSp>
          <p:cxnSp>
            <p:nvCxnSpPr>
              <p:cNvPr id="3065" name="path_2879">
                <a:extLst>
                  <a:ext uri="{FF2B5EF4-FFF2-40B4-BE49-F238E27FC236}">
                    <a16:creationId xmlns:a16="http://schemas.microsoft.com/office/drawing/2014/main" id="{216E8486-E6D3-4DF6-049A-31795B41AC78}"/>
                  </a:ext>
                </a:extLst>
              </p:cNvPr>
              <p:cNvCxnSpPr/>
              <p:nvPr/>
            </p:nvCxnSpPr>
            <p:spPr>
              <a:xfrm>
                <a:off x="956231" y="5744348"/>
                <a:ext cx="93170" cy="51180"/>
              </a:xfrm>
              <a:prstGeom prst="line">
                <a:avLst/>
              </a:prstGeom>
              <a:noFill/>
              <a:ln w="12700" cap="rnd" cmpd="sng" algn="ctr">
                <a:solidFill>
                  <a:srgbClr val="238777"/>
                </a:solidFill>
                <a:prstDash val="solid"/>
                <a:round/>
                <a:headEnd type="none" w="med" len="med"/>
                <a:tailEnd type="none" w="med" len="med"/>
              </a:ln>
              <a:effectLst/>
            </p:spPr>
          </p:cxnSp>
          <p:cxnSp>
            <p:nvCxnSpPr>
              <p:cNvPr id="3066" name="path_2880">
                <a:extLst>
                  <a:ext uri="{FF2B5EF4-FFF2-40B4-BE49-F238E27FC236}">
                    <a16:creationId xmlns:a16="http://schemas.microsoft.com/office/drawing/2014/main" id="{50277E51-18B8-37EC-C175-BFE147D83500}"/>
                  </a:ext>
                </a:extLst>
              </p:cNvPr>
              <p:cNvCxnSpPr/>
              <p:nvPr/>
            </p:nvCxnSpPr>
            <p:spPr>
              <a:xfrm flipH="1">
                <a:off x="1049401" y="5795528"/>
                <a:ext cx="0" cy="102361"/>
              </a:xfrm>
              <a:prstGeom prst="line">
                <a:avLst/>
              </a:prstGeom>
              <a:noFill/>
              <a:ln w="12700" cap="rnd" cmpd="sng" algn="ctr">
                <a:solidFill>
                  <a:srgbClr val="238777"/>
                </a:solidFill>
                <a:prstDash val="solid"/>
                <a:round/>
                <a:headEnd type="none" w="med" len="med"/>
                <a:tailEnd type="none" w="med" len="med"/>
              </a:ln>
              <a:effectLst/>
            </p:spPr>
          </p:cxnSp>
          <p:cxnSp>
            <p:nvCxnSpPr>
              <p:cNvPr id="3067" name="path_2881">
                <a:extLst>
                  <a:ext uri="{FF2B5EF4-FFF2-40B4-BE49-F238E27FC236}">
                    <a16:creationId xmlns:a16="http://schemas.microsoft.com/office/drawing/2014/main" id="{A3D0771C-55F6-268B-03D5-3A96173BCC16}"/>
                  </a:ext>
                </a:extLst>
              </p:cNvPr>
              <p:cNvCxnSpPr/>
              <p:nvPr/>
            </p:nvCxnSpPr>
            <p:spPr>
              <a:xfrm flipV="1">
                <a:off x="1049401" y="5768591"/>
                <a:ext cx="83267" cy="129298"/>
              </a:xfrm>
              <a:prstGeom prst="line">
                <a:avLst/>
              </a:prstGeom>
              <a:noFill/>
              <a:ln w="12700" cap="rnd" cmpd="sng" algn="ctr">
                <a:solidFill>
                  <a:srgbClr val="238777"/>
                </a:solidFill>
                <a:prstDash val="solid"/>
                <a:round/>
                <a:headEnd type="none" w="med" len="med"/>
                <a:tailEnd type="none" w="med" len="med"/>
              </a:ln>
              <a:effectLst/>
            </p:spPr>
          </p:cxnSp>
          <p:cxnSp>
            <p:nvCxnSpPr>
              <p:cNvPr id="3068" name="path_2882">
                <a:extLst>
                  <a:ext uri="{FF2B5EF4-FFF2-40B4-BE49-F238E27FC236}">
                    <a16:creationId xmlns:a16="http://schemas.microsoft.com/office/drawing/2014/main" id="{AF0829CA-4B4E-389A-6316-16E31B819C92}"/>
                  </a:ext>
                </a:extLst>
              </p:cNvPr>
              <p:cNvCxnSpPr/>
              <p:nvPr/>
            </p:nvCxnSpPr>
            <p:spPr>
              <a:xfrm>
                <a:off x="1132668" y="5768591"/>
                <a:ext cx="60247" cy="56568"/>
              </a:xfrm>
              <a:prstGeom prst="line">
                <a:avLst/>
              </a:prstGeom>
              <a:noFill/>
              <a:ln w="12700" cap="rnd" cmpd="sng" algn="ctr">
                <a:solidFill>
                  <a:srgbClr val="238777"/>
                </a:solidFill>
                <a:prstDash val="solid"/>
                <a:round/>
                <a:headEnd type="none" w="med" len="med"/>
                <a:tailEnd type="none" w="med" len="med"/>
              </a:ln>
              <a:effectLst/>
            </p:spPr>
          </p:cxnSp>
          <p:cxnSp>
            <p:nvCxnSpPr>
              <p:cNvPr id="3069" name="path_2883">
                <a:extLst>
                  <a:ext uri="{FF2B5EF4-FFF2-40B4-BE49-F238E27FC236}">
                    <a16:creationId xmlns:a16="http://schemas.microsoft.com/office/drawing/2014/main" id="{9B328243-16B8-D8AA-964E-79E3A83A1DE6}"/>
                  </a:ext>
                </a:extLst>
              </p:cNvPr>
              <p:cNvCxnSpPr/>
              <p:nvPr/>
            </p:nvCxnSpPr>
            <p:spPr>
              <a:xfrm flipH="1">
                <a:off x="956231" y="5888677"/>
                <a:ext cx="76400" cy="41968"/>
              </a:xfrm>
              <a:prstGeom prst="line">
                <a:avLst/>
              </a:prstGeom>
              <a:noFill/>
              <a:ln w="12700" cap="rnd" cmpd="sng" algn="ctr">
                <a:solidFill>
                  <a:srgbClr val="238777"/>
                </a:solidFill>
                <a:prstDash val="solid"/>
                <a:round/>
                <a:headEnd type="none" w="med" len="med"/>
                <a:tailEnd type="none" w="med" len="med"/>
              </a:ln>
              <a:effectLst/>
            </p:spPr>
          </p:cxnSp>
          <p:cxnSp>
            <p:nvCxnSpPr>
              <p:cNvPr id="3070" name="path_2884">
                <a:extLst>
                  <a:ext uri="{FF2B5EF4-FFF2-40B4-BE49-F238E27FC236}">
                    <a16:creationId xmlns:a16="http://schemas.microsoft.com/office/drawing/2014/main" id="{49F67EEA-A26A-AEF1-5779-D2FA928CF25B}"/>
                  </a:ext>
                </a:extLst>
              </p:cNvPr>
              <p:cNvCxnSpPr/>
              <p:nvPr/>
            </p:nvCxnSpPr>
            <p:spPr>
              <a:xfrm flipH="1" flipV="1">
                <a:off x="879831" y="5804741"/>
                <a:ext cx="0" cy="83936"/>
              </a:xfrm>
              <a:prstGeom prst="line">
                <a:avLst/>
              </a:prstGeom>
              <a:noFill/>
              <a:ln w="12700" cap="rnd" cmpd="sng" algn="ctr">
                <a:solidFill>
                  <a:srgbClr val="238777"/>
                </a:solidFill>
                <a:prstDash val="solid"/>
                <a:round/>
                <a:headEnd type="none" w="med" len="med"/>
                <a:tailEnd type="none" w="med" len="med"/>
              </a:ln>
              <a:effectLst/>
            </p:spPr>
          </p:cxnSp>
          <p:cxnSp>
            <p:nvCxnSpPr>
              <p:cNvPr id="3071" name="path_2885">
                <a:extLst>
                  <a:ext uri="{FF2B5EF4-FFF2-40B4-BE49-F238E27FC236}">
                    <a16:creationId xmlns:a16="http://schemas.microsoft.com/office/drawing/2014/main" id="{A060A7C4-ECA0-68C5-2949-F2F9F8791D23}"/>
                  </a:ext>
                </a:extLst>
              </p:cNvPr>
              <p:cNvCxnSpPr/>
              <p:nvPr/>
            </p:nvCxnSpPr>
            <p:spPr>
              <a:xfrm>
                <a:off x="956231" y="5762773"/>
                <a:ext cx="76400" cy="41968"/>
              </a:xfrm>
              <a:prstGeom prst="line">
                <a:avLst/>
              </a:prstGeom>
              <a:noFill/>
              <a:ln w="12700" cap="rnd" cmpd="sng" algn="ctr">
                <a:solidFill>
                  <a:srgbClr val="238777"/>
                </a:solidFill>
                <a:prstDash val="solid"/>
                <a:round/>
                <a:headEnd type="none" w="med" len="med"/>
                <a:tailEnd type="none" w="med" len="med"/>
              </a:ln>
              <a:effectLst/>
            </p:spPr>
          </p:cxnSp>
          <p:sp>
            <p:nvSpPr>
              <p:cNvPr id="3072" name="Text | O">
                <a:extLst>
                  <a:ext uri="{FF2B5EF4-FFF2-40B4-BE49-F238E27FC236}">
                    <a16:creationId xmlns:a16="http://schemas.microsoft.com/office/drawing/2014/main" id="{5B538A16-1EA4-66E6-20A0-F509B303652E}"/>
                  </a:ext>
                </a:extLst>
              </p:cNvPr>
              <p:cNvSpPr txBox="1"/>
              <p:nvPr/>
            </p:nvSpPr>
            <p:spPr>
              <a:xfrm>
                <a:off x="1206055" y="5782454"/>
                <a:ext cx="77993" cy="93294"/>
              </a:xfrm>
              <a:prstGeom prst="rect">
                <a:avLst/>
              </a:prstGeom>
              <a:noFill/>
              <a:ln>
                <a:noFill/>
              </a:ln>
              <a:effectLst/>
            </p:spPr>
            <p:txBody>
              <a:bodyPr vertOverflow="overflow" horzOverflow="overflow" wrap="none" lIns="0" tIns="0" rIns="0" bIns="0" anchor="t" anchorCtr="0">
                <a:noAutofit/>
              </a:bodyPr>
              <a:lstStyle/>
              <a:p>
                <a:r>
                  <a:rPr lang="en-US" sz="370" dirty="0">
                    <a:solidFill>
                      <a:srgbClr val="CE4148"/>
                    </a:solidFill>
                    <a:latin typeface="Arial"/>
                    <a:ea typeface="Arial"/>
                    <a:cs typeface="Arial"/>
                  </a:rPr>
                  <a:t>O</a:t>
                </a:r>
                <a:endParaRPr lang="en-US" sz="370"/>
              </a:p>
            </p:txBody>
          </p:sp>
        </p:grpSp>
        <p:sp>
          <p:nvSpPr>
            <p:cNvPr id="3073" name="Text | SMILES">
              <a:extLst>
                <a:ext uri="{FF2B5EF4-FFF2-40B4-BE49-F238E27FC236}">
                  <a16:creationId xmlns:a16="http://schemas.microsoft.com/office/drawing/2014/main" id="{6422873E-1A35-0B33-3652-5579B64B71E3}"/>
                </a:ext>
              </a:extLst>
            </p:cNvPr>
            <p:cNvSpPr txBox="1"/>
            <p:nvPr/>
          </p:nvSpPr>
          <p:spPr>
            <a:xfrm>
              <a:off x="786913" y="5975415"/>
              <a:ext cx="397173" cy="125947"/>
            </a:xfrm>
            <a:prstGeom prst="rect">
              <a:avLst/>
            </a:prstGeom>
            <a:noFill/>
            <a:ln>
              <a:noFill/>
            </a:ln>
            <a:effectLst/>
          </p:spPr>
          <p:txBody>
            <a:bodyPr vertOverflow="overflow" horzOverflow="overflow" wrap="none" lIns="0" tIns="0" rIns="0" bIns="0" anchor="t" anchorCtr="0">
              <a:noAutofit/>
            </a:bodyPr>
            <a:lstStyle/>
            <a:p>
              <a:pPr algn="ctr"/>
              <a:r>
                <a:rPr lang="en-US" sz="500" b="1" dirty="0">
                  <a:solidFill>
                    <a:srgbClr val="1D3043"/>
                  </a:solidFill>
                  <a:latin typeface="Arial"/>
                  <a:ea typeface="Arial"/>
                  <a:cs typeface="Arial"/>
                </a:rPr>
                <a:t>SMILES</a:t>
              </a:r>
              <a:endParaRPr lang="en-US" sz="500"/>
            </a:p>
          </p:txBody>
        </p:sp>
        <p:sp>
          <p:nvSpPr>
            <p:cNvPr id="3074" name="Text | +">
              <a:extLst>
                <a:ext uri="{FF2B5EF4-FFF2-40B4-BE49-F238E27FC236}">
                  <a16:creationId xmlns:a16="http://schemas.microsoft.com/office/drawing/2014/main" id="{D0C187C4-B554-550A-D157-BC0D8A8CD46A}"/>
                </a:ext>
              </a:extLst>
            </p:cNvPr>
            <p:cNvSpPr txBox="1"/>
            <p:nvPr/>
          </p:nvSpPr>
          <p:spPr>
            <a:xfrm>
              <a:off x="1267989" y="5745465"/>
              <a:ext cx="124871" cy="149270"/>
            </a:xfrm>
            <a:prstGeom prst="rect">
              <a:avLst/>
            </a:prstGeom>
            <a:noFill/>
            <a:ln>
              <a:noFill/>
            </a:ln>
            <a:effectLst/>
          </p:spPr>
          <p:txBody>
            <a:bodyPr vertOverflow="overflow" horzOverflow="overflow" wrap="none" lIns="0" tIns="0" rIns="0" bIns="0" anchor="t" anchorCtr="0">
              <a:noAutofit/>
            </a:bodyPr>
            <a:lstStyle/>
            <a:p>
              <a:pPr algn="ctr"/>
              <a:r>
                <a:rPr lang="en-US" sz="593" dirty="0">
                  <a:solidFill>
                    <a:srgbClr val="5E7180"/>
                  </a:solidFill>
                  <a:latin typeface="Arial"/>
                  <a:ea typeface="Arial"/>
                  <a:cs typeface="Arial"/>
                </a:rPr>
                <a:t>+</a:t>
              </a:r>
              <a:endParaRPr lang="en-US" sz="593"/>
            </a:p>
          </p:txBody>
        </p:sp>
        <p:grpSp>
          <p:nvGrpSpPr>
            <p:cNvPr id="3075" name="d | Pocket: local receptor environment">
              <a:extLst>
                <a:ext uri="{FF2B5EF4-FFF2-40B4-BE49-F238E27FC236}">
                  <a16:creationId xmlns:a16="http://schemas.microsoft.com/office/drawing/2014/main" id="{9AC254AC-A713-1B87-A80E-353B5730BB49}"/>
                </a:ext>
              </a:extLst>
            </p:cNvPr>
            <p:cNvGrpSpPr/>
            <p:nvPr/>
          </p:nvGrpSpPr>
          <p:grpSpPr>
            <a:xfrm>
              <a:off x="1411968" y="5662376"/>
              <a:ext cx="418007" cy="338292"/>
              <a:chOff x="1411968" y="5662376"/>
              <a:chExt cx="418007" cy="338292"/>
            </a:xfrm>
          </p:grpSpPr>
          <p:sp>
            <p:nvSpPr>
              <p:cNvPr id="3076" name="ellipse_2889">
                <a:extLst>
                  <a:ext uri="{FF2B5EF4-FFF2-40B4-BE49-F238E27FC236}">
                    <a16:creationId xmlns:a16="http://schemas.microsoft.com/office/drawing/2014/main" id="{F6F42009-9F91-D84F-A7A7-1F1521BF7734}"/>
                  </a:ext>
                </a:extLst>
              </p:cNvPr>
              <p:cNvSpPr/>
              <p:nvPr/>
            </p:nvSpPr>
            <p:spPr>
              <a:xfrm>
                <a:off x="1477028" y="5730123"/>
                <a:ext cx="31529" cy="31529"/>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077" name="ellipse_2890">
                <a:extLst>
                  <a:ext uri="{FF2B5EF4-FFF2-40B4-BE49-F238E27FC236}">
                    <a16:creationId xmlns:a16="http://schemas.microsoft.com/office/drawing/2014/main" id="{045AB32F-9C7A-C3A5-FFA2-14BEBA77A24B}"/>
                  </a:ext>
                </a:extLst>
              </p:cNvPr>
              <p:cNvSpPr/>
              <p:nvPr/>
            </p:nvSpPr>
            <p:spPr>
              <a:xfrm>
                <a:off x="1413313" y="5768742"/>
                <a:ext cx="29533" cy="29533"/>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078" name="ellipse_2891">
                <a:extLst>
                  <a:ext uri="{FF2B5EF4-FFF2-40B4-BE49-F238E27FC236}">
                    <a16:creationId xmlns:a16="http://schemas.microsoft.com/office/drawing/2014/main" id="{AFA5997E-E0A6-69AD-F436-10F198E6D7DF}"/>
                  </a:ext>
                </a:extLst>
              </p:cNvPr>
              <p:cNvSpPr/>
              <p:nvPr/>
            </p:nvSpPr>
            <p:spPr>
              <a:xfrm>
                <a:off x="1606772" y="5962955"/>
                <a:ext cx="37712" cy="37712"/>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079" name="ellipse_2892">
                <a:extLst>
                  <a:ext uri="{FF2B5EF4-FFF2-40B4-BE49-F238E27FC236}">
                    <a16:creationId xmlns:a16="http://schemas.microsoft.com/office/drawing/2014/main" id="{D318EF96-C722-3435-32BD-E6834D0C9CC0}"/>
                  </a:ext>
                </a:extLst>
              </p:cNvPr>
              <p:cNvSpPr/>
              <p:nvPr/>
            </p:nvSpPr>
            <p:spPr>
              <a:xfrm>
                <a:off x="1692365" y="5876366"/>
                <a:ext cx="39137" cy="39137"/>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080" name="ellipse_2893">
                <a:extLst>
                  <a:ext uri="{FF2B5EF4-FFF2-40B4-BE49-F238E27FC236}">
                    <a16:creationId xmlns:a16="http://schemas.microsoft.com/office/drawing/2014/main" id="{B33AF6AB-20B1-BF22-6040-98A3D48296EC}"/>
                  </a:ext>
                </a:extLst>
              </p:cNvPr>
              <p:cNvSpPr/>
              <p:nvPr/>
            </p:nvSpPr>
            <p:spPr>
              <a:xfrm>
                <a:off x="1446482" y="5820853"/>
                <a:ext cx="35562" cy="35562"/>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081" name="ellipse_2894">
                <a:extLst>
                  <a:ext uri="{FF2B5EF4-FFF2-40B4-BE49-F238E27FC236}">
                    <a16:creationId xmlns:a16="http://schemas.microsoft.com/office/drawing/2014/main" id="{C45B3963-6459-8745-7FD7-27B22996534E}"/>
                  </a:ext>
                </a:extLst>
              </p:cNvPr>
              <p:cNvSpPr/>
              <p:nvPr/>
            </p:nvSpPr>
            <p:spPr>
              <a:xfrm>
                <a:off x="1411968" y="5817386"/>
                <a:ext cx="29762" cy="29762"/>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082" name="ellipse_2895">
                <a:extLst>
                  <a:ext uri="{FF2B5EF4-FFF2-40B4-BE49-F238E27FC236}">
                    <a16:creationId xmlns:a16="http://schemas.microsoft.com/office/drawing/2014/main" id="{AE1EB2BA-1604-5C86-6ED2-4B22404B98F8}"/>
                  </a:ext>
                </a:extLst>
              </p:cNvPr>
              <p:cNvSpPr/>
              <p:nvPr/>
            </p:nvSpPr>
            <p:spPr>
              <a:xfrm>
                <a:off x="1469529" y="5784286"/>
                <a:ext cx="35695" cy="35695"/>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083" name="ellipse_2896">
                <a:extLst>
                  <a:ext uri="{FF2B5EF4-FFF2-40B4-BE49-F238E27FC236}">
                    <a16:creationId xmlns:a16="http://schemas.microsoft.com/office/drawing/2014/main" id="{4FB62A94-D032-B3F6-C1DF-DCB4EC47EC3F}"/>
                  </a:ext>
                </a:extLst>
              </p:cNvPr>
              <p:cNvSpPr/>
              <p:nvPr/>
            </p:nvSpPr>
            <p:spPr>
              <a:xfrm>
                <a:off x="1485370" y="5743617"/>
                <a:ext cx="39374" cy="39374"/>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3084" name="ellipse_2897">
                <a:extLst>
                  <a:ext uri="{FF2B5EF4-FFF2-40B4-BE49-F238E27FC236}">
                    <a16:creationId xmlns:a16="http://schemas.microsoft.com/office/drawing/2014/main" id="{0FD46FB7-160E-6C5D-7685-6DDEEFDE8C14}"/>
                  </a:ext>
                </a:extLst>
              </p:cNvPr>
              <p:cNvSpPr/>
              <p:nvPr/>
            </p:nvSpPr>
            <p:spPr>
              <a:xfrm>
                <a:off x="1543334" y="5929029"/>
                <a:ext cx="29140" cy="29140"/>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085" name="ellipse_2898">
                <a:extLst>
                  <a:ext uri="{FF2B5EF4-FFF2-40B4-BE49-F238E27FC236}">
                    <a16:creationId xmlns:a16="http://schemas.microsoft.com/office/drawing/2014/main" id="{091752B4-92B8-7508-8020-9D44A88F777F}"/>
                  </a:ext>
                </a:extLst>
              </p:cNvPr>
              <p:cNvSpPr/>
              <p:nvPr/>
            </p:nvSpPr>
            <p:spPr>
              <a:xfrm>
                <a:off x="1466275" y="5765882"/>
                <a:ext cx="25820" cy="25820"/>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086" name="ellipse_2899">
                <a:extLst>
                  <a:ext uri="{FF2B5EF4-FFF2-40B4-BE49-F238E27FC236}">
                    <a16:creationId xmlns:a16="http://schemas.microsoft.com/office/drawing/2014/main" id="{4DE6B3DF-A47F-57FD-F28D-EFC2269BF94F}"/>
                  </a:ext>
                </a:extLst>
              </p:cNvPr>
              <p:cNvSpPr/>
              <p:nvPr/>
            </p:nvSpPr>
            <p:spPr>
              <a:xfrm>
                <a:off x="1582840" y="5966745"/>
                <a:ext cx="30939" cy="30939"/>
              </a:xfrm>
              <a:prstGeom prst="ellipse">
                <a:avLst/>
              </a:prstGeom>
              <a:gradFill flip="none" rotWithShape="1">
                <a:gsLst>
                  <a:gs pos="0">
                    <a:srgbClr val="F6F7F9"/>
                  </a:gs>
                  <a:gs pos="43000">
                    <a:srgbClr val="D2DAE0"/>
                  </a:gs>
                  <a:gs pos="100000">
                    <a:srgbClr val="AAB6BF"/>
                  </a:gs>
                </a:gsLst>
                <a:lin ang="2700000" scaled="1"/>
                <a:tileRect/>
              </a:gradFill>
              <a:ln w="1807" cap="rnd" cmpd="sng" algn="ctr">
                <a:noFill/>
                <a:prstDash val="solid"/>
                <a:round/>
                <a:headEnd type="none" w="med" len="med"/>
                <a:tailEnd type="none" w="med" len="med"/>
              </a:ln>
              <a:effectLst/>
            </p:spPr>
          </p:sp>
          <p:sp>
            <p:nvSpPr>
              <p:cNvPr id="3087" name="ellipse_2900">
                <a:extLst>
                  <a:ext uri="{FF2B5EF4-FFF2-40B4-BE49-F238E27FC236}">
                    <a16:creationId xmlns:a16="http://schemas.microsoft.com/office/drawing/2014/main" id="{62AA9303-85C8-8635-0C9B-5090E17ACDC2}"/>
                  </a:ext>
                </a:extLst>
              </p:cNvPr>
              <p:cNvSpPr/>
              <p:nvPr/>
            </p:nvSpPr>
            <p:spPr>
              <a:xfrm>
                <a:off x="1507992" y="5722896"/>
                <a:ext cx="33525" cy="33525"/>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088" name="ellipse_2901">
                <a:extLst>
                  <a:ext uri="{FF2B5EF4-FFF2-40B4-BE49-F238E27FC236}">
                    <a16:creationId xmlns:a16="http://schemas.microsoft.com/office/drawing/2014/main" id="{814B139D-1870-EACD-85C0-03B261A5C8B5}"/>
                  </a:ext>
                </a:extLst>
              </p:cNvPr>
              <p:cNvSpPr/>
              <p:nvPr/>
            </p:nvSpPr>
            <p:spPr>
              <a:xfrm>
                <a:off x="1455591" y="5791788"/>
                <a:ext cx="31551" cy="31551"/>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089" name="ellipse_2902">
                <a:extLst>
                  <a:ext uri="{FF2B5EF4-FFF2-40B4-BE49-F238E27FC236}">
                    <a16:creationId xmlns:a16="http://schemas.microsoft.com/office/drawing/2014/main" id="{105F774C-40DA-0AB9-F834-DAC9C6CBA535}"/>
                  </a:ext>
                </a:extLst>
              </p:cNvPr>
              <p:cNvSpPr/>
              <p:nvPr/>
            </p:nvSpPr>
            <p:spPr>
              <a:xfrm>
                <a:off x="1565027" y="5913802"/>
                <a:ext cx="34699" cy="34699"/>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090" name="ellipse_2903">
                <a:extLst>
                  <a:ext uri="{FF2B5EF4-FFF2-40B4-BE49-F238E27FC236}">
                    <a16:creationId xmlns:a16="http://schemas.microsoft.com/office/drawing/2014/main" id="{9F95DB6C-A3A9-3FAE-E70E-154CB4C5612F}"/>
                  </a:ext>
                </a:extLst>
              </p:cNvPr>
              <p:cNvSpPr/>
              <p:nvPr/>
            </p:nvSpPr>
            <p:spPr>
              <a:xfrm>
                <a:off x="1592477" y="5951568"/>
                <a:ext cx="38059" cy="38059"/>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091" name="ellipse_2904">
                <a:extLst>
                  <a:ext uri="{FF2B5EF4-FFF2-40B4-BE49-F238E27FC236}">
                    <a16:creationId xmlns:a16="http://schemas.microsoft.com/office/drawing/2014/main" id="{72D1D5B5-5E58-D72B-34B8-88C8349C8F0B}"/>
                  </a:ext>
                </a:extLst>
              </p:cNvPr>
              <p:cNvSpPr/>
              <p:nvPr/>
            </p:nvSpPr>
            <p:spPr>
              <a:xfrm>
                <a:off x="1755519" y="5859269"/>
                <a:ext cx="33604" cy="33604"/>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092" name="ellipse_2905">
                <a:extLst>
                  <a:ext uri="{FF2B5EF4-FFF2-40B4-BE49-F238E27FC236}">
                    <a16:creationId xmlns:a16="http://schemas.microsoft.com/office/drawing/2014/main" id="{42FBC5A2-A375-AF82-B9DD-98C16577EF47}"/>
                  </a:ext>
                </a:extLst>
              </p:cNvPr>
              <p:cNvSpPr/>
              <p:nvPr/>
            </p:nvSpPr>
            <p:spPr>
              <a:xfrm>
                <a:off x="1714504" y="5932612"/>
                <a:ext cx="32252" cy="32252"/>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093" name="ellipse_2906">
                <a:extLst>
                  <a:ext uri="{FF2B5EF4-FFF2-40B4-BE49-F238E27FC236}">
                    <a16:creationId xmlns:a16="http://schemas.microsoft.com/office/drawing/2014/main" id="{F7F2B472-4F55-3640-AB61-402F08A4A605}"/>
                  </a:ext>
                </a:extLst>
              </p:cNvPr>
              <p:cNvSpPr/>
              <p:nvPr/>
            </p:nvSpPr>
            <p:spPr>
              <a:xfrm>
                <a:off x="1739282" y="5823798"/>
                <a:ext cx="27565" cy="27565"/>
              </a:xfrm>
              <a:prstGeom prst="ellipse">
                <a:avLst/>
              </a:prstGeom>
              <a:gradFill flip="none" rotWithShape="1">
                <a:gsLst>
                  <a:gs pos="0">
                    <a:srgbClr val="F7F9FA"/>
                  </a:gs>
                  <a:gs pos="43000">
                    <a:srgbClr val="D9E0E5"/>
                  </a:gs>
                  <a:gs pos="100000">
                    <a:srgbClr val="B1BDC5"/>
                  </a:gs>
                </a:gsLst>
                <a:lin ang="2700000" scaled="1"/>
                <a:tileRect/>
              </a:gradFill>
              <a:ln w="1807" cap="rnd" cmpd="sng" algn="ctr">
                <a:noFill/>
                <a:prstDash val="solid"/>
                <a:round/>
                <a:headEnd type="none" w="med" len="med"/>
                <a:tailEnd type="none" w="med" len="med"/>
              </a:ln>
              <a:effectLst/>
            </p:spPr>
          </p:sp>
          <p:sp>
            <p:nvSpPr>
              <p:cNvPr id="3094" name="ellipse_2907">
                <a:extLst>
                  <a:ext uri="{FF2B5EF4-FFF2-40B4-BE49-F238E27FC236}">
                    <a16:creationId xmlns:a16="http://schemas.microsoft.com/office/drawing/2014/main" id="{C774233C-40B5-07E7-0A55-13D4EE18021E}"/>
                  </a:ext>
                </a:extLst>
              </p:cNvPr>
              <p:cNvSpPr/>
              <p:nvPr/>
            </p:nvSpPr>
            <p:spPr>
              <a:xfrm>
                <a:off x="1477659" y="5897421"/>
                <a:ext cx="33413" cy="33413"/>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095" name="ellipse_2908">
                <a:extLst>
                  <a:ext uri="{FF2B5EF4-FFF2-40B4-BE49-F238E27FC236}">
                    <a16:creationId xmlns:a16="http://schemas.microsoft.com/office/drawing/2014/main" id="{18E561CE-C0D4-5882-4DBC-020E399CF9B9}"/>
                  </a:ext>
                </a:extLst>
              </p:cNvPr>
              <p:cNvSpPr/>
              <p:nvPr/>
            </p:nvSpPr>
            <p:spPr>
              <a:xfrm>
                <a:off x="1671524" y="5897894"/>
                <a:ext cx="34031" cy="34031"/>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096" name="ellipse_2909">
                <a:extLst>
                  <a:ext uri="{FF2B5EF4-FFF2-40B4-BE49-F238E27FC236}">
                    <a16:creationId xmlns:a16="http://schemas.microsoft.com/office/drawing/2014/main" id="{3B4AA6EE-FE09-CF47-A222-58CBF0AE7A5B}"/>
                  </a:ext>
                </a:extLst>
              </p:cNvPr>
              <p:cNvSpPr/>
              <p:nvPr/>
            </p:nvSpPr>
            <p:spPr>
              <a:xfrm>
                <a:off x="1742971" y="5773835"/>
                <a:ext cx="35121" cy="35121"/>
              </a:xfrm>
              <a:prstGeom prst="ellipse">
                <a:avLst/>
              </a:prstGeom>
              <a:gradFill flip="none" rotWithShape="1">
                <a:gsLst>
                  <a:gs pos="0">
                    <a:srgbClr val="F5F7F8"/>
                  </a:gs>
                  <a:gs pos="43000">
                    <a:srgbClr val="CFD7DE"/>
                  </a:gs>
                  <a:gs pos="100000">
                    <a:srgbClr val="A5B3BD"/>
                  </a:gs>
                </a:gsLst>
                <a:lin ang="2700000" scaled="1"/>
                <a:tileRect/>
              </a:gradFill>
              <a:ln w="1807" cap="rnd" cmpd="sng" algn="ctr">
                <a:noFill/>
                <a:prstDash val="solid"/>
                <a:round/>
                <a:headEnd type="none" w="med" len="med"/>
                <a:tailEnd type="none" w="med" len="med"/>
              </a:ln>
              <a:effectLst/>
            </p:spPr>
          </p:sp>
          <p:sp>
            <p:nvSpPr>
              <p:cNvPr id="3097" name="ellipse_2910">
                <a:extLst>
                  <a:ext uri="{FF2B5EF4-FFF2-40B4-BE49-F238E27FC236}">
                    <a16:creationId xmlns:a16="http://schemas.microsoft.com/office/drawing/2014/main" id="{440DE651-BCFE-000A-17BE-AC0E18E1CC9A}"/>
                  </a:ext>
                </a:extLst>
              </p:cNvPr>
              <p:cNvSpPr/>
              <p:nvPr/>
            </p:nvSpPr>
            <p:spPr>
              <a:xfrm>
                <a:off x="1555987" y="5962446"/>
                <a:ext cx="25963" cy="25963"/>
              </a:xfrm>
              <a:prstGeom prst="ellipse">
                <a:avLst/>
              </a:prstGeom>
              <a:gradFill flip="none" rotWithShape="1">
                <a:gsLst>
                  <a:gs pos="0">
                    <a:srgbClr val="F6F7F9"/>
                  </a:gs>
                  <a:gs pos="43000">
                    <a:srgbClr val="D2DAE0"/>
                  </a:gs>
                  <a:gs pos="100000">
                    <a:srgbClr val="A9B5BF"/>
                  </a:gs>
                </a:gsLst>
                <a:lin ang="2700000" scaled="1"/>
                <a:tileRect/>
              </a:gradFill>
              <a:ln w="1807" cap="rnd" cmpd="sng" algn="ctr">
                <a:noFill/>
                <a:prstDash val="solid"/>
                <a:round/>
                <a:headEnd type="none" w="med" len="med"/>
                <a:tailEnd type="none" w="med" len="med"/>
              </a:ln>
              <a:effectLst/>
            </p:spPr>
          </p:sp>
          <p:sp>
            <p:nvSpPr>
              <p:cNvPr id="3098" name="ellipse_2911">
                <a:extLst>
                  <a:ext uri="{FF2B5EF4-FFF2-40B4-BE49-F238E27FC236}">
                    <a16:creationId xmlns:a16="http://schemas.microsoft.com/office/drawing/2014/main" id="{EC2FBFE7-DAE9-F29A-DD1D-84C979220963}"/>
                  </a:ext>
                </a:extLst>
              </p:cNvPr>
              <p:cNvSpPr/>
              <p:nvPr/>
            </p:nvSpPr>
            <p:spPr>
              <a:xfrm>
                <a:off x="1725888" y="5766654"/>
                <a:ext cx="33262" cy="33262"/>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099" name="ellipse_2912">
                <a:extLst>
                  <a:ext uri="{FF2B5EF4-FFF2-40B4-BE49-F238E27FC236}">
                    <a16:creationId xmlns:a16="http://schemas.microsoft.com/office/drawing/2014/main" id="{DB9DF0BA-713A-C761-5B96-AA0C67EA8663}"/>
                  </a:ext>
                </a:extLst>
              </p:cNvPr>
              <p:cNvSpPr/>
              <p:nvPr/>
            </p:nvSpPr>
            <p:spPr>
              <a:xfrm>
                <a:off x="1638437" y="5914338"/>
                <a:ext cx="38036" cy="38036"/>
              </a:xfrm>
              <a:prstGeom prst="ellipse">
                <a:avLst/>
              </a:prstGeom>
              <a:gradFill flip="none" rotWithShape="1">
                <a:gsLst>
                  <a:gs pos="0">
                    <a:srgbClr val="F5F6F8"/>
                  </a:gs>
                  <a:gs pos="43000">
                    <a:srgbClr val="CDD6DC"/>
                  </a:gs>
                  <a:gs pos="100000">
                    <a:srgbClr val="A4B1BB"/>
                  </a:gs>
                </a:gsLst>
                <a:lin ang="2700000" scaled="1"/>
                <a:tileRect/>
              </a:gradFill>
              <a:ln w="1807" cap="rnd" cmpd="sng" algn="ctr">
                <a:noFill/>
                <a:prstDash val="solid"/>
                <a:round/>
                <a:headEnd type="none" w="med" len="med"/>
                <a:tailEnd type="none" w="med" len="med"/>
              </a:ln>
              <a:effectLst/>
            </p:spPr>
          </p:sp>
          <p:sp>
            <p:nvSpPr>
              <p:cNvPr id="3100" name="ellipse_2913">
                <a:extLst>
                  <a:ext uri="{FF2B5EF4-FFF2-40B4-BE49-F238E27FC236}">
                    <a16:creationId xmlns:a16="http://schemas.microsoft.com/office/drawing/2014/main" id="{94BAAEF8-DFDF-969A-C87E-D13B3196CE8D}"/>
                  </a:ext>
                </a:extLst>
              </p:cNvPr>
              <p:cNvSpPr/>
              <p:nvPr/>
            </p:nvSpPr>
            <p:spPr>
              <a:xfrm>
                <a:off x="1469814" y="5810243"/>
                <a:ext cx="26475" cy="26475"/>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101" name="ellipse_2914">
                <a:extLst>
                  <a:ext uri="{FF2B5EF4-FFF2-40B4-BE49-F238E27FC236}">
                    <a16:creationId xmlns:a16="http://schemas.microsoft.com/office/drawing/2014/main" id="{8B4824DC-B5E4-95D3-8162-FF95840CF850}"/>
                  </a:ext>
                </a:extLst>
              </p:cNvPr>
              <p:cNvSpPr/>
              <p:nvPr/>
            </p:nvSpPr>
            <p:spPr>
              <a:xfrm>
                <a:off x="1604446" y="5912480"/>
                <a:ext cx="25177" cy="25177"/>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02" name="ellipse_2915">
                <a:extLst>
                  <a:ext uri="{FF2B5EF4-FFF2-40B4-BE49-F238E27FC236}">
                    <a16:creationId xmlns:a16="http://schemas.microsoft.com/office/drawing/2014/main" id="{CFA15D71-CFCC-2A95-A285-E7717C19B74B}"/>
                  </a:ext>
                </a:extLst>
              </p:cNvPr>
              <p:cNvSpPr/>
              <p:nvPr/>
            </p:nvSpPr>
            <p:spPr>
              <a:xfrm>
                <a:off x="1537160" y="5725932"/>
                <a:ext cx="26446" cy="26446"/>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103" name="ellipse_2916">
                <a:extLst>
                  <a:ext uri="{FF2B5EF4-FFF2-40B4-BE49-F238E27FC236}">
                    <a16:creationId xmlns:a16="http://schemas.microsoft.com/office/drawing/2014/main" id="{C2AC5A4E-F3C5-03F4-D3C1-073A3BB34E62}"/>
                  </a:ext>
                </a:extLst>
              </p:cNvPr>
              <p:cNvSpPr/>
              <p:nvPr/>
            </p:nvSpPr>
            <p:spPr>
              <a:xfrm>
                <a:off x="1627934" y="5686479"/>
                <a:ext cx="28884" cy="28884"/>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104" name="ellipse_2917">
                <a:extLst>
                  <a:ext uri="{FF2B5EF4-FFF2-40B4-BE49-F238E27FC236}">
                    <a16:creationId xmlns:a16="http://schemas.microsoft.com/office/drawing/2014/main" id="{8C256738-8E53-9CE7-A6B1-7446A23851A0}"/>
                  </a:ext>
                </a:extLst>
              </p:cNvPr>
              <p:cNvSpPr/>
              <p:nvPr/>
            </p:nvSpPr>
            <p:spPr>
              <a:xfrm>
                <a:off x="1673455" y="5697854"/>
                <a:ext cx="24843" cy="24843"/>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105" name="ellipse_2918">
                <a:extLst>
                  <a:ext uri="{FF2B5EF4-FFF2-40B4-BE49-F238E27FC236}">
                    <a16:creationId xmlns:a16="http://schemas.microsoft.com/office/drawing/2014/main" id="{563AED87-5DE7-3766-BF3B-B96ECDE955BD}"/>
                  </a:ext>
                </a:extLst>
              </p:cNvPr>
              <p:cNvSpPr/>
              <p:nvPr/>
            </p:nvSpPr>
            <p:spPr>
              <a:xfrm>
                <a:off x="1740188" y="5843935"/>
                <a:ext cx="33634" cy="33634"/>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3106" name="ellipse_2919">
                <a:extLst>
                  <a:ext uri="{FF2B5EF4-FFF2-40B4-BE49-F238E27FC236}">
                    <a16:creationId xmlns:a16="http://schemas.microsoft.com/office/drawing/2014/main" id="{330F0537-6D89-A876-DEE5-7DDEE7627645}"/>
                  </a:ext>
                </a:extLst>
              </p:cNvPr>
              <p:cNvSpPr/>
              <p:nvPr/>
            </p:nvSpPr>
            <p:spPr>
              <a:xfrm>
                <a:off x="1747527" y="5782823"/>
                <a:ext cx="38868" cy="38868"/>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107" name="ellipse_2920">
                <a:extLst>
                  <a:ext uri="{FF2B5EF4-FFF2-40B4-BE49-F238E27FC236}">
                    <a16:creationId xmlns:a16="http://schemas.microsoft.com/office/drawing/2014/main" id="{94C757A5-D798-CBFD-6440-152BCEB3B856}"/>
                  </a:ext>
                </a:extLst>
              </p:cNvPr>
              <p:cNvSpPr/>
              <p:nvPr/>
            </p:nvSpPr>
            <p:spPr>
              <a:xfrm>
                <a:off x="1601887" y="5948096"/>
                <a:ext cx="25828" cy="25828"/>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108" name="ellipse_2921">
                <a:extLst>
                  <a:ext uri="{FF2B5EF4-FFF2-40B4-BE49-F238E27FC236}">
                    <a16:creationId xmlns:a16="http://schemas.microsoft.com/office/drawing/2014/main" id="{EBC8D83C-ACA0-D0E0-287B-62EBDD333AE0}"/>
                  </a:ext>
                </a:extLst>
              </p:cNvPr>
              <p:cNvSpPr/>
              <p:nvPr/>
            </p:nvSpPr>
            <p:spPr>
              <a:xfrm>
                <a:off x="1749582" y="5888113"/>
                <a:ext cx="36487" cy="36487"/>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109" name="ellipse_2922">
                <a:extLst>
                  <a:ext uri="{FF2B5EF4-FFF2-40B4-BE49-F238E27FC236}">
                    <a16:creationId xmlns:a16="http://schemas.microsoft.com/office/drawing/2014/main" id="{A7DA2629-9185-DD7B-932A-CC9039FF67E7}"/>
                  </a:ext>
                </a:extLst>
              </p:cNvPr>
              <p:cNvSpPr/>
              <p:nvPr/>
            </p:nvSpPr>
            <p:spPr>
              <a:xfrm>
                <a:off x="1731701" y="5860783"/>
                <a:ext cx="23989" cy="23989"/>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110" name="ellipse_2923">
                <a:extLst>
                  <a:ext uri="{FF2B5EF4-FFF2-40B4-BE49-F238E27FC236}">
                    <a16:creationId xmlns:a16="http://schemas.microsoft.com/office/drawing/2014/main" id="{3BBDF1A6-21C9-D7EB-729E-B25FC2DD6EB9}"/>
                  </a:ext>
                </a:extLst>
              </p:cNvPr>
              <p:cNvSpPr/>
              <p:nvPr/>
            </p:nvSpPr>
            <p:spPr>
              <a:xfrm>
                <a:off x="1759056" y="5817672"/>
                <a:ext cx="28808" cy="28808"/>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111" name="ellipse_2924">
                <a:extLst>
                  <a:ext uri="{FF2B5EF4-FFF2-40B4-BE49-F238E27FC236}">
                    <a16:creationId xmlns:a16="http://schemas.microsoft.com/office/drawing/2014/main" id="{3D08E5B1-4348-ED8A-4E1A-5DEFEF513C19}"/>
                  </a:ext>
                </a:extLst>
              </p:cNvPr>
              <p:cNvSpPr/>
              <p:nvPr/>
            </p:nvSpPr>
            <p:spPr>
              <a:xfrm>
                <a:off x="1547821" y="5674848"/>
                <a:ext cx="24536" cy="24536"/>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12" name="ellipse_2925">
                <a:extLst>
                  <a:ext uri="{FF2B5EF4-FFF2-40B4-BE49-F238E27FC236}">
                    <a16:creationId xmlns:a16="http://schemas.microsoft.com/office/drawing/2014/main" id="{7A0A60F6-862F-BDFD-7F88-142229790E2D}"/>
                  </a:ext>
                </a:extLst>
              </p:cNvPr>
              <p:cNvSpPr/>
              <p:nvPr/>
            </p:nvSpPr>
            <p:spPr>
              <a:xfrm>
                <a:off x="1436856" y="5736363"/>
                <a:ext cx="23841" cy="23841"/>
              </a:xfrm>
              <a:prstGeom prst="ellipse">
                <a:avLst/>
              </a:prstGeom>
              <a:gradFill flip="none" rotWithShape="1">
                <a:gsLst>
                  <a:gs pos="0">
                    <a:srgbClr val="F6F8F9"/>
                  </a:gs>
                  <a:gs pos="43000">
                    <a:srgbClr val="D5DCE3"/>
                  </a:gs>
                  <a:gs pos="100000">
                    <a:srgbClr val="ADB8C2"/>
                  </a:gs>
                </a:gsLst>
                <a:lin ang="2700000" scaled="1"/>
                <a:tileRect/>
              </a:gradFill>
              <a:ln w="1807" cap="rnd" cmpd="sng" algn="ctr">
                <a:noFill/>
                <a:prstDash val="solid"/>
                <a:round/>
                <a:headEnd type="none" w="med" len="med"/>
                <a:tailEnd type="none" w="med" len="med"/>
              </a:ln>
              <a:effectLst/>
            </p:spPr>
          </p:sp>
          <p:sp>
            <p:nvSpPr>
              <p:cNvPr id="3113" name="ellipse_2926">
                <a:extLst>
                  <a:ext uri="{FF2B5EF4-FFF2-40B4-BE49-F238E27FC236}">
                    <a16:creationId xmlns:a16="http://schemas.microsoft.com/office/drawing/2014/main" id="{2028B717-AF58-0FEB-8422-CEA589F88B23}"/>
                  </a:ext>
                </a:extLst>
              </p:cNvPr>
              <p:cNvSpPr/>
              <p:nvPr/>
            </p:nvSpPr>
            <p:spPr>
              <a:xfrm>
                <a:off x="1457390" y="5888267"/>
                <a:ext cx="35961" cy="35961"/>
              </a:xfrm>
              <a:prstGeom prst="ellipse">
                <a:avLst/>
              </a:prstGeom>
              <a:gradFill flip="none" rotWithShape="1">
                <a:gsLst>
                  <a:gs pos="0">
                    <a:srgbClr val="F7F9FA"/>
                  </a:gs>
                  <a:gs pos="43000">
                    <a:srgbClr val="DAE0E6"/>
                  </a:gs>
                  <a:gs pos="100000">
                    <a:srgbClr val="B2BDC6"/>
                  </a:gs>
                </a:gsLst>
                <a:lin ang="2700000" scaled="1"/>
                <a:tileRect/>
              </a:gradFill>
              <a:ln w="1807" cap="rnd" cmpd="sng" algn="ctr">
                <a:noFill/>
                <a:prstDash val="solid"/>
                <a:round/>
                <a:headEnd type="none" w="med" len="med"/>
                <a:tailEnd type="none" w="med" len="med"/>
              </a:ln>
              <a:effectLst/>
            </p:spPr>
          </p:sp>
          <p:sp>
            <p:nvSpPr>
              <p:cNvPr id="3114" name="ellipse_2927">
                <a:extLst>
                  <a:ext uri="{FF2B5EF4-FFF2-40B4-BE49-F238E27FC236}">
                    <a16:creationId xmlns:a16="http://schemas.microsoft.com/office/drawing/2014/main" id="{DAA61825-7DB0-0DAB-C675-8140DC25E0E1}"/>
                  </a:ext>
                </a:extLst>
              </p:cNvPr>
              <p:cNvSpPr/>
              <p:nvPr/>
            </p:nvSpPr>
            <p:spPr>
              <a:xfrm>
                <a:off x="1428158" y="5810865"/>
                <a:ext cx="33956" cy="33956"/>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115" name="ellipse_2928">
                <a:extLst>
                  <a:ext uri="{FF2B5EF4-FFF2-40B4-BE49-F238E27FC236}">
                    <a16:creationId xmlns:a16="http://schemas.microsoft.com/office/drawing/2014/main" id="{9BCE55E4-EAC0-F05A-3021-330E38B489C2}"/>
                  </a:ext>
                </a:extLst>
              </p:cNvPr>
              <p:cNvSpPr/>
              <p:nvPr/>
            </p:nvSpPr>
            <p:spPr>
              <a:xfrm>
                <a:off x="1806304" y="5819862"/>
                <a:ext cx="23670" cy="23670"/>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116" name="ellipse_2929">
                <a:extLst>
                  <a:ext uri="{FF2B5EF4-FFF2-40B4-BE49-F238E27FC236}">
                    <a16:creationId xmlns:a16="http://schemas.microsoft.com/office/drawing/2014/main" id="{429E55D0-D4C1-3573-3786-DDF26EF377B4}"/>
                  </a:ext>
                </a:extLst>
              </p:cNvPr>
              <p:cNvSpPr/>
              <p:nvPr/>
            </p:nvSpPr>
            <p:spPr>
              <a:xfrm>
                <a:off x="1627313" y="5712973"/>
                <a:ext cx="37885" cy="37885"/>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117" name="ellipse_2930">
                <a:extLst>
                  <a:ext uri="{FF2B5EF4-FFF2-40B4-BE49-F238E27FC236}">
                    <a16:creationId xmlns:a16="http://schemas.microsoft.com/office/drawing/2014/main" id="{5DC9C39E-63E1-4C3A-3776-DF8C4D1C1AB9}"/>
                  </a:ext>
                </a:extLst>
              </p:cNvPr>
              <p:cNvSpPr/>
              <p:nvPr/>
            </p:nvSpPr>
            <p:spPr>
              <a:xfrm>
                <a:off x="1710685" y="5883673"/>
                <a:ext cx="23533" cy="23533"/>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118" name="ellipse_2931">
                <a:extLst>
                  <a:ext uri="{FF2B5EF4-FFF2-40B4-BE49-F238E27FC236}">
                    <a16:creationId xmlns:a16="http://schemas.microsoft.com/office/drawing/2014/main" id="{EB276664-B994-6526-C319-6B7961DC9914}"/>
                  </a:ext>
                </a:extLst>
              </p:cNvPr>
              <p:cNvSpPr/>
              <p:nvPr/>
            </p:nvSpPr>
            <p:spPr>
              <a:xfrm>
                <a:off x="1694615" y="5911084"/>
                <a:ext cx="29708" cy="29708"/>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119" name="ellipse_2932">
                <a:extLst>
                  <a:ext uri="{FF2B5EF4-FFF2-40B4-BE49-F238E27FC236}">
                    <a16:creationId xmlns:a16="http://schemas.microsoft.com/office/drawing/2014/main" id="{3654202C-0E59-35EC-5848-001B215FA4B9}"/>
                  </a:ext>
                </a:extLst>
              </p:cNvPr>
              <p:cNvSpPr/>
              <p:nvPr/>
            </p:nvSpPr>
            <p:spPr>
              <a:xfrm>
                <a:off x="1701593" y="5924380"/>
                <a:ext cx="23793" cy="23793"/>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120" name="ellipse_2933">
                <a:extLst>
                  <a:ext uri="{FF2B5EF4-FFF2-40B4-BE49-F238E27FC236}">
                    <a16:creationId xmlns:a16="http://schemas.microsoft.com/office/drawing/2014/main" id="{3B974907-5666-26CF-ACE4-916A13C13327}"/>
                  </a:ext>
                </a:extLst>
              </p:cNvPr>
              <p:cNvSpPr/>
              <p:nvPr/>
            </p:nvSpPr>
            <p:spPr>
              <a:xfrm>
                <a:off x="1599033" y="5681949"/>
                <a:ext cx="29376" cy="29376"/>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121" name="ellipse_2934">
                <a:extLst>
                  <a:ext uri="{FF2B5EF4-FFF2-40B4-BE49-F238E27FC236}">
                    <a16:creationId xmlns:a16="http://schemas.microsoft.com/office/drawing/2014/main" id="{C59FB2D6-1DFD-AA3B-DC85-0B82DB24C1CF}"/>
                  </a:ext>
                </a:extLst>
              </p:cNvPr>
              <p:cNvSpPr/>
              <p:nvPr/>
            </p:nvSpPr>
            <p:spPr>
              <a:xfrm>
                <a:off x="1706363" y="5885733"/>
                <a:ext cx="27882" cy="27882"/>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122" name="ellipse_2935">
                <a:extLst>
                  <a:ext uri="{FF2B5EF4-FFF2-40B4-BE49-F238E27FC236}">
                    <a16:creationId xmlns:a16="http://schemas.microsoft.com/office/drawing/2014/main" id="{A7C3B77F-B851-4E35-BD07-0F367812EB9A}"/>
                  </a:ext>
                </a:extLst>
              </p:cNvPr>
              <p:cNvSpPr/>
              <p:nvPr/>
            </p:nvSpPr>
            <p:spPr>
              <a:xfrm>
                <a:off x="1644117" y="5927383"/>
                <a:ext cx="31868" cy="31868"/>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123" name="ellipse_2936">
                <a:extLst>
                  <a:ext uri="{FF2B5EF4-FFF2-40B4-BE49-F238E27FC236}">
                    <a16:creationId xmlns:a16="http://schemas.microsoft.com/office/drawing/2014/main" id="{EFDFC850-01C3-50CD-A91A-EBB0588B5830}"/>
                  </a:ext>
                </a:extLst>
              </p:cNvPr>
              <p:cNvSpPr/>
              <p:nvPr/>
            </p:nvSpPr>
            <p:spPr>
              <a:xfrm>
                <a:off x="1582830" y="5913046"/>
                <a:ext cx="31662" cy="31662"/>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124" name="ellipse_2937">
                <a:extLst>
                  <a:ext uri="{FF2B5EF4-FFF2-40B4-BE49-F238E27FC236}">
                    <a16:creationId xmlns:a16="http://schemas.microsoft.com/office/drawing/2014/main" id="{2ADF6D3D-6EA4-1EE4-BAC9-3D72498294C8}"/>
                  </a:ext>
                </a:extLst>
              </p:cNvPr>
              <p:cNvSpPr/>
              <p:nvPr/>
            </p:nvSpPr>
            <p:spPr>
              <a:xfrm>
                <a:off x="1441252" y="5843458"/>
                <a:ext cx="37932" cy="37932"/>
              </a:xfrm>
              <a:prstGeom prst="ellipse">
                <a:avLst/>
              </a:prstGeom>
              <a:gradFill flip="none" rotWithShape="1">
                <a:gsLst>
                  <a:gs pos="0">
                    <a:srgbClr val="F6F7F8"/>
                  </a:gs>
                  <a:gs pos="43000">
                    <a:srgbClr val="D2DADF"/>
                  </a:gs>
                  <a:gs pos="100000">
                    <a:srgbClr val="A9B5BE"/>
                  </a:gs>
                </a:gsLst>
                <a:lin ang="2700000" scaled="1"/>
                <a:tileRect/>
              </a:gradFill>
              <a:ln w="1807" cap="rnd" cmpd="sng" algn="ctr">
                <a:noFill/>
                <a:prstDash val="solid"/>
                <a:round/>
                <a:headEnd type="none" w="med" len="med"/>
                <a:tailEnd type="none" w="med" len="med"/>
              </a:ln>
              <a:effectLst/>
            </p:spPr>
          </p:sp>
          <p:sp>
            <p:nvSpPr>
              <p:cNvPr id="3125" name="ellipse_2938">
                <a:extLst>
                  <a:ext uri="{FF2B5EF4-FFF2-40B4-BE49-F238E27FC236}">
                    <a16:creationId xmlns:a16="http://schemas.microsoft.com/office/drawing/2014/main" id="{605FCD02-6F70-67B1-1303-6CD8BE77DD47}"/>
                  </a:ext>
                </a:extLst>
              </p:cNvPr>
              <p:cNvSpPr/>
              <p:nvPr/>
            </p:nvSpPr>
            <p:spPr>
              <a:xfrm>
                <a:off x="1676913" y="5723244"/>
                <a:ext cx="35560" cy="35560"/>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26" name="ellipse_2939">
                <a:extLst>
                  <a:ext uri="{FF2B5EF4-FFF2-40B4-BE49-F238E27FC236}">
                    <a16:creationId xmlns:a16="http://schemas.microsoft.com/office/drawing/2014/main" id="{179C87C2-69B7-0DD5-37C7-A0AAA4E26E00}"/>
                  </a:ext>
                </a:extLst>
              </p:cNvPr>
              <p:cNvSpPr/>
              <p:nvPr/>
            </p:nvSpPr>
            <p:spPr>
              <a:xfrm>
                <a:off x="1442316" y="5759309"/>
                <a:ext cx="30564" cy="30564"/>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127" name="ellipse_2940">
                <a:extLst>
                  <a:ext uri="{FF2B5EF4-FFF2-40B4-BE49-F238E27FC236}">
                    <a16:creationId xmlns:a16="http://schemas.microsoft.com/office/drawing/2014/main" id="{50B5553A-2C19-58C0-3EE0-A0982B0602B5}"/>
                  </a:ext>
                </a:extLst>
              </p:cNvPr>
              <p:cNvSpPr/>
              <p:nvPr/>
            </p:nvSpPr>
            <p:spPr>
              <a:xfrm>
                <a:off x="1660843" y="5732672"/>
                <a:ext cx="32471" cy="32471"/>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128" name="ellipse_2941">
                <a:extLst>
                  <a:ext uri="{FF2B5EF4-FFF2-40B4-BE49-F238E27FC236}">
                    <a16:creationId xmlns:a16="http://schemas.microsoft.com/office/drawing/2014/main" id="{65AA6832-2B65-A41C-E54C-B16C1908EDF4}"/>
                  </a:ext>
                </a:extLst>
              </p:cNvPr>
              <p:cNvSpPr/>
              <p:nvPr/>
            </p:nvSpPr>
            <p:spPr>
              <a:xfrm>
                <a:off x="1441929" y="5857738"/>
                <a:ext cx="27539" cy="27539"/>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129" name="ellipse_2942">
                <a:extLst>
                  <a:ext uri="{FF2B5EF4-FFF2-40B4-BE49-F238E27FC236}">
                    <a16:creationId xmlns:a16="http://schemas.microsoft.com/office/drawing/2014/main" id="{20964C3D-B05A-C947-2C3A-16F6BB9A8F01}"/>
                  </a:ext>
                </a:extLst>
              </p:cNvPr>
              <p:cNvSpPr/>
              <p:nvPr/>
            </p:nvSpPr>
            <p:spPr>
              <a:xfrm>
                <a:off x="1605905" y="5946213"/>
                <a:ext cx="23720" cy="23720"/>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130" name="ellipse_2943">
                <a:extLst>
                  <a:ext uri="{FF2B5EF4-FFF2-40B4-BE49-F238E27FC236}">
                    <a16:creationId xmlns:a16="http://schemas.microsoft.com/office/drawing/2014/main" id="{B8EF0B59-F6B9-5ED5-1B13-9BCF93ADC380}"/>
                  </a:ext>
                </a:extLst>
              </p:cNvPr>
              <p:cNvSpPr/>
              <p:nvPr/>
            </p:nvSpPr>
            <p:spPr>
              <a:xfrm>
                <a:off x="1666560" y="5904207"/>
                <a:ext cx="25696" cy="25696"/>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131" name="ellipse_2944">
                <a:extLst>
                  <a:ext uri="{FF2B5EF4-FFF2-40B4-BE49-F238E27FC236}">
                    <a16:creationId xmlns:a16="http://schemas.microsoft.com/office/drawing/2014/main" id="{9D3765C9-4A57-F123-369F-396698B2CC36}"/>
                  </a:ext>
                </a:extLst>
              </p:cNvPr>
              <p:cNvSpPr/>
              <p:nvPr/>
            </p:nvSpPr>
            <p:spPr>
              <a:xfrm>
                <a:off x="1569217" y="5720001"/>
                <a:ext cx="32959" cy="32959"/>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132" name="ellipse_2945">
                <a:extLst>
                  <a:ext uri="{FF2B5EF4-FFF2-40B4-BE49-F238E27FC236}">
                    <a16:creationId xmlns:a16="http://schemas.microsoft.com/office/drawing/2014/main" id="{4AFA0D5E-491C-1C7B-4276-7A65DDF8675E}"/>
                  </a:ext>
                </a:extLst>
              </p:cNvPr>
              <p:cNvSpPr/>
              <p:nvPr/>
            </p:nvSpPr>
            <p:spPr>
              <a:xfrm>
                <a:off x="1628649" y="5681483"/>
                <a:ext cx="30404" cy="30404"/>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133" name="ellipse_2946">
                <a:extLst>
                  <a:ext uri="{FF2B5EF4-FFF2-40B4-BE49-F238E27FC236}">
                    <a16:creationId xmlns:a16="http://schemas.microsoft.com/office/drawing/2014/main" id="{12473768-002C-019E-4C6E-0C14F8D916F1}"/>
                  </a:ext>
                </a:extLst>
              </p:cNvPr>
              <p:cNvSpPr/>
              <p:nvPr/>
            </p:nvSpPr>
            <p:spPr>
              <a:xfrm>
                <a:off x="1713397" y="5861457"/>
                <a:ext cx="33198" cy="33198"/>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134" name="ellipse_2947">
                <a:extLst>
                  <a:ext uri="{FF2B5EF4-FFF2-40B4-BE49-F238E27FC236}">
                    <a16:creationId xmlns:a16="http://schemas.microsoft.com/office/drawing/2014/main" id="{C251B949-C0ED-5CD3-40F3-6DC5BC7BAE14}"/>
                  </a:ext>
                </a:extLst>
              </p:cNvPr>
              <p:cNvSpPr/>
              <p:nvPr/>
            </p:nvSpPr>
            <p:spPr>
              <a:xfrm>
                <a:off x="1568321" y="5927538"/>
                <a:ext cx="37172" cy="37172"/>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135" name="ellipse_2948">
                <a:extLst>
                  <a:ext uri="{FF2B5EF4-FFF2-40B4-BE49-F238E27FC236}">
                    <a16:creationId xmlns:a16="http://schemas.microsoft.com/office/drawing/2014/main" id="{2A7DD593-5379-AF54-0A55-6D727226C4EF}"/>
                  </a:ext>
                </a:extLst>
              </p:cNvPr>
              <p:cNvSpPr/>
              <p:nvPr/>
            </p:nvSpPr>
            <p:spPr>
              <a:xfrm>
                <a:off x="1589792" y="5719262"/>
                <a:ext cx="26962" cy="26962"/>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136" name="ellipse_2949">
                <a:extLst>
                  <a:ext uri="{FF2B5EF4-FFF2-40B4-BE49-F238E27FC236}">
                    <a16:creationId xmlns:a16="http://schemas.microsoft.com/office/drawing/2014/main" id="{C6A21056-746F-B00C-BBCD-8CF29A46C7D3}"/>
                  </a:ext>
                </a:extLst>
              </p:cNvPr>
              <p:cNvSpPr/>
              <p:nvPr/>
            </p:nvSpPr>
            <p:spPr>
              <a:xfrm>
                <a:off x="1493034" y="5768073"/>
                <a:ext cx="32512" cy="32512"/>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137" name="ellipse_2950">
                <a:extLst>
                  <a:ext uri="{FF2B5EF4-FFF2-40B4-BE49-F238E27FC236}">
                    <a16:creationId xmlns:a16="http://schemas.microsoft.com/office/drawing/2014/main" id="{0E9E76F0-BD86-F58E-9FCB-99632E9F11B1}"/>
                  </a:ext>
                </a:extLst>
              </p:cNvPr>
              <p:cNvSpPr/>
              <p:nvPr/>
            </p:nvSpPr>
            <p:spPr>
              <a:xfrm>
                <a:off x="1700028" y="5916902"/>
                <a:ext cx="26704" cy="26704"/>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38" name="ellipse_2951">
                <a:extLst>
                  <a:ext uri="{FF2B5EF4-FFF2-40B4-BE49-F238E27FC236}">
                    <a16:creationId xmlns:a16="http://schemas.microsoft.com/office/drawing/2014/main" id="{697CBA57-2391-38BE-7466-5C3DA30671FC}"/>
                  </a:ext>
                </a:extLst>
              </p:cNvPr>
              <p:cNvSpPr/>
              <p:nvPr/>
            </p:nvSpPr>
            <p:spPr>
              <a:xfrm>
                <a:off x="1484645" y="5849570"/>
                <a:ext cx="34307" cy="34307"/>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139" name="ellipse_2952">
                <a:extLst>
                  <a:ext uri="{FF2B5EF4-FFF2-40B4-BE49-F238E27FC236}">
                    <a16:creationId xmlns:a16="http://schemas.microsoft.com/office/drawing/2014/main" id="{EE036D8D-58EF-BC0D-A67F-2E2F0FED3454}"/>
                  </a:ext>
                </a:extLst>
              </p:cNvPr>
              <p:cNvSpPr/>
              <p:nvPr/>
            </p:nvSpPr>
            <p:spPr>
              <a:xfrm>
                <a:off x="1796236" y="5779448"/>
                <a:ext cx="31087" cy="31087"/>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140" name="ellipse_2953">
                <a:extLst>
                  <a:ext uri="{FF2B5EF4-FFF2-40B4-BE49-F238E27FC236}">
                    <a16:creationId xmlns:a16="http://schemas.microsoft.com/office/drawing/2014/main" id="{AA0B746A-CE43-8653-6204-2F3B7057D1F0}"/>
                  </a:ext>
                </a:extLst>
              </p:cNvPr>
              <p:cNvSpPr/>
              <p:nvPr/>
            </p:nvSpPr>
            <p:spPr>
              <a:xfrm>
                <a:off x="1703383" y="5707987"/>
                <a:ext cx="24249" cy="24249"/>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141" name="ellipse_2954">
                <a:extLst>
                  <a:ext uri="{FF2B5EF4-FFF2-40B4-BE49-F238E27FC236}">
                    <a16:creationId xmlns:a16="http://schemas.microsoft.com/office/drawing/2014/main" id="{E8FC4CD6-3F92-E5E1-841A-1039670BC15D}"/>
                  </a:ext>
                </a:extLst>
              </p:cNvPr>
              <p:cNvSpPr/>
              <p:nvPr/>
            </p:nvSpPr>
            <p:spPr>
              <a:xfrm>
                <a:off x="1639165" y="5940343"/>
                <a:ext cx="34999" cy="34999"/>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142" name="ellipse_2955">
                <a:extLst>
                  <a:ext uri="{FF2B5EF4-FFF2-40B4-BE49-F238E27FC236}">
                    <a16:creationId xmlns:a16="http://schemas.microsoft.com/office/drawing/2014/main" id="{8FB5406B-6AA0-0932-2FD9-E500CC1E6A70}"/>
                  </a:ext>
                </a:extLst>
              </p:cNvPr>
              <p:cNvSpPr/>
              <p:nvPr/>
            </p:nvSpPr>
            <p:spPr>
              <a:xfrm>
                <a:off x="1607929" y="5664825"/>
                <a:ext cx="32753" cy="32753"/>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143" name="ellipse_2956">
                <a:extLst>
                  <a:ext uri="{FF2B5EF4-FFF2-40B4-BE49-F238E27FC236}">
                    <a16:creationId xmlns:a16="http://schemas.microsoft.com/office/drawing/2014/main" id="{61915CE9-DD1C-C287-DA3D-9972B9DFD2A5}"/>
                  </a:ext>
                </a:extLst>
              </p:cNvPr>
              <p:cNvSpPr/>
              <p:nvPr/>
            </p:nvSpPr>
            <p:spPr>
              <a:xfrm>
                <a:off x="1431638" y="5888721"/>
                <a:ext cx="32307" cy="32307"/>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144" name="ellipse_2957">
                <a:extLst>
                  <a:ext uri="{FF2B5EF4-FFF2-40B4-BE49-F238E27FC236}">
                    <a16:creationId xmlns:a16="http://schemas.microsoft.com/office/drawing/2014/main" id="{59305533-22BE-5D65-231E-BE59363CA68E}"/>
                  </a:ext>
                </a:extLst>
              </p:cNvPr>
              <p:cNvSpPr/>
              <p:nvPr/>
            </p:nvSpPr>
            <p:spPr>
              <a:xfrm>
                <a:off x="1763250" y="5810798"/>
                <a:ext cx="24008" cy="24008"/>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145" name="ellipse_2958">
                <a:extLst>
                  <a:ext uri="{FF2B5EF4-FFF2-40B4-BE49-F238E27FC236}">
                    <a16:creationId xmlns:a16="http://schemas.microsoft.com/office/drawing/2014/main" id="{84A06EF0-EE99-7BDE-316E-563B4102A50F}"/>
                  </a:ext>
                </a:extLst>
              </p:cNvPr>
              <p:cNvSpPr/>
              <p:nvPr/>
            </p:nvSpPr>
            <p:spPr>
              <a:xfrm>
                <a:off x="1770156" y="5894195"/>
                <a:ext cx="34129" cy="34129"/>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146" name="ellipse_2959">
                <a:extLst>
                  <a:ext uri="{FF2B5EF4-FFF2-40B4-BE49-F238E27FC236}">
                    <a16:creationId xmlns:a16="http://schemas.microsoft.com/office/drawing/2014/main" id="{D6FB5CB3-4F4F-9E4F-ACAF-13A3EB1CC144}"/>
                  </a:ext>
                </a:extLst>
              </p:cNvPr>
              <p:cNvSpPr/>
              <p:nvPr/>
            </p:nvSpPr>
            <p:spPr>
              <a:xfrm>
                <a:off x="1631456" y="5662376"/>
                <a:ext cx="36317" cy="36317"/>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147" name="ellipse_2960">
                <a:extLst>
                  <a:ext uri="{FF2B5EF4-FFF2-40B4-BE49-F238E27FC236}">
                    <a16:creationId xmlns:a16="http://schemas.microsoft.com/office/drawing/2014/main" id="{242BA373-4835-DEF5-F9A5-C3BC1DAA6019}"/>
                  </a:ext>
                </a:extLst>
              </p:cNvPr>
              <p:cNvSpPr/>
              <p:nvPr/>
            </p:nvSpPr>
            <p:spPr>
              <a:xfrm>
                <a:off x="1505565" y="5729779"/>
                <a:ext cx="35155" cy="35155"/>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148" name="ellipse_2961">
                <a:extLst>
                  <a:ext uri="{FF2B5EF4-FFF2-40B4-BE49-F238E27FC236}">
                    <a16:creationId xmlns:a16="http://schemas.microsoft.com/office/drawing/2014/main" id="{D10EBA65-BEA9-3BCD-528D-21EF86B6DD32}"/>
                  </a:ext>
                </a:extLst>
              </p:cNvPr>
              <p:cNvSpPr/>
              <p:nvPr/>
            </p:nvSpPr>
            <p:spPr>
              <a:xfrm>
                <a:off x="1745125" y="5807695"/>
                <a:ext cx="28645" cy="28645"/>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149" name="ellipse_2962">
                <a:extLst>
                  <a:ext uri="{FF2B5EF4-FFF2-40B4-BE49-F238E27FC236}">
                    <a16:creationId xmlns:a16="http://schemas.microsoft.com/office/drawing/2014/main" id="{CFDDFAC2-FA54-7805-FCE5-9F52A750D51E}"/>
                  </a:ext>
                </a:extLst>
              </p:cNvPr>
              <p:cNvSpPr/>
              <p:nvPr/>
            </p:nvSpPr>
            <p:spPr>
              <a:xfrm>
                <a:off x="1415944" y="5861397"/>
                <a:ext cx="29118" cy="29118"/>
              </a:xfrm>
              <a:prstGeom prst="ellipse">
                <a:avLst/>
              </a:prstGeom>
              <a:gradFill flip="none" rotWithShape="1">
                <a:gsLst>
                  <a:gs pos="0">
                    <a:srgbClr val="F6F8F9"/>
                  </a:gs>
                  <a:gs pos="43000">
                    <a:srgbClr val="D5DCE1"/>
                  </a:gs>
                  <a:gs pos="100000">
                    <a:srgbClr val="ACB8C1"/>
                  </a:gs>
                </a:gsLst>
                <a:lin ang="2700000" scaled="1"/>
                <a:tileRect/>
              </a:gradFill>
              <a:ln w="1807" cap="rnd" cmpd="sng" algn="ctr">
                <a:noFill/>
                <a:prstDash val="solid"/>
                <a:round/>
                <a:headEnd type="none" w="med" len="med"/>
                <a:tailEnd type="none" w="med" len="med"/>
              </a:ln>
              <a:effectLst/>
            </p:spPr>
          </p:sp>
          <p:sp>
            <p:nvSpPr>
              <p:cNvPr id="3150" name="ellipse_2963">
                <a:extLst>
                  <a:ext uri="{FF2B5EF4-FFF2-40B4-BE49-F238E27FC236}">
                    <a16:creationId xmlns:a16="http://schemas.microsoft.com/office/drawing/2014/main" id="{00941DDB-8D6B-888B-090B-9A01F7303B4E}"/>
                  </a:ext>
                </a:extLst>
              </p:cNvPr>
              <p:cNvSpPr/>
              <p:nvPr/>
            </p:nvSpPr>
            <p:spPr>
              <a:xfrm>
                <a:off x="1444289" y="5910192"/>
                <a:ext cx="36484" cy="36484"/>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51" name="ellipse_2964">
                <a:extLst>
                  <a:ext uri="{FF2B5EF4-FFF2-40B4-BE49-F238E27FC236}">
                    <a16:creationId xmlns:a16="http://schemas.microsoft.com/office/drawing/2014/main" id="{3606F7A3-E610-0C44-146E-F78340965896}"/>
                  </a:ext>
                </a:extLst>
              </p:cNvPr>
              <p:cNvSpPr/>
              <p:nvPr/>
            </p:nvSpPr>
            <p:spPr>
              <a:xfrm>
                <a:off x="1692595" y="5720180"/>
                <a:ext cx="34350" cy="34350"/>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152" name="ellipse_2965">
                <a:extLst>
                  <a:ext uri="{FF2B5EF4-FFF2-40B4-BE49-F238E27FC236}">
                    <a16:creationId xmlns:a16="http://schemas.microsoft.com/office/drawing/2014/main" id="{0FF4397C-E4E8-99DD-BBFF-5312BC3BBE18}"/>
                  </a:ext>
                </a:extLst>
              </p:cNvPr>
              <p:cNvSpPr/>
              <p:nvPr/>
            </p:nvSpPr>
            <p:spPr>
              <a:xfrm>
                <a:off x="1645377" y="5668528"/>
                <a:ext cx="23232" cy="23232"/>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153" name="ellipse_2966">
                <a:extLst>
                  <a:ext uri="{FF2B5EF4-FFF2-40B4-BE49-F238E27FC236}">
                    <a16:creationId xmlns:a16="http://schemas.microsoft.com/office/drawing/2014/main" id="{44C7A82C-8C55-B1FF-6945-2220AD335CD1}"/>
                  </a:ext>
                </a:extLst>
              </p:cNvPr>
              <p:cNvSpPr/>
              <p:nvPr/>
            </p:nvSpPr>
            <p:spPr>
              <a:xfrm>
                <a:off x="1463027" y="5702838"/>
                <a:ext cx="32775" cy="32775"/>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154" name="ellipse_2967">
                <a:extLst>
                  <a:ext uri="{FF2B5EF4-FFF2-40B4-BE49-F238E27FC236}">
                    <a16:creationId xmlns:a16="http://schemas.microsoft.com/office/drawing/2014/main" id="{2FF30082-3C78-4891-567F-5FC139961089}"/>
                  </a:ext>
                </a:extLst>
              </p:cNvPr>
              <p:cNvSpPr/>
              <p:nvPr/>
            </p:nvSpPr>
            <p:spPr>
              <a:xfrm>
                <a:off x="1471693" y="5806019"/>
                <a:ext cx="36914" cy="36914"/>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155" name="ellipse_2968">
                <a:extLst>
                  <a:ext uri="{FF2B5EF4-FFF2-40B4-BE49-F238E27FC236}">
                    <a16:creationId xmlns:a16="http://schemas.microsoft.com/office/drawing/2014/main" id="{00C9A3AD-ADF9-98B8-9DF8-98F45885891F}"/>
                  </a:ext>
                </a:extLst>
              </p:cNvPr>
              <p:cNvSpPr/>
              <p:nvPr/>
            </p:nvSpPr>
            <p:spPr>
              <a:xfrm>
                <a:off x="1447857" y="5802230"/>
                <a:ext cx="29872" cy="29872"/>
              </a:xfrm>
              <a:prstGeom prst="ellipse">
                <a:avLst/>
              </a:prstGeom>
              <a:gradFill flip="none" rotWithShape="1">
                <a:gsLst>
                  <a:gs pos="0">
                    <a:srgbClr val="F5F6F8"/>
                  </a:gs>
                  <a:gs pos="43000">
                    <a:srgbClr val="CDD6DD"/>
                  </a:gs>
                  <a:gs pos="100000">
                    <a:srgbClr val="A4B1BC"/>
                  </a:gs>
                </a:gsLst>
                <a:lin ang="2700000" scaled="1"/>
                <a:tileRect/>
              </a:gradFill>
              <a:ln w="1807" cap="rnd" cmpd="sng" algn="ctr">
                <a:noFill/>
                <a:prstDash val="solid"/>
                <a:round/>
                <a:headEnd type="none" w="med" len="med"/>
                <a:tailEnd type="none" w="med" len="med"/>
              </a:ln>
              <a:effectLst/>
            </p:spPr>
          </p:sp>
          <p:sp>
            <p:nvSpPr>
              <p:cNvPr id="3156" name="ellipse_2969">
                <a:extLst>
                  <a:ext uri="{FF2B5EF4-FFF2-40B4-BE49-F238E27FC236}">
                    <a16:creationId xmlns:a16="http://schemas.microsoft.com/office/drawing/2014/main" id="{3D7D55E8-340F-13C8-CC61-0EE8F1AC227C}"/>
                  </a:ext>
                </a:extLst>
              </p:cNvPr>
              <p:cNvSpPr/>
              <p:nvPr/>
            </p:nvSpPr>
            <p:spPr>
              <a:xfrm>
                <a:off x="1612617" y="5934978"/>
                <a:ext cx="25869" cy="25869"/>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157" name="ellipse_2970">
                <a:extLst>
                  <a:ext uri="{FF2B5EF4-FFF2-40B4-BE49-F238E27FC236}">
                    <a16:creationId xmlns:a16="http://schemas.microsoft.com/office/drawing/2014/main" id="{B56FF0B0-D026-8AB6-2365-79D5152C557A}"/>
                  </a:ext>
                </a:extLst>
              </p:cNvPr>
              <p:cNvSpPr/>
              <p:nvPr/>
            </p:nvSpPr>
            <p:spPr>
              <a:xfrm>
                <a:off x="1499567" y="5923927"/>
                <a:ext cx="29366" cy="29366"/>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158" name="ellipse_2971">
                <a:extLst>
                  <a:ext uri="{FF2B5EF4-FFF2-40B4-BE49-F238E27FC236}">
                    <a16:creationId xmlns:a16="http://schemas.microsoft.com/office/drawing/2014/main" id="{864E7841-FF3D-2307-081D-7B08B4248B5D}"/>
                  </a:ext>
                </a:extLst>
              </p:cNvPr>
              <p:cNvSpPr/>
              <p:nvPr/>
            </p:nvSpPr>
            <p:spPr>
              <a:xfrm>
                <a:off x="1439722" y="5746255"/>
                <a:ext cx="30428" cy="30428"/>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159" name="ellipse_2972">
                <a:extLst>
                  <a:ext uri="{FF2B5EF4-FFF2-40B4-BE49-F238E27FC236}">
                    <a16:creationId xmlns:a16="http://schemas.microsoft.com/office/drawing/2014/main" id="{A696BB4A-807C-9302-4EA7-5CC88D7A93DA}"/>
                  </a:ext>
                </a:extLst>
              </p:cNvPr>
              <p:cNvSpPr/>
              <p:nvPr/>
            </p:nvSpPr>
            <p:spPr>
              <a:xfrm>
                <a:off x="1601892" y="5705782"/>
                <a:ext cx="26593" cy="26593"/>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160" name="ellipse_2973">
                <a:extLst>
                  <a:ext uri="{FF2B5EF4-FFF2-40B4-BE49-F238E27FC236}">
                    <a16:creationId xmlns:a16="http://schemas.microsoft.com/office/drawing/2014/main" id="{E15C60A0-0C10-4CAB-1AD9-47DD1A6A5631}"/>
                  </a:ext>
                </a:extLst>
              </p:cNvPr>
              <p:cNvSpPr/>
              <p:nvPr/>
            </p:nvSpPr>
            <p:spPr>
              <a:xfrm>
                <a:off x="1683294" y="5736674"/>
                <a:ext cx="36357" cy="36357"/>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grpSp>
        <p:sp>
          <p:nvSpPr>
            <p:cNvPr id="3161" name="Text | Pocket">
              <a:extLst>
                <a:ext uri="{FF2B5EF4-FFF2-40B4-BE49-F238E27FC236}">
                  <a16:creationId xmlns:a16="http://schemas.microsoft.com/office/drawing/2014/main" id="{80FC4DDE-B144-D6F9-9045-678830DB0FE6}"/>
                </a:ext>
              </a:extLst>
            </p:cNvPr>
            <p:cNvSpPr txBox="1"/>
            <p:nvPr/>
          </p:nvSpPr>
          <p:spPr>
            <a:xfrm>
              <a:off x="1435143" y="5975415"/>
              <a:ext cx="368725" cy="125947"/>
            </a:xfrm>
            <a:prstGeom prst="rect">
              <a:avLst/>
            </a:prstGeom>
            <a:noFill/>
            <a:ln>
              <a:noFill/>
            </a:ln>
            <a:effectLst/>
          </p:spPr>
          <p:txBody>
            <a:bodyPr vertOverflow="overflow" horzOverflow="overflow" wrap="none" lIns="0" tIns="0" rIns="0" bIns="0" anchor="t" anchorCtr="0">
              <a:noAutofit/>
            </a:bodyPr>
            <a:lstStyle/>
            <a:p>
              <a:pPr algn="ctr"/>
              <a:r>
                <a:rPr lang="en-US" sz="500" b="1" dirty="0">
                  <a:solidFill>
                    <a:srgbClr val="1D3043"/>
                  </a:solidFill>
                  <a:latin typeface="Arial"/>
                  <a:ea typeface="Arial"/>
                  <a:cs typeface="Arial"/>
                </a:rPr>
                <a:t>Pocket</a:t>
              </a:r>
              <a:endParaRPr lang="en-US" sz="500"/>
            </a:p>
          </p:txBody>
        </p:sp>
        <p:sp>
          <p:nvSpPr>
            <p:cNvPr id="3168" name="d | Route card: Default PocketXMol">
              <a:extLst>
                <a:ext uri="{FF2B5EF4-FFF2-40B4-BE49-F238E27FC236}">
                  <a16:creationId xmlns:a16="http://schemas.microsoft.com/office/drawing/2014/main" id="{38F96046-E4DA-64E6-DA18-24E6AC8439EC}"/>
                </a:ext>
              </a:extLst>
            </p:cNvPr>
            <p:cNvSpPr/>
            <p:nvPr/>
          </p:nvSpPr>
          <p:spPr>
            <a:xfrm>
              <a:off x="2141820" y="5591070"/>
              <a:ext cx="1514385" cy="243090"/>
            </a:xfrm>
            <a:prstGeom prst="roundRect">
              <a:avLst>
                <a:gd name="adj" fmla="val 9459"/>
              </a:avLst>
            </a:prstGeom>
            <a:solidFill>
              <a:srgbClr val="FFF8EC"/>
            </a:solidFill>
            <a:ln w="10160" cap="rnd" cmpd="sng" algn="ctr">
              <a:solidFill>
                <a:srgbClr val="D9B774"/>
              </a:solidFill>
              <a:prstDash val="solid"/>
              <a:round/>
              <a:headEnd type="none" w="med" len="med"/>
              <a:tailEnd type="none" w="med" len="med"/>
            </a:ln>
            <a:effectLst/>
          </p:spPr>
        </p:sp>
        <p:pic>
          <p:nvPicPr>
            <p:cNvPr id="16001" name="Density voxel illustration | exp" descr="Synthetic voxel-grid density schematic">
              <a:extLst>
                <a:ext uri="{FF2B5EF4-FFF2-40B4-BE49-F238E27FC236}">
                  <a16:creationId xmlns:a16="http://schemas.microsoft.com/office/drawing/2014/main" id="{14F84F68-FA81-24CC-AA12-CD208CA68941}"/>
                </a:ext>
              </a:extLst>
            </p:cNvPr>
            <p:cNvPicPr>
              <a:picLocks noChangeAspect="1"/>
            </p:cNvPicPr>
            <p:nvPr/>
          </p:nvPicPr>
          <p:blipFill>
            <a:blip r:embed="rId9"/>
            <a:stretch/>
          </p:blipFill>
          <p:spPr>
            <a:xfrm>
              <a:off x="2197099" y="5635440"/>
              <a:ext cx="135682" cy="131400"/>
            </a:xfrm>
            <a:prstGeom prst="rect">
              <a:avLst/>
            </a:prstGeom>
          </p:spPr>
        </p:pic>
        <p:sp>
          <p:nvSpPr>
            <p:cNvPr id="3296" name="Text | Default · PocketXMol">
              <a:extLst>
                <a:ext uri="{FF2B5EF4-FFF2-40B4-BE49-F238E27FC236}">
                  <a16:creationId xmlns:a16="http://schemas.microsoft.com/office/drawing/2014/main" id="{893B2047-BF1F-9DB7-D853-F638ABD2368D}"/>
                </a:ext>
              </a:extLst>
            </p:cNvPr>
            <p:cNvSpPr txBox="1"/>
            <p:nvPr/>
          </p:nvSpPr>
          <p:spPr>
            <a:xfrm>
              <a:off x="2401335" y="5600925"/>
              <a:ext cx="1120324" cy="130612"/>
            </a:xfrm>
            <a:prstGeom prst="rect">
              <a:avLst/>
            </a:prstGeom>
            <a:noFill/>
            <a:ln>
              <a:noFill/>
            </a:ln>
            <a:effectLst/>
          </p:spPr>
          <p:txBody>
            <a:bodyPr vertOverflow="overflow" horzOverflow="overflow" wrap="none" lIns="0" tIns="0" rIns="0" bIns="0" anchor="t" anchorCtr="0">
              <a:noAutofit/>
            </a:bodyPr>
            <a:lstStyle/>
            <a:p>
              <a:r>
                <a:rPr lang="en-US" sz="518" b="1" dirty="0">
                  <a:solidFill>
                    <a:srgbClr val="946019"/>
                  </a:solidFill>
                  <a:latin typeface="Arial"/>
                  <a:ea typeface="Arial"/>
                  <a:cs typeface="Arial"/>
                </a:rPr>
                <a:t>Default · PocketXMol</a:t>
              </a:r>
              <a:endParaRPr lang="en-US" sz="518"/>
            </a:p>
          </p:txBody>
        </p:sp>
        <p:sp>
          <p:nvSpPr>
            <p:cNvPr id="3297" name="Text | Density-conditioned fine-tuning">
              <a:extLst>
                <a:ext uri="{FF2B5EF4-FFF2-40B4-BE49-F238E27FC236}">
                  <a16:creationId xmlns:a16="http://schemas.microsoft.com/office/drawing/2014/main" id="{4FBD4592-8CAB-2F06-A2DE-850FADC2D01C}"/>
                </a:ext>
              </a:extLst>
            </p:cNvPr>
            <p:cNvSpPr txBox="1"/>
            <p:nvPr/>
          </p:nvSpPr>
          <p:spPr>
            <a:xfrm>
              <a:off x="2401335" y="5709330"/>
              <a:ext cx="1271865" cy="111953"/>
            </a:xfrm>
            <a:prstGeom prst="rect">
              <a:avLst/>
            </a:prstGeom>
            <a:noFill/>
            <a:ln>
              <a:noFill/>
            </a:ln>
            <a:effectLst/>
          </p:spPr>
          <p:txBody>
            <a:bodyPr vertOverflow="overflow" horzOverflow="overflow" wrap="none" lIns="0" tIns="0" rIns="0" bIns="0" anchor="t" anchorCtr="0">
              <a:noAutofit/>
            </a:bodyPr>
            <a:lstStyle/>
            <a:p>
              <a:r>
                <a:rPr lang="en-US" sz="445" dirty="0">
                  <a:solidFill>
                    <a:srgbClr val="5E7180"/>
                  </a:solidFill>
                  <a:latin typeface="Arial"/>
                  <a:ea typeface="Arial"/>
                  <a:cs typeface="Arial"/>
                </a:rPr>
                <a:t>Density-conditioned fine-tuning</a:t>
              </a:r>
              <a:endParaRPr lang="en-US" sz="445"/>
            </a:p>
          </p:txBody>
        </p:sp>
        <p:sp>
          <p:nvSpPr>
            <p:cNvPr id="3298" name="d | Route card: Docking tools">
              <a:extLst>
                <a:ext uri="{FF2B5EF4-FFF2-40B4-BE49-F238E27FC236}">
                  <a16:creationId xmlns:a16="http://schemas.microsoft.com/office/drawing/2014/main" id="{584A9707-3608-F36D-84C1-334FDC095179}"/>
                </a:ext>
              </a:extLst>
            </p:cNvPr>
            <p:cNvSpPr/>
            <p:nvPr/>
          </p:nvSpPr>
          <p:spPr>
            <a:xfrm>
              <a:off x="2141820" y="5876865"/>
              <a:ext cx="1514385" cy="233235"/>
            </a:xfrm>
            <a:prstGeom prst="roundRect">
              <a:avLst>
                <a:gd name="adj" fmla="val 9859"/>
              </a:avLst>
            </a:prstGeom>
            <a:solidFill>
              <a:srgbClr val="F7F9FB"/>
            </a:solidFill>
            <a:ln w="10160" cap="rnd" cmpd="sng" algn="ctr">
              <a:solidFill>
                <a:srgbClr val="C5D5E4"/>
              </a:solidFill>
              <a:prstDash val="solid"/>
              <a:round/>
              <a:headEnd type="none" w="med" len="med"/>
              <a:tailEnd type="none" w="med" len="med"/>
            </a:ln>
            <a:effectLst/>
          </p:spPr>
        </p:sp>
        <p:sp>
          <p:nvSpPr>
            <p:cNvPr id="3299" name="Text | Docking tools">
              <a:extLst>
                <a:ext uri="{FF2B5EF4-FFF2-40B4-BE49-F238E27FC236}">
                  <a16:creationId xmlns:a16="http://schemas.microsoft.com/office/drawing/2014/main" id="{F09A447A-76B7-195E-A34A-999EFB30FE81}"/>
                </a:ext>
              </a:extLst>
            </p:cNvPr>
            <p:cNvSpPr txBox="1"/>
            <p:nvPr/>
          </p:nvSpPr>
          <p:spPr>
            <a:xfrm>
              <a:off x="2214090" y="5883435"/>
              <a:ext cx="738930" cy="130612"/>
            </a:xfrm>
            <a:prstGeom prst="rect">
              <a:avLst/>
            </a:prstGeom>
            <a:noFill/>
            <a:ln>
              <a:noFill/>
            </a:ln>
            <a:effectLst/>
          </p:spPr>
          <p:txBody>
            <a:bodyPr vertOverflow="overflow" horzOverflow="overflow" wrap="none" lIns="0" tIns="0" rIns="0" bIns="0" anchor="t" anchorCtr="0">
              <a:noAutofit/>
            </a:bodyPr>
            <a:lstStyle/>
            <a:p>
              <a:r>
                <a:rPr lang="en-US" sz="518" b="1" dirty="0">
                  <a:solidFill>
                    <a:srgbClr val="1D3043"/>
                  </a:solidFill>
                  <a:latin typeface="Arial"/>
                  <a:ea typeface="Arial"/>
                  <a:cs typeface="Arial"/>
                </a:rPr>
                <a:t>Docking tools</a:t>
              </a:r>
              <a:endParaRPr lang="en-US" sz="518"/>
            </a:p>
          </p:txBody>
        </p:sp>
        <p:sp>
          <p:nvSpPr>
            <p:cNvPr id="3300" name="Text | Vina · DiffDock · EMERALD">
              <a:extLst>
                <a:ext uri="{FF2B5EF4-FFF2-40B4-BE49-F238E27FC236}">
                  <a16:creationId xmlns:a16="http://schemas.microsoft.com/office/drawing/2014/main" id="{BD13CA0F-F01A-9160-C9A4-EBEC802C6088}"/>
                </a:ext>
              </a:extLst>
            </p:cNvPr>
            <p:cNvSpPr txBox="1"/>
            <p:nvPr/>
          </p:nvSpPr>
          <p:spPr>
            <a:xfrm>
              <a:off x="2214090" y="5988555"/>
              <a:ext cx="1107334" cy="116618"/>
            </a:xfrm>
            <a:prstGeom prst="rect">
              <a:avLst/>
            </a:prstGeom>
            <a:noFill/>
            <a:ln>
              <a:noFill/>
            </a:ln>
            <a:effectLst/>
          </p:spPr>
          <p:txBody>
            <a:bodyPr vertOverflow="overflow" horzOverflow="overflow" wrap="none" lIns="0" tIns="0" rIns="0" bIns="0" anchor="t" anchorCtr="0">
              <a:noAutofit/>
            </a:bodyPr>
            <a:lstStyle/>
            <a:p>
              <a:r>
                <a:rPr lang="en-US" sz="463" dirty="0">
                  <a:solidFill>
                    <a:srgbClr val="5E7180"/>
                  </a:solidFill>
                  <a:latin typeface="Arial"/>
                  <a:ea typeface="Arial"/>
                  <a:cs typeface="Arial"/>
                </a:rPr>
                <a:t>Vina · DiffDock · EMERALD</a:t>
              </a:r>
              <a:endParaRPr lang="en-US" sz="463"/>
            </a:p>
          </p:txBody>
        </p:sp>
        <p:grpSp>
          <p:nvGrpSpPr>
            <p:cNvPr id="3307" name="d | All-atom ligand pose: local receptor environment">
              <a:extLst>
                <a:ext uri="{FF2B5EF4-FFF2-40B4-BE49-F238E27FC236}">
                  <a16:creationId xmlns:a16="http://schemas.microsoft.com/office/drawing/2014/main" id="{D8E43B09-3BA3-4B3F-490C-552EE2110F2B}"/>
                </a:ext>
              </a:extLst>
            </p:cNvPr>
            <p:cNvGrpSpPr/>
            <p:nvPr/>
          </p:nvGrpSpPr>
          <p:grpSpPr>
            <a:xfrm>
              <a:off x="4251809" y="5604959"/>
              <a:ext cx="702691" cy="463459"/>
              <a:chOff x="4251809" y="5604959"/>
              <a:chExt cx="702691" cy="463459"/>
            </a:xfrm>
          </p:grpSpPr>
          <p:sp>
            <p:nvSpPr>
              <p:cNvPr id="3308" name="ellipse_3111">
                <a:extLst>
                  <a:ext uri="{FF2B5EF4-FFF2-40B4-BE49-F238E27FC236}">
                    <a16:creationId xmlns:a16="http://schemas.microsoft.com/office/drawing/2014/main" id="{6B3F9BC7-E953-4CE4-F490-8BC00A5121F1}"/>
                  </a:ext>
                </a:extLst>
              </p:cNvPr>
              <p:cNvSpPr/>
              <p:nvPr/>
            </p:nvSpPr>
            <p:spPr>
              <a:xfrm>
                <a:off x="4362855" y="5697772"/>
                <a:ext cx="43194" cy="43194"/>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309" name="ellipse_3112">
                <a:extLst>
                  <a:ext uri="{FF2B5EF4-FFF2-40B4-BE49-F238E27FC236}">
                    <a16:creationId xmlns:a16="http://schemas.microsoft.com/office/drawing/2014/main" id="{D14AB99B-282F-877D-4CFE-CBB8F6930FCA}"/>
                  </a:ext>
                </a:extLst>
              </p:cNvPr>
              <p:cNvSpPr/>
              <p:nvPr/>
            </p:nvSpPr>
            <p:spPr>
              <a:xfrm>
                <a:off x="4254062" y="5750681"/>
                <a:ext cx="40460" cy="40460"/>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310" name="ellipse_3113">
                <a:extLst>
                  <a:ext uri="{FF2B5EF4-FFF2-40B4-BE49-F238E27FC236}">
                    <a16:creationId xmlns:a16="http://schemas.microsoft.com/office/drawing/2014/main" id="{843BF727-3600-95E2-0935-C9FD071C01BC}"/>
                  </a:ext>
                </a:extLst>
              </p:cNvPr>
              <p:cNvSpPr/>
              <p:nvPr/>
            </p:nvSpPr>
            <p:spPr>
              <a:xfrm>
                <a:off x="4584744" y="6016753"/>
                <a:ext cx="51665" cy="51665"/>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311" name="ellipse_3114">
                <a:extLst>
                  <a:ext uri="{FF2B5EF4-FFF2-40B4-BE49-F238E27FC236}">
                    <a16:creationId xmlns:a16="http://schemas.microsoft.com/office/drawing/2014/main" id="{F92866F7-6CE9-5689-B51C-450F8F61545D}"/>
                  </a:ext>
                </a:extLst>
              </p:cNvPr>
              <p:cNvSpPr/>
              <p:nvPr/>
            </p:nvSpPr>
            <p:spPr>
              <a:xfrm>
                <a:off x="4730684" y="5898125"/>
                <a:ext cx="53618" cy="53618"/>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312" name="ellipse_3115">
                <a:extLst>
                  <a:ext uri="{FF2B5EF4-FFF2-40B4-BE49-F238E27FC236}">
                    <a16:creationId xmlns:a16="http://schemas.microsoft.com/office/drawing/2014/main" id="{51A87B08-89E9-4CC2-986E-52A047FCE1E7}"/>
                  </a:ext>
                </a:extLst>
              </p:cNvPr>
              <p:cNvSpPr/>
              <p:nvPr/>
            </p:nvSpPr>
            <p:spPr>
              <a:xfrm>
                <a:off x="4311526" y="5822073"/>
                <a:ext cx="48720" cy="48720"/>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313" name="ellipse_3116">
                <a:extLst>
                  <a:ext uri="{FF2B5EF4-FFF2-40B4-BE49-F238E27FC236}">
                    <a16:creationId xmlns:a16="http://schemas.microsoft.com/office/drawing/2014/main" id="{A3758F4A-8D14-C486-FD98-2DEBA6E20BAF}"/>
                  </a:ext>
                </a:extLst>
              </p:cNvPr>
              <p:cNvSpPr/>
              <p:nvPr/>
            </p:nvSpPr>
            <p:spPr>
              <a:xfrm>
                <a:off x="4251809" y="5817323"/>
                <a:ext cx="40774" cy="40774"/>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314" name="ellipse_3117">
                <a:extLst>
                  <a:ext uri="{FF2B5EF4-FFF2-40B4-BE49-F238E27FC236}">
                    <a16:creationId xmlns:a16="http://schemas.microsoft.com/office/drawing/2014/main" id="{B35A6E55-C4D8-550E-3AA8-AB075FCDA59A}"/>
                  </a:ext>
                </a:extLst>
              </p:cNvPr>
              <p:cNvSpPr/>
              <p:nvPr/>
            </p:nvSpPr>
            <p:spPr>
              <a:xfrm>
                <a:off x="4350782" y="5771975"/>
                <a:ext cx="48903" cy="48903"/>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315" name="ellipse_3118">
                <a:extLst>
                  <a:ext uri="{FF2B5EF4-FFF2-40B4-BE49-F238E27FC236}">
                    <a16:creationId xmlns:a16="http://schemas.microsoft.com/office/drawing/2014/main" id="{53669E6D-C307-935D-58CD-25D2A5126051}"/>
                  </a:ext>
                </a:extLst>
              </p:cNvPr>
              <p:cNvSpPr/>
              <p:nvPr/>
            </p:nvSpPr>
            <p:spPr>
              <a:xfrm>
                <a:off x="4378359" y="5716259"/>
                <a:ext cx="53942" cy="53942"/>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3316" name="ellipse_3119">
                <a:extLst>
                  <a:ext uri="{FF2B5EF4-FFF2-40B4-BE49-F238E27FC236}">
                    <a16:creationId xmlns:a16="http://schemas.microsoft.com/office/drawing/2014/main" id="{B6A03B30-A307-288B-9C37-509AFB0979E9}"/>
                  </a:ext>
                </a:extLst>
              </p:cNvPr>
              <p:cNvSpPr/>
              <p:nvPr/>
            </p:nvSpPr>
            <p:spPr>
              <a:xfrm>
                <a:off x="4475330" y="5970274"/>
                <a:ext cx="39922" cy="39922"/>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317" name="ellipse_3120">
                <a:extLst>
                  <a:ext uri="{FF2B5EF4-FFF2-40B4-BE49-F238E27FC236}">
                    <a16:creationId xmlns:a16="http://schemas.microsoft.com/office/drawing/2014/main" id="{F25518D1-1205-76BA-4B58-173F5627973D}"/>
                  </a:ext>
                </a:extLst>
              </p:cNvPr>
              <p:cNvSpPr/>
              <p:nvPr/>
            </p:nvSpPr>
            <p:spPr>
              <a:xfrm>
                <a:off x="4343602" y="5746762"/>
                <a:ext cx="35373" cy="35373"/>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318" name="ellipse_3121">
                <a:extLst>
                  <a:ext uri="{FF2B5EF4-FFF2-40B4-BE49-F238E27FC236}">
                    <a16:creationId xmlns:a16="http://schemas.microsoft.com/office/drawing/2014/main" id="{AC781C12-A332-7119-CDF3-FDB19B406B5F}"/>
                  </a:ext>
                </a:extLst>
              </p:cNvPr>
              <p:cNvSpPr/>
              <p:nvPr/>
            </p:nvSpPr>
            <p:spPr>
              <a:xfrm>
                <a:off x="4542880" y="6021945"/>
                <a:ext cx="42386" cy="42386"/>
              </a:xfrm>
              <a:prstGeom prst="ellipse">
                <a:avLst/>
              </a:prstGeom>
              <a:gradFill flip="none" rotWithShape="1">
                <a:gsLst>
                  <a:gs pos="0">
                    <a:srgbClr val="F6F7F9"/>
                  </a:gs>
                  <a:gs pos="43000">
                    <a:srgbClr val="D2DAE0"/>
                  </a:gs>
                  <a:gs pos="100000">
                    <a:srgbClr val="AAB6BF"/>
                  </a:gs>
                </a:gsLst>
                <a:lin ang="2700000" scaled="1"/>
                <a:tileRect/>
              </a:gradFill>
              <a:ln w="1807" cap="rnd" cmpd="sng" algn="ctr">
                <a:noFill/>
                <a:prstDash val="solid"/>
                <a:round/>
                <a:headEnd type="none" w="med" len="med"/>
                <a:tailEnd type="none" w="med" len="med"/>
              </a:ln>
              <a:effectLst/>
            </p:spPr>
          </p:sp>
          <p:sp>
            <p:nvSpPr>
              <p:cNvPr id="3319" name="ellipse_3122">
                <a:extLst>
                  <a:ext uri="{FF2B5EF4-FFF2-40B4-BE49-F238E27FC236}">
                    <a16:creationId xmlns:a16="http://schemas.microsoft.com/office/drawing/2014/main" id="{51CAC2F5-53B5-4551-B543-FFAC757968AF}"/>
                  </a:ext>
                </a:extLst>
              </p:cNvPr>
              <p:cNvSpPr/>
              <p:nvPr/>
            </p:nvSpPr>
            <p:spPr>
              <a:xfrm>
                <a:off x="4415896" y="5687872"/>
                <a:ext cx="45929" cy="45929"/>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320" name="ellipse_3123">
                <a:extLst>
                  <a:ext uri="{FF2B5EF4-FFF2-40B4-BE49-F238E27FC236}">
                    <a16:creationId xmlns:a16="http://schemas.microsoft.com/office/drawing/2014/main" id="{E05CE6B7-1AD8-678E-19D8-2F3FCD59B364}"/>
                  </a:ext>
                </a:extLst>
              </p:cNvPr>
              <p:cNvSpPr/>
              <p:nvPr/>
            </p:nvSpPr>
            <p:spPr>
              <a:xfrm>
                <a:off x="4326366" y="5782253"/>
                <a:ext cx="43224" cy="43224"/>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321" name="ellipse_3124">
                <a:extLst>
                  <a:ext uri="{FF2B5EF4-FFF2-40B4-BE49-F238E27FC236}">
                    <a16:creationId xmlns:a16="http://schemas.microsoft.com/office/drawing/2014/main" id="{CD551019-1B1F-080B-356F-6D489C5CF4B1}"/>
                  </a:ext>
                </a:extLst>
              </p:cNvPr>
              <p:cNvSpPr/>
              <p:nvPr/>
            </p:nvSpPr>
            <p:spPr>
              <a:xfrm>
                <a:off x="4513181" y="5949412"/>
                <a:ext cx="47537" cy="47537"/>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322" name="ellipse_3125">
                <a:extLst>
                  <a:ext uri="{FF2B5EF4-FFF2-40B4-BE49-F238E27FC236}">
                    <a16:creationId xmlns:a16="http://schemas.microsoft.com/office/drawing/2014/main" id="{62220CF3-B5FB-F310-C461-0226B0BF5F32}"/>
                  </a:ext>
                </a:extLst>
              </p:cNvPr>
              <p:cNvSpPr/>
              <p:nvPr/>
            </p:nvSpPr>
            <p:spPr>
              <a:xfrm>
                <a:off x="4560468" y="6001152"/>
                <a:ext cx="52141" cy="52141"/>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323" name="ellipse_3126">
                <a:extLst>
                  <a:ext uri="{FF2B5EF4-FFF2-40B4-BE49-F238E27FC236}">
                    <a16:creationId xmlns:a16="http://schemas.microsoft.com/office/drawing/2014/main" id="{C00556EA-276D-115E-B434-4742CE2DA646}"/>
                  </a:ext>
                </a:extLst>
              </p:cNvPr>
              <p:cNvSpPr/>
              <p:nvPr/>
            </p:nvSpPr>
            <p:spPr>
              <a:xfrm>
                <a:off x="4837273" y="5874703"/>
                <a:ext cx="46037" cy="46037"/>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324" name="ellipse_3127">
                <a:extLst>
                  <a:ext uri="{FF2B5EF4-FFF2-40B4-BE49-F238E27FC236}">
                    <a16:creationId xmlns:a16="http://schemas.microsoft.com/office/drawing/2014/main" id="{60CF8AA7-654D-AA0B-1299-7425B240C46C}"/>
                  </a:ext>
                </a:extLst>
              </p:cNvPr>
              <p:cNvSpPr/>
              <p:nvPr/>
            </p:nvSpPr>
            <p:spPr>
              <a:xfrm>
                <a:off x="4767228" y="5975183"/>
                <a:ext cx="44185" cy="44185"/>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325" name="ellipse_3128">
                <a:extLst>
                  <a:ext uri="{FF2B5EF4-FFF2-40B4-BE49-F238E27FC236}">
                    <a16:creationId xmlns:a16="http://schemas.microsoft.com/office/drawing/2014/main" id="{E183BC20-8F57-4D9E-8118-FD36D4B8B8C9}"/>
                  </a:ext>
                </a:extLst>
              </p:cNvPr>
              <p:cNvSpPr/>
              <p:nvPr/>
            </p:nvSpPr>
            <p:spPr>
              <a:xfrm>
                <a:off x="4808629" y="5826107"/>
                <a:ext cx="37764" cy="37764"/>
              </a:xfrm>
              <a:prstGeom prst="ellipse">
                <a:avLst/>
              </a:prstGeom>
              <a:gradFill flip="none" rotWithShape="1">
                <a:gsLst>
                  <a:gs pos="0">
                    <a:srgbClr val="F7F9FA"/>
                  </a:gs>
                  <a:gs pos="43000">
                    <a:srgbClr val="D9E0E5"/>
                  </a:gs>
                  <a:gs pos="100000">
                    <a:srgbClr val="B1BDC5"/>
                  </a:gs>
                </a:gsLst>
                <a:lin ang="2700000" scaled="1"/>
                <a:tileRect/>
              </a:gradFill>
              <a:ln w="1807" cap="rnd" cmpd="sng" algn="ctr">
                <a:noFill/>
                <a:prstDash val="solid"/>
                <a:round/>
                <a:headEnd type="none" w="med" len="med"/>
                <a:tailEnd type="none" w="med" len="med"/>
              </a:ln>
              <a:effectLst/>
            </p:spPr>
          </p:sp>
          <p:sp>
            <p:nvSpPr>
              <p:cNvPr id="3326" name="ellipse_3129">
                <a:extLst>
                  <a:ext uri="{FF2B5EF4-FFF2-40B4-BE49-F238E27FC236}">
                    <a16:creationId xmlns:a16="http://schemas.microsoft.com/office/drawing/2014/main" id="{E1118AD6-F707-0657-8BA0-E2626A0F5275}"/>
                  </a:ext>
                </a:extLst>
              </p:cNvPr>
              <p:cNvSpPr/>
              <p:nvPr/>
            </p:nvSpPr>
            <p:spPr>
              <a:xfrm>
                <a:off x="4364241" y="5926971"/>
                <a:ext cx="45776" cy="45776"/>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327" name="ellipse_3130">
                <a:extLst>
                  <a:ext uri="{FF2B5EF4-FFF2-40B4-BE49-F238E27FC236}">
                    <a16:creationId xmlns:a16="http://schemas.microsoft.com/office/drawing/2014/main" id="{DCBFA75F-9F3B-C1FD-E0A1-C6DA511271DB}"/>
                  </a:ext>
                </a:extLst>
              </p:cNvPr>
              <p:cNvSpPr/>
              <p:nvPr/>
            </p:nvSpPr>
            <p:spPr>
              <a:xfrm>
                <a:off x="4694360" y="5927618"/>
                <a:ext cx="46623" cy="46623"/>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328" name="ellipse_3131">
                <a:extLst>
                  <a:ext uri="{FF2B5EF4-FFF2-40B4-BE49-F238E27FC236}">
                    <a16:creationId xmlns:a16="http://schemas.microsoft.com/office/drawing/2014/main" id="{1B9ED3FE-A9D4-A185-5777-7EE4928A98CB}"/>
                  </a:ext>
                </a:extLst>
              </p:cNvPr>
              <p:cNvSpPr/>
              <p:nvPr/>
            </p:nvSpPr>
            <p:spPr>
              <a:xfrm>
                <a:off x="4816164" y="5757658"/>
                <a:ext cx="48115" cy="48115"/>
              </a:xfrm>
              <a:prstGeom prst="ellipse">
                <a:avLst/>
              </a:prstGeom>
              <a:gradFill flip="none" rotWithShape="1">
                <a:gsLst>
                  <a:gs pos="0">
                    <a:srgbClr val="F5F7F8"/>
                  </a:gs>
                  <a:gs pos="43000">
                    <a:srgbClr val="CFD7DE"/>
                  </a:gs>
                  <a:gs pos="100000">
                    <a:srgbClr val="A5B3BD"/>
                  </a:gs>
                </a:gsLst>
                <a:lin ang="2700000" scaled="1"/>
                <a:tileRect/>
              </a:gradFill>
              <a:ln w="1807" cap="rnd" cmpd="sng" algn="ctr">
                <a:noFill/>
                <a:prstDash val="solid"/>
                <a:round/>
                <a:headEnd type="none" w="med" len="med"/>
                <a:tailEnd type="none" w="med" len="med"/>
              </a:ln>
              <a:effectLst/>
            </p:spPr>
          </p:sp>
          <p:sp>
            <p:nvSpPr>
              <p:cNvPr id="3329" name="ellipse_3132">
                <a:extLst>
                  <a:ext uri="{FF2B5EF4-FFF2-40B4-BE49-F238E27FC236}">
                    <a16:creationId xmlns:a16="http://schemas.microsoft.com/office/drawing/2014/main" id="{BAED7D1E-284D-CE0B-B4DB-B118FD619D1F}"/>
                  </a:ext>
                </a:extLst>
              </p:cNvPr>
              <p:cNvSpPr/>
              <p:nvPr/>
            </p:nvSpPr>
            <p:spPr>
              <a:xfrm>
                <a:off x="4496341" y="6016055"/>
                <a:ext cx="35569" cy="35569"/>
              </a:xfrm>
              <a:prstGeom prst="ellipse">
                <a:avLst/>
              </a:prstGeom>
              <a:gradFill flip="none" rotWithShape="1">
                <a:gsLst>
                  <a:gs pos="0">
                    <a:srgbClr val="F6F7F9"/>
                  </a:gs>
                  <a:gs pos="43000">
                    <a:srgbClr val="D2DAE0"/>
                  </a:gs>
                  <a:gs pos="100000">
                    <a:srgbClr val="A9B5BF"/>
                  </a:gs>
                </a:gsLst>
                <a:lin ang="2700000" scaled="1"/>
                <a:tileRect/>
              </a:gradFill>
              <a:ln w="1807" cap="rnd" cmpd="sng" algn="ctr">
                <a:noFill/>
                <a:prstDash val="solid"/>
                <a:round/>
                <a:headEnd type="none" w="med" len="med"/>
                <a:tailEnd type="none" w="med" len="med"/>
              </a:ln>
              <a:effectLst/>
            </p:spPr>
          </p:sp>
          <p:sp>
            <p:nvSpPr>
              <p:cNvPr id="3330" name="ellipse_3133">
                <a:extLst>
                  <a:ext uri="{FF2B5EF4-FFF2-40B4-BE49-F238E27FC236}">
                    <a16:creationId xmlns:a16="http://schemas.microsoft.com/office/drawing/2014/main" id="{6662F9AE-F58B-BA3B-EBE5-831BC44E53E1}"/>
                  </a:ext>
                </a:extLst>
              </p:cNvPr>
              <p:cNvSpPr/>
              <p:nvPr/>
            </p:nvSpPr>
            <p:spPr>
              <a:xfrm>
                <a:off x="4786774" y="5747820"/>
                <a:ext cx="45568" cy="45568"/>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331" name="ellipse_3134">
                <a:extLst>
                  <a:ext uri="{FF2B5EF4-FFF2-40B4-BE49-F238E27FC236}">
                    <a16:creationId xmlns:a16="http://schemas.microsoft.com/office/drawing/2014/main" id="{C0185A45-2912-5055-DBE0-466D7B9FFD52}"/>
                  </a:ext>
                </a:extLst>
              </p:cNvPr>
              <p:cNvSpPr/>
              <p:nvPr/>
            </p:nvSpPr>
            <p:spPr>
              <a:xfrm>
                <a:off x="4638700" y="5950146"/>
                <a:ext cx="52109" cy="52109"/>
              </a:xfrm>
              <a:prstGeom prst="ellipse">
                <a:avLst/>
              </a:prstGeom>
              <a:gradFill flip="none" rotWithShape="1">
                <a:gsLst>
                  <a:gs pos="0">
                    <a:srgbClr val="F5F6F8"/>
                  </a:gs>
                  <a:gs pos="43000">
                    <a:srgbClr val="CDD6DC"/>
                  </a:gs>
                  <a:gs pos="100000">
                    <a:srgbClr val="A4B1BB"/>
                  </a:gs>
                </a:gsLst>
                <a:lin ang="2700000" scaled="1"/>
                <a:tileRect/>
              </a:gradFill>
              <a:ln w="1807" cap="rnd" cmpd="sng" algn="ctr">
                <a:noFill/>
                <a:prstDash val="solid"/>
                <a:round/>
                <a:headEnd type="none" w="med" len="med"/>
                <a:tailEnd type="none" w="med" len="med"/>
              </a:ln>
              <a:effectLst/>
            </p:spPr>
          </p:sp>
          <p:sp>
            <p:nvSpPr>
              <p:cNvPr id="3332" name="ellipse_3135">
                <a:extLst>
                  <a:ext uri="{FF2B5EF4-FFF2-40B4-BE49-F238E27FC236}">
                    <a16:creationId xmlns:a16="http://schemas.microsoft.com/office/drawing/2014/main" id="{666A5F8A-9CD5-9F78-89C8-AD037D18A218}"/>
                  </a:ext>
                </a:extLst>
              </p:cNvPr>
              <p:cNvSpPr/>
              <p:nvPr/>
            </p:nvSpPr>
            <p:spPr>
              <a:xfrm>
                <a:off x="4349735" y="5807537"/>
                <a:ext cx="36271" cy="36271"/>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333" name="ellipse_3136">
                <a:extLst>
                  <a:ext uri="{FF2B5EF4-FFF2-40B4-BE49-F238E27FC236}">
                    <a16:creationId xmlns:a16="http://schemas.microsoft.com/office/drawing/2014/main" id="{5CE6A51F-CDE7-01DE-C631-27C9ED61B5F7}"/>
                  </a:ext>
                </a:extLst>
              </p:cNvPr>
              <p:cNvSpPr/>
              <p:nvPr/>
            </p:nvSpPr>
            <p:spPr>
              <a:xfrm>
                <a:off x="4578702" y="5947602"/>
                <a:ext cx="34493" cy="34493"/>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334" name="ellipse_3137">
                <a:extLst>
                  <a:ext uri="{FF2B5EF4-FFF2-40B4-BE49-F238E27FC236}">
                    <a16:creationId xmlns:a16="http://schemas.microsoft.com/office/drawing/2014/main" id="{575F719B-0BB2-5DBF-2CF0-54673A4B52C5}"/>
                  </a:ext>
                </a:extLst>
              </p:cNvPr>
              <p:cNvSpPr/>
              <p:nvPr/>
            </p:nvSpPr>
            <p:spPr>
              <a:xfrm>
                <a:off x="4464372" y="5692031"/>
                <a:ext cx="36230" cy="36230"/>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335" name="ellipse_3138">
                <a:extLst>
                  <a:ext uri="{FF2B5EF4-FFF2-40B4-BE49-F238E27FC236}">
                    <a16:creationId xmlns:a16="http://schemas.microsoft.com/office/drawing/2014/main" id="{BC7B912C-01D3-D5B6-722D-8028385033CF}"/>
                  </a:ext>
                </a:extLst>
              </p:cNvPr>
              <p:cNvSpPr/>
              <p:nvPr/>
            </p:nvSpPr>
            <p:spPr>
              <a:xfrm>
                <a:off x="4619301" y="5637981"/>
                <a:ext cx="39572" cy="39572"/>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336" name="ellipse_3139">
                <a:extLst>
                  <a:ext uri="{FF2B5EF4-FFF2-40B4-BE49-F238E27FC236}">
                    <a16:creationId xmlns:a16="http://schemas.microsoft.com/office/drawing/2014/main" id="{4C1C17D4-A62B-DC90-10DA-7F5C36D7848C}"/>
                  </a:ext>
                </a:extLst>
              </p:cNvPr>
              <p:cNvSpPr/>
              <p:nvPr/>
            </p:nvSpPr>
            <p:spPr>
              <a:xfrm>
                <a:off x="4696119" y="5653563"/>
                <a:ext cx="34035" cy="34035"/>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337" name="ellipse_3140">
                <a:extLst>
                  <a:ext uri="{FF2B5EF4-FFF2-40B4-BE49-F238E27FC236}">
                    <a16:creationId xmlns:a16="http://schemas.microsoft.com/office/drawing/2014/main" id="{3D32CD2A-5CF4-E449-6E7D-C2AF8926E5EC}"/>
                  </a:ext>
                </a:extLst>
              </p:cNvPr>
              <p:cNvSpPr/>
              <p:nvPr/>
            </p:nvSpPr>
            <p:spPr>
              <a:xfrm>
                <a:off x="4811179" y="5853695"/>
                <a:ext cx="46078" cy="46078"/>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3338" name="ellipse_3141">
                <a:extLst>
                  <a:ext uri="{FF2B5EF4-FFF2-40B4-BE49-F238E27FC236}">
                    <a16:creationId xmlns:a16="http://schemas.microsoft.com/office/drawing/2014/main" id="{C6AA7768-9B16-3C9C-8BBF-2D1D68D4B4F5}"/>
                  </a:ext>
                </a:extLst>
              </p:cNvPr>
              <p:cNvSpPr/>
              <p:nvPr/>
            </p:nvSpPr>
            <p:spPr>
              <a:xfrm>
                <a:off x="4824542" y="5769972"/>
                <a:ext cx="53249" cy="53249"/>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339" name="ellipse_3142">
                <a:extLst>
                  <a:ext uri="{FF2B5EF4-FFF2-40B4-BE49-F238E27FC236}">
                    <a16:creationId xmlns:a16="http://schemas.microsoft.com/office/drawing/2014/main" id="{F4DB9CC7-09F5-8423-9861-25A8EEDE68BE}"/>
                  </a:ext>
                </a:extLst>
              </p:cNvPr>
              <p:cNvSpPr/>
              <p:nvPr/>
            </p:nvSpPr>
            <p:spPr>
              <a:xfrm>
                <a:off x="4574454" y="5996396"/>
                <a:ext cx="35384" cy="35384"/>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340" name="ellipse_3143">
                <a:extLst>
                  <a:ext uri="{FF2B5EF4-FFF2-40B4-BE49-F238E27FC236}">
                    <a16:creationId xmlns:a16="http://schemas.microsoft.com/office/drawing/2014/main" id="{68637161-DA81-A640-8C3D-9FF5A60734CE}"/>
                  </a:ext>
                </a:extLst>
              </p:cNvPr>
              <p:cNvSpPr/>
              <p:nvPr/>
            </p:nvSpPr>
            <p:spPr>
              <a:xfrm>
                <a:off x="4827644" y="5914219"/>
                <a:ext cx="49988" cy="49988"/>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341" name="ellipse_3144">
                <a:extLst>
                  <a:ext uri="{FF2B5EF4-FFF2-40B4-BE49-F238E27FC236}">
                    <a16:creationId xmlns:a16="http://schemas.microsoft.com/office/drawing/2014/main" id="{5C0A49F6-D467-9E89-3E5E-8772A0A93D22}"/>
                  </a:ext>
                </a:extLst>
              </p:cNvPr>
              <p:cNvSpPr/>
              <p:nvPr/>
            </p:nvSpPr>
            <p:spPr>
              <a:xfrm>
                <a:off x="4795129" y="5876776"/>
                <a:ext cx="32865" cy="32865"/>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342" name="ellipse_3145">
                <a:extLst>
                  <a:ext uri="{FF2B5EF4-FFF2-40B4-BE49-F238E27FC236}">
                    <a16:creationId xmlns:a16="http://schemas.microsoft.com/office/drawing/2014/main" id="{B7D054A7-F40E-0A0F-B297-69A0AFADA79D}"/>
                  </a:ext>
                </a:extLst>
              </p:cNvPr>
              <p:cNvSpPr/>
              <p:nvPr/>
            </p:nvSpPr>
            <p:spPr>
              <a:xfrm>
                <a:off x="4842496" y="5817715"/>
                <a:ext cx="39467" cy="39467"/>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343" name="ellipse_3146">
                <a:extLst>
                  <a:ext uri="{FF2B5EF4-FFF2-40B4-BE49-F238E27FC236}">
                    <a16:creationId xmlns:a16="http://schemas.microsoft.com/office/drawing/2014/main" id="{ECCCB6A8-BC3D-C256-F8BF-6145197F3918}"/>
                  </a:ext>
                </a:extLst>
              </p:cNvPr>
              <p:cNvSpPr/>
              <p:nvPr/>
            </p:nvSpPr>
            <p:spPr>
              <a:xfrm>
                <a:off x="4482203" y="5622045"/>
                <a:ext cx="33614" cy="33614"/>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344" name="ellipse_3147">
                <a:extLst>
                  <a:ext uri="{FF2B5EF4-FFF2-40B4-BE49-F238E27FC236}">
                    <a16:creationId xmlns:a16="http://schemas.microsoft.com/office/drawing/2014/main" id="{4D30203B-517F-8080-646E-2F91DA54B233}"/>
                  </a:ext>
                </a:extLst>
              </p:cNvPr>
              <p:cNvSpPr/>
              <p:nvPr/>
            </p:nvSpPr>
            <p:spPr>
              <a:xfrm>
                <a:off x="4293194" y="5706321"/>
                <a:ext cx="32662" cy="32662"/>
              </a:xfrm>
              <a:prstGeom prst="ellipse">
                <a:avLst/>
              </a:prstGeom>
              <a:gradFill flip="none" rotWithShape="1">
                <a:gsLst>
                  <a:gs pos="0">
                    <a:srgbClr val="F6F8F9"/>
                  </a:gs>
                  <a:gs pos="43000">
                    <a:srgbClr val="D5DCE3"/>
                  </a:gs>
                  <a:gs pos="100000">
                    <a:srgbClr val="ADB8C2"/>
                  </a:gs>
                </a:gsLst>
                <a:lin ang="2700000" scaled="1"/>
                <a:tileRect/>
              </a:gradFill>
              <a:ln w="1807" cap="rnd" cmpd="sng" algn="ctr">
                <a:noFill/>
                <a:prstDash val="solid"/>
                <a:round/>
                <a:headEnd type="none" w="med" len="med"/>
                <a:tailEnd type="none" w="med" len="med"/>
              </a:ln>
              <a:effectLst/>
            </p:spPr>
          </p:sp>
          <p:sp>
            <p:nvSpPr>
              <p:cNvPr id="3345" name="ellipse_3148">
                <a:extLst>
                  <a:ext uri="{FF2B5EF4-FFF2-40B4-BE49-F238E27FC236}">
                    <a16:creationId xmlns:a16="http://schemas.microsoft.com/office/drawing/2014/main" id="{63B2E5EA-F2C8-CE08-38A1-FA5D50125400}"/>
                  </a:ext>
                </a:extLst>
              </p:cNvPr>
              <p:cNvSpPr/>
              <p:nvPr/>
            </p:nvSpPr>
            <p:spPr>
              <a:xfrm>
                <a:off x="4330162" y="5914429"/>
                <a:ext cx="49267" cy="49267"/>
              </a:xfrm>
              <a:prstGeom prst="ellipse">
                <a:avLst/>
              </a:prstGeom>
              <a:gradFill flip="none" rotWithShape="1">
                <a:gsLst>
                  <a:gs pos="0">
                    <a:srgbClr val="F7F9FA"/>
                  </a:gs>
                  <a:gs pos="43000">
                    <a:srgbClr val="DAE0E6"/>
                  </a:gs>
                  <a:gs pos="100000">
                    <a:srgbClr val="B2BDC6"/>
                  </a:gs>
                </a:gsLst>
                <a:lin ang="2700000" scaled="1"/>
                <a:tileRect/>
              </a:gradFill>
              <a:ln w="1807" cap="rnd" cmpd="sng" algn="ctr">
                <a:noFill/>
                <a:prstDash val="solid"/>
                <a:round/>
                <a:headEnd type="none" w="med" len="med"/>
                <a:tailEnd type="none" w="med" len="med"/>
              </a:ln>
              <a:effectLst/>
            </p:spPr>
          </p:sp>
          <p:sp>
            <p:nvSpPr>
              <p:cNvPr id="3346" name="ellipse_3149">
                <a:extLst>
                  <a:ext uri="{FF2B5EF4-FFF2-40B4-BE49-F238E27FC236}">
                    <a16:creationId xmlns:a16="http://schemas.microsoft.com/office/drawing/2014/main" id="{FC5DDB15-03B3-7B7A-AF3A-92E353FA5D59}"/>
                  </a:ext>
                </a:extLst>
              </p:cNvPr>
              <p:cNvSpPr/>
              <p:nvPr/>
            </p:nvSpPr>
            <p:spPr>
              <a:xfrm>
                <a:off x="4280067" y="5808389"/>
                <a:ext cx="46519" cy="46519"/>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347" name="ellipse_3150">
                <a:extLst>
                  <a:ext uri="{FF2B5EF4-FFF2-40B4-BE49-F238E27FC236}">
                    <a16:creationId xmlns:a16="http://schemas.microsoft.com/office/drawing/2014/main" id="{D9E1E38B-3725-CDE3-21F1-F4E29DEA1E3C}"/>
                  </a:ext>
                </a:extLst>
              </p:cNvPr>
              <p:cNvSpPr/>
              <p:nvPr/>
            </p:nvSpPr>
            <p:spPr>
              <a:xfrm>
                <a:off x="4922072" y="5820714"/>
                <a:ext cx="32428" cy="32428"/>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348" name="ellipse_3151">
                <a:extLst>
                  <a:ext uri="{FF2B5EF4-FFF2-40B4-BE49-F238E27FC236}">
                    <a16:creationId xmlns:a16="http://schemas.microsoft.com/office/drawing/2014/main" id="{E86DAE20-C9F1-1EA9-D2A8-FCF35356E4B4}"/>
                  </a:ext>
                </a:extLst>
              </p:cNvPr>
              <p:cNvSpPr/>
              <p:nvPr/>
            </p:nvSpPr>
            <p:spPr>
              <a:xfrm>
                <a:off x="4619740" y="5674277"/>
                <a:ext cx="51902" cy="51902"/>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349" name="ellipse_3152">
                <a:extLst>
                  <a:ext uri="{FF2B5EF4-FFF2-40B4-BE49-F238E27FC236}">
                    <a16:creationId xmlns:a16="http://schemas.microsoft.com/office/drawing/2014/main" id="{0721C492-4AF0-7272-DC4D-9527314348EB}"/>
                  </a:ext>
                </a:extLst>
              </p:cNvPr>
              <p:cNvSpPr/>
              <p:nvPr/>
            </p:nvSpPr>
            <p:spPr>
              <a:xfrm>
                <a:off x="4759279" y="5908135"/>
                <a:ext cx="32240" cy="32240"/>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350" name="ellipse_3153">
                <a:extLst>
                  <a:ext uri="{FF2B5EF4-FFF2-40B4-BE49-F238E27FC236}">
                    <a16:creationId xmlns:a16="http://schemas.microsoft.com/office/drawing/2014/main" id="{7C1FD8BE-95A5-C0DF-D869-7D56E27A500D}"/>
                  </a:ext>
                </a:extLst>
              </p:cNvPr>
              <p:cNvSpPr/>
              <p:nvPr/>
            </p:nvSpPr>
            <p:spPr>
              <a:xfrm>
                <a:off x="4732949" y="5945689"/>
                <a:ext cx="40700" cy="40700"/>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351" name="ellipse_3154">
                <a:extLst>
                  <a:ext uri="{FF2B5EF4-FFF2-40B4-BE49-F238E27FC236}">
                    <a16:creationId xmlns:a16="http://schemas.microsoft.com/office/drawing/2014/main" id="{3372B67F-5E2A-AD01-5642-1B0346188242}"/>
                  </a:ext>
                </a:extLst>
              </p:cNvPr>
              <p:cNvSpPr/>
              <p:nvPr/>
            </p:nvSpPr>
            <p:spPr>
              <a:xfrm>
                <a:off x="4743845" y="5963904"/>
                <a:ext cx="32597" cy="32597"/>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352" name="ellipse_3155">
                <a:extLst>
                  <a:ext uri="{FF2B5EF4-FFF2-40B4-BE49-F238E27FC236}">
                    <a16:creationId xmlns:a16="http://schemas.microsoft.com/office/drawing/2014/main" id="{050CFBF8-7B87-5CB1-A45F-28DE7C43F3AD}"/>
                  </a:ext>
                </a:extLst>
              </p:cNvPr>
              <p:cNvSpPr/>
              <p:nvPr/>
            </p:nvSpPr>
            <p:spPr>
              <a:xfrm>
                <a:off x="4570184" y="5631774"/>
                <a:ext cx="40245" cy="40245"/>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353" name="ellipse_3156">
                <a:extLst>
                  <a:ext uri="{FF2B5EF4-FFF2-40B4-BE49-F238E27FC236}">
                    <a16:creationId xmlns:a16="http://schemas.microsoft.com/office/drawing/2014/main" id="{1AB37449-4761-0576-5449-C0340F3A28A4}"/>
                  </a:ext>
                </a:extLst>
              </p:cNvPr>
              <p:cNvSpPr/>
              <p:nvPr/>
            </p:nvSpPr>
            <p:spPr>
              <a:xfrm>
                <a:off x="4752643" y="5910958"/>
                <a:ext cx="38199" cy="38199"/>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354" name="ellipse_3157">
                <a:extLst>
                  <a:ext uri="{FF2B5EF4-FFF2-40B4-BE49-F238E27FC236}">
                    <a16:creationId xmlns:a16="http://schemas.microsoft.com/office/drawing/2014/main" id="{6B64F1E3-585D-85D9-0330-7ECA6AA05782}"/>
                  </a:ext>
                </a:extLst>
              </p:cNvPr>
              <p:cNvSpPr/>
              <p:nvPr/>
            </p:nvSpPr>
            <p:spPr>
              <a:xfrm>
                <a:off x="4647344" y="5968018"/>
                <a:ext cx="43659" cy="43659"/>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355" name="ellipse_3158">
                <a:extLst>
                  <a:ext uri="{FF2B5EF4-FFF2-40B4-BE49-F238E27FC236}">
                    <a16:creationId xmlns:a16="http://schemas.microsoft.com/office/drawing/2014/main" id="{94284967-E301-2D0D-3D44-A464EA9BF737}"/>
                  </a:ext>
                </a:extLst>
              </p:cNvPr>
              <p:cNvSpPr/>
              <p:nvPr/>
            </p:nvSpPr>
            <p:spPr>
              <a:xfrm>
                <a:off x="4542983" y="5948377"/>
                <a:ext cx="43376" cy="43376"/>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356" name="ellipse_3159">
                <a:extLst>
                  <a:ext uri="{FF2B5EF4-FFF2-40B4-BE49-F238E27FC236}">
                    <a16:creationId xmlns:a16="http://schemas.microsoft.com/office/drawing/2014/main" id="{AFCECEE1-FAF1-407F-55E2-FF6083FFA3D8}"/>
                  </a:ext>
                </a:extLst>
              </p:cNvPr>
              <p:cNvSpPr/>
              <p:nvPr/>
            </p:nvSpPr>
            <p:spPr>
              <a:xfrm>
                <a:off x="4303018" y="5853041"/>
                <a:ext cx="51967" cy="51967"/>
              </a:xfrm>
              <a:prstGeom prst="ellipse">
                <a:avLst/>
              </a:prstGeom>
              <a:gradFill flip="none" rotWithShape="1">
                <a:gsLst>
                  <a:gs pos="0">
                    <a:srgbClr val="F6F7F8"/>
                  </a:gs>
                  <a:gs pos="43000">
                    <a:srgbClr val="D2DADF"/>
                  </a:gs>
                  <a:gs pos="100000">
                    <a:srgbClr val="A9B5BE"/>
                  </a:gs>
                </a:gsLst>
                <a:lin ang="2700000" scaled="1"/>
                <a:tileRect/>
              </a:gradFill>
              <a:ln w="1807" cap="rnd" cmpd="sng" algn="ctr">
                <a:noFill/>
                <a:prstDash val="solid"/>
                <a:round/>
                <a:headEnd type="none" w="med" len="med"/>
                <a:tailEnd type="none" w="med" len="med"/>
              </a:ln>
              <a:effectLst/>
            </p:spPr>
          </p:sp>
          <p:sp>
            <p:nvSpPr>
              <p:cNvPr id="3357" name="ellipse_3160">
                <a:extLst>
                  <a:ext uri="{FF2B5EF4-FFF2-40B4-BE49-F238E27FC236}">
                    <a16:creationId xmlns:a16="http://schemas.microsoft.com/office/drawing/2014/main" id="{C2FB9843-6183-BA68-B98C-01D8F7647A65}"/>
                  </a:ext>
                </a:extLst>
              </p:cNvPr>
              <p:cNvSpPr/>
              <p:nvPr/>
            </p:nvSpPr>
            <p:spPr>
              <a:xfrm>
                <a:off x="4703787" y="5688348"/>
                <a:ext cx="48718" cy="48718"/>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358" name="ellipse_3161">
                <a:extLst>
                  <a:ext uri="{FF2B5EF4-FFF2-40B4-BE49-F238E27FC236}">
                    <a16:creationId xmlns:a16="http://schemas.microsoft.com/office/drawing/2014/main" id="{34EF6A58-16EC-904E-39DE-E3EEC0A4FE6D}"/>
                  </a:ext>
                </a:extLst>
              </p:cNvPr>
              <p:cNvSpPr/>
              <p:nvPr/>
            </p:nvSpPr>
            <p:spPr>
              <a:xfrm>
                <a:off x="4303604" y="5737757"/>
                <a:ext cx="41872" cy="41872"/>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359" name="ellipse_3162">
                <a:extLst>
                  <a:ext uri="{FF2B5EF4-FFF2-40B4-BE49-F238E27FC236}">
                    <a16:creationId xmlns:a16="http://schemas.microsoft.com/office/drawing/2014/main" id="{665F26CC-4CA5-0AC4-F7BF-8DE68D453239}"/>
                  </a:ext>
                </a:extLst>
              </p:cNvPr>
              <p:cNvSpPr/>
              <p:nvPr/>
            </p:nvSpPr>
            <p:spPr>
              <a:xfrm>
                <a:off x="4675918" y="5701264"/>
                <a:ext cx="44485" cy="44485"/>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360" name="ellipse_3163">
                <a:extLst>
                  <a:ext uri="{FF2B5EF4-FFF2-40B4-BE49-F238E27FC236}">
                    <a16:creationId xmlns:a16="http://schemas.microsoft.com/office/drawing/2014/main" id="{CDBF7065-F1B1-D93A-C96F-1AAD687F2977}"/>
                  </a:ext>
                </a:extLst>
              </p:cNvPr>
              <p:cNvSpPr/>
              <p:nvPr/>
            </p:nvSpPr>
            <p:spPr>
              <a:xfrm>
                <a:off x="4302443" y="5872605"/>
                <a:ext cx="37728" cy="37728"/>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361" name="ellipse_3164">
                <a:extLst>
                  <a:ext uri="{FF2B5EF4-FFF2-40B4-BE49-F238E27FC236}">
                    <a16:creationId xmlns:a16="http://schemas.microsoft.com/office/drawing/2014/main" id="{E594D88D-E319-72B6-60F1-71142FC4E58F}"/>
                  </a:ext>
                </a:extLst>
              </p:cNvPr>
              <p:cNvSpPr/>
              <p:nvPr/>
            </p:nvSpPr>
            <p:spPr>
              <a:xfrm>
                <a:off x="4580943" y="5993816"/>
                <a:ext cx="32497" cy="32497"/>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362" name="ellipse_3165">
                <a:extLst>
                  <a:ext uri="{FF2B5EF4-FFF2-40B4-BE49-F238E27FC236}">
                    <a16:creationId xmlns:a16="http://schemas.microsoft.com/office/drawing/2014/main" id="{0E30EA61-BED9-D507-2255-52683DB8C2FE}"/>
                  </a:ext>
                </a:extLst>
              </p:cNvPr>
              <p:cNvSpPr/>
              <p:nvPr/>
            </p:nvSpPr>
            <p:spPr>
              <a:xfrm>
                <a:off x="4684525" y="5936268"/>
                <a:ext cx="35204" cy="35204"/>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363" name="ellipse_3166">
                <a:extLst>
                  <a:ext uri="{FF2B5EF4-FFF2-40B4-BE49-F238E27FC236}">
                    <a16:creationId xmlns:a16="http://schemas.microsoft.com/office/drawing/2014/main" id="{CC3CAB10-BC4F-FEE5-27ED-4A1A7B594A30}"/>
                  </a:ext>
                </a:extLst>
              </p:cNvPr>
              <p:cNvSpPr/>
              <p:nvPr/>
            </p:nvSpPr>
            <p:spPr>
              <a:xfrm>
                <a:off x="4520025" y="5683904"/>
                <a:ext cx="45153" cy="45153"/>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364" name="ellipse_3167">
                <a:extLst>
                  <a:ext uri="{FF2B5EF4-FFF2-40B4-BE49-F238E27FC236}">
                    <a16:creationId xmlns:a16="http://schemas.microsoft.com/office/drawing/2014/main" id="{1BA57274-BE2E-BA0A-079E-1E616AF8C34B}"/>
                  </a:ext>
                </a:extLst>
              </p:cNvPr>
              <p:cNvSpPr/>
              <p:nvPr/>
            </p:nvSpPr>
            <p:spPr>
              <a:xfrm>
                <a:off x="4620771" y="5631136"/>
                <a:ext cx="41654" cy="41654"/>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365" name="ellipse_3168">
                <a:extLst>
                  <a:ext uri="{FF2B5EF4-FFF2-40B4-BE49-F238E27FC236}">
                    <a16:creationId xmlns:a16="http://schemas.microsoft.com/office/drawing/2014/main" id="{1937DA15-B210-8730-B592-6D5F5CB0BFB2}"/>
                  </a:ext>
                </a:extLst>
              </p:cNvPr>
              <p:cNvSpPr/>
              <p:nvPr/>
            </p:nvSpPr>
            <p:spPr>
              <a:xfrm>
                <a:off x="4765501" y="5877700"/>
                <a:ext cx="45481" cy="45481"/>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366" name="ellipse_3169">
                <a:extLst>
                  <a:ext uri="{FF2B5EF4-FFF2-40B4-BE49-F238E27FC236}">
                    <a16:creationId xmlns:a16="http://schemas.microsoft.com/office/drawing/2014/main" id="{C8C5E932-188B-E427-CE75-75BD1F8C12A1}"/>
                  </a:ext>
                </a:extLst>
              </p:cNvPr>
              <p:cNvSpPr/>
              <p:nvPr/>
            </p:nvSpPr>
            <p:spPr>
              <a:xfrm>
                <a:off x="4519199" y="5968230"/>
                <a:ext cx="50926" cy="50926"/>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367" name="ellipse_3170">
                <a:extLst>
                  <a:ext uri="{FF2B5EF4-FFF2-40B4-BE49-F238E27FC236}">
                    <a16:creationId xmlns:a16="http://schemas.microsoft.com/office/drawing/2014/main" id="{61FD61B9-C939-EAD4-861C-C0B5EB4A4917}"/>
                  </a:ext>
                </a:extLst>
              </p:cNvPr>
              <p:cNvSpPr/>
              <p:nvPr/>
            </p:nvSpPr>
            <p:spPr>
              <a:xfrm>
                <a:off x="4554053" y="5682892"/>
                <a:ext cx="36938" cy="36938"/>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368" name="ellipse_3171">
                <a:extLst>
                  <a:ext uri="{FF2B5EF4-FFF2-40B4-BE49-F238E27FC236}">
                    <a16:creationId xmlns:a16="http://schemas.microsoft.com/office/drawing/2014/main" id="{033A54D1-4C5C-8D2C-1F24-E701CB84AB10}"/>
                  </a:ext>
                </a:extLst>
              </p:cNvPr>
              <p:cNvSpPr/>
              <p:nvPr/>
            </p:nvSpPr>
            <p:spPr>
              <a:xfrm>
                <a:off x="4390264" y="5749764"/>
                <a:ext cx="44541" cy="44541"/>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369" name="ellipse_3172">
                <a:extLst>
                  <a:ext uri="{FF2B5EF4-FFF2-40B4-BE49-F238E27FC236}">
                    <a16:creationId xmlns:a16="http://schemas.microsoft.com/office/drawing/2014/main" id="{9A51E185-29FB-F2AD-FCA2-4903C9D8DE94}"/>
                  </a:ext>
                </a:extLst>
              </p:cNvPr>
              <p:cNvSpPr/>
              <p:nvPr/>
            </p:nvSpPr>
            <p:spPr>
              <a:xfrm>
                <a:off x="4741663" y="5953659"/>
                <a:ext cx="36584" cy="36584"/>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370" name="ellipse_3173">
                <a:extLst>
                  <a:ext uri="{FF2B5EF4-FFF2-40B4-BE49-F238E27FC236}">
                    <a16:creationId xmlns:a16="http://schemas.microsoft.com/office/drawing/2014/main" id="{56CA333F-05BA-E66D-8225-4585E62C93ED}"/>
                  </a:ext>
                </a:extLst>
              </p:cNvPr>
              <p:cNvSpPr/>
              <p:nvPr/>
            </p:nvSpPr>
            <p:spPr>
              <a:xfrm>
                <a:off x="4376282" y="5861415"/>
                <a:ext cx="47001" cy="47001"/>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371" name="ellipse_3174">
                <a:extLst>
                  <a:ext uri="{FF2B5EF4-FFF2-40B4-BE49-F238E27FC236}">
                    <a16:creationId xmlns:a16="http://schemas.microsoft.com/office/drawing/2014/main" id="{FDE54098-BEEB-D9BB-0C9C-9319FA8E5C4E}"/>
                  </a:ext>
                </a:extLst>
              </p:cNvPr>
              <p:cNvSpPr/>
              <p:nvPr/>
            </p:nvSpPr>
            <p:spPr>
              <a:xfrm>
                <a:off x="4906166" y="5765347"/>
                <a:ext cx="42589" cy="42589"/>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372" name="ellipse_3175">
                <a:extLst>
                  <a:ext uri="{FF2B5EF4-FFF2-40B4-BE49-F238E27FC236}">
                    <a16:creationId xmlns:a16="http://schemas.microsoft.com/office/drawing/2014/main" id="{F46C4D6C-F066-7BAE-36F9-32CF5EE67ABF}"/>
                  </a:ext>
                </a:extLst>
              </p:cNvPr>
              <p:cNvSpPr/>
              <p:nvPr/>
            </p:nvSpPr>
            <p:spPr>
              <a:xfrm>
                <a:off x="4746967" y="5667445"/>
                <a:ext cx="33221" cy="33221"/>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373" name="ellipse_3176">
                <a:extLst>
                  <a:ext uri="{FF2B5EF4-FFF2-40B4-BE49-F238E27FC236}">
                    <a16:creationId xmlns:a16="http://schemas.microsoft.com/office/drawing/2014/main" id="{41F789AE-0065-E01A-BA42-4675CDB85734}"/>
                  </a:ext>
                </a:extLst>
              </p:cNvPr>
              <p:cNvSpPr/>
              <p:nvPr/>
            </p:nvSpPr>
            <p:spPr>
              <a:xfrm>
                <a:off x="4639435" y="5985774"/>
                <a:ext cx="47949" cy="47949"/>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374" name="ellipse_3177">
                <a:extLst>
                  <a:ext uri="{FF2B5EF4-FFF2-40B4-BE49-F238E27FC236}">
                    <a16:creationId xmlns:a16="http://schemas.microsoft.com/office/drawing/2014/main" id="{CC942FBA-F7F7-C0CE-F8D7-AD11AC42DEE2}"/>
                  </a:ext>
                </a:extLst>
              </p:cNvPr>
              <p:cNvSpPr/>
              <p:nvPr/>
            </p:nvSpPr>
            <p:spPr>
              <a:xfrm>
                <a:off x="4585890" y="5608315"/>
                <a:ext cx="44872" cy="44872"/>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375" name="ellipse_3178">
                <a:extLst>
                  <a:ext uri="{FF2B5EF4-FFF2-40B4-BE49-F238E27FC236}">
                    <a16:creationId xmlns:a16="http://schemas.microsoft.com/office/drawing/2014/main" id="{47135997-B995-B163-D7CA-DDD6DAA741D9}"/>
                  </a:ext>
                </a:extLst>
              </p:cNvPr>
              <p:cNvSpPr/>
              <p:nvPr/>
            </p:nvSpPr>
            <p:spPr>
              <a:xfrm>
                <a:off x="4285718" y="5915052"/>
                <a:ext cx="44261" cy="44261"/>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376" name="ellipse_3179">
                <a:extLst>
                  <a:ext uri="{FF2B5EF4-FFF2-40B4-BE49-F238E27FC236}">
                    <a16:creationId xmlns:a16="http://schemas.microsoft.com/office/drawing/2014/main" id="{6D4EDEB9-6F8D-A83A-2D5C-4381CD67FAEF}"/>
                  </a:ext>
                </a:extLst>
              </p:cNvPr>
              <p:cNvSpPr/>
              <p:nvPr/>
            </p:nvSpPr>
            <p:spPr>
              <a:xfrm>
                <a:off x="4848838" y="5808297"/>
                <a:ext cx="32891" cy="32891"/>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377" name="ellipse_3180">
                <a:extLst>
                  <a:ext uri="{FF2B5EF4-FFF2-40B4-BE49-F238E27FC236}">
                    <a16:creationId xmlns:a16="http://schemas.microsoft.com/office/drawing/2014/main" id="{7F7ECDEE-0AA5-DD10-74E4-5865E6B75AD4}"/>
                  </a:ext>
                </a:extLst>
              </p:cNvPr>
              <p:cNvSpPr/>
              <p:nvPr/>
            </p:nvSpPr>
            <p:spPr>
              <a:xfrm>
                <a:off x="4862276" y="5922551"/>
                <a:ext cx="46756" cy="46756"/>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378" name="ellipse_3181">
                <a:extLst>
                  <a:ext uri="{FF2B5EF4-FFF2-40B4-BE49-F238E27FC236}">
                    <a16:creationId xmlns:a16="http://schemas.microsoft.com/office/drawing/2014/main" id="{C14EBC05-9068-8205-EF45-B75949BC34BD}"/>
                  </a:ext>
                </a:extLst>
              </p:cNvPr>
              <p:cNvSpPr/>
              <p:nvPr/>
            </p:nvSpPr>
            <p:spPr>
              <a:xfrm>
                <a:off x="4626532" y="5604959"/>
                <a:ext cx="49755" cy="49755"/>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379" name="ellipse_3182">
                <a:extLst>
                  <a:ext uri="{FF2B5EF4-FFF2-40B4-BE49-F238E27FC236}">
                    <a16:creationId xmlns:a16="http://schemas.microsoft.com/office/drawing/2014/main" id="{9E2B8933-5B38-19A8-9C58-5E5C4C6B7DD9}"/>
                  </a:ext>
                </a:extLst>
              </p:cNvPr>
              <p:cNvSpPr/>
              <p:nvPr/>
            </p:nvSpPr>
            <p:spPr>
              <a:xfrm>
                <a:off x="4412035" y="5697300"/>
                <a:ext cx="48163" cy="48163"/>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380" name="ellipse_3183">
                <a:extLst>
                  <a:ext uri="{FF2B5EF4-FFF2-40B4-BE49-F238E27FC236}">
                    <a16:creationId xmlns:a16="http://schemas.microsoft.com/office/drawing/2014/main" id="{D65DE8E4-8730-6C4A-7BD9-90B80645F653}"/>
                  </a:ext>
                </a:extLst>
              </p:cNvPr>
              <p:cNvSpPr/>
              <p:nvPr/>
            </p:nvSpPr>
            <p:spPr>
              <a:xfrm>
                <a:off x="4818754" y="5804046"/>
                <a:ext cx="39243" cy="39243"/>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381" name="ellipse_3184">
                <a:extLst>
                  <a:ext uri="{FF2B5EF4-FFF2-40B4-BE49-F238E27FC236}">
                    <a16:creationId xmlns:a16="http://schemas.microsoft.com/office/drawing/2014/main" id="{3EABA923-B81B-83DC-FF25-A1223EC5B90F}"/>
                  </a:ext>
                </a:extLst>
              </p:cNvPr>
              <p:cNvSpPr/>
              <p:nvPr/>
            </p:nvSpPr>
            <p:spPr>
              <a:xfrm>
                <a:off x="4258472" y="5877618"/>
                <a:ext cx="39892" cy="39892"/>
              </a:xfrm>
              <a:prstGeom prst="ellipse">
                <a:avLst/>
              </a:prstGeom>
              <a:gradFill flip="none" rotWithShape="1">
                <a:gsLst>
                  <a:gs pos="0">
                    <a:srgbClr val="F6F8F9"/>
                  </a:gs>
                  <a:gs pos="43000">
                    <a:srgbClr val="D5DCE1"/>
                  </a:gs>
                  <a:gs pos="100000">
                    <a:srgbClr val="ACB8C1"/>
                  </a:gs>
                </a:gsLst>
                <a:lin ang="2700000" scaled="1"/>
                <a:tileRect/>
              </a:gradFill>
              <a:ln w="1807" cap="rnd" cmpd="sng" algn="ctr">
                <a:noFill/>
                <a:prstDash val="solid"/>
                <a:round/>
                <a:headEnd type="none" w="med" len="med"/>
                <a:tailEnd type="none" w="med" len="med"/>
              </a:ln>
              <a:effectLst/>
            </p:spPr>
          </p:sp>
          <p:sp>
            <p:nvSpPr>
              <p:cNvPr id="3382" name="ellipse_3185">
                <a:extLst>
                  <a:ext uri="{FF2B5EF4-FFF2-40B4-BE49-F238E27FC236}">
                    <a16:creationId xmlns:a16="http://schemas.microsoft.com/office/drawing/2014/main" id="{76552AAF-95B4-4A95-931B-10FDE15BCF7C}"/>
                  </a:ext>
                </a:extLst>
              </p:cNvPr>
              <p:cNvSpPr/>
              <p:nvPr/>
            </p:nvSpPr>
            <p:spPr>
              <a:xfrm>
                <a:off x="4307946" y="5944467"/>
                <a:ext cx="49983" cy="49983"/>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383" name="ellipse_3186">
                <a:extLst>
                  <a:ext uri="{FF2B5EF4-FFF2-40B4-BE49-F238E27FC236}">
                    <a16:creationId xmlns:a16="http://schemas.microsoft.com/office/drawing/2014/main" id="{B23735C9-209E-D4FD-D6A0-CB6F43892CA9}"/>
                  </a:ext>
                </a:extLst>
              </p:cNvPr>
              <p:cNvSpPr/>
              <p:nvPr/>
            </p:nvSpPr>
            <p:spPr>
              <a:xfrm>
                <a:off x="4730281" y="5684151"/>
                <a:ext cx="47059" cy="47059"/>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384" name="ellipse_3187">
                <a:extLst>
                  <a:ext uri="{FF2B5EF4-FFF2-40B4-BE49-F238E27FC236}">
                    <a16:creationId xmlns:a16="http://schemas.microsoft.com/office/drawing/2014/main" id="{A782CBB0-3D31-498C-756C-DC2132FC9088}"/>
                  </a:ext>
                </a:extLst>
              </p:cNvPr>
              <p:cNvSpPr/>
              <p:nvPr/>
            </p:nvSpPr>
            <p:spPr>
              <a:xfrm>
                <a:off x="4648054" y="5613386"/>
                <a:ext cx="31827" cy="31827"/>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385" name="ellipse_3188">
                <a:extLst>
                  <a:ext uri="{FF2B5EF4-FFF2-40B4-BE49-F238E27FC236}">
                    <a16:creationId xmlns:a16="http://schemas.microsoft.com/office/drawing/2014/main" id="{FF10B13E-FE90-7663-ADEA-70DFB8A3658B}"/>
                  </a:ext>
                </a:extLst>
              </p:cNvPr>
              <p:cNvSpPr/>
              <p:nvPr/>
            </p:nvSpPr>
            <p:spPr>
              <a:xfrm>
                <a:off x="4339228" y="5660392"/>
                <a:ext cx="44901" cy="44901"/>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386" name="ellipse_3189">
                <a:extLst>
                  <a:ext uri="{FF2B5EF4-FFF2-40B4-BE49-F238E27FC236}">
                    <a16:creationId xmlns:a16="http://schemas.microsoft.com/office/drawing/2014/main" id="{B8064C2C-95F6-C42C-AB4F-9E52707B80EE}"/>
                  </a:ext>
                </a:extLst>
              </p:cNvPr>
              <p:cNvSpPr/>
              <p:nvPr/>
            </p:nvSpPr>
            <p:spPr>
              <a:xfrm>
                <a:off x="4354668" y="5801749"/>
                <a:ext cx="50572" cy="50572"/>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387" name="ellipse_3190">
                <a:extLst>
                  <a:ext uri="{FF2B5EF4-FFF2-40B4-BE49-F238E27FC236}">
                    <a16:creationId xmlns:a16="http://schemas.microsoft.com/office/drawing/2014/main" id="{950FC9AA-35B0-FFC1-4FCF-9E151FBDA882}"/>
                  </a:ext>
                </a:extLst>
              </p:cNvPr>
              <p:cNvSpPr/>
              <p:nvPr/>
            </p:nvSpPr>
            <p:spPr>
              <a:xfrm>
                <a:off x="4312921" y="5796559"/>
                <a:ext cx="40925" cy="40925"/>
              </a:xfrm>
              <a:prstGeom prst="ellipse">
                <a:avLst/>
              </a:prstGeom>
              <a:gradFill flip="none" rotWithShape="1">
                <a:gsLst>
                  <a:gs pos="0">
                    <a:srgbClr val="F5F6F8"/>
                  </a:gs>
                  <a:gs pos="43000">
                    <a:srgbClr val="CDD6DD"/>
                  </a:gs>
                  <a:gs pos="100000">
                    <a:srgbClr val="A4B1BC"/>
                  </a:gs>
                </a:gsLst>
                <a:lin ang="2700000" scaled="1"/>
                <a:tileRect/>
              </a:gradFill>
              <a:ln w="1807" cap="rnd" cmpd="sng" algn="ctr">
                <a:noFill/>
                <a:prstDash val="solid"/>
                <a:round/>
                <a:headEnd type="none" w="med" len="med"/>
                <a:tailEnd type="none" w="med" len="med"/>
              </a:ln>
              <a:effectLst/>
            </p:spPr>
          </p:sp>
          <p:sp>
            <p:nvSpPr>
              <p:cNvPr id="3388" name="ellipse_3191">
                <a:extLst>
                  <a:ext uri="{FF2B5EF4-FFF2-40B4-BE49-F238E27FC236}">
                    <a16:creationId xmlns:a16="http://schemas.microsoft.com/office/drawing/2014/main" id="{30E151DA-0AAA-0432-61CB-2931DB3B5532}"/>
                  </a:ext>
                </a:extLst>
              </p:cNvPr>
              <p:cNvSpPr/>
              <p:nvPr/>
            </p:nvSpPr>
            <p:spPr>
              <a:xfrm>
                <a:off x="4592726" y="5978423"/>
                <a:ext cx="35441" cy="35441"/>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389" name="ellipse_3192">
                <a:extLst>
                  <a:ext uri="{FF2B5EF4-FFF2-40B4-BE49-F238E27FC236}">
                    <a16:creationId xmlns:a16="http://schemas.microsoft.com/office/drawing/2014/main" id="{0C678874-DFF1-85F2-D022-0EB6E44110D5}"/>
                  </a:ext>
                </a:extLst>
              </p:cNvPr>
              <p:cNvSpPr/>
              <p:nvPr/>
            </p:nvSpPr>
            <p:spPr>
              <a:xfrm>
                <a:off x="4400863" y="5963283"/>
                <a:ext cx="40231" cy="40231"/>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390" name="ellipse_3193">
                <a:extLst>
                  <a:ext uri="{FF2B5EF4-FFF2-40B4-BE49-F238E27FC236}">
                    <a16:creationId xmlns:a16="http://schemas.microsoft.com/office/drawing/2014/main" id="{BE9728D6-E99A-204B-F84A-DBEA4008DF37}"/>
                  </a:ext>
                </a:extLst>
              </p:cNvPr>
              <p:cNvSpPr/>
              <p:nvPr/>
            </p:nvSpPr>
            <p:spPr>
              <a:xfrm>
                <a:off x="4299166" y="5719874"/>
                <a:ext cx="41687" cy="41687"/>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391" name="ellipse_3194">
                <a:extLst>
                  <a:ext uri="{FF2B5EF4-FFF2-40B4-BE49-F238E27FC236}">
                    <a16:creationId xmlns:a16="http://schemas.microsoft.com/office/drawing/2014/main" id="{68D01A61-F8BB-7FAC-7D38-2FF6A1337490}"/>
                  </a:ext>
                </a:extLst>
              </p:cNvPr>
              <p:cNvSpPr/>
              <p:nvPr/>
            </p:nvSpPr>
            <p:spPr>
              <a:xfrm>
                <a:off x="4574590" y="5664426"/>
                <a:ext cx="36432" cy="36432"/>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392" name="ellipse_3195">
                <a:extLst>
                  <a:ext uri="{FF2B5EF4-FFF2-40B4-BE49-F238E27FC236}">
                    <a16:creationId xmlns:a16="http://schemas.microsoft.com/office/drawing/2014/main" id="{28B5EA91-968A-77BC-9D8B-D47D85089EFE}"/>
                  </a:ext>
                </a:extLst>
              </p:cNvPr>
              <p:cNvSpPr/>
              <p:nvPr/>
            </p:nvSpPr>
            <p:spPr>
              <a:xfrm>
                <a:off x="4714781" y="5706746"/>
                <a:ext cx="49809" cy="49809"/>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grpSp>
            <p:nvGrpSpPr>
              <p:cNvPr id="3393" name="Ligand identity | illustrative molecular graph">
                <a:extLst>
                  <a:ext uri="{FF2B5EF4-FFF2-40B4-BE49-F238E27FC236}">
                    <a16:creationId xmlns:a16="http://schemas.microsoft.com/office/drawing/2014/main" id="{CEB1988D-97F7-ADF3-9B19-A3F6C6029152}"/>
                  </a:ext>
                </a:extLst>
              </p:cNvPr>
              <p:cNvGrpSpPr/>
              <p:nvPr/>
            </p:nvGrpSpPr>
            <p:grpSpPr>
              <a:xfrm>
                <a:off x="4471951" y="5748405"/>
                <a:ext cx="309662" cy="197297"/>
                <a:chOff x="4471951" y="5748405"/>
                <a:chExt cx="309662" cy="197297"/>
              </a:xfrm>
            </p:grpSpPr>
            <p:cxnSp>
              <p:nvCxnSpPr>
                <p:cNvPr id="3394" name="path_3196">
                  <a:extLst>
                    <a:ext uri="{FF2B5EF4-FFF2-40B4-BE49-F238E27FC236}">
                      <a16:creationId xmlns:a16="http://schemas.microsoft.com/office/drawing/2014/main" id="{B598C4F6-5C61-D2F4-6EB9-02F1BFCB2F73}"/>
                    </a:ext>
                  </a:extLst>
                </p:cNvPr>
                <p:cNvCxnSpPr/>
                <p:nvPr/>
              </p:nvCxnSpPr>
              <p:spPr>
                <a:xfrm flipH="1">
                  <a:off x="4564393" y="5889808"/>
                  <a:ext cx="79301" cy="42754"/>
                </a:xfrm>
                <a:prstGeom prst="line">
                  <a:avLst/>
                </a:prstGeom>
                <a:noFill/>
                <a:ln w="12700" cap="rnd" cmpd="sng" algn="ctr">
                  <a:solidFill>
                    <a:srgbClr val="238777"/>
                  </a:solidFill>
                  <a:prstDash val="solid"/>
                  <a:round/>
                  <a:headEnd type="none" w="med" len="med"/>
                  <a:tailEnd type="none" w="med" len="med"/>
                </a:ln>
                <a:effectLst/>
              </p:spPr>
            </p:cxnSp>
            <p:cxnSp>
              <p:nvCxnSpPr>
                <p:cNvPr id="3395" name="path_3197">
                  <a:extLst>
                    <a:ext uri="{FF2B5EF4-FFF2-40B4-BE49-F238E27FC236}">
                      <a16:creationId xmlns:a16="http://schemas.microsoft.com/office/drawing/2014/main" id="{66FD4D20-85AA-3B17-4CAE-518C2699D5B0}"/>
                    </a:ext>
                  </a:extLst>
                </p:cNvPr>
                <p:cNvCxnSpPr/>
                <p:nvPr/>
              </p:nvCxnSpPr>
              <p:spPr>
                <a:xfrm flipH="1" flipV="1">
                  <a:off x="4485091" y="5889808"/>
                  <a:ext cx="79301" cy="42754"/>
                </a:xfrm>
                <a:prstGeom prst="line">
                  <a:avLst/>
                </a:prstGeom>
                <a:noFill/>
                <a:ln w="12700" cap="rnd" cmpd="sng" algn="ctr">
                  <a:solidFill>
                    <a:srgbClr val="238777"/>
                  </a:solidFill>
                  <a:prstDash val="solid"/>
                  <a:round/>
                  <a:headEnd type="none" w="med" len="med"/>
                  <a:tailEnd type="none" w="med" len="med"/>
                </a:ln>
                <a:effectLst/>
              </p:spPr>
            </p:cxnSp>
            <p:cxnSp>
              <p:nvCxnSpPr>
                <p:cNvPr id="3396" name="path_3198">
                  <a:extLst>
                    <a:ext uri="{FF2B5EF4-FFF2-40B4-BE49-F238E27FC236}">
                      <a16:creationId xmlns:a16="http://schemas.microsoft.com/office/drawing/2014/main" id="{028624A0-C942-9538-68C7-4E907DC4A19D}"/>
                    </a:ext>
                  </a:extLst>
                </p:cNvPr>
                <p:cNvCxnSpPr/>
                <p:nvPr/>
              </p:nvCxnSpPr>
              <p:spPr>
                <a:xfrm flipV="1">
                  <a:off x="4485091" y="5804299"/>
                  <a:ext cx="0" cy="85509"/>
                </a:xfrm>
                <a:prstGeom prst="line">
                  <a:avLst/>
                </a:prstGeom>
                <a:noFill/>
                <a:ln w="12700" cap="rnd" cmpd="sng" algn="ctr">
                  <a:solidFill>
                    <a:srgbClr val="238777"/>
                  </a:solidFill>
                  <a:prstDash val="solid"/>
                  <a:round/>
                  <a:headEnd type="none" w="med" len="med"/>
                  <a:tailEnd type="none" w="med" len="med"/>
                </a:ln>
                <a:effectLst/>
              </p:spPr>
            </p:cxnSp>
            <p:cxnSp>
              <p:nvCxnSpPr>
                <p:cNvPr id="3397" name="path_3199">
                  <a:extLst>
                    <a:ext uri="{FF2B5EF4-FFF2-40B4-BE49-F238E27FC236}">
                      <a16:creationId xmlns:a16="http://schemas.microsoft.com/office/drawing/2014/main" id="{3C7EA30F-4471-C739-A5F1-E98342E87C89}"/>
                    </a:ext>
                  </a:extLst>
                </p:cNvPr>
                <p:cNvCxnSpPr/>
                <p:nvPr/>
              </p:nvCxnSpPr>
              <p:spPr>
                <a:xfrm flipV="1">
                  <a:off x="4485091" y="5761545"/>
                  <a:ext cx="79301" cy="42754"/>
                </a:xfrm>
                <a:prstGeom prst="line">
                  <a:avLst/>
                </a:prstGeom>
                <a:noFill/>
                <a:ln w="12700" cap="rnd" cmpd="sng" algn="ctr">
                  <a:solidFill>
                    <a:srgbClr val="238777"/>
                  </a:solidFill>
                  <a:prstDash val="solid"/>
                  <a:round/>
                  <a:headEnd type="none" w="med" len="med"/>
                  <a:tailEnd type="none" w="med" len="med"/>
                </a:ln>
                <a:effectLst/>
              </p:spPr>
            </p:cxnSp>
            <p:cxnSp>
              <p:nvCxnSpPr>
                <p:cNvPr id="3398" name="path_3200">
                  <a:extLst>
                    <a:ext uri="{FF2B5EF4-FFF2-40B4-BE49-F238E27FC236}">
                      <a16:creationId xmlns:a16="http://schemas.microsoft.com/office/drawing/2014/main" id="{244B9683-A3E3-A424-40DA-E345D2E26F4F}"/>
                    </a:ext>
                  </a:extLst>
                </p:cNvPr>
                <p:cNvCxnSpPr/>
                <p:nvPr/>
              </p:nvCxnSpPr>
              <p:spPr>
                <a:xfrm>
                  <a:off x="4564393" y="5761545"/>
                  <a:ext cx="79301" cy="42754"/>
                </a:xfrm>
                <a:prstGeom prst="line">
                  <a:avLst/>
                </a:prstGeom>
                <a:noFill/>
                <a:ln w="12700" cap="rnd" cmpd="sng" algn="ctr">
                  <a:solidFill>
                    <a:srgbClr val="238777"/>
                  </a:solidFill>
                  <a:prstDash val="solid"/>
                  <a:round/>
                  <a:headEnd type="none" w="med" len="med"/>
                  <a:tailEnd type="none" w="med" len="med"/>
                </a:ln>
                <a:effectLst/>
              </p:spPr>
            </p:cxnSp>
            <p:cxnSp>
              <p:nvCxnSpPr>
                <p:cNvPr id="3399" name="path_3201">
                  <a:extLst>
                    <a:ext uri="{FF2B5EF4-FFF2-40B4-BE49-F238E27FC236}">
                      <a16:creationId xmlns:a16="http://schemas.microsoft.com/office/drawing/2014/main" id="{310AF602-5F85-B77E-E7EF-E8FFCAE091C6}"/>
                    </a:ext>
                  </a:extLst>
                </p:cNvPr>
                <p:cNvCxnSpPr/>
                <p:nvPr/>
              </p:nvCxnSpPr>
              <p:spPr>
                <a:xfrm>
                  <a:off x="4643694" y="5804299"/>
                  <a:ext cx="0" cy="85509"/>
                </a:xfrm>
                <a:prstGeom prst="line">
                  <a:avLst/>
                </a:prstGeom>
                <a:noFill/>
                <a:ln w="12700" cap="rnd" cmpd="sng" algn="ctr">
                  <a:solidFill>
                    <a:srgbClr val="238777"/>
                  </a:solidFill>
                  <a:prstDash val="solid"/>
                  <a:round/>
                  <a:headEnd type="none" w="med" len="med"/>
                  <a:tailEnd type="none" w="med" len="med"/>
                </a:ln>
                <a:effectLst/>
              </p:spPr>
            </p:cxnSp>
            <p:cxnSp>
              <p:nvCxnSpPr>
                <p:cNvPr id="3400" name="path_3202">
                  <a:extLst>
                    <a:ext uri="{FF2B5EF4-FFF2-40B4-BE49-F238E27FC236}">
                      <a16:creationId xmlns:a16="http://schemas.microsoft.com/office/drawing/2014/main" id="{B074BF8C-A8C1-2468-9FCC-2E0E471A8C3E}"/>
                    </a:ext>
                  </a:extLst>
                </p:cNvPr>
                <p:cNvCxnSpPr/>
                <p:nvPr/>
              </p:nvCxnSpPr>
              <p:spPr>
                <a:xfrm flipV="1">
                  <a:off x="4643694" y="5781797"/>
                  <a:ext cx="70872" cy="108011"/>
                </a:xfrm>
                <a:prstGeom prst="line">
                  <a:avLst/>
                </a:prstGeom>
                <a:noFill/>
                <a:ln w="12700" cap="rnd" cmpd="sng" algn="ctr">
                  <a:solidFill>
                    <a:srgbClr val="238777"/>
                  </a:solidFill>
                  <a:prstDash val="solid"/>
                  <a:round/>
                  <a:headEnd type="none" w="med" len="med"/>
                  <a:tailEnd type="none" w="med" len="med"/>
                </a:ln>
                <a:effectLst/>
              </p:spPr>
            </p:cxnSp>
            <p:cxnSp>
              <p:nvCxnSpPr>
                <p:cNvPr id="3401" name="path_3203">
                  <a:extLst>
                    <a:ext uri="{FF2B5EF4-FFF2-40B4-BE49-F238E27FC236}">
                      <a16:creationId xmlns:a16="http://schemas.microsoft.com/office/drawing/2014/main" id="{C9791A96-DD3B-362E-B3CA-6CDDF7879D38}"/>
                    </a:ext>
                  </a:extLst>
                </p:cNvPr>
                <p:cNvCxnSpPr/>
                <p:nvPr/>
              </p:nvCxnSpPr>
              <p:spPr>
                <a:xfrm>
                  <a:off x="4714566" y="5781797"/>
                  <a:ext cx="51279" cy="47255"/>
                </a:xfrm>
                <a:prstGeom prst="line">
                  <a:avLst/>
                </a:prstGeom>
                <a:noFill/>
                <a:ln w="12700" cap="rnd" cmpd="sng" algn="ctr">
                  <a:solidFill>
                    <a:srgbClr val="238777"/>
                  </a:solidFill>
                  <a:prstDash val="solid"/>
                  <a:round/>
                  <a:headEnd type="none" w="med" len="med"/>
                  <a:tailEnd type="none" w="med" len="med"/>
                </a:ln>
                <a:effectLst/>
              </p:spPr>
            </p:cxnSp>
            <p:sp>
              <p:nvSpPr>
                <p:cNvPr id="3402" name="ellipse_3204">
                  <a:extLst>
                    <a:ext uri="{FF2B5EF4-FFF2-40B4-BE49-F238E27FC236}">
                      <a16:creationId xmlns:a16="http://schemas.microsoft.com/office/drawing/2014/main" id="{592CB73C-0138-2CED-EE32-20FE2B8B4D4B}"/>
                    </a:ext>
                  </a:extLst>
                </p:cNvPr>
                <p:cNvSpPr/>
                <p:nvPr/>
              </p:nvSpPr>
              <p:spPr>
                <a:xfrm>
                  <a:off x="4630554" y="5876668"/>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3" name="ellipse_3205">
                  <a:extLst>
                    <a:ext uri="{FF2B5EF4-FFF2-40B4-BE49-F238E27FC236}">
                      <a16:creationId xmlns:a16="http://schemas.microsoft.com/office/drawing/2014/main" id="{9A2544FC-6C64-9F19-AA51-AF9E367F872F}"/>
                    </a:ext>
                  </a:extLst>
                </p:cNvPr>
                <p:cNvSpPr/>
                <p:nvPr/>
              </p:nvSpPr>
              <p:spPr>
                <a:xfrm>
                  <a:off x="4551253" y="5919422"/>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4" name="ellipse_3206">
                  <a:extLst>
                    <a:ext uri="{FF2B5EF4-FFF2-40B4-BE49-F238E27FC236}">
                      <a16:creationId xmlns:a16="http://schemas.microsoft.com/office/drawing/2014/main" id="{9D253E1F-D167-30B8-18E7-03E34507F1AB}"/>
                    </a:ext>
                  </a:extLst>
                </p:cNvPr>
                <p:cNvSpPr/>
                <p:nvPr/>
              </p:nvSpPr>
              <p:spPr>
                <a:xfrm>
                  <a:off x="4471951" y="5876668"/>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5" name="ellipse_3207">
                  <a:extLst>
                    <a:ext uri="{FF2B5EF4-FFF2-40B4-BE49-F238E27FC236}">
                      <a16:creationId xmlns:a16="http://schemas.microsoft.com/office/drawing/2014/main" id="{C47ABBC9-6164-9220-3FA7-33492E98F17A}"/>
                    </a:ext>
                  </a:extLst>
                </p:cNvPr>
                <p:cNvSpPr/>
                <p:nvPr/>
              </p:nvSpPr>
              <p:spPr>
                <a:xfrm>
                  <a:off x="4471951" y="5791159"/>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6" name="ellipse_3208">
                  <a:extLst>
                    <a:ext uri="{FF2B5EF4-FFF2-40B4-BE49-F238E27FC236}">
                      <a16:creationId xmlns:a16="http://schemas.microsoft.com/office/drawing/2014/main" id="{D4F25CFF-5166-1EA9-12AE-6AAC48104ABA}"/>
                    </a:ext>
                  </a:extLst>
                </p:cNvPr>
                <p:cNvSpPr/>
                <p:nvPr/>
              </p:nvSpPr>
              <p:spPr>
                <a:xfrm>
                  <a:off x="4551253" y="5748405"/>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7" name="ellipse_3209">
                  <a:extLst>
                    <a:ext uri="{FF2B5EF4-FFF2-40B4-BE49-F238E27FC236}">
                      <a16:creationId xmlns:a16="http://schemas.microsoft.com/office/drawing/2014/main" id="{A74E19F3-D49A-F496-5463-EC12504028FB}"/>
                    </a:ext>
                  </a:extLst>
                </p:cNvPr>
                <p:cNvSpPr/>
                <p:nvPr/>
              </p:nvSpPr>
              <p:spPr>
                <a:xfrm>
                  <a:off x="4630554" y="5791159"/>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8" name="ellipse_3210">
                  <a:extLst>
                    <a:ext uri="{FF2B5EF4-FFF2-40B4-BE49-F238E27FC236}">
                      <a16:creationId xmlns:a16="http://schemas.microsoft.com/office/drawing/2014/main" id="{1061A0BB-9096-B61E-C708-FC8D4EC77061}"/>
                    </a:ext>
                  </a:extLst>
                </p:cNvPr>
                <p:cNvSpPr/>
                <p:nvPr/>
              </p:nvSpPr>
              <p:spPr>
                <a:xfrm>
                  <a:off x="4698798" y="5766029"/>
                  <a:ext cx="31536" cy="31536"/>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9" name="ellipse_3211">
                  <a:extLst>
                    <a:ext uri="{FF2B5EF4-FFF2-40B4-BE49-F238E27FC236}">
                      <a16:creationId xmlns:a16="http://schemas.microsoft.com/office/drawing/2014/main" id="{BB1C1403-2F4B-2DDB-0A13-43A7B205C349}"/>
                    </a:ext>
                  </a:extLst>
                </p:cNvPr>
                <p:cNvSpPr/>
                <p:nvPr/>
              </p:nvSpPr>
              <p:spPr>
                <a:xfrm>
                  <a:off x="4750077" y="5813284"/>
                  <a:ext cx="31536" cy="31536"/>
                </a:xfrm>
                <a:prstGeom prst="ellipse">
                  <a:avLst/>
                </a:prstGeom>
                <a:gradFill flip="none" rotWithShape="1">
                  <a:gsLst>
                    <a:gs pos="0">
                      <a:srgbClr val="F8E2E4"/>
                    </a:gs>
                    <a:gs pos="43000">
                      <a:srgbClr val="DC767B"/>
                    </a:gs>
                    <a:gs pos="100000">
                      <a:srgbClr val="B4434B"/>
                    </a:gs>
                  </a:gsLst>
                  <a:lin ang="2700000" scaled="1"/>
                  <a:tileRect/>
                </a:gradFill>
                <a:ln w="1807" cap="rnd" cmpd="sng" algn="ctr">
                  <a:noFill/>
                  <a:prstDash val="solid"/>
                  <a:round/>
                  <a:headEnd type="none" w="med" len="med"/>
                  <a:tailEnd type="none" w="med" len="med"/>
                </a:ln>
                <a:effectLst/>
              </p:spPr>
            </p:sp>
          </p:grpSp>
        </p:grpSp>
        <p:sp>
          <p:nvSpPr>
            <p:cNvPr id="3410" name="Text | All-atom ligand pose">
              <a:extLst>
                <a:ext uri="{FF2B5EF4-FFF2-40B4-BE49-F238E27FC236}">
                  <a16:creationId xmlns:a16="http://schemas.microsoft.com/office/drawing/2014/main" id="{C3433040-7F83-3E28-0D31-ED8DC7B798C7}"/>
                </a:ext>
              </a:extLst>
            </p:cNvPr>
            <p:cNvSpPr txBox="1"/>
            <p:nvPr/>
          </p:nvSpPr>
          <p:spPr>
            <a:xfrm>
              <a:off x="4090568" y="6054255"/>
              <a:ext cx="1062854" cy="125947"/>
            </a:xfrm>
            <a:prstGeom prst="rect">
              <a:avLst/>
            </a:prstGeom>
            <a:noFill/>
            <a:ln>
              <a:noFill/>
            </a:ln>
            <a:effectLst/>
          </p:spPr>
          <p:txBody>
            <a:bodyPr vertOverflow="overflow" horzOverflow="overflow" wrap="none" lIns="0" tIns="0" rIns="0" bIns="0" anchor="t" anchorCtr="0">
              <a:noAutofit/>
            </a:bodyPr>
            <a:lstStyle/>
            <a:p>
              <a:pPr algn="ctr"/>
              <a:r>
                <a:rPr lang="en-US" sz="500" b="1" dirty="0">
                  <a:solidFill>
                    <a:srgbClr val="1D3043"/>
                  </a:solidFill>
                  <a:latin typeface="Arial"/>
                  <a:ea typeface="Arial"/>
                  <a:cs typeface="Arial"/>
                </a:rPr>
                <a:t>All-atom ligand pose</a:t>
              </a:r>
              <a:endParaRPr lang="en-US" sz="500"/>
            </a:p>
          </p:txBody>
        </p:sp>
        <p:sp>
          <p:nvSpPr>
            <p:cNvPr id="5846" name="Build inputs | shared junction">
              <a:extLst>
                <a:ext uri="{FF2B5EF4-FFF2-40B4-BE49-F238E27FC236}">
                  <a16:creationId xmlns:a16="http://schemas.microsoft.com/office/drawing/2014/main" id="{73DFF4C8-A425-E218-A3D9-39506CC69601}"/>
                </a:ext>
              </a:extLst>
            </p:cNvPr>
            <p:cNvSpPr/>
            <p:nvPr/>
          </p:nvSpPr>
          <p:spPr>
            <a:xfrm>
              <a:off x="1836000" y="5844600"/>
              <a:ext cx="151200" cy="36"/>
            </a:xfrm>
            <a:custGeom>
              <a:avLst/>
              <a:gdLst/>
              <a:ahLst/>
              <a:cxnLst/>
              <a:rect l="0" t="0" r="r" b="b"/>
              <a:pathLst>
                <a:path w="151200" h="36" fill="none">
                  <a:moveTo>
                    <a:pt x="0" y="0"/>
                  </a:moveTo>
                  <a:lnTo>
                    <a:pt x="151200" y="0"/>
                  </a:lnTo>
                </a:path>
              </a:pathLst>
            </a:custGeom>
            <a:ln w="8280" cap="flat">
              <a:solidFill>
                <a:srgbClr val="6B8192"/>
              </a:solidFill>
              <a:miter lim="800000"/>
            </a:ln>
          </p:spPr>
        </p:sp>
        <p:grpSp>
          <p:nvGrpSpPr>
            <p:cNvPr id="5849" name="Build inputs → default PocketXMol | editable route">
              <a:extLst>
                <a:ext uri="{FF2B5EF4-FFF2-40B4-BE49-F238E27FC236}">
                  <a16:creationId xmlns:a16="http://schemas.microsoft.com/office/drawing/2014/main" id="{38345791-0B31-630E-0048-0F149F399FE9}"/>
                </a:ext>
              </a:extLst>
            </p:cNvPr>
            <p:cNvGrpSpPr/>
            <p:nvPr/>
          </p:nvGrpSpPr>
          <p:grpSpPr>
            <a:xfrm>
              <a:off x="1987200" y="5702400"/>
              <a:ext cx="154440" cy="142200"/>
              <a:chOff x="1987200" y="5702400"/>
              <a:chExt cx="154440" cy="142200"/>
            </a:xfrm>
          </p:grpSpPr>
          <p:sp>
            <p:nvSpPr>
              <p:cNvPr id="5847" name="Build inputs → default PocketXMol">
                <a:extLst>
                  <a:ext uri="{FF2B5EF4-FFF2-40B4-BE49-F238E27FC236}">
                    <a16:creationId xmlns:a16="http://schemas.microsoft.com/office/drawing/2014/main" id="{32E3BA67-9864-EB92-A0C5-C5F6A434D643}"/>
                  </a:ext>
                </a:extLst>
              </p:cNvPr>
              <p:cNvSpPr/>
              <p:nvPr/>
            </p:nvSpPr>
            <p:spPr>
              <a:xfrm>
                <a:off x="1987200" y="5712480"/>
                <a:ext cx="128520" cy="132120"/>
              </a:xfrm>
              <a:custGeom>
                <a:avLst/>
                <a:gdLst/>
                <a:ahLst/>
                <a:cxnLst/>
                <a:rect l="0" t="0" r="r" b="b"/>
                <a:pathLst>
                  <a:path w="128520" h="132120" fill="none">
                    <a:moveTo>
                      <a:pt x="0" y="132120"/>
                    </a:moveTo>
                    <a:lnTo>
                      <a:pt x="0" y="0"/>
                    </a:lnTo>
                    <a:lnTo>
                      <a:pt x="128520" y="0"/>
                    </a:lnTo>
                  </a:path>
                </a:pathLst>
              </a:custGeom>
              <a:ln w="8280" cap="flat">
                <a:solidFill>
                  <a:srgbClr val="6B8192"/>
                </a:solidFill>
                <a:miter lim="800000"/>
              </a:ln>
            </p:spPr>
          </p:sp>
          <p:sp>
            <p:nvSpPr>
              <p:cNvPr id="5848" name="Build inputs → default PocketXMol | arrowhead">
                <a:extLst>
                  <a:ext uri="{FF2B5EF4-FFF2-40B4-BE49-F238E27FC236}">
                    <a16:creationId xmlns:a16="http://schemas.microsoft.com/office/drawing/2014/main" id="{F16D78FB-5E83-DBF1-5C7A-8958337F1BF2}"/>
                  </a:ext>
                </a:extLst>
              </p:cNvPr>
              <p:cNvSpPr/>
              <p:nvPr/>
            </p:nvSpPr>
            <p:spPr>
              <a:xfrm>
                <a:off x="2115720" y="5702400"/>
                <a:ext cx="25920" cy="20160"/>
              </a:xfrm>
              <a:custGeom>
                <a:avLst/>
                <a:gdLst/>
                <a:ahLst/>
                <a:cxnLst/>
                <a:rect l="0" t="0" r="0" b="0"/>
                <a:pathLst>
                  <a:path w="25920" h="20160">
                    <a:moveTo>
                      <a:pt x="25920" y="10080"/>
                    </a:moveTo>
                    <a:lnTo>
                      <a:pt x="0" y="20160"/>
                    </a:lnTo>
                    <a:lnTo>
                      <a:pt x="0" y="0"/>
                    </a:lnTo>
                    <a:close/>
                  </a:path>
                </a:pathLst>
              </a:custGeom>
              <a:solidFill>
                <a:srgbClr val="6B8192"/>
              </a:solidFill>
              <a:ln>
                <a:noFill/>
              </a:ln>
            </p:spPr>
          </p:sp>
        </p:grpSp>
        <p:grpSp>
          <p:nvGrpSpPr>
            <p:cNvPr id="5852" name="Build inputs → docking tools | editable route">
              <a:extLst>
                <a:ext uri="{FF2B5EF4-FFF2-40B4-BE49-F238E27FC236}">
                  <a16:creationId xmlns:a16="http://schemas.microsoft.com/office/drawing/2014/main" id="{2B92978C-6FA8-57BB-24E7-6C977EBBD0DD}"/>
                </a:ext>
              </a:extLst>
            </p:cNvPr>
            <p:cNvGrpSpPr/>
            <p:nvPr/>
          </p:nvGrpSpPr>
          <p:grpSpPr>
            <a:xfrm>
              <a:off x="1987200" y="5844600"/>
              <a:ext cx="154440" cy="159120"/>
              <a:chOff x="1987200" y="5844600"/>
              <a:chExt cx="154440" cy="159120"/>
            </a:xfrm>
          </p:grpSpPr>
          <p:sp>
            <p:nvSpPr>
              <p:cNvPr id="5850" name="Build inputs → docking tools">
                <a:extLst>
                  <a:ext uri="{FF2B5EF4-FFF2-40B4-BE49-F238E27FC236}">
                    <a16:creationId xmlns:a16="http://schemas.microsoft.com/office/drawing/2014/main" id="{B074E18C-347B-3625-07D2-309AD1124DB3}"/>
                  </a:ext>
                </a:extLst>
              </p:cNvPr>
              <p:cNvSpPr/>
              <p:nvPr/>
            </p:nvSpPr>
            <p:spPr>
              <a:xfrm>
                <a:off x="1987200" y="5844600"/>
                <a:ext cx="128520" cy="149040"/>
              </a:xfrm>
              <a:custGeom>
                <a:avLst/>
                <a:gdLst/>
                <a:ahLst/>
                <a:cxnLst/>
                <a:rect l="0" t="0" r="r" b="b"/>
                <a:pathLst>
                  <a:path w="128520" h="149040" fill="none">
                    <a:moveTo>
                      <a:pt x="0" y="0"/>
                    </a:moveTo>
                    <a:lnTo>
                      <a:pt x="0" y="149040"/>
                    </a:lnTo>
                    <a:lnTo>
                      <a:pt x="128520" y="149040"/>
                    </a:lnTo>
                  </a:path>
                </a:pathLst>
              </a:custGeom>
              <a:ln w="8280" cap="flat">
                <a:solidFill>
                  <a:srgbClr val="6B8192"/>
                </a:solidFill>
                <a:miter lim="800000"/>
              </a:ln>
            </p:spPr>
          </p:sp>
          <p:sp>
            <p:nvSpPr>
              <p:cNvPr id="5851" name="Build inputs → docking tools | arrowhead">
                <a:extLst>
                  <a:ext uri="{FF2B5EF4-FFF2-40B4-BE49-F238E27FC236}">
                    <a16:creationId xmlns:a16="http://schemas.microsoft.com/office/drawing/2014/main" id="{F2217AC1-1E46-8CBD-40BB-61F9117E1955}"/>
                  </a:ext>
                </a:extLst>
              </p:cNvPr>
              <p:cNvSpPr/>
              <p:nvPr/>
            </p:nvSpPr>
            <p:spPr>
              <a:xfrm>
                <a:off x="2115720" y="5983560"/>
                <a:ext cx="25920" cy="20160"/>
              </a:xfrm>
              <a:custGeom>
                <a:avLst/>
                <a:gdLst/>
                <a:ahLst/>
                <a:cxnLst/>
                <a:rect l="0" t="0" r="0" b="0"/>
                <a:pathLst>
                  <a:path w="25920" h="20160">
                    <a:moveTo>
                      <a:pt x="25920" y="10080"/>
                    </a:moveTo>
                    <a:lnTo>
                      <a:pt x="0" y="20160"/>
                    </a:lnTo>
                    <a:lnTo>
                      <a:pt x="0" y="0"/>
                    </a:lnTo>
                    <a:close/>
                  </a:path>
                </a:pathLst>
              </a:custGeom>
              <a:solidFill>
                <a:srgbClr val="6B8192"/>
              </a:solidFill>
              <a:ln>
                <a:noFill/>
              </a:ln>
            </p:spPr>
          </p:sp>
        </p:grpSp>
        <p:sp>
          <p:nvSpPr>
            <p:cNvPr id="5853" name="Default PocketXMol → pose merge">
              <a:extLst>
                <a:ext uri="{FF2B5EF4-FFF2-40B4-BE49-F238E27FC236}">
                  <a16:creationId xmlns:a16="http://schemas.microsoft.com/office/drawing/2014/main" id="{41123AD6-656F-8D55-8757-E22307C3B19F}"/>
                </a:ext>
              </a:extLst>
            </p:cNvPr>
            <p:cNvSpPr/>
            <p:nvPr/>
          </p:nvSpPr>
          <p:spPr>
            <a:xfrm>
              <a:off x="3656160" y="5712480"/>
              <a:ext cx="145440" cy="137520"/>
            </a:xfrm>
            <a:custGeom>
              <a:avLst/>
              <a:gdLst/>
              <a:ahLst/>
              <a:cxnLst/>
              <a:rect l="0" t="0" r="r" b="b"/>
              <a:pathLst>
                <a:path w="145440" h="137520" fill="none">
                  <a:moveTo>
                    <a:pt x="0" y="0"/>
                  </a:moveTo>
                  <a:lnTo>
                    <a:pt x="145440" y="0"/>
                  </a:lnTo>
                  <a:lnTo>
                    <a:pt x="145440" y="137520"/>
                  </a:lnTo>
                </a:path>
              </a:pathLst>
            </a:custGeom>
            <a:ln w="8280" cap="flat">
              <a:solidFill>
                <a:srgbClr val="6B8192"/>
              </a:solidFill>
              <a:miter lim="800000"/>
            </a:ln>
          </p:spPr>
        </p:sp>
        <p:sp>
          <p:nvSpPr>
            <p:cNvPr id="5854" name="Docking tools → pose merge">
              <a:extLst>
                <a:ext uri="{FF2B5EF4-FFF2-40B4-BE49-F238E27FC236}">
                  <a16:creationId xmlns:a16="http://schemas.microsoft.com/office/drawing/2014/main" id="{700477BB-BF35-CC3D-9766-A0ACCE58DB43}"/>
                </a:ext>
              </a:extLst>
            </p:cNvPr>
            <p:cNvSpPr/>
            <p:nvPr/>
          </p:nvSpPr>
          <p:spPr>
            <a:xfrm>
              <a:off x="3656160" y="5850000"/>
              <a:ext cx="145440" cy="143640"/>
            </a:xfrm>
            <a:custGeom>
              <a:avLst/>
              <a:gdLst/>
              <a:ahLst/>
              <a:cxnLst/>
              <a:rect l="0" t="0" r="r" b="b"/>
              <a:pathLst>
                <a:path w="145440" h="143640" fill="none">
                  <a:moveTo>
                    <a:pt x="0" y="143640"/>
                  </a:moveTo>
                  <a:lnTo>
                    <a:pt x="145440" y="143640"/>
                  </a:lnTo>
                  <a:lnTo>
                    <a:pt x="145440" y="0"/>
                  </a:lnTo>
                </a:path>
              </a:pathLst>
            </a:custGeom>
            <a:ln w="8280" cap="flat">
              <a:solidFill>
                <a:srgbClr val="6B8192"/>
              </a:solidFill>
              <a:miter lim="800000"/>
            </a:ln>
          </p:spPr>
        </p:sp>
        <p:grpSp>
          <p:nvGrpSpPr>
            <p:cNvPr id="5857" name="Pose merge → all-atom pose | editable route">
              <a:extLst>
                <a:ext uri="{FF2B5EF4-FFF2-40B4-BE49-F238E27FC236}">
                  <a16:creationId xmlns:a16="http://schemas.microsoft.com/office/drawing/2014/main" id="{F0FAA171-8FB8-9942-AD90-88F17A3E3505}"/>
                </a:ext>
              </a:extLst>
            </p:cNvPr>
            <p:cNvGrpSpPr/>
            <p:nvPr/>
          </p:nvGrpSpPr>
          <p:grpSpPr>
            <a:xfrm>
              <a:off x="3801600" y="5839920"/>
              <a:ext cx="410400" cy="20160"/>
              <a:chOff x="3801600" y="5839920"/>
              <a:chExt cx="410400" cy="20160"/>
            </a:xfrm>
          </p:grpSpPr>
          <p:sp>
            <p:nvSpPr>
              <p:cNvPr id="5855" name="Pose merge → all-atom pose">
                <a:extLst>
                  <a:ext uri="{FF2B5EF4-FFF2-40B4-BE49-F238E27FC236}">
                    <a16:creationId xmlns:a16="http://schemas.microsoft.com/office/drawing/2014/main" id="{33DDB719-EEB0-1D3E-7F08-3990E0712CCF}"/>
                  </a:ext>
                </a:extLst>
              </p:cNvPr>
              <p:cNvSpPr/>
              <p:nvPr/>
            </p:nvSpPr>
            <p:spPr>
              <a:xfrm>
                <a:off x="3801600" y="5850000"/>
                <a:ext cx="384480" cy="36"/>
              </a:xfrm>
              <a:custGeom>
                <a:avLst/>
                <a:gdLst/>
                <a:ahLst/>
                <a:cxnLst/>
                <a:rect l="0" t="0" r="r" b="b"/>
                <a:pathLst>
                  <a:path w="384480" h="36" fill="none">
                    <a:moveTo>
                      <a:pt x="0" y="0"/>
                    </a:moveTo>
                    <a:lnTo>
                      <a:pt x="384480" y="0"/>
                    </a:lnTo>
                  </a:path>
                </a:pathLst>
              </a:custGeom>
              <a:ln w="8280" cap="flat">
                <a:solidFill>
                  <a:srgbClr val="6B8192"/>
                </a:solidFill>
                <a:miter lim="800000"/>
              </a:ln>
            </p:spPr>
          </p:sp>
          <p:sp>
            <p:nvSpPr>
              <p:cNvPr id="5856" name="Pose merge → all-atom pose | arrowhead">
                <a:extLst>
                  <a:ext uri="{FF2B5EF4-FFF2-40B4-BE49-F238E27FC236}">
                    <a16:creationId xmlns:a16="http://schemas.microsoft.com/office/drawing/2014/main" id="{7A6FD5D4-1B11-39BD-1FFD-1CEC39E41320}"/>
                  </a:ext>
                </a:extLst>
              </p:cNvPr>
              <p:cNvSpPr/>
              <p:nvPr/>
            </p:nvSpPr>
            <p:spPr>
              <a:xfrm>
                <a:off x="4186080" y="5839920"/>
                <a:ext cx="25920" cy="20160"/>
              </a:xfrm>
              <a:custGeom>
                <a:avLst/>
                <a:gdLst/>
                <a:ahLst/>
                <a:cxnLst/>
                <a:rect l="0" t="0" r="0" b="0"/>
                <a:pathLst>
                  <a:path w="25920" h="20160">
                    <a:moveTo>
                      <a:pt x="25920" y="10080"/>
                    </a:moveTo>
                    <a:lnTo>
                      <a:pt x="0" y="20160"/>
                    </a:lnTo>
                    <a:lnTo>
                      <a:pt x="0" y="0"/>
                    </a:lnTo>
                    <a:close/>
                  </a:path>
                </a:pathLst>
              </a:custGeom>
              <a:solidFill>
                <a:srgbClr val="6B8192"/>
              </a:solidFill>
              <a:ln>
                <a:noFill/>
              </a:ln>
            </p:spPr>
          </p:sp>
        </p:grpSp>
      </p:grpSp>
      <p:pic>
        <p:nvPicPr>
          <p:cNvPr id="16002" name="a | density cube M_exp" descr="Synthetic voxel-grid density schematic">
            <a:extLst>
              <a:ext uri="{FF2B5EF4-FFF2-40B4-BE49-F238E27FC236}">
                <a16:creationId xmlns:a16="http://schemas.microsoft.com/office/drawing/2014/main" id="{930975E2-2D45-F6AC-F693-1AC7315284B8}"/>
              </a:ext>
            </a:extLst>
          </p:cNvPr>
          <p:cNvPicPr>
            <a:picLocks noChangeAspect="1"/>
          </p:cNvPicPr>
          <p:nvPr/>
        </p:nvPicPr>
        <p:blipFill>
          <a:blip r:embed="rId10"/>
          <a:stretch/>
        </p:blipFill>
        <p:spPr>
          <a:xfrm>
            <a:off x="1475540" y="489690"/>
            <a:ext cx="206784" cy="200257"/>
          </a:xfrm>
          <a:prstGeom prst="rect">
            <a:avLst/>
          </a:prstGeom>
        </p:spPr>
      </p:pic>
      <p:pic>
        <p:nvPicPr>
          <p:cNvPr id="16003" name="a | density cube M_sim" descr="Synthetic voxel-grid density schematic">
            <a:extLst>
              <a:ext uri="{FF2B5EF4-FFF2-40B4-BE49-F238E27FC236}">
                <a16:creationId xmlns:a16="http://schemas.microsoft.com/office/drawing/2014/main" id="{AFE32B10-9D12-3B16-6244-B403E746F487}"/>
              </a:ext>
            </a:extLst>
          </p:cNvPr>
          <p:cNvPicPr>
            <a:picLocks noChangeAspect="1"/>
          </p:cNvPicPr>
          <p:nvPr/>
        </p:nvPicPr>
        <p:blipFill>
          <a:blip r:embed="rId9"/>
          <a:stretch/>
        </p:blipFill>
        <p:spPr>
          <a:xfrm>
            <a:off x="1768581" y="489690"/>
            <a:ext cx="206784" cy="200257"/>
          </a:xfrm>
          <a:prstGeom prst="rect">
            <a:avLst/>
          </a:prstGeom>
        </p:spPr>
      </p:pic>
      <p:pic>
        <p:nvPicPr>
          <p:cNvPr id="16004" name="a | density cube M_diff" descr="Synthetic voxel-grid density schematic">
            <a:extLst>
              <a:ext uri="{FF2B5EF4-FFF2-40B4-BE49-F238E27FC236}">
                <a16:creationId xmlns:a16="http://schemas.microsoft.com/office/drawing/2014/main" id="{1AED9650-C673-C53D-3881-7C112DA064A1}"/>
              </a:ext>
            </a:extLst>
          </p:cNvPr>
          <p:cNvPicPr>
            <a:picLocks noChangeAspect="1"/>
          </p:cNvPicPr>
          <p:nvPr/>
        </p:nvPicPr>
        <p:blipFill>
          <a:blip r:embed="rId11"/>
          <a:stretch/>
        </p:blipFill>
        <p:spPr>
          <a:xfrm>
            <a:off x="1475540" y="824741"/>
            <a:ext cx="206784" cy="200257"/>
          </a:xfrm>
          <a:prstGeom prst="rect">
            <a:avLst/>
          </a:prstGeom>
        </p:spPr>
      </p:pic>
      <p:pic>
        <p:nvPicPr>
          <p:cNvPr id="16005" name="a | density cube M_diff+" descr="Synthetic voxel-grid density schematic">
            <a:extLst>
              <a:ext uri="{FF2B5EF4-FFF2-40B4-BE49-F238E27FC236}">
                <a16:creationId xmlns:a16="http://schemas.microsoft.com/office/drawing/2014/main" id="{4FF38CFF-A4C4-84B0-6C2E-8E58CD088147}"/>
              </a:ext>
            </a:extLst>
          </p:cNvPr>
          <p:cNvPicPr>
            <a:picLocks noChangeAspect="1"/>
          </p:cNvPicPr>
          <p:nvPr/>
        </p:nvPicPr>
        <p:blipFill>
          <a:blip r:embed="rId12"/>
          <a:stretch/>
        </p:blipFill>
        <p:spPr>
          <a:xfrm>
            <a:off x="1768581" y="824741"/>
            <a:ext cx="206784" cy="200257"/>
          </a:xfrm>
          <a:prstGeom prst="rect">
            <a:avLst/>
          </a:prstGeom>
        </p:spPr>
      </p:pic>
      <p:grpSp>
        <p:nvGrpSpPr>
          <p:cNvPr id="2" name="a | Raw distribution">
            <a:extLst>
              <a:ext uri="{FF2B5EF4-FFF2-40B4-BE49-F238E27FC236}">
                <a16:creationId xmlns:a16="http://schemas.microsoft.com/office/drawing/2014/main" id="{1AE5A644-F695-2A8F-9C56-628B233FF041}"/>
              </a:ext>
            </a:extLst>
          </p:cNvPr>
          <p:cNvGrpSpPr/>
          <p:nvPr/>
        </p:nvGrpSpPr>
        <p:grpSpPr>
          <a:xfrm>
            <a:off x="1476870" y="1592780"/>
            <a:ext cx="201031" cy="116005"/>
            <a:chOff x="165240" y="2224800"/>
            <a:chExt cx="280800" cy="162036"/>
          </a:xfrm>
        </p:grpSpPr>
        <p:sp>
          <p:nvSpPr>
            <p:cNvPr id="8" name="part_3415_0">
              <a:extLst>
                <a:ext uri="{FF2B5EF4-FFF2-40B4-BE49-F238E27FC236}">
                  <a16:creationId xmlns:a16="http://schemas.microsoft.com/office/drawing/2014/main" id="{72FB2CC3-0E40-CD97-0E9F-6D5B0730CDAD}"/>
                </a:ext>
              </a:extLst>
            </p:cNvPr>
            <p:cNvSpPr>
              <a:spLocks/>
            </p:cNvSpPr>
            <p:nvPr/>
          </p:nvSpPr>
          <p:spPr>
            <a:xfrm>
              <a:off x="174240" y="2224800"/>
              <a:ext cx="262800" cy="162000"/>
            </a:xfrm>
            <a:custGeom>
              <a:avLst/>
              <a:gdLst/>
              <a:ahLst/>
              <a:cxnLst/>
              <a:rect l="0" t="0" r="0" b="0"/>
              <a:pathLst>
                <a:path w="262800" h="162000">
                  <a:moveTo>
                    <a:pt x="0" y="162000"/>
                  </a:moveTo>
                  <a:lnTo>
                    <a:pt x="0" y="161032"/>
                  </a:lnTo>
                  <a:lnTo>
                    <a:pt x="4106" y="160673"/>
                  </a:lnTo>
                  <a:lnTo>
                    <a:pt x="8213" y="160200"/>
                  </a:lnTo>
                  <a:lnTo>
                    <a:pt x="12319" y="159583"/>
                  </a:lnTo>
                  <a:lnTo>
                    <a:pt x="16425" y="158786"/>
                  </a:lnTo>
                  <a:lnTo>
                    <a:pt x="20531" y="157768"/>
                  </a:lnTo>
                  <a:lnTo>
                    <a:pt x="24638" y="156484"/>
                  </a:lnTo>
                  <a:lnTo>
                    <a:pt x="28744" y="154882"/>
                  </a:lnTo>
                  <a:lnTo>
                    <a:pt x="32850" y="152906"/>
                  </a:lnTo>
                  <a:lnTo>
                    <a:pt x="36956" y="150497"/>
                  </a:lnTo>
                  <a:lnTo>
                    <a:pt x="41063" y="147595"/>
                  </a:lnTo>
                  <a:lnTo>
                    <a:pt x="45169" y="144139"/>
                  </a:lnTo>
                  <a:lnTo>
                    <a:pt x="49275" y="140076"/>
                  </a:lnTo>
                  <a:lnTo>
                    <a:pt x="53381" y="135355"/>
                  </a:lnTo>
                  <a:lnTo>
                    <a:pt x="57488" y="129940"/>
                  </a:lnTo>
                  <a:lnTo>
                    <a:pt x="61594" y="123809"/>
                  </a:lnTo>
                  <a:lnTo>
                    <a:pt x="65700" y="116958"/>
                  </a:lnTo>
                  <a:lnTo>
                    <a:pt x="69806" y="109406"/>
                  </a:lnTo>
                  <a:lnTo>
                    <a:pt x="73913" y="101200"/>
                  </a:lnTo>
                  <a:lnTo>
                    <a:pt x="78019" y="92412"/>
                  </a:lnTo>
                  <a:lnTo>
                    <a:pt x="82125" y="83146"/>
                  </a:lnTo>
                  <a:lnTo>
                    <a:pt x="86231" y="73536"/>
                  </a:lnTo>
                  <a:lnTo>
                    <a:pt x="90338" y="63742"/>
                  </a:lnTo>
                  <a:lnTo>
                    <a:pt x="94444" y="53950"/>
                  </a:lnTo>
                  <a:lnTo>
                    <a:pt x="98550" y="44364"/>
                  </a:lnTo>
                  <a:lnTo>
                    <a:pt x="102656" y="35202"/>
                  </a:lnTo>
                  <a:lnTo>
                    <a:pt x="106763" y="26686"/>
                  </a:lnTo>
                  <a:lnTo>
                    <a:pt x="110869" y="19036"/>
                  </a:lnTo>
                  <a:lnTo>
                    <a:pt x="114975" y="12455"/>
                  </a:lnTo>
                  <a:lnTo>
                    <a:pt x="119081" y="7128"/>
                  </a:lnTo>
                  <a:lnTo>
                    <a:pt x="123188" y="3208"/>
                  </a:lnTo>
                  <a:lnTo>
                    <a:pt x="127294" y="808"/>
                  </a:lnTo>
                  <a:lnTo>
                    <a:pt x="131400" y="0"/>
                  </a:lnTo>
                  <a:lnTo>
                    <a:pt x="135506" y="808"/>
                  </a:lnTo>
                  <a:lnTo>
                    <a:pt x="139613" y="3208"/>
                  </a:lnTo>
                  <a:lnTo>
                    <a:pt x="143719" y="7128"/>
                  </a:lnTo>
                  <a:lnTo>
                    <a:pt x="147825" y="12455"/>
                  </a:lnTo>
                  <a:lnTo>
                    <a:pt x="151931" y="19036"/>
                  </a:lnTo>
                  <a:lnTo>
                    <a:pt x="156038" y="26686"/>
                  </a:lnTo>
                  <a:lnTo>
                    <a:pt x="160144" y="35202"/>
                  </a:lnTo>
                  <a:lnTo>
                    <a:pt x="164250" y="44364"/>
                  </a:lnTo>
                  <a:lnTo>
                    <a:pt x="168356" y="53950"/>
                  </a:lnTo>
                  <a:lnTo>
                    <a:pt x="172463" y="63742"/>
                  </a:lnTo>
                  <a:lnTo>
                    <a:pt x="176569" y="73536"/>
                  </a:lnTo>
                  <a:lnTo>
                    <a:pt x="180675" y="83146"/>
                  </a:lnTo>
                  <a:lnTo>
                    <a:pt x="184781" y="92412"/>
                  </a:lnTo>
                  <a:lnTo>
                    <a:pt x="188888" y="101200"/>
                  </a:lnTo>
                  <a:lnTo>
                    <a:pt x="192994" y="109406"/>
                  </a:lnTo>
                  <a:lnTo>
                    <a:pt x="197100" y="116958"/>
                  </a:lnTo>
                  <a:lnTo>
                    <a:pt x="201206" y="123809"/>
                  </a:lnTo>
                  <a:lnTo>
                    <a:pt x="205313" y="129940"/>
                  </a:lnTo>
                  <a:lnTo>
                    <a:pt x="209419" y="135355"/>
                  </a:lnTo>
                  <a:lnTo>
                    <a:pt x="213525" y="140076"/>
                  </a:lnTo>
                  <a:lnTo>
                    <a:pt x="217631" y="144139"/>
                  </a:lnTo>
                  <a:lnTo>
                    <a:pt x="221738" y="147595"/>
                  </a:lnTo>
                  <a:lnTo>
                    <a:pt x="225844" y="150497"/>
                  </a:lnTo>
                  <a:lnTo>
                    <a:pt x="229950" y="152906"/>
                  </a:lnTo>
                  <a:lnTo>
                    <a:pt x="234056" y="154882"/>
                  </a:lnTo>
                  <a:lnTo>
                    <a:pt x="238163" y="156484"/>
                  </a:lnTo>
                  <a:lnTo>
                    <a:pt x="242269" y="157768"/>
                  </a:lnTo>
                  <a:lnTo>
                    <a:pt x="246375" y="158786"/>
                  </a:lnTo>
                  <a:lnTo>
                    <a:pt x="250481" y="159583"/>
                  </a:lnTo>
                  <a:lnTo>
                    <a:pt x="254588" y="160200"/>
                  </a:lnTo>
                  <a:lnTo>
                    <a:pt x="258694" y="160673"/>
                  </a:lnTo>
                  <a:lnTo>
                    <a:pt x="262800" y="161032"/>
                  </a:lnTo>
                  <a:lnTo>
                    <a:pt x="262800" y="162000"/>
                  </a:lnTo>
                  <a:close/>
                </a:path>
              </a:pathLst>
            </a:custGeom>
            <a:solidFill>
              <a:srgbClr val="DCE8FA">
                <a:alpha val="80000"/>
              </a:srgbClr>
            </a:solidFill>
            <a:ln w="0">
              <a:noFill/>
            </a:ln>
          </p:spPr>
        </p:sp>
        <p:sp>
          <p:nvSpPr>
            <p:cNvPr id="10" name="part_3415_1">
              <a:extLst>
                <a:ext uri="{FF2B5EF4-FFF2-40B4-BE49-F238E27FC236}">
                  <a16:creationId xmlns:a16="http://schemas.microsoft.com/office/drawing/2014/main" id="{119F2FBA-CDFB-8696-18C3-F6D4EB563784}"/>
                </a:ext>
              </a:extLst>
            </p:cNvPr>
            <p:cNvSpPr>
              <a:spLocks/>
            </p:cNvSpPr>
            <p:nvPr/>
          </p:nvSpPr>
          <p:spPr>
            <a:xfrm>
              <a:off x="174240" y="2224800"/>
              <a:ext cx="262800" cy="161032"/>
            </a:xfrm>
            <a:custGeom>
              <a:avLst/>
              <a:gdLst/>
              <a:ahLst/>
              <a:cxnLst/>
              <a:rect l="0" t="0" r="0" b="0"/>
              <a:pathLst>
                <a:path w="262800" h="161032">
                  <a:moveTo>
                    <a:pt x="0" y="161032"/>
                  </a:moveTo>
                  <a:lnTo>
                    <a:pt x="4106" y="160673"/>
                  </a:lnTo>
                  <a:lnTo>
                    <a:pt x="8213" y="160200"/>
                  </a:lnTo>
                  <a:lnTo>
                    <a:pt x="12319" y="159583"/>
                  </a:lnTo>
                  <a:lnTo>
                    <a:pt x="16425" y="158786"/>
                  </a:lnTo>
                  <a:lnTo>
                    <a:pt x="20531" y="157768"/>
                  </a:lnTo>
                  <a:lnTo>
                    <a:pt x="24638" y="156484"/>
                  </a:lnTo>
                  <a:lnTo>
                    <a:pt x="28744" y="154882"/>
                  </a:lnTo>
                  <a:lnTo>
                    <a:pt x="32850" y="152906"/>
                  </a:lnTo>
                  <a:lnTo>
                    <a:pt x="36956" y="150497"/>
                  </a:lnTo>
                  <a:lnTo>
                    <a:pt x="41063" y="147595"/>
                  </a:lnTo>
                  <a:lnTo>
                    <a:pt x="45169" y="144139"/>
                  </a:lnTo>
                  <a:lnTo>
                    <a:pt x="49275" y="140076"/>
                  </a:lnTo>
                  <a:lnTo>
                    <a:pt x="53381" y="135355"/>
                  </a:lnTo>
                  <a:lnTo>
                    <a:pt x="57488" y="129940"/>
                  </a:lnTo>
                  <a:lnTo>
                    <a:pt x="61594" y="123809"/>
                  </a:lnTo>
                  <a:lnTo>
                    <a:pt x="65700" y="116958"/>
                  </a:lnTo>
                  <a:lnTo>
                    <a:pt x="69806" y="109406"/>
                  </a:lnTo>
                  <a:lnTo>
                    <a:pt x="73913" y="101200"/>
                  </a:lnTo>
                  <a:lnTo>
                    <a:pt x="78019" y="92412"/>
                  </a:lnTo>
                  <a:lnTo>
                    <a:pt x="82125" y="83146"/>
                  </a:lnTo>
                  <a:lnTo>
                    <a:pt x="86231" y="73536"/>
                  </a:lnTo>
                  <a:lnTo>
                    <a:pt x="90338" y="63742"/>
                  </a:lnTo>
                  <a:lnTo>
                    <a:pt x="94444" y="53950"/>
                  </a:lnTo>
                  <a:lnTo>
                    <a:pt x="98550" y="44364"/>
                  </a:lnTo>
                  <a:lnTo>
                    <a:pt x="102656" y="35202"/>
                  </a:lnTo>
                  <a:lnTo>
                    <a:pt x="106763" y="26686"/>
                  </a:lnTo>
                  <a:lnTo>
                    <a:pt x="110869" y="19036"/>
                  </a:lnTo>
                  <a:lnTo>
                    <a:pt x="114975" y="12455"/>
                  </a:lnTo>
                  <a:lnTo>
                    <a:pt x="119081" y="7128"/>
                  </a:lnTo>
                  <a:lnTo>
                    <a:pt x="123188" y="3208"/>
                  </a:lnTo>
                  <a:lnTo>
                    <a:pt x="127294" y="808"/>
                  </a:lnTo>
                  <a:lnTo>
                    <a:pt x="131400" y="0"/>
                  </a:lnTo>
                  <a:lnTo>
                    <a:pt x="135506" y="808"/>
                  </a:lnTo>
                  <a:lnTo>
                    <a:pt x="139613" y="3208"/>
                  </a:lnTo>
                  <a:lnTo>
                    <a:pt x="143719" y="7128"/>
                  </a:lnTo>
                  <a:lnTo>
                    <a:pt x="147825" y="12455"/>
                  </a:lnTo>
                  <a:lnTo>
                    <a:pt x="151931" y="19036"/>
                  </a:lnTo>
                  <a:lnTo>
                    <a:pt x="156038" y="26686"/>
                  </a:lnTo>
                  <a:lnTo>
                    <a:pt x="160144" y="35202"/>
                  </a:lnTo>
                  <a:lnTo>
                    <a:pt x="164250" y="44364"/>
                  </a:lnTo>
                  <a:lnTo>
                    <a:pt x="168356" y="53950"/>
                  </a:lnTo>
                  <a:lnTo>
                    <a:pt x="172463" y="63742"/>
                  </a:lnTo>
                  <a:lnTo>
                    <a:pt x="176569" y="73536"/>
                  </a:lnTo>
                  <a:lnTo>
                    <a:pt x="180675" y="83146"/>
                  </a:lnTo>
                  <a:lnTo>
                    <a:pt x="184781" y="92412"/>
                  </a:lnTo>
                  <a:lnTo>
                    <a:pt x="188888" y="101200"/>
                  </a:lnTo>
                  <a:lnTo>
                    <a:pt x="192994" y="109406"/>
                  </a:lnTo>
                  <a:lnTo>
                    <a:pt x="197100" y="116958"/>
                  </a:lnTo>
                  <a:lnTo>
                    <a:pt x="201206" y="123809"/>
                  </a:lnTo>
                  <a:lnTo>
                    <a:pt x="205313" y="129940"/>
                  </a:lnTo>
                  <a:lnTo>
                    <a:pt x="209419" y="135355"/>
                  </a:lnTo>
                  <a:lnTo>
                    <a:pt x="213525" y="140076"/>
                  </a:lnTo>
                  <a:lnTo>
                    <a:pt x="217631" y="144139"/>
                  </a:lnTo>
                  <a:lnTo>
                    <a:pt x="221738" y="147595"/>
                  </a:lnTo>
                  <a:lnTo>
                    <a:pt x="225844" y="150497"/>
                  </a:lnTo>
                  <a:lnTo>
                    <a:pt x="229950" y="152906"/>
                  </a:lnTo>
                  <a:lnTo>
                    <a:pt x="234056" y="154882"/>
                  </a:lnTo>
                  <a:lnTo>
                    <a:pt x="238163" y="156484"/>
                  </a:lnTo>
                  <a:lnTo>
                    <a:pt x="242269" y="157768"/>
                  </a:lnTo>
                  <a:lnTo>
                    <a:pt x="246375" y="158786"/>
                  </a:lnTo>
                  <a:lnTo>
                    <a:pt x="250481" y="159583"/>
                  </a:lnTo>
                  <a:lnTo>
                    <a:pt x="254588" y="160200"/>
                  </a:lnTo>
                  <a:lnTo>
                    <a:pt x="258694" y="160673"/>
                  </a:lnTo>
                  <a:lnTo>
                    <a:pt x="262800" y="161032"/>
                  </a:lnTo>
                </a:path>
              </a:pathLst>
            </a:custGeom>
            <a:noFill/>
            <a:ln w="4320">
              <a:solidFill>
                <a:srgbClr val="9AB9E3"/>
              </a:solidFill>
            </a:ln>
          </p:spPr>
        </p:sp>
        <p:sp>
          <p:nvSpPr>
            <p:cNvPr id="12" name="part_3415_2">
              <a:extLst>
                <a:ext uri="{FF2B5EF4-FFF2-40B4-BE49-F238E27FC236}">
                  <a16:creationId xmlns:a16="http://schemas.microsoft.com/office/drawing/2014/main" id="{C1335999-DFEC-C78A-AE0E-8BC0C2566750}"/>
                </a:ext>
              </a:extLst>
            </p:cNvPr>
            <p:cNvSpPr>
              <a:spLocks/>
            </p:cNvSpPr>
            <p:nvPr/>
          </p:nvSpPr>
          <p:spPr>
            <a:xfrm>
              <a:off x="165240" y="2386800"/>
              <a:ext cx="280800" cy="36"/>
            </a:xfrm>
            <a:custGeom>
              <a:avLst/>
              <a:gdLst/>
              <a:ahLst/>
              <a:cxnLst/>
              <a:rect l="0" t="0" r="0" b="0"/>
              <a:pathLst>
                <a:path w="280800" h="36">
                  <a:moveTo>
                    <a:pt x="0" y="0"/>
                  </a:moveTo>
                  <a:lnTo>
                    <a:pt x="280800" y="0"/>
                  </a:lnTo>
                </a:path>
              </a:pathLst>
            </a:custGeom>
            <a:noFill/>
            <a:ln w="3600">
              <a:solidFill>
                <a:srgbClr val="C4D2DF"/>
              </a:solidFill>
            </a:ln>
          </p:spPr>
        </p:sp>
      </p:grpSp>
      <p:grpSp>
        <p:nvGrpSpPr>
          <p:cNvPr id="3416" name="a | Z-score histogram">
            <a:extLst>
              <a:ext uri="{FF2B5EF4-FFF2-40B4-BE49-F238E27FC236}">
                <a16:creationId xmlns:a16="http://schemas.microsoft.com/office/drawing/2014/main" id="{3EDCF536-E705-00EF-29AD-AE208B67E7E3}"/>
              </a:ext>
            </a:extLst>
          </p:cNvPr>
          <p:cNvGrpSpPr/>
          <p:nvPr/>
        </p:nvGrpSpPr>
        <p:grpSpPr>
          <a:xfrm>
            <a:off x="1762437" y="1569346"/>
            <a:ext cx="219072" cy="134388"/>
            <a:chOff x="564120" y="2192067"/>
            <a:chExt cx="306000" cy="187713"/>
          </a:xfrm>
        </p:grpSpPr>
        <p:sp>
          <p:nvSpPr>
            <p:cNvPr id="15270" name="hist_3416_0">
              <a:extLst>
                <a:ext uri="{FF2B5EF4-FFF2-40B4-BE49-F238E27FC236}">
                  <a16:creationId xmlns:a16="http://schemas.microsoft.com/office/drawing/2014/main" id="{4030C466-D414-7509-97F9-1ABD0D2CF5F8}"/>
                </a:ext>
              </a:extLst>
            </p:cNvPr>
            <p:cNvSpPr>
              <a:spLocks/>
            </p:cNvSpPr>
            <p:nvPr/>
          </p:nvSpPr>
          <p:spPr>
            <a:xfrm>
              <a:off x="571320" y="2375668"/>
              <a:ext cx="8460" cy="2132"/>
            </a:xfrm>
            <a:prstGeom prst="rect">
              <a:avLst/>
            </a:prstGeom>
            <a:gradFill>
              <a:gsLst>
                <a:gs pos="0">
                  <a:srgbClr val="C7D5ED"/>
                </a:gs>
                <a:gs pos="100000">
                  <a:srgbClr val="D9E3F4"/>
                </a:gs>
              </a:gsLst>
              <a:lin ang="5400000"/>
            </a:gradFill>
            <a:ln w="0">
              <a:noFill/>
            </a:ln>
          </p:spPr>
        </p:sp>
        <p:sp>
          <p:nvSpPr>
            <p:cNvPr id="15271" name="hist_3416_1">
              <a:extLst>
                <a:ext uri="{FF2B5EF4-FFF2-40B4-BE49-F238E27FC236}">
                  <a16:creationId xmlns:a16="http://schemas.microsoft.com/office/drawing/2014/main" id="{96B4A17B-48FB-1460-8C15-641A3A76423F}"/>
                </a:ext>
              </a:extLst>
            </p:cNvPr>
            <p:cNvSpPr>
              <a:spLocks/>
            </p:cNvSpPr>
            <p:nvPr/>
          </p:nvSpPr>
          <p:spPr>
            <a:xfrm>
              <a:off x="582120" y="2373576"/>
              <a:ext cx="8460" cy="4224"/>
            </a:xfrm>
            <a:prstGeom prst="rect">
              <a:avLst/>
            </a:prstGeom>
            <a:gradFill>
              <a:gsLst>
                <a:gs pos="0">
                  <a:srgbClr val="C7D5ED"/>
                </a:gs>
                <a:gs pos="100000">
                  <a:srgbClr val="D9E3F4"/>
                </a:gs>
              </a:gsLst>
              <a:lin ang="5400000"/>
            </a:gradFill>
            <a:ln w="0">
              <a:noFill/>
            </a:ln>
          </p:spPr>
        </p:sp>
        <p:sp>
          <p:nvSpPr>
            <p:cNvPr id="15272" name="hist_3416_2">
              <a:extLst>
                <a:ext uri="{FF2B5EF4-FFF2-40B4-BE49-F238E27FC236}">
                  <a16:creationId xmlns:a16="http://schemas.microsoft.com/office/drawing/2014/main" id="{5CF0458F-7E8B-5CA6-AC04-C32A88F3D20B}"/>
                </a:ext>
              </a:extLst>
            </p:cNvPr>
            <p:cNvSpPr>
              <a:spLocks/>
            </p:cNvSpPr>
            <p:nvPr/>
          </p:nvSpPr>
          <p:spPr>
            <a:xfrm>
              <a:off x="592920" y="2370486"/>
              <a:ext cx="8460" cy="7314"/>
            </a:xfrm>
            <a:prstGeom prst="rect">
              <a:avLst/>
            </a:prstGeom>
            <a:gradFill>
              <a:gsLst>
                <a:gs pos="0">
                  <a:srgbClr val="C7D5ED"/>
                </a:gs>
                <a:gs pos="100000">
                  <a:srgbClr val="D9E3F4"/>
                </a:gs>
              </a:gsLst>
              <a:lin ang="5400000"/>
            </a:gradFill>
            <a:ln w="0">
              <a:noFill/>
            </a:ln>
          </p:spPr>
        </p:sp>
        <p:sp>
          <p:nvSpPr>
            <p:cNvPr id="15273" name="hist_3416_3">
              <a:extLst>
                <a:ext uri="{FF2B5EF4-FFF2-40B4-BE49-F238E27FC236}">
                  <a16:creationId xmlns:a16="http://schemas.microsoft.com/office/drawing/2014/main" id="{87ED907D-908B-DDFA-5A47-4EFCF1E95E10}"/>
                </a:ext>
              </a:extLst>
            </p:cNvPr>
            <p:cNvSpPr>
              <a:spLocks/>
            </p:cNvSpPr>
            <p:nvPr/>
          </p:nvSpPr>
          <p:spPr>
            <a:xfrm>
              <a:off x="603720" y="2364234"/>
              <a:ext cx="8460" cy="13566"/>
            </a:xfrm>
            <a:prstGeom prst="rect">
              <a:avLst/>
            </a:prstGeom>
            <a:gradFill>
              <a:gsLst>
                <a:gs pos="0">
                  <a:srgbClr val="C7D5ED"/>
                </a:gs>
                <a:gs pos="100000">
                  <a:srgbClr val="D9E3F4"/>
                </a:gs>
              </a:gsLst>
              <a:lin ang="5400000"/>
            </a:gradFill>
            <a:ln w="0">
              <a:noFill/>
            </a:ln>
          </p:spPr>
        </p:sp>
        <p:sp>
          <p:nvSpPr>
            <p:cNvPr id="15274" name="hist_3416_4">
              <a:extLst>
                <a:ext uri="{FF2B5EF4-FFF2-40B4-BE49-F238E27FC236}">
                  <a16:creationId xmlns:a16="http://schemas.microsoft.com/office/drawing/2014/main" id="{3C3F9E5A-AF48-F3E3-1C5E-B463767690F1}"/>
                </a:ext>
              </a:extLst>
            </p:cNvPr>
            <p:cNvSpPr>
              <a:spLocks/>
            </p:cNvSpPr>
            <p:nvPr/>
          </p:nvSpPr>
          <p:spPr>
            <a:xfrm>
              <a:off x="614520" y="2356127"/>
              <a:ext cx="8460" cy="21673"/>
            </a:xfrm>
            <a:prstGeom prst="rect">
              <a:avLst/>
            </a:prstGeom>
            <a:gradFill>
              <a:gsLst>
                <a:gs pos="0">
                  <a:srgbClr val="C7D5ED"/>
                </a:gs>
                <a:gs pos="100000">
                  <a:srgbClr val="D9E3F4"/>
                </a:gs>
              </a:gsLst>
              <a:lin ang="5400000"/>
            </a:gradFill>
            <a:ln w="0">
              <a:noFill/>
            </a:ln>
          </p:spPr>
        </p:sp>
        <p:sp>
          <p:nvSpPr>
            <p:cNvPr id="15275" name="hist_3416_5">
              <a:extLst>
                <a:ext uri="{FF2B5EF4-FFF2-40B4-BE49-F238E27FC236}">
                  <a16:creationId xmlns:a16="http://schemas.microsoft.com/office/drawing/2014/main" id="{2A3D02E9-1641-1E05-0FB3-1B4307782B0A}"/>
                </a:ext>
              </a:extLst>
            </p:cNvPr>
            <p:cNvSpPr>
              <a:spLocks/>
            </p:cNvSpPr>
            <p:nvPr/>
          </p:nvSpPr>
          <p:spPr>
            <a:xfrm>
              <a:off x="625320" y="2344270"/>
              <a:ext cx="8460" cy="33530"/>
            </a:xfrm>
            <a:prstGeom prst="rect">
              <a:avLst/>
            </a:prstGeom>
            <a:gradFill>
              <a:gsLst>
                <a:gs pos="0">
                  <a:srgbClr val="C7D5ED"/>
                </a:gs>
                <a:gs pos="100000">
                  <a:srgbClr val="D9E3F4"/>
                </a:gs>
              </a:gsLst>
              <a:lin ang="5400000"/>
            </a:gradFill>
            <a:ln w="0">
              <a:noFill/>
            </a:ln>
          </p:spPr>
        </p:sp>
        <p:sp>
          <p:nvSpPr>
            <p:cNvPr id="15276" name="hist_3416_6">
              <a:extLst>
                <a:ext uri="{FF2B5EF4-FFF2-40B4-BE49-F238E27FC236}">
                  <a16:creationId xmlns:a16="http://schemas.microsoft.com/office/drawing/2014/main" id="{E94528C8-4A61-D852-58AC-1324BBA89D39}"/>
                </a:ext>
              </a:extLst>
            </p:cNvPr>
            <p:cNvSpPr>
              <a:spLocks/>
            </p:cNvSpPr>
            <p:nvPr/>
          </p:nvSpPr>
          <p:spPr>
            <a:xfrm>
              <a:off x="636120" y="2325290"/>
              <a:ext cx="8460" cy="52510"/>
            </a:xfrm>
            <a:prstGeom prst="rect">
              <a:avLst/>
            </a:prstGeom>
            <a:gradFill>
              <a:gsLst>
                <a:gs pos="0">
                  <a:srgbClr val="C7D5ED"/>
                </a:gs>
                <a:gs pos="100000">
                  <a:srgbClr val="D9E3F4"/>
                </a:gs>
              </a:gsLst>
              <a:lin ang="5400000"/>
            </a:gradFill>
            <a:ln w="0">
              <a:noFill/>
            </a:ln>
          </p:spPr>
        </p:sp>
        <p:sp>
          <p:nvSpPr>
            <p:cNvPr id="15277" name="hist_3416_7">
              <a:extLst>
                <a:ext uri="{FF2B5EF4-FFF2-40B4-BE49-F238E27FC236}">
                  <a16:creationId xmlns:a16="http://schemas.microsoft.com/office/drawing/2014/main" id="{ED62097F-B2D3-CD58-5AAD-A8C0271C2415}"/>
                </a:ext>
              </a:extLst>
            </p:cNvPr>
            <p:cNvSpPr>
              <a:spLocks/>
            </p:cNvSpPr>
            <p:nvPr/>
          </p:nvSpPr>
          <p:spPr>
            <a:xfrm>
              <a:off x="646920" y="2308412"/>
              <a:ext cx="8460" cy="69388"/>
            </a:xfrm>
            <a:prstGeom prst="rect">
              <a:avLst/>
            </a:prstGeom>
            <a:gradFill>
              <a:gsLst>
                <a:gs pos="0">
                  <a:srgbClr val="C7D5ED"/>
                </a:gs>
                <a:gs pos="100000">
                  <a:srgbClr val="D9E3F4"/>
                </a:gs>
              </a:gsLst>
              <a:lin ang="5400000"/>
            </a:gradFill>
            <a:ln w="0">
              <a:noFill/>
            </a:ln>
          </p:spPr>
        </p:sp>
        <p:sp>
          <p:nvSpPr>
            <p:cNvPr id="15278" name="hist_3416_8">
              <a:extLst>
                <a:ext uri="{FF2B5EF4-FFF2-40B4-BE49-F238E27FC236}">
                  <a16:creationId xmlns:a16="http://schemas.microsoft.com/office/drawing/2014/main" id="{EB0310AD-F272-6164-EF0A-C7E837B0832B}"/>
                </a:ext>
              </a:extLst>
            </p:cNvPr>
            <p:cNvSpPr>
              <a:spLocks/>
            </p:cNvSpPr>
            <p:nvPr/>
          </p:nvSpPr>
          <p:spPr>
            <a:xfrm>
              <a:off x="657720" y="2280881"/>
              <a:ext cx="8460" cy="96919"/>
            </a:xfrm>
            <a:prstGeom prst="rect">
              <a:avLst/>
            </a:prstGeom>
            <a:gradFill>
              <a:gsLst>
                <a:gs pos="0">
                  <a:srgbClr val="C7D5ED"/>
                </a:gs>
                <a:gs pos="100000">
                  <a:srgbClr val="D9E3F4"/>
                </a:gs>
              </a:gsLst>
              <a:lin ang="5400000"/>
            </a:gradFill>
            <a:ln w="0">
              <a:noFill/>
            </a:ln>
          </p:spPr>
        </p:sp>
        <p:sp>
          <p:nvSpPr>
            <p:cNvPr id="15279" name="hist_3416_9">
              <a:extLst>
                <a:ext uri="{FF2B5EF4-FFF2-40B4-BE49-F238E27FC236}">
                  <a16:creationId xmlns:a16="http://schemas.microsoft.com/office/drawing/2014/main" id="{5F4BE237-3D19-8A3D-5199-8EC5605526DE}"/>
                </a:ext>
              </a:extLst>
            </p:cNvPr>
            <p:cNvSpPr>
              <a:spLocks/>
            </p:cNvSpPr>
            <p:nvPr/>
          </p:nvSpPr>
          <p:spPr>
            <a:xfrm>
              <a:off x="668520" y="2254700"/>
              <a:ext cx="8460" cy="123100"/>
            </a:xfrm>
            <a:prstGeom prst="rect">
              <a:avLst/>
            </a:prstGeom>
            <a:gradFill>
              <a:gsLst>
                <a:gs pos="0">
                  <a:srgbClr val="C7D5ED"/>
                </a:gs>
                <a:gs pos="100000">
                  <a:srgbClr val="D9E3F4"/>
                </a:gs>
              </a:gsLst>
              <a:lin ang="5400000"/>
            </a:gradFill>
            <a:ln w="0">
              <a:noFill/>
            </a:ln>
          </p:spPr>
        </p:sp>
        <p:sp>
          <p:nvSpPr>
            <p:cNvPr id="15280" name="hist_3416_10">
              <a:extLst>
                <a:ext uri="{FF2B5EF4-FFF2-40B4-BE49-F238E27FC236}">
                  <a16:creationId xmlns:a16="http://schemas.microsoft.com/office/drawing/2014/main" id="{02F4386D-7FC3-097D-2930-FD4C354235D9}"/>
                </a:ext>
              </a:extLst>
            </p:cNvPr>
            <p:cNvSpPr>
              <a:spLocks/>
            </p:cNvSpPr>
            <p:nvPr/>
          </p:nvSpPr>
          <p:spPr>
            <a:xfrm>
              <a:off x="679320" y="2236272"/>
              <a:ext cx="8460" cy="141528"/>
            </a:xfrm>
            <a:prstGeom prst="rect">
              <a:avLst/>
            </a:prstGeom>
            <a:gradFill>
              <a:gsLst>
                <a:gs pos="0">
                  <a:srgbClr val="C7D5ED"/>
                </a:gs>
                <a:gs pos="100000">
                  <a:srgbClr val="D9E3F4"/>
                </a:gs>
              </a:gsLst>
              <a:lin ang="5400000"/>
            </a:gradFill>
            <a:ln w="0">
              <a:noFill/>
            </a:ln>
          </p:spPr>
        </p:sp>
        <p:sp>
          <p:nvSpPr>
            <p:cNvPr id="15281" name="hist_3416_11">
              <a:extLst>
                <a:ext uri="{FF2B5EF4-FFF2-40B4-BE49-F238E27FC236}">
                  <a16:creationId xmlns:a16="http://schemas.microsoft.com/office/drawing/2014/main" id="{81CC68AE-A52A-0096-CDFE-4DAB47E6FC03}"/>
                </a:ext>
              </a:extLst>
            </p:cNvPr>
            <p:cNvSpPr>
              <a:spLocks/>
            </p:cNvSpPr>
            <p:nvPr/>
          </p:nvSpPr>
          <p:spPr>
            <a:xfrm>
              <a:off x="690120" y="2205424"/>
              <a:ext cx="8460" cy="172376"/>
            </a:xfrm>
            <a:prstGeom prst="rect">
              <a:avLst/>
            </a:prstGeom>
            <a:gradFill>
              <a:gsLst>
                <a:gs pos="0">
                  <a:srgbClr val="C7D5ED"/>
                </a:gs>
                <a:gs pos="100000">
                  <a:srgbClr val="D9E3F4"/>
                </a:gs>
              </a:gsLst>
              <a:lin ang="5400000"/>
            </a:gradFill>
            <a:ln w="0">
              <a:noFill/>
            </a:ln>
          </p:spPr>
        </p:sp>
        <p:sp>
          <p:nvSpPr>
            <p:cNvPr id="15282" name="hist_3416_12">
              <a:extLst>
                <a:ext uri="{FF2B5EF4-FFF2-40B4-BE49-F238E27FC236}">
                  <a16:creationId xmlns:a16="http://schemas.microsoft.com/office/drawing/2014/main" id="{90F744C2-8E30-D440-14D8-CC7EA8C8C97D}"/>
                </a:ext>
              </a:extLst>
            </p:cNvPr>
            <p:cNvSpPr>
              <a:spLocks/>
            </p:cNvSpPr>
            <p:nvPr/>
          </p:nvSpPr>
          <p:spPr>
            <a:xfrm>
              <a:off x="700920" y="2200406"/>
              <a:ext cx="8460" cy="177394"/>
            </a:xfrm>
            <a:prstGeom prst="rect">
              <a:avLst/>
            </a:prstGeom>
            <a:gradFill>
              <a:gsLst>
                <a:gs pos="0">
                  <a:srgbClr val="C7D5ED"/>
                </a:gs>
                <a:gs pos="100000">
                  <a:srgbClr val="D9E3F4"/>
                </a:gs>
              </a:gsLst>
              <a:lin ang="5400000"/>
            </a:gradFill>
            <a:ln w="0">
              <a:noFill/>
            </a:ln>
          </p:spPr>
        </p:sp>
        <p:sp>
          <p:nvSpPr>
            <p:cNvPr id="15283" name="hist_3416_13">
              <a:extLst>
                <a:ext uri="{FF2B5EF4-FFF2-40B4-BE49-F238E27FC236}">
                  <a16:creationId xmlns:a16="http://schemas.microsoft.com/office/drawing/2014/main" id="{44B7A5B4-1CB1-DE4F-1775-86DBE3A08440}"/>
                </a:ext>
              </a:extLst>
            </p:cNvPr>
            <p:cNvSpPr>
              <a:spLocks/>
            </p:cNvSpPr>
            <p:nvPr/>
          </p:nvSpPr>
          <p:spPr>
            <a:xfrm>
              <a:off x="711720" y="2193790"/>
              <a:ext cx="8460" cy="184010"/>
            </a:xfrm>
            <a:prstGeom prst="rect">
              <a:avLst/>
            </a:prstGeom>
            <a:gradFill>
              <a:gsLst>
                <a:gs pos="0">
                  <a:srgbClr val="C7D5ED"/>
                </a:gs>
                <a:gs pos="100000">
                  <a:srgbClr val="D9E3F4"/>
                </a:gs>
              </a:gsLst>
              <a:lin ang="5400000"/>
            </a:gradFill>
            <a:ln w="0">
              <a:noFill/>
            </a:ln>
          </p:spPr>
        </p:sp>
        <p:sp>
          <p:nvSpPr>
            <p:cNvPr id="15284" name="hist_3416_14">
              <a:extLst>
                <a:ext uri="{FF2B5EF4-FFF2-40B4-BE49-F238E27FC236}">
                  <a16:creationId xmlns:a16="http://schemas.microsoft.com/office/drawing/2014/main" id="{F680B50B-B0E0-D844-FE15-8731898350E1}"/>
                </a:ext>
              </a:extLst>
            </p:cNvPr>
            <p:cNvSpPr>
              <a:spLocks/>
            </p:cNvSpPr>
            <p:nvPr/>
          </p:nvSpPr>
          <p:spPr>
            <a:xfrm>
              <a:off x="722520" y="2192067"/>
              <a:ext cx="8460" cy="185733"/>
            </a:xfrm>
            <a:prstGeom prst="rect">
              <a:avLst/>
            </a:prstGeom>
            <a:gradFill>
              <a:gsLst>
                <a:gs pos="0">
                  <a:srgbClr val="C7D5ED"/>
                </a:gs>
                <a:gs pos="100000">
                  <a:srgbClr val="D9E3F4"/>
                </a:gs>
              </a:gsLst>
              <a:lin ang="5400000"/>
            </a:gradFill>
            <a:ln w="0">
              <a:noFill/>
            </a:ln>
          </p:spPr>
        </p:sp>
        <p:sp>
          <p:nvSpPr>
            <p:cNvPr id="15285" name="hist_3416_15">
              <a:extLst>
                <a:ext uri="{FF2B5EF4-FFF2-40B4-BE49-F238E27FC236}">
                  <a16:creationId xmlns:a16="http://schemas.microsoft.com/office/drawing/2014/main" id="{4975B77F-0BE7-0BFE-8A2C-F317EFFC63D6}"/>
                </a:ext>
              </a:extLst>
            </p:cNvPr>
            <p:cNvSpPr>
              <a:spLocks/>
            </p:cNvSpPr>
            <p:nvPr/>
          </p:nvSpPr>
          <p:spPr>
            <a:xfrm>
              <a:off x="733320" y="2216786"/>
              <a:ext cx="8460" cy="161014"/>
            </a:xfrm>
            <a:prstGeom prst="rect">
              <a:avLst/>
            </a:prstGeom>
            <a:gradFill>
              <a:gsLst>
                <a:gs pos="0">
                  <a:srgbClr val="C7D5ED"/>
                </a:gs>
                <a:gs pos="100000">
                  <a:srgbClr val="D9E3F4"/>
                </a:gs>
              </a:gsLst>
              <a:lin ang="5400000"/>
            </a:gradFill>
            <a:ln w="0">
              <a:noFill/>
            </a:ln>
          </p:spPr>
        </p:sp>
        <p:sp>
          <p:nvSpPr>
            <p:cNvPr id="15286" name="hist_3416_16">
              <a:extLst>
                <a:ext uri="{FF2B5EF4-FFF2-40B4-BE49-F238E27FC236}">
                  <a16:creationId xmlns:a16="http://schemas.microsoft.com/office/drawing/2014/main" id="{1AE5C90F-7190-3E10-6337-498A44DE958F}"/>
                </a:ext>
              </a:extLst>
            </p:cNvPr>
            <p:cNvSpPr>
              <a:spLocks/>
            </p:cNvSpPr>
            <p:nvPr/>
          </p:nvSpPr>
          <p:spPr>
            <a:xfrm>
              <a:off x="744120" y="2228341"/>
              <a:ext cx="8460" cy="149459"/>
            </a:xfrm>
            <a:prstGeom prst="rect">
              <a:avLst/>
            </a:prstGeom>
            <a:gradFill>
              <a:gsLst>
                <a:gs pos="0">
                  <a:srgbClr val="C7D5ED"/>
                </a:gs>
                <a:gs pos="100000">
                  <a:srgbClr val="D9E3F4"/>
                </a:gs>
              </a:gsLst>
              <a:lin ang="5400000"/>
            </a:gradFill>
            <a:ln w="0">
              <a:noFill/>
            </a:ln>
          </p:spPr>
        </p:sp>
        <p:sp>
          <p:nvSpPr>
            <p:cNvPr id="15287" name="hist_3416_17">
              <a:extLst>
                <a:ext uri="{FF2B5EF4-FFF2-40B4-BE49-F238E27FC236}">
                  <a16:creationId xmlns:a16="http://schemas.microsoft.com/office/drawing/2014/main" id="{A65D00E3-A3F3-0D0C-0027-3D344B6074BE}"/>
                </a:ext>
              </a:extLst>
            </p:cNvPr>
            <p:cNvSpPr>
              <a:spLocks/>
            </p:cNvSpPr>
            <p:nvPr/>
          </p:nvSpPr>
          <p:spPr>
            <a:xfrm>
              <a:off x="754920" y="2256148"/>
              <a:ext cx="8460" cy="121652"/>
            </a:xfrm>
            <a:prstGeom prst="rect">
              <a:avLst/>
            </a:prstGeom>
            <a:gradFill>
              <a:gsLst>
                <a:gs pos="0">
                  <a:srgbClr val="C7D5ED"/>
                </a:gs>
                <a:gs pos="100000">
                  <a:srgbClr val="D9E3F4"/>
                </a:gs>
              </a:gsLst>
              <a:lin ang="5400000"/>
            </a:gradFill>
            <a:ln w="0">
              <a:noFill/>
            </a:ln>
          </p:spPr>
        </p:sp>
        <p:sp>
          <p:nvSpPr>
            <p:cNvPr id="15288" name="hist_3416_18">
              <a:extLst>
                <a:ext uri="{FF2B5EF4-FFF2-40B4-BE49-F238E27FC236}">
                  <a16:creationId xmlns:a16="http://schemas.microsoft.com/office/drawing/2014/main" id="{07677EEE-A09A-2D04-B94C-D8BAC5FE5117}"/>
                </a:ext>
              </a:extLst>
            </p:cNvPr>
            <p:cNvSpPr>
              <a:spLocks/>
            </p:cNvSpPr>
            <p:nvPr/>
          </p:nvSpPr>
          <p:spPr>
            <a:xfrm>
              <a:off x="765720" y="2284395"/>
              <a:ext cx="8460" cy="93405"/>
            </a:xfrm>
            <a:prstGeom prst="rect">
              <a:avLst/>
            </a:prstGeom>
            <a:gradFill>
              <a:gsLst>
                <a:gs pos="0">
                  <a:srgbClr val="C7D5ED"/>
                </a:gs>
                <a:gs pos="100000">
                  <a:srgbClr val="D9E3F4"/>
                </a:gs>
              </a:gsLst>
              <a:lin ang="5400000"/>
            </a:gradFill>
            <a:ln w="0">
              <a:noFill/>
            </a:ln>
          </p:spPr>
        </p:sp>
        <p:sp>
          <p:nvSpPr>
            <p:cNvPr id="15289" name="hist_3416_19">
              <a:extLst>
                <a:ext uri="{FF2B5EF4-FFF2-40B4-BE49-F238E27FC236}">
                  <a16:creationId xmlns:a16="http://schemas.microsoft.com/office/drawing/2014/main" id="{B2F3007B-17C4-E817-DA26-94CB7FACE346}"/>
                </a:ext>
              </a:extLst>
            </p:cNvPr>
            <p:cNvSpPr>
              <a:spLocks/>
            </p:cNvSpPr>
            <p:nvPr/>
          </p:nvSpPr>
          <p:spPr>
            <a:xfrm>
              <a:off x="776520" y="2303684"/>
              <a:ext cx="8460" cy="74116"/>
            </a:xfrm>
            <a:prstGeom prst="rect">
              <a:avLst/>
            </a:prstGeom>
            <a:gradFill>
              <a:gsLst>
                <a:gs pos="0">
                  <a:srgbClr val="C7D5ED"/>
                </a:gs>
                <a:gs pos="100000">
                  <a:srgbClr val="D9E3F4"/>
                </a:gs>
              </a:gsLst>
              <a:lin ang="5400000"/>
            </a:gradFill>
            <a:ln w="0">
              <a:noFill/>
            </a:ln>
          </p:spPr>
        </p:sp>
        <p:sp>
          <p:nvSpPr>
            <p:cNvPr id="15290" name="hist_3416_20">
              <a:extLst>
                <a:ext uri="{FF2B5EF4-FFF2-40B4-BE49-F238E27FC236}">
                  <a16:creationId xmlns:a16="http://schemas.microsoft.com/office/drawing/2014/main" id="{278470FB-35EB-E2CF-79C8-4442A9DAB4E9}"/>
                </a:ext>
              </a:extLst>
            </p:cNvPr>
            <p:cNvSpPr>
              <a:spLocks/>
            </p:cNvSpPr>
            <p:nvPr/>
          </p:nvSpPr>
          <p:spPr>
            <a:xfrm>
              <a:off x="787320" y="2328373"/>
              <a:ext cx="8460" cy="49427"/>
            </a:xfrm>
            <a:prstGeom prst="rect">
              <a:avLst/>
            </a:prstGeom>
            <a:gradFill>
              <a:gsLst>
                <a:gs pos="0">
                  <a:srgbClr val="C7D5ED"/>
                </a:gs>
                <a:gs pos="100000">
                  <a:srgbClr val="D9E3F4"/>
                </a:gs>
              </a:gsLst>
              <a:lin ang="5400000"/>
            </a:gradFill>
            <a:ln w="0">
              <a:noFill/>
            </a:ln>
          </p:spPr>
        </p:sp>
        <p:sp>
          <p:nvSpPr>
            <p:cNvPr id="15291" name="hist_3416_21">
              <a:extLst>
                <a:ext uri="{FF2B5EF4-FFF2-40B4-BE49-F238E27FC236}">
                  <a16:creationId xmlns:a16="http://schemas.microsoft.com/office/drawing/2014/main" id="{F2243E48-547C-BBAF-8497-10B14C2AEE4D}"/>
                </a:ext>
              </a:extLst>
            </p:cNvPr>
            <p:cNvSpPr>
              <a:spLocks/>
            </p:cNvSpPr>
            <p:nvPr/>
          </p:nvSpPr>
          <p:spPr>
            <a:xfrm>
              <a:off x="798120" y="2343468"/>
              <a:ext cx="8460" cy="34332"/>
            </a:xfrm>
            <a:prstGeom prst="rect">
              <a:avLst/>
            </a:prstGeom>
            <a:gradFill>
              <a:gsLst>
                <a:gs pos="0">
                  <a:srgbClr val="C7D5ED"/>
                </a:gs>
                <a:gs pos="100000">
                  <a:srgbClr val="D9E3F4"/>
                </a:gs>
              </a:gsLst>
              <a:lin ang="5400000"/>
            </a:gradFill>
            <a:ln w="0">
              <a:noFill/>
            </a:ln>
          </p:spPr>
        </p:sp>
        <p:sp>
          <p:nvSpPr>
            <p:cNvPr id="15292" name="hist_3416_22">
              <a:extLst>
                <a:ext uri="{FF2B5EF4-FFF2-40B4-BE49-F238E27FC236}">
                  <a16:creationId xmlns:a16="http://schemas.microsoft.com/office/drawing/2014/main" id="{22C4D85C-F5C2-B64A-D373-524013FD035A}"/>
                </a:ext>
              </a:extLst>
            </p:cNvPr>
            <p:cNvSpPr>
              <a:spLocks/>
            </p:cNvSpPr>
            <p:nvPr/>
          </p:nvSpPr>
          <p:spPr>
            <a:xfrm>
              <a:off x="808920" y="2355558"/>
              <a:ext cx="8460" cy="22242"/>
            </a:xfrm>
            <a:prstGeom prst="rect">
              <a:avLst/>
            </a:prstGeom>
            <a:gradFill>
              <a:gsLst>
                <a:gs pos="0">
                  <a:srgbClr val="C7D5ED"/>
                </a:gs>
                <a:gs pos="100000">
                  <a:srgbClr val="D9E3F4"/>
                </a:gs>
              </a:gsLst>
              <a:lin ang="5400000"/>
            </a:gradFill>
            <a:ln w="0">
              <a:noFill/>
            </a:ln>
          </p:spPr>
        </p:sp>
        <p:sp>
          <p:nvSpPr>
            <p:cNvPr id="15293" name="hist_3416_23">
              <a:extLst>
                <a:ext uri="{FF2B5EF4-FFF2-40B4-BE49-F238E27FC236}">
                  <a16:creationId xmlns:a16="http://schemas.microsoft.com/office/drawing/2014/main" id="{8477E417-DCC2-AA60-74DC-9D50177BE794}"/>
                </a:ext>
              </a:extLst>
            </p:cNvPr>
            <p:cNvSpPr>
              <a:spLocks/>
            </p:cNvSpPr>
            <p:nvPr/>
          </p:nvSpPr>
          <p:spPr>
            <a:xfrm>
              <a:off x="819720" y="2365051"/>
              <a:ext cx="8460" cy="12749"/>
            </a:xfrm>
            <a:prstGeom prst="rect">
              <a:avLst/>
            </a:prstGeom>
            <a:gradFill>
              <a:gsLst>
                <a:gs pos="0">
                  <a:srgbClr val="C7D5ED"/>
                </a:gs>
                <a:gs pos="100000">
                  <a:srgbClr val="D9E3F4"/>
                </a:gs>
              </a:gsLst>
              <a:lin ang="5400000"/>
            </a:gradFill>
            <a:ln w="0">
              <a:noFill/>
            </a:ln>
          </p:spPr>
        </p:sp>
        <p:sp>
          <p:nvSpPr>
            <p:cNvPr id="15294" name="hist_3416_24">
              <a:extLst>
                <a:ext uri="{FF2B5EF4-FFF2-40B4-BE49-F238E27FC236}">
                  <a16:creationId xmlns:a16="http://schemas.microsoft.com/office/drawing/2014/main" id="{9C31D0E3-FE7B-ED87-2C1B-827DBCF52F55}"/>
                </a:ext>
              </a:extLst>
            </p:cNvPr>
            <p:cNvSpPr>
              <a:spLocks/>
            </p:cNvSpPr>
            <p:nvPr/>
          </p:nvSpPr>
          <p:spPr>
            <a:xfrm>
              <a:off x="830520" y="2369992"/>
              <a:ext cx="8460" cy="7808"/>
            </a:xfrm>
            <a:prstGeom prst="rect">
              <a:avLst/>
            </a:prstGeom>
            <a:gradFill>
              <a:gsLst>
                <a:gs pos="0">
                  <a:srgbClr val="C7D5ED"/>
                </a:gs>
                <a:gs pos="100000">
                  <a:srgbClr val="D9E3F4"/>
                </a:gs>
              </a:gsLst>
              <a:lin ang="5400000"/>
            </a:gradFill>
            <a:ln w="0">
              <a:noFill/>
            </a:ln>
          </p:spPr>
        </p:sp>
        <p:sp>
          <p:nvSpPr>
            <p:cNvPr id="15295" name="hist_3416_25">
              <a:extLst>
                <a:ext uri="{FF2B5EF4-FFF2-40B4-BE49-F238E27FC236}">
                  <a16:creationId xmlns:a16="http://schemas.microsoft.com/office/drawing/2014/main" id="{1530FE5C-2B0F-1A43-3A85-D3EC11527C49}"/>
                </a:ext>
              </a:extLst>
            </p:cNvPr>
            <p:cNvSpPr>
              <a:spLocks/>
            </p:cNvSpPr>
            <p:nvPr/>
          </p:nvSpPr>
          <p:spPr>
            <a:xfrm>
              <a:off x="841320" y="2373717"/>
              <a:ext cx="8460" cy="4083"/>
            </a:xfrm>
            <a:prstGeom prst="rect">
              <a:avLst/>
            </a:prstGeom>
            <a:gradFill>
              <a:gsLst>
                <a:gs pos="0">
                  <a:srgbClr val="C7D5ED"/>
                </a:gs>
                <a:gs pos="100000">
                  <a:srgbClr val="D9E3F4"/>
                </a:gs>
              </a:gsLst>
              <a:lin ang="5400000"/>
            </a:gradFill>
            <a:ln w="0">
              <a:noFill/>
            </a:ln>
          </p:spPr>
        </p:sp>
        <p:sp>
          <p:nvSpPr>
            <p:cNvPr id="15296" name="hist_3416_26">
              <a:extLst>
                <a:ext uri="{FF2B5EF4-FFF2-40B4-BE49-F238E27FC236}">
                  <a16:creationId xmlns:a16="http://schemas.microsoft.com/office/drawing/2014/main" id="{199AC096-2765-E411-4F93-913DA02288EE}"/>
                </a:ext>
              </a:extLst>
            </p:cNvPr>
            <p:cNvSpPr>
              <a:spLocks/>
            </p:cNvSpPr>
            <p:nvPr/>
          </p:nvSpPr>
          <p:spPr>
            <a:xfrm>
              <a:off x="852120" y="2375700"/>
              <a:ext cx="8460" cy="2100"/>
            </a:xfrm>
            <a:prstGeom prst="rect">
              <a:avLst/>
            </a:prstGeom>
            <a:gradFill>
              <a:gsLst>
                <a:gs pos="0">
                  <a:srgbClr val="C7D5ED"/>
                </a:gs>
                <a:gs pos="100000">
                  <a:srgbClr val="D9E3F4"/>
                </a:gs>
              </a:gsLst>
              <a:lin ang="5400000"/>
            </a:gradFill>
            <a:ln w="0">
              <a:noFill/>
            </a:ln>
          </p:spPr>
        </p:sp>
        <p:sp>
          <p:nvSpPr>
            <p:cNvPr id="15297" name="hist_3416_baseline">
              <a:extLst>
                <a:ext uri="{FF2B5EF4-FFF2-40B4-BE49-F238E27FC236}">
                  <a16:creationId xmlns:a16="http://schemas.microsoft.com/office/drawing/2014/main" id="{517C25B0-6538-8FF1-7110-8BCC753B849A}"/>
                </a:ext>
              </a:extLst>
            </p:cNvPr>
            <p:cNvSpPr>
              <a:spLocks/>
            </p:cNvSpPr>
            <p:nvPr/>
          </p:nvSpPr>
          <p:spPr>
            <a:xfrm>
              <a:off x="564120" y="2377800"/>
              <a:ext cx="306000" cy="1980"/>
            </a:xfrm>
            <a:prstGeom prst="rect">
              <a:avLst/>
            </a:prstGeom>
            <a:solidFill>
              <a:srgbClr val="D7E1EF"/>
            </a:solidFill>
            <a:ln w="0">
              <a:noFill/>
            </a:ln>
          </p:spPr>
        </p:sp>
      </p:grpSp>
      <p:pic>
        <p:nvPicPr>
          <p:cNvPr id="16006" name="a | spatial view identity" descr="Synthetic voxel-grid density schematic">
            <a:extLst>
              <a:ext uri="{FF2B5EF4-FFF2-40B4-BE49-F238E27FC236}">
                <a16:creationId xmlns:a16="http://schemas.microsoft.com/office/drawing/2014/main" id="{40B525B0-D37B-82D9-FC44-6200EDCBB90D}"/>
              </a:ext>
            </a:extLst>
          </p:cNvPr>
          <p:cNvPicPr>
            <a:picLocks noChangeAspect="1"/>
          </p:cNvPicPr>
          <p:nvPr/>
        </p:nvPicPr>
        <p:blipFill>
          <a:blip r:embed="rId9"/>
          <a:stretch/>
        </p:blipFill>
        <p:spPr>
          <a:xfrm>
            <a:off x="1501222" y="2033501"/>
            <a:ext cx="155421" cy="150515"/>
          </a:xfrm>
          <a:prstGeom prst="rect">
            <a:avLst/>
          </a:prstGeom>
        </p:spPr>
      </p:pic>
      <p:pic>
        <p:nvPicPr>
          <p:cNvPr id="16007" name="a | spatial view gaussian x2" descr="Synthetic voxel-grid density schematic">
            <a:extLst>
              <a:ext uri="{FF2B5EF4-FFF2-40B4-BE49-F238E27FC236}">
                <a16:creationId xmlns:a16="http://schemas.microsoft.com/office/drawing/2014/main" id="{36292FE2-4D36-81FF-6733-FCC18AA589FE}"/>
              </a:ext>
            </a:extLst>
          </p:cNvPr>
          <p:cNvPicPr>
            <a:picLocks noChangeAspect="1"/>
          </p:cNvPicPr>
          <p:nvPr/>
        </p:nvPicPr>
        <p:blipFill>
          <a:blip r:embed="rId10"/>
          <a:stretch/>
        </p:blipFill>
        <p:spPr>
          <a:xfrm>
            <a:off x="1794262" y="2033501"/>
            <a:ext cx="155421" cy="150515"/>
          </a:xfrm>
          <a:prstGeom prst="rect">
            <a:avLst/>
          </a:prstGeom>
        </p:spPr>
      </p:pic>
      <p:pic>
        <p:nvPicPr>
          <p:cNvPr id="16008" name="a | spatial view dog x2" descr="Synthetic voxel-grid density schematic">
            <a:extLst>
              <a:ext uri="{FF2B5EF4-FFF2-40B4-BE49-F238E27FC236}">
                <a16:creationId xmlns:a16="http://schemas.microsoft.com/office/drawing/2014/main" id="{DAF4681A-6B98-F873-A056-59819F82FCC9}"/>
              </a:ext>
            </a:extLst>
          </p:cNvPr>
          <p:cNvPicPr>
            <a:picLocks noChangeAspect="1"/>
          </p:cNvPicPr>
          <p:nvPr/>
        </p:nvPicPr>
        <p:blipFill>
          <a:blip r:embed="rId9"/>
          <a:stretch/>
        </p:blipFill>
        <p:spPr>
          <a:xfrm>
            <a:off x="1501222" y="2319583"/>
            <a:ext cx="155421" cy="150515"/>
          </a:xfrm>
          <a:prstGeom prst="rect">
            <a:avLst/>
          </a:prstGeom>
        </p:spPr>
      </p:pic>
      <p:pic>
        <p:nvPicPr>
          <p:cNvPr id="16009" name="a | spatial view receptor suppression x2" descr="Synthetic voxel-grid density schematic">
            <a:extLst>
              <a:ext uri="{FF2B5EF4-FFF2-40B4-BE49-F238E27FC236}">
                <a16:creationId xmlns:a16="http://schemas.microsoft.com/office/drawing/2014/main" id="{2252E17B-4403-10D3-8986-59C131813BA0}"/>
              </a:ext>
            </a:extLst>
          </p:cNvPr>
          <p:cNvPicPr>
            <a:picLocks noChangeAspect="1"/>
          </p:cNvPicPr>
          <p:nvPr/>
        </p:nvPicPr>
        <p:blipFill>
          <a:blip r:embed="rId12"/>
          <a:stretch/>
        </p:blipFill>
        <p:spPr>
          <a:xfrm>
            <a:off x="1794262" y="2319583"/>
            <a:ext cx="155421" cy="150515"/>
          </a:xfrm>
          <a:prstGeom prst="rect">
            <a:avLst/>
          </a:prstGeom>
        </p:spPr>
      </p:pic>
      <p:pic>
        <p:nvPicPr>
          <p:cNvPr id="16010" name="a | 56-channel tensor stack" descr="Synthetic voxel-grid density schematic">
            <a:extLst>
              <a:ext uri="{FF2B5EF4-FFF2-40B4-BE49-F238E27FC236}">
                <a16:creationId xmlns:a16="http://schemas.microsoft.com/office/drawing/2014/main" id="{7287F061-8D15-65D6-4058-DB8AC064F98A}"/>
              </a:ext>
            </a:extLst>
          </p:cNvPr>
          <p:cNvPicPr>
            <a:picLocks noChangeAspect="1"/>
          </p:cNvPicPr>
          <p:nvPr/>
        </p:nvPicPr>
        <p:blipFill>
          <a:blip r:embed="rId13"/>
          <a:stretch/>
        </p:blipFill>
        <p:spPr>
          <a:xfrm>
            <a:off x="1546335" y="2762108"/>
            <a:ext cx="343801" cy="237886"/>
          </a:xfrm>
          <a:prstGeom prst="rect">
            <a:avLst/>
          </a:prstGeom>
        </p:spPr>
      </p:pic>
      <p:grpSp>
        <p:nvGrpSpPr>
          <p:cNvPr id="3422" name="a | receptor atom cloud">
            <a:extLst>
              <a:ext uri="{FF2B5EF4-FFF2-40B4-BE49-F238E27FC236}">
                <a16:creationId xmlns:a16="http://schemas.microsoft.com/office/drawing/2014/main" id="{F74A3FCC-BD72-26D1-B6AE-B9FEF9BC2A6B}"/>
              </a:ext>
            </a:extLst>
          </p:cNvPr>
          <p:cNvGrpSpPr/>
          <p:nvPr/>
        </p:nvGrpSpPr>
        <p:grpSpPr>
          <a:xfrm>
            <a:off x="1480189" y="3442117"/>
            <a:ext cx="164024" cy="174466"/>
            <a:chOff x="169875" y="4807960"/>
            <a:chExt cx="229109" cy="243694"/>
          </a:xfrm>
        </p:grpSpPr>
        <p:sp>
          <p:nvSpPr>
            <p:cNvPr id="5650" name="asset_3422_0">
              <a:extLst>
                <a:ext uri="{FF2B5EF4-FFF2-40B4-BE49-F238E27FC236}">
                  <a16:creationId xmlns:a16="http://schemas.microsoft.com/office/drawing/2014/main" id="{ACF2FD45-5812-759F-5A96-387C77A814BB}"/>
                </a:ext>
              </a:extLst>
            </p:cNvPr>
            <p:cNvSpPr>
              <a:spLocks noGrp="1"/>
            </p:cNvSpPr>
            <p:nvPr/>
          </p:nvSpPr>
          <p:spPr>
            <a:xfrm>
              <a:off x="231052" y="4952240"/>
              <a:ext cx="50740" cy="50740"/>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651" name="asset_3422_1">
              <a:extLst>
                <a:ext uri="{FF2B5EF4-FFF2-40B4-BE49-F238E27FC236}">
                  <a16:creationId xmlns:a16="http://schemas.microsoft.com/office/drawing/2014/main" id="{55079865-42D3-C677-C2BF-1713FCCC1437}"/>
                </a:ext>
              </a:extLst>
            </p:cNvPr>
            <p:cNvSpPr>
              <a:spLocks noGrp="1"/>
            </p:cNvSpPr>
            <p:nvPr/>
          </p:nvSpPr>
          <p:spPr>
            <a:xfrm>
              <a:off x="241961" y="4961881"/>
              <a:ext cx="16490" cy="9641"/>
            </a:xfrm>
            <a:prstGeom prst="ellipse">
              <a:avLst/>
            </a:prstGeom>
            <a:gradFill>
              <a:gsLst>
                <a:gs pos="0">
                  <a:srgbClr val="FFFFFF">
                    <a:alpha val="65000"/>
                  </a:srgbClr>
                </a:gs>
                <a:gs pos="100000">
                  <a:srgbClr val="FFFFFF">
                    <a:alpha val="0"/>
                  </a:srgbClr>
                </a:gs>
              </a:gsLst>
              <a:lin ang="5400000"/>
            </a:gradFill>
            <a:ln w="3600">
              <a:noFill/>
            </a:ln>
          </p:spPr>
        </p:sp>
        <p:sp>
          <p:nvSpPr>
            <p:cNvPr id="5652" name="asset_3422_2">
              <a:extLst>
                <a:ext uri="{FF2B5EF4-FFF2-40B4-BE49-F238E27FC236}">
                  <a16:creationId xmlns:a16="http://schemas.microsoft.com/office/drawing/2014/main" id="{7171C0AD-7D89-E1AD-C713-AEF7B9481C73}"/>
                </a:ext>
              </a:extLst>
            </p:cNvPr>
            <p:cNvSpPr>
              <a:spLocks noGrp="1"/>
            </p:cNvSpPr>
            <p:nvPr/>
          </p:nvSpPr>
          <p:spPr>
            <a:xfrm>
              <a:off x="257492" y="4890552"/>
              <a:ext cx="45016" cy="45016"/>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53" name="asset_3422_3">
              <a:extLst>
                <a:ext uri="{FF2B5EF4-FFF2-40B4-BE49-F238E27FC236}">
                  <a16:creationId xmlns:a16="http://schemas.microsoft.com/office/drawing/2014/main" id="{8E5F53DA-EBD1-CB8F-E41F-F6FD7C9405F3}"/>
                </a:ext>
              </a:extLst>
            </p:cNvPr>
            <p:cNvSpPr>
              <a:spLocks noGrp="1"/>
            </p:cNvSpPr>
            <p:nvPr/>
          </p:nvSpPr>
          <p:spPr>
            <a:xfrm>
              <a:off x="267171" y="4899105"/>
              <a:ext cx="14630" cy="8553"/>
            </a:xfrm>
            <a:prstGeom prst="ellipse">
              <a:avLst/>
            </a:prstGeom>
            <a:gradFill>
              <a:gsLst>
                <a:gs pos="0">
                  <a:srgbClr val="FFFFFF">
                    <a:alpha val="65000"/>
                  </a:srgbClr>
                </a:gs>
                <a:gs pos="100000">
                  <a:srgbClr val="FFFFFF">
                    <a:alpha val="0"/>
                  </a:srgbClr>
                </a:gs>
              </a:gsLst>
              <a:lin ang="5400000"/>
            </a:gradFill>
            <a:ln w="3600">
              <a:noFill/>
            </a:ln>
          </p:spPr>
        </p:sp>
        <p:sp>
          <p:nvSpPr>
            <p:cNvPr id="5654" name="asset_3422_4">
              <a:extLst>
                <a:ext uri="{FF2B5EF4-FFF2-40B4-BE49-F238E27FC236}">
                  <a16:creationId xmlns:a16="http://schemas.microsoft.com/office/drawing/2014/main" id="{6E3017C2-1F82-0DEC-BA19-262A2880D659}"/>
                </a:ext>
              </a:extLst>
            </p:cNvPr>
            <p:cNvSpPr>
              <a:spLocks noGrp="1"/>
            </p:cNvSpPr>
            <p:nvPr/>
          </p:nvSpPr>
          <p:spPr>
            <a:xfrm>
              <a:off x="341683" y="4917382"/>
              <a:ext cx="49251" cy="49251"/>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55" name="asset_3422_5">
              <a:extLst>
                <a:ext uri="{FF2B5EF4-FFF2-40B4-BE49-F238E27FC236}">
                  <a16:creationId xmlns:a16="http://schemas.microsoft.com/office/drawing/2014/main" id="{AD0B7A36-4B45-D76D-5300-517F0705ED41}"/>
                </a:ext>
              </a:extLst>
            </p:cNvPr>
            <p:cNvSpPr>
              <a:spLocks noGrp="1"/>
            </p:cNvSpPr>
            <p:nvPr/>
          </p:nvSpPr>
          <p:spPr>
            <a:xfrm>
              <a:off x="352272" y="4926740"/>
              <a:ext cx="16007" cy="9358"/>
            </a:xfrm>
            <a:prstGeom prst="ellipse">
              <a:avLst/>
            </a:prstGeom>
            <a:gradFill>
              <a:gsLst>
                <a:gs pos="0">
                  <a:srgbClr val="FFFFFF">
                    <a:alpha val="65000"/>
                  </a:srgbClr>
                </a:gs>
                <a:gs pos="100000">
                  <a:srgbClr val="FFFFFF">
                    <a:alpha val="0"/>
                  </a:srgbClr>
                </a:gs>
              </a:gsLst>
              <a:lin ang="5400000"/>
            </a:gradFill>
            <a:ln w="3600">
              <a:noFill/>
            </a:ln>
          </p:spPr>
        </p:sp>
        <p:sp>
          <p:nvSpPr>
            <p:cNvPr id="5656" name="asset_3422_6">
              <a:extLst>
                <a:ext uri="{FF2B5EF4-FFF2-40B4-BE49-F238E27FC236}">
                  <a16:creationId xmlns:a16="http://schemas.microsoft.com/office/drawing/2014/main" id="{4C4F4414-17C2-BBB3-9157-86F02F10A4A9}"/>
                </a:ext>
              </a:extLst>
            </p:cNvPr>
            <p:cNvSpPr>
              <a:spLocks noGrp="1"/>
            </p:cNvSpPr>
            <p:nvPr/>
          </p:nvSpPr>
          <p:spPr>
            <a:xfrm>
              <a:off x="271855" y="4975772"/>
              <a:ext cx="36195" cy="36195"/>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57" name="asset_3422_7">
              <a:extLst>
                <a:ext uri="{FF2B5EF4-FFF2-40B4-BE49-F238E27FC236}">
                  <a16:creationId xmlns:a16="http://schemas.microsoft.com/office/drawing/2014/main" id="{1956429C-A303-4B13-0AED-D3A467174BFF}"/>
                </a:ext>
              </a:extLst>
            </p:cNvPr>
            <p:cNvSpPr>
              <a:spLocks noGrp="1"/>
            </p:cNvSpPr>
            <p:nvPr/>
          </p:nvSpPr>
          <p:spPr>
            <a:xfrm>
              <a:off x="279637" y="4982649"/>
              <a:ext cx="11764" cy="6877"/>
            </a:xfrm>
            <a:prstGeom prst="ellipse">
              <a:avLst/>
            </a:prstGeom>
            <a:gradFill>
              <a:gsLst>
                <a:gs pos="0">
                  <a:srgbClr val="FFFFFF">
                    <a:alpha val="65000"/>
                  </a:srgbClr>
                </a:gs>
                <a:gs pos="100000">
                  <a:srgbClr val="FFFFFF">
                    <a:alpha val="0"/>
                  </a:srgbClr>
                </a:gs>
              </a:gsLst>
              <a:lin ang="5400000"/>
            </a:gradFill>
            <a:ln w="3600">
              <a:noFill/>
            </a:ln>
          </p:spPr>
        </p:sp>
        <p:sp>
          <p:nvSpPr>
            <p:cNvPr id="5658" name="asset_3422_8">
              <a:extLst>
                <a:ext uri="{FF2B5EF4-FFF2-40B4-BE49-F238E27FC236}">
                  <a16:creationId xmlns:a16="http://schemas.microsoft.com/office/drawing/2014/main" id="{9B80EDB8-6E96-A11A-06EB-183694AC7664}"/>
                </a:ext>
              </a:extLst>
            </p:cNvPr>
            <p:cNvSpPr>
              <a:spLocks noGrp="1"/>
            </p:cNvSpPr>
            <p:nvPr/>
          </p:nvSpPr>
          <p:spPr>
            <a:xfrm>
              <a:off x="189829" y="4978084"/>
              <a:ext cx="46368" cy="4636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59" name="asset_3422_9">
              <a:extLst>
                <a:ext uri="{FF2B5EF4-FFF2-40B4-BE49-F238E27FC236}">
                  <a16:creationId xmlns:a16="http://schemas.microsoft.com/office/drawing/2014/main" id="{CF523F68-234C-05FF-1627-D79E0B1D337C}"/>
                </a:ext>
              </a:extLst>
            </p:cNvPr>
            <p:cNvSpPr>
              <a:spLocks noGrp="1"/>
            </p:cNvSpPr>
            <p:nvPr/>
          </p:nvSpPr>
          <p:spPr>
            <a:xfrm>
              <a:off x="199798" y="4986894"/>
              <a:ext cx="15070" cy="8810"/>
            </a:xfrm>
            <a:prstGeom prst="ellipse">
              <a:avLst/>
            </a:prstGeom>
            <a:gradFill>
              <a:gsLst>
                <a:gs pos="0">
                  <a:srgbClr val="FFFFFF">
                    <a:alpha val="65000"/>
                  </a:srgbClr>
                </a:gs>
                <a:gs pos="100000">
                  <a:srgbClr val="FFFFFF">
                    <a:alpha val="0"/>
                  </a:srgbClr>
                </a:gs>
              </a:gsLst>
              <a:lin ang="5400000"/>
            </a:gradFill>
            <a:ln w="3600">
              <a:noFill/>
            </a:ln>
          </p:spPr>
        </p:sp>
        <p:sp>
          <p:nvSpPr>
            <p:cNvPr id="5660" name="asset_3422_10">
              <a:extLst>
                <a:ext uri="{FF2B5EF4-FFF2-40B4-BE49-F238E27FC236}">
                  <a16:creationId xmlns:a16="http://schemas.microsoft.com/office/drawing/2014/main" id="{4A9D88E9-2993-19D5-B015-B833DECC7F1A}"/>
                </a:ext>
              </a:extLst>
            </p:cNvPr>
            <p:cNvSpPr>
              <a:spLocks noGrp="1"/>
            </p:cNvSpPr>
            <p:nvPr/>
          </p:nvSpPr>
          <p:spPr>
            <a:xfrm>
              <a:off x="225545" y="5013901"/>
              <a:ext cx="33003" cy="3300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61" name="asset_3422_11">
              <a:extLst>
                <a:ext uri="{FF2B5EF4-FFF2-40B4-BE49-F238E27FC236}">
                  <a16:creationId xmlns:a16="http://schemas.microsoft.com/office/drawing/2014/main" id="{601983D3-9E52-1E47-7E7A-B07040CD24BC}"/>
                </a:ext>
              </a:extLst>
            </p:cNvPr>
            <p:cNvSpPr>
              <a:spLocks noGrp="1"/>
            </p:cNvSpPr>
            <p:nvPr/>
          </p:nvSpPr>
          <p:spPr>
            <a:xfrm>
              <a:off x="232640" y="5020172"/>
              <a:ext cx="10726" cy="6271"/>
            </a:xfrm>
            <a:prstGeom prst="ellipse">
              <a:avLst/>
            </a:prstGeom>
            <a:gradFill>
              <a:gsLst>
                <a:gs pos="0">
                  <a:srgbClr val="FFFFFF">
                    <a:alpha val="65000"/>
                  </a:srgbClr>
                </a:gs>
                <a:gs pos="100000">
                  <a:srgbClr val="FFFFFF">
                    <a:alpha val="0"/>
                  </a:srgbClr>
                </a:gs>
              </a:gsLst>
              <a:lin ang="5400000"/>
            </a:gradFill>
            <a:ln w="3600">
              <a:noFill/>
            </a:ln>
          </p:spPr>
        </p:sp>
        <p:sp>
          <p:nvSpPr>
            <p:cNvPr id="5662" name="asset_3422_12">
              <a:extLst>
                <a:ext uri="{FF2B5EF4-FFF2-40B4-BE49-F238E27FC236}">
                  <a16:creationId xmlns:a16="http://schemas.microsoft.com/office/drawing/2014/main" id="{EF9FD7CA-4CDE-2761-80DE-677269A8603B}"/>
                </a:ext>
              </a:extLst>
            </p:cNvPr>
            <p:cNvSpPr>
              <a:spLocks noGrp="1"/>
            </p:cNvSpPr>
            <p:nvPr/>
          </p:nvSpPr>
          <p:spPr>
            <a:xfrm>
              <a:off x="202899" y="4919795"/>
              <a:ext cx="44462" cy="44462"/>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63" name="asset_3422_13">
              <a:extLst>
                <a:ext uri="{FF2B5EF4-FFF2-40B4-BE49-F238E27FC236}">
                  <a16:creationId xmlns:a16="http://schemas.microsoft.com/office/drawing/2014/main" id="{52453685-3009-67E9-3DB3-28761AFCA070}"/>
                </a:ext>
              </a:extLst>
            </p:cNvPr>
            <p:cNvSpPr>
              <a:spLocks noGrp="1"/>
            </p:cNvSpPr>
            <p:nvPr/>
          </p:nvSpPr>
          <p:spPr>
            <a:xfrm>
              <a:off x="212458" y="4928243"/>
              <a:ext cx="14450" cy="8448"/>
            </a:xfrm>
            <a:prstGeom prst="ellipse">
              <a:avLst/>
            </a:prstGeom>
            <a:gradFill>
              <a:gsLst>
                <a:gs pos="0">
                  <a:srgbClr val="FFFFFF">
                    <a:alpha val="65000"/>
                  </a:srgbClr>
                </a:gs>
                <a:gs pos="100000">
                  <a:srgbClr val="FFFFFF">
                    <a:alpha val="0"/>
                  </a:srgbClr>
                </a:gs>
              </a:gsLst>
              <a:lin ang="5400000"/>
            </a:gradFill>
            <a:ln w="3600">
              <a:noFill/>
            </a:ln>
          </p:spPr>
        </p:sp>
        <p:sp>
          <p:nvSpPr>
            <p:cNvPr id="5664" name="asset_3422_14">
              <a:extLst>
                <a:ext uri="{FF2B5EF4-FFF2-40B4-BE49-F238E27FC236}">
                  <a16:creationId xmlns:a16="http://schemas.microsoft.com/office/drawing/2014/main" id="{69A697E6-D023-D641-916D-7C3C9B643472}"/>
                </a:ext>
              </a:extLst>
            </p:cNvPr>
            <p:cNvSpPr>
              <a:spLocks noGrp="1"/>
            </p:cNvSpPr>
            <p:nvPr/>
          </p:nvSpPr>
          <p:spPr>
            <a:xfrm>
              <a:off x="248117" y="4866798"/>
              <a:ext cx="41123" cy="4112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65" name="asset_3422_15">
              <a:extLst>
                <a:ext uri="{FF2B5EF4-FFF2-40B4-BE49-F238E27FC236}">
                  <a16:creationId xmlns:a16="http://schemas.microsoft.com/office/drawing/2014/main" id="{AC97809E-7277-F83F-A74A-9B9AEF8F58F2}"/>
                </a:ext>
              </a:extLst>
            </p:cNvPr>
            <p:cNvSpPr>
              <a:spLocks noGrp="1"/>
            </p:cNvSpPr>
            <p:nvPr/>
          </p:nvSpPr>
          <p:spPr>
            <a:xfrm>
              <a:off x="256958" y="4874611"/>
              <a:ext cx="13365" cy="7813"/>
            </a:xfrm>
            <a:prstGeom prst="ellipse">
              <a:avLst/>
            </a:prstGeom>
            <a:gradFill>
              <a:gsLst>
                <a:gs pos="0">
                  <a:srgbClr val="FFFFFF">
                    <a:alpha val="65000"/>
                  </a:srgbClr>
                </a:gs>
                <a:gs pos="100000">
                  <a:srgbClr val="FFFFFF">
                    <a:alpha val="0"/>
                  </a:srgbClr>
                </a:gs>
              </a:gsLst>
              <a:lin ang="5400000"/>
            </a:gradFill>
            <a:ln w="3600">
              <a:noFill/>
            </a:ln>
          </p:spPr>
        </p:sp>
        <p:sp>
          <p:nvSpPr>
            <p:cNvPr id="5666" name="asset_3422_16">
              <a:extLst>
                <a:ext uri="{FF2B5EF4-FFF2-40B4-BE49-F238E27FC236}">
                  <a16:creationId xmlns:a16="http://schemas.microsoft.com/office/drawing/2014/main" id="{9C87B84D-E780-917F-4BCF-48D4EB2B2E77}"/>
                </a:ext>
              </a:extLst>
            </p:cNvPr>
            <p:cNvSpPr>
              <a:spLocks noGrp="1"/>
            </p:cNvSpPr>
            <p:nvPr/>
          </p:nvSpPr>
          <p:spPr>
            <a:xfrm>
              <a:off x="297907" y="4941502"/>
              <a:ext cx="42220" cy="4222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67" name="asset_3422_17">
              <a:extLst>
                <a:ext uri="{FF2B5EF4-FFF2-40B4-BE49-F238E27FC236}">
                  <a16:creationId xmlns:a16="http://schemas.microsoft.com/office/drawing/2014/main" id="{1530846F-3332-6F3B-D169-176F7D0C4BD5}"/>
                </a:ext>
              </a:extLst>
            </p:cNvPr>
            <p:cNvSpPr>
              <a:spLocks noGrp="1"/>
            </p:cNvSpPr>
            <p:nvPr/>
          </p:nvSpPr>
          <p:spPr>
            <a:xfrm>
              <a:off x="306984" y="4949524"/>
              <a:ext cx="13721" cy="8022"/>
            </a:xfrm>
            <a:prstGeom prst="ellipse">
              <a:avLst/>
            </a:prstGeom>
            <a:gradFill>
              <a:gsLst>
                <a:gs pos="0">
                  <a:srgbClr val="FFFFFF">
                    <a:alpha val="65000"/>
                  </a:srgbClr>
                </a:gs>
                <a:gs pos="100000">
                  <a:srgbClr val="FFFFFF">
                    <a:alpha val="0"/>
                  </a:srgbClr>
                </a:gs>
              </a:gsLst>
              <a:lin ang="5400000"/>
            </a:gradFill>
            <a:ln w="3600">
              <a:noFill/>
            </a:ln>
          </p:spPr>
        </p:sp>
        <p:sp>
          <p:nvSpPr>
            <p:cNvPr id="5668" name="asset_3422_18">
              <a:extLst>
                <a:ext uri="{FF2B5EF4-FFF2-40B4-BE49-F238E27FC236}">
                  <a16:creationId xmlns:a16="http://schemas.microsoft.com/office/drawing/2014/main" id="{A49C83E0-A2EE-E231-658B-E200EA71D872}"/>
                </a:ext>
              </a:extLst>
            </p:cNvPr>
            <p:cNvSpPr>
              <a:spLocks noGrp="1"/>
            </p:cNvSpPr>
            <p:nvPr/>
          </p:nvSpPr>
          <p:spPr>
            <a:xfrm>
              <a:off x="197886" y="4901933"/>
              <a:ext cx="33418" cy="3341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69" name="asset_3422_19">
              <a:extLst>
                <a:ext uri="{FF2B5EF4-FFF2-40B4-BE49-F238E27FC236}">
                  <a16:creationId xmlns:a16="http://schemas.microsoft.com/office/drawing/2014/main" id="{E9CEF760-F2C3-F390-1668-963AC8B62D79}"/>
                </a:ext>
              </a:extLst>
            </p:cNvPr>
            <p:cNvSpPr>
              <a:spLocks noGrp="1"/>
            </p:cNvSpPr>
            <p:nvPr/>
          </p:nvSpPr>
          <p:spPr>
            <a:xfrm>
              <a:off x="205071" y="4908282"/>
              <a:ext cx="10861" cy="6350"/>
            </a:xfrm>
            <a:prstGeom prst="ellipse">
              <a:avLst/>
            </a:prstGeom>
            <a:gradFill>
              <a:gsLst>
                <a:gs pos="0">
                  <a:srgbClr val="FFFFFF">
                    <a:alpha val="65000"/>
                  </a:srgbClr>
                </a:gs>
                <a:gs pos="100000">
                  <a:srgbClr val="FFFFFF">
                    <a:alpha val="0"/>
                  </a:srgbClr>
                </a:gs>
              </a:gsLst>
              <a:lin ang="5400000"/>
            </a:gradFill>
            <a:ln w="3600">
              <a:noFill/>
            </a:ln>
          </p:spPr>
        </p:sp>
        <p:sp>
          <p:nvSpPr>
            <p:cNvPr id="5670" name="asset_3422_20">
              <a:extLst>
                <a:ext uri="{FF2B5EF4-FFF2-40B4-BE49-F238E27FC236}">
                  <a16:creationId xmlns:a16="http://schemas.microsoft.com/office/drawing/2014/main" id="{7056093D-7C44-73BB-4545-31AFF856C4FD}"/>
                </a:ext>
              </a:extLst>
            </p:cNvPr>
            <p:cNvSpPr>
              <a:spLocks noGrp="1"/>
            </p:cNvSpPr>
            <p:nvPr/>
          </p:nvSpPr>
          <p:spPr>
            <a:xfrm>
              <a:off x="245477" y="4933298"/>
              <a:ext cx="48764" cy="4876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71" name="asset_3422_21">
              <a:extLst>
                <a:ext uri="{FF2B5EF4-FFF2-40B4-BE49-F238E27FC236}">
                  <a16:creationId xmlns:a16="http://schemas.microsoft.com/office/drawing/2014/main" id="{1B196C74-08E0-74C2-1772-357BA72C4EBA}"/>
                </a:ext>
              </a:extLst>
            </p:cNvPr>
            <p:cNvSpPr>
              <a:spLocks noGrp="1"/>
            </p:cNvSpPr>
            <p:nvPr/>
          </p:nvSpPr>
          <p:spPr>
            <a:xfrm>
              <a:off x="255962" y="4942563"/>
              <a:ext cx="15848" cy="9265"/>
            </a:xfrm>
            <a:prstGeom prst="ellipse">
              <a:avLst/>
            </a:prstGeom>
            <a:gradFill>
              <a:gsLst>
                <a:gs pos="0">
                  <a:srgbClr val="FFFFFF">
                    <a:alpha val="65000"/>
                  </a:srgbClr>
                </a:gs>
                <a:gs pos="100000">
                  <a:srgbClr val="FFFFFF">
                    <a:alpha val="0"/>
                  </a:srgbClr>
                </a:gs>
              </a:gsLst>
              <a:lin ang="5400000"/>
            </a:gradFill>
            <a:ln w="3600">
              <a:noFill/>
            </a:ln>
          </p:spPr>
        </p:sp>
        <p:sp>
          <p:nvSpPr>
            <p:cNvPr id="5672" name="asset_3422_22">
              <a:extLst>
                <a:ext uri="{FF2B5EF4-FFF2-40B4-BE49-F238E27FC236}">
                  <a16:creationId xmlns:a16="http://schemas.microsoft.com/office/drawing/2014/main" id="{AEDCAA44-5091-3DBD-591B-7F3EFA6F12B2}"/>
                </a:ext>
              </a:extLst>
            </p:cNvPr>
            <p:cNvSpPr>
              <a:spLocks noGrp="1"/>
            </p:cNvSpPr>
            <p:nvPr/>
          </p:nvSpPr>
          <p:spPr>
            <a:xfrm>
              <a:off x="264633" y="4948569"/>
              <a:ext cx="40342" cy="40342"/>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673" name="asset_3422_23">
              <a:extLst>
                <a:ext uri="{FF2B5EF4-FFF2-40B4-BE49-F238E27FC236}">
                  <a16:creationId xmlns:a16="http://schemas.microsoft.com/office/drawing/2014/main" id="{B36C2AA8-52A3-BB47-A1EB-B3880C36DAE1}"/>
                </a:ext>
              </a:extLst>
            </p:cNvPr>
            <p:cNvSpPr>
              <a:spLocks noGrp="1"/>
            </p:cNvSpPr>
            <p:nvPr/>
          </p:nvSpPr>
          <p:spPr>
            <a:xfrm>
              <a:off x="273306" y="4956234"/>
              <a:ext cx="13111" cy="7665"/>
            </a:xfrm>
            <a:prstGeom prst="ellipse">
              <a:avLst/>
            </a:prstGeom>
            <a:gradFill>
              <a:gsLst>
                <a:gs pos="0">
                  <a:srgbClr val="FFFFFF">
                    <a:alpha val="65000"/>
                  </a:srgbClr>
                </a:gs>
                <a:gs pos="100000">
                  <a:srgbClr val="FFFFFF">
                    <a:alpha val="0"/>
                  </a:srgbClr>
                </a:gs>
              </a:gsLst>
              <a:lin ang="5400000"/>
            </a:gradFill>
            <a:ln w="3600">
              <a:noFill/>
            </a:ln>
          </p:spPr>
        </p:sp>
        <p:sp>
          <p:nvSpPr>
            <p:cNvPr id="5674" name="asset_3422_24">
              <a:extLst>
                <a:ext uri="{FF2B5EF4-FFF2-40B4-BE49-F238E27FC236}">
                  <a16:creationId xmlns:a16="http://schemas.microsoft.com/office/drawing/2014/main" id="{AD021490-DF7A-6A66-BE06-26F597627320}"/>
                </a:ext>
              </a:extLst>
            </p:cNvPr>
            <p:cNvSpPr>
              <a:spLocks noGrp="1"/>
            </p:cNvSpPr>
            <p:nvPr/>
          </p:nvSpPr>
          <p:spPr>
            <a:xfrm>
              <a:off x="230598" y="4889071"/>
              <a:ext cx="32512" cy="32512"/>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75" name="asset_3422_25">
              <a:extLst>
                <a:ext uri="{FF2B5EF4-FFF2-40B4-BE49-F238E27FC236}">
                  <a16:creationId xmlns:a16="http://schemas.microsoft.com/office/drawing/2014/main" id="{A4588BE7-F1A9-807B-DB52-8B51C8E5F39F}"/>
                </a:ext>
              </a:extLst>
            </p:cNvPr>
            <p:cNvSpPr>
              <a:spLocks noGrp="1"/>
            </p:cNvSpPr>
            <p:nvPr/>
          </p:nvSpPr>
          <p:spPr>
            <a:xfrm>
              <a:off x="237588" y="4895249"/>
              <a:ext cx="10566" cy="6177"/>
            </a:xfrm>
            <a:prstGeom prst="ellipse">
              <a:avLst/>
            </a:prstGeom>
            <a:gradFill>
              <a:gsLst>
                <a:gs pos="0">
                  <a:srgbClr val="FFFFFF">
                    <a:alpha val="65000"/>
                  </a:srgbClr>
                </a:gs>
                <a:gs pos="100000">
                  <a:srgbClr val="FFFFFF">
                    <a:alpha val="0"/>
                  </a:srgbClr>
                </a:gs>
              </a:gsLst>
              <a:lin ang="5400000"/>
            </a:gradFill>
            <a:ln w="3600">
              <a:noFill/>
            </a:ln>
          </p:spPr>
        </p:sp>
        <p:sp>
          <p:nvSpPr>
            <p:cNvPr id="5676" name="asset_3422_26">
              <a:extLst>
                <a:ext uri="{FF2B5EF4-FFF2-40B4-BE49-F238E27FC236}">
                  <a16:creationId xmlns:a16="http://schemas.microsoft.com/office/drawing/2014/main" id="{EF525F55-E473-BB6A-4B12-1708738A451D}"/>
                </a:ext>
              </a:extLst>
            </p:cNvPr>
            <p:cNvSpPr>
              <a:spLocks noGrp="1"/>
            </p:cNvSpPr>
            <p:nvPr/>
          </p:nvSpPr>
          <p:spPr>
            <a:xfrm>
              <a:off x="301686" y="4928199"/>
              <a:ext cx="31620" cy="31620"/>
            </a:xfrm>
            <a:prstGeom prst="ellipse">
              <a:avLst/>
            </a:prstGeom>
            <a:gradFill>
              <a:gsLst>
                <a:gs pos="0">
                  <a:srgbClr val="FFFFFF">
                    <a:alpha val="100000"/>
                  </a:srgbClr>
                </a:gs>
                <a:gs pos="46000">
                  <a:srgbClr val="AA90CC">
                    <a:alpha val="100000"/>
                  </a:srgbClr>
                </a:gs>
                <a:gs pos="74000">
                  <a:srgbClr val="AA90CC">
                    <a:alpha val="100000"/>
                  </a:srgbClr>
                </a:gs>
                <a:gs pos="100000">
                  <a:srgbClr val="69829D">
                    <a:alpha val="100000"/>
                  </a:srgbClr>
                </a:gs>
              </a:gsLst>
              <a:lin ang="7800000"/>
            </a:gradFill>
            <a:ln w="3600">
              <a:noFill/>
            </a:ln>
          </p:spPr>
        </p:sp>
        <p:sp>
          <p:nvSpPr>
            <p:cNvPr id="5677" name="asset_3422_27">
              <a:extLst>
                <a:ext uri="{FF2B5EF4-FFF2-40B4-BE49-F238E27FC236}">
                  <a16:creationId xmlns:a16="http://schemas.microsoft.com/office/drawing/2014/main" id="{FAC073C9-7858-2063-3FC1-55A9F1287394}"/>
                </a:ext>
              </a:extLst>
            </p:cNvPr>
            <p:cNvSpPr>
              <a:spLocks noGrp="1"/>
            </p:cNvSpPr>
            <p:nvPr/>
          </p:nvSpPr>
          <p:spPr>
            <a:xfrm>
              <a:off x="308484" y="4934207"/>
              <a:ext cx="10277" cy="6008"/>
            </a:xfrm>
            <a:prstGeom prst="ellipse">
              <a:avLst/>
            </a:prstGeom>
            <a:gradFill>
              <a:gsLst>
                <a:gs pos="0">
                  <a:srgbClr val="FFFFFF">
                    <a:alpha val="65000"/>
                  </a:srgbClr>
                </a:gs>
                <a:gs pos="100000">
                  <a:srgbClr val="FFFFFF">
                    <a:alpha val="0"/>
                  </a:srgbClr>
                </a:gs>
              </a:gsLst>
              <a:lin ang="5400000"/>
            </a:gradFill>
            <a:ln w="3600">
              <a:noFill/>
            </a:ln>
          </p:spPr>
        </p:sp>
        <p:sp>
          <p:nvSpPr>
            <p:cNvPr id="5678" name="asset_3422_28">
              <a:extLst>
                <a:ext uri="{FF2B5EF4-FFF2-40B4-BE49-F238E27FC236}">
                  <a16:creationId xmlns:a16="http://schemas.microsoft.com/office/drawing/2014/main" id="{2C9CF4D3-A22B-A72B-EF6A-DE97D5B26228}"/>
                </a:ext>
              </a:extLst>
            </p:cNvPr>
            <p:cNvSpPr>
              <a:spLocks noGrp="1"/>
            </p:cNvSpPr>
            <p:nvPr/>
          </p:nvSpPr>
          <p:spPr>
            <a:xfrm>
              <a:off x="188764" y="4922985"/>
              <a:ext cx="37593" cy="3759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79" name="asset_3422_29">
              <a:extLst>
                <a:ext uri="{FF2B5EF4-FFF2-40B4-BE49-F238E27FC236}">
                  <a16:creationId xmlns:a16="http://schemas.microsoft.com/office/drawing/2014/main" id="{4339CC24-1181-B2DA-F380-C865CE6EB33D}"/>
                </a:ext>
              </a:extLst>
            </p:cNvPr>
            <p:cNvSpPr>
              <a:spLocks noGrp="1"/>
            </p:cNvSpPr>
            <p:nvPr/>
          </p:nvSpPr>
          <p:spPr>
            <a:xfrm>
              <a:off x="196847" y="4930127"/>
              <a:ext cx="12218" cy="7143"/>
            </a:xfrm>
            <a:prstGeom prst="ellipse">
              <a:avLst/>
            </a:prstGeom>
            <a:gradFill>
              <a:gsLst>
                <a:gs pos="0">
                  <a:srgbClr val="FFFFFF">
                    <a:alpha val="65000"/>
                  </a:srgbClr>
                </a:gs>
                <a:gs pos="100000">
                  <a:srgbClr val="FFFFFF">
                    <a:alpha val="0"/>
                  </a:srgbClr>
                </a:gs>
              </a:gsLst>
              <a:lin ang="5400000"/>
            </a:gradFill>
            <a:ln w="3600">
              <a:noFill/>
            </a:ln>
          </p:spPr>
        </p:sp>
        <p:sp>
          <p:nvSpPr>
            <p:cNvPr id="5680" name="asset_3422_30">
              <a:extLst>
                <a:ext uri="{FF2B5EF4-FFF2-40B4-BE49-F238E27FC236}">
                  <a16:creationId xmlns:a16="http://schemas.microsoft.com/office/drawing/2014/main" id="{077C978E-F309-5BAE-79A0-936D9EF27E43}"/>
                </a:ext>
              </a:extLst>
            </p:cNvPr>
            <p:cNvSpPr>
              <a:spLocks noGrp="1"/>
            </p:cNvSpPr>
            <p:nvPr/>
          </p:nvSpPr>
          <p:spPr>
            <a:xfrm>
              <a:off x="218174" y="4997359"/>
              <a:ext cx="31164" cy="3116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81" name="asset_3422_31">
              <a:extLst>
                <a:ext uri="{FF2B5EF4-FFF2-40B4-BE49-F238E27FC236}">
                  <a16:creationId xmlns:a16="http://schemas.microsoft.com/office/drawing/2014/main" id="{40CD83CF-5A4F-5ADA-6D37-6DC86BFF1EAE}"/>
                </a:ext>
              </a:extLst>
            </p:cNvPr>
            <p:cNvSpPr>
              <a:spLocks noGrp="1"/>
            </p:cNvSpPr>
            <p:nvPr/>
          </p:nvSpPr>
          <p:spPr>
            <a:xfrm>
              <a:off x="224874" y="5003280"/>
              <a:ext cx="10128" cy="5921"/>
            </a:xfrm>
            <a:prstGeom prst="ellipse">
              <a:avLst/>
            </a:prstGeom>
            <a:gradFill>
              <a:gsLst>
                <a:gs pos="0">
                  <a:srgbClr val="FFFFFF">
                    <a:alpha val="65000"/>
                  </a:srgbClr>
                </a:gs>
                <a:gs pos="100000">
                  <a:srgbClr val="FFFFFF">
                    <a:alpha val="0"/>
                  </a:srgbClr>
                </a:gs>
              </a:gsLst>
              <a:lin ang="5400000"/>
            </a:gradFill>
            <a:ln w="3600">
              <a:noFill/>
            </a:ln>
          </p:spPr>
        </p:sp>
        <p:sp>
          <p:nvSpPr>
            <p:cNvPr id="5682" name="asset_3422_32">
              <a:extLst>
                <a:ext uri="{FF2B5EF4-FFF2-40B4-BE49-F238E27FC236}">
                  <a16:creationId xmlns:a16="http://schemas.microsoft.com/office/drawing/2014/main" id="{D1D86BA7-21BC-C658-7ABC-7E2800F635DF}"/>
                </a:ext>
              </a:extLst>
            </p:cNvPr>
            <p:cNvSpPr>
              <a:spLocks noGrp="1"/>
            </p:cNvSpPr>
            <p:nvPr/>
          </p:nvSpPr>
          <p:spPr>
            <a:xfrm>
              <a:off x="291333" y="4860690"/>
              <a:ext cx="35713" cy="3571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83" name="asset_3422_33">
              <a:extLst>
                <a:ext uri="{FF2B5EF4-FFF2-40B4-BE49-F238E27FC236}">
                  <a16:creationId xmlns:a16="http://schemas.microsoft.com/office/drawing/2014/main" id="{3D56089D-89CA-E8F6-BD24-E31FF0B1673B}"/>
                </a:ext>
              </a:extLst>
            </p:cNvPr>
            <p:cNvSpPr>
              <a:spLocks noGrp="1"/>
            </p:cNvSpPr>
            <p:nvPr/>
          </p:nvSpPr>
          <p:spPr>
            <a:xfrm>
              <a:off x="299012" y="4867475"/>
              <a:ext cx="11607" cy="6785"/>
            </a:xfrm>
            <a:prstGeom prst="ellipse">
              <a:avLst/>
            </a:prstGeom>
            <a:gradFill>
              <a:gsLst>
                <a:gs pos="0">
                  <a:srgbClr val="FFFFFF">
                    <a:alpha val="65000"/>
                  </a:srgbClr>
                </a:gs>
                <a:gs pos="100000">
                  <a:srgbClr val="FFFFFF">
                    <a:alpha val="0"/>
                  </a:srgbClr>
                </a:gs>
              </a:gsLst>
              <a:lin ang="5400000"/>
            </a:gradFill>
            <a:ln w="3600">
              <a:noFill/>
            </a:ln>
          </p:spPr>
        </p:sp>
        <p:sp>
          <p:nvSpPr>
            <p:cNvPr id="5684" name="asset_3422_34">
              <a:extLst>
                <a:ext uri="{FF2B5EF4-FFF2-40B4-BE49-F238E27FC236}">
                  <a16:creationId xmlns:a16="http://schemas.microsoft.com/office/drawing/2014/main" id="{13269EEF-EE14-C014-7BBC-90B612509955}"/>
                </a:ext>
              </a:extLst>
            </p:cNvPr>
            <p:cNvSpPr>
              <a:spLocks noGrp="1"/>
            </p:cNvSpPr>
            <p:nvPr/>
          </p:nvSpPr>
          <p:spPr>
            <a:xfrm>
              <a:off x="190779" y="4973792"/>
              <a:ext cx="35794" cy="3579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85" name="asset_3422_35">
              <a:extLst>
                <a:ext uri="{FF2B5EF4-FFF2-40B4-BE49-F238E27FC236}">
                  <a16:creationId xmlns:a16="http://schemas.microsoft.com/office/drawing/2014/main" id="{660BB2F7-E70F-8FBC-9FB6-39F09B45A36D}"/>
                </a:ext>
              </a:extLst>
            </p:cNvPr>
            <p:cNvSpPr>
              <a:spLocks noGrp="1"/>
            </p:cNvSpPr>
            <p:nvPr/>
          </p:nvSpPr>
          <p:spPr>
            <a:xfrm>
              <a:off x="198475" y="4980593"/>
              <a:ext cx="11633" cy="6801"/>
            </a:xfrm>
            <a:prstGeom prst="ellipse">
              <a:avLst/>
            </a:prstGeom>
            <a:gradFill>
              <a:gsLst>
                <a:gs pos="0">
                  <a:srgbClr val="FFFFFF">
                    <a:alpha val="65000"/>
                  </a:srgbClr>
                </a:gs>
                <a:gs pos="100000">
                  <a:srgbClr val="FFFFFF">
                    <a:alpha val="0"/>
                  </a:srgbClr>
                </a:gs>
              </a:gsLst>
              <a:lin ang="5400000"/>
            </a:gradFill>
            <a:ln w="3600">
              <a:noFill/>
            </a:ln>
          </p:spPr>
        </p:sp>
        <p:sp>
          <p:nvSpPr>
            <p:cNvPr id="5686" name="asset_3422_36">
              <a:extLst>
                <a:ext uri="{FF2B5EF4-FFF2-40B4-BE49-F238E27FC236}">
                  <a16:creationId xmlns:a16="http://schemas.microsoft.com/office/drawing/2014/main" id="{5C2E263D-6E8A-DF33-5BAB-35F5A2C5F251}"/>
                </a:ext>
              </a:extLst>
            </p:cNvPr>
            <p:cNvSpPr>
              <a:spLocks noGrp="1"/>
            </p:cNvSpPr>
            <p:nvPr/>
          </p:nvSpPr>
          <p:spPr>
            <a:xfrm>
              <a:off x="225392" y="4818090"/>
              <a:ext cx="40954" cy="4095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87" name="asset_3422_37">
              <a:extLst>
                <a:ext uri="{FF2B5EF4-FFF2-40B4-BE49-F238E27FC236}">
                  <a16:creationId xmlns:a16="http://schemas.microsoft.com/office/drawing/2014/main" id="{A870849F-ECC8-5872-6923-6C13804AE340}"/>
                </a:ext>
              </a:extLst>
            </p:cNvPr>
            <p:cNvSpPr>
              <a:spLocks noGrp="1"/>
            </p:cNvSpPr>
            <p:nvPr/>
          </p:nvSpPr>
          <p:spPr>
            <a:xfrm>
              <a:off x="234197" y="4825872"/>
              <a:ext cx="13310" cy="7781"/>
            </a:xfrm>
            <a:prstGeom prst="ellipse">
              <a:avLst/>
            </a:prstGeom>
            <a:gradFill>
              <a:gsLst>
                <a:gs pos="0">
                  <a:srgbClr val="FFFFFF">
                    <a:alpha val="65000"/>
                  </a:srgbClr>
                </a:gs>
                <a:gs pos="100000">
                  <a:srgbClr val="FFFFFF">
                    <a:alpha val="0"/>
                  </a:srgbClr>
                </a:gs>
              </a:gsLst>
              <a:lin ang="5400000"/>
            </a:gradFill>
            <a:ln w="3600">
              <a:noFill/>
            </a:ln>
          </p:spPr>
        </p:sp>
        <p:sp>
          <p:nvSpPr>
            <p:cNvPr id="5688" name="asset_3422_38">
              <a:extLst>
                <a:ext uri="{FF2B5EF4-FFF2-40B4-BE49-F238E27FC236}">
                  <a16:creationId xmlns:a16="http://schemas.microsoft.com/office/drawing/2014/main" id="{AAFC3371-F314-0C8A-2D26-93DB33BF9511}"/>
                </a:ext>
              </a:extLst>
            </p:cNvPr>
            <p:cNvSpPr>
              <a:spLocks noGrp="1"/>
            </p:cNvSpPr>
            <p:nvPr/>
          </p:nvSpPr>
          <p:spPr>
            <a:xfrm>
              <a:off x="202785" y="4934968"/>
              <a:ext cx="44618" cy="4461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89" name="asset_3422_39">
              <a:extLst>
                <a:ext uri="{FF2B5EF4-FFF2-40B4-BE49-F238E27FC236}">
                  <a16:creationId xmlns:a16="http://schemas.microsoft.com/office/drawing/2014/main" id="{BD72A813-458E-DB8C-209B-ED44600E60CB}"/>
                </a:ext>
              </a:extLst>
            </p:cNvPr>
            <p:cNvSpPr>
              <a:spLocks noGrp="1"/>
            </p:cNvSpPr>
            <p:nvPr/>
          </p:nvSpPr>
          <p:spPr>
            <a:xfrm>
              <a:off x="212377" y="4943445"/>
              <a:ext cx="14501" cy="8477"/>
            </a:xfrm>
            <a:prstGeom prst="ellipse">
              <a:avLst/>
            </a:prstGeom>
            <a:gradFill>
              <a:gsLst>
                <a:gs pos="0">
                  <a:srgbClr val="FFFFFF">
                    <a:alpha val="65000"/>
                  </a:srgbClr>
                </a:gs>
                <a:gs pos="100000">
                  <a:srgbClr val="FFFFFF">
                    <a:alpha val="0"/>
                  </a:srgbClr>
                </a:gs>
              </a:gsLst>
              <a:lin ang="5400000"/>
            </a:gradFill>
            <a:ln w="3600">
              <a:noFill/>
            </a:ln>
          </p:spPr>
        </p:sp>
        <p:sp>
          <p:nvSpPr>
            <p:cNvPr id="5690" name="asset_3422_40">
              <a:extLst>
                <a:ext uri="{FF2B5EF4-FFF2-40B4-BE49-F238E27FC236}">
                  <a16:creationId xmlns:a16="http://schemas.microsoft.com/office/drawing/2014/main" id="{5274F46A-89A9-E068-374C-E1DCAFE1E6F7}"/>
                </a:ext>
              </a:extLst>
            </p:cNvPr>
            <p:cNvSpPr>
              <a:spLocks noGrp="1"/>
            </p:cNvSpPr>
            <p:nvPr/>
          </p:nvSpPr>
          <p:spPr>
            <a:xfrm>
              <a:off x="338599" y="4889037"/>
              <a:ext cx="31138" cy="3113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91" name="asset_3422_41">
              <a:extLst>
                <a:ext uri="{FF2B5EF4-FFF2-40B4-BE49-F238E27FC236}">
                  <a16:creationId xmlns:a16="http://schemas.microsoft.com/office/drawing/2014/main" id="{167DD92E-7EB5-65B3-3589-E51172090FEC}"/>
                </a:ext>
              </a:extLst>
            </p:cNvPr>
            <p:cNvSpPr>
              <a:spLocks noGrp="1"/>
            </p:cNvSpPr>
            <p:nvPr/>
          </p:nvSpPr>
          <p:spPr>
            <a:xfrm>
              <a:off x="345294" y="4894953"/>
              <a:ext cx="10120" cy="5916"/>
            </a:xfrm>
            <a:prstGeom prst="ellipse">
              <a:avLst/>
            </a:prstGeom>
            <a:gradFill>
              <a:gsLst>
                <a:gs pos="0">
                  <a:srgbClr val="FFFFFF">
                    <a:alpha val="65000"/>
                  </a:srgbClr>
                </a:gs>
                <a:gs pos="100000">
                  <a:srgbClr val="FFFFFF">
                    <a:alpha val="0"/>
                  </a:srgbClr>
                </a:gs>
              </a:gsLst>
              <a:lin ang="5400000"/>
            </a:gradFill>
            <a:ln w="3600">
              <a:noFill/>
            </a:ln>
          </p:spPr>
        </p:sp>
        <p:sp>
          <p:nvSpPr>
            <p:cNvPr id="5692" name="asset_3422_42">
              <a:extLst>
                <a:ext uri="{FF2B5EF4-FFF2-40B4-BE49-F238E27FC236}">
                  <a16:creationId xmlns:a16="http://schemas.microsoft.com/office/drawing/2014/main" id="{BF83F7AA-47B4-3838-E342-7B1C73E00473}"/>
                </a:ext>
              </a:extLst>
            </p:cNvPr>
            <p:cNvSpPr>
              <a:spLocks noGrp="1"/>
            </p:cNvSpPr>
            <p:nvPr/>
          </p:nvSpPr>
          <p:spPr>
            <a:xfrm>
              <a:off x="320967" y="4999928"/>
              <a:ext cx="43221" cy="43221"/>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93" name="asset_3422_43">
              <a:extLst>
                <a:ext uri="{FF2B5EF4-FFF2-40B4-BE49-F238E27FC236}">
                  <a16:creationId xmlns:a16="http://schemas.microsoft.com/office/drawing/2014/main" id="{B56296FE-EF96-50A6-278B-9F12F8099985}"/>
                </a:ext>
              </a:extLst>
            </p:cNvPr>
            <p:cNvSpPr>
              <a:spLocks noGrp="1"/>
            </p:cNvSpPr>
            <p:nvPr/>
          </p:nvSpPr>
          <p:spPr>
            <a:xfrm>
              <a:off x="330259" y="5008140"/>
              <a:ext cx="14047" cy="8212"/>
            </a:xfrm>
            <a:prstGeom prst="ellipse">
              <a:avLst/>
            </a:prstGeom>
            <a:gradFill>
              <a:gsLst>
                <a:gs pos="0">
                  <a:srgbClr val="FFFFFF">
                    <a:alpha val="65000"/>
                  </a:srgbClr>
                </a:gs>
                <a:gs pos="100000">
                  <a:srgbClr val="FFFFFF">
                    <a:alpha val="0"/>
                  </a:srgbClr>
                </a:gs>
              </a:gsLst>
              <a:lin ang="5400000"/>
            </a:gradFill>
            <a:ln w="3600">
              <a:noFill/>
            </a:ln>
          </p:spPr>
        </p:sp>
        <p:sp>
          <p:nvSpPr>
            <p:cNvPr id="5694" name="asset_3422_44">
              <a:extLst>
                <a:ext uri="{FF2B5EF4-FFF2-40B4-BE49-F238E27FC236}">
                  <a16:creationId xmlns:a16="http://schemas.microsoft.com/office/drawing/2014/main" id="{DEF89A4A-63B2-98BA-BC0D-71B77242DF0C}"/>
                </a:ext>
              </a:extLst>
            </p:cNvPr>
            <p:cNvSpPr>
              <a:spLocks noGrp="1"/>
            </p:cNvSpPr>
            <p:nvPr/>
          </p:nvSpPr>
          <p:spPr>
            <a:xfrm>
              <a:off x="350970" y="4966161"/>
              <a:ext cx="35562" cy="35562"/>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695" name="asset_3422_45">
              <a:extLst>
                <a:ext uri="{FF2B5EF4-FFF2-40B4-BE49-F238E27FC236}">
                  <a16:creationId xmlns:a16="http://schemas.microsoft.com/office/drawing/2014/main" id="{1DB842C2-D35C-AE28-25B6-490A9A6DEE3F}"/>
                </a:ext>
              </a:extLst>
            </p:cNvPr>
            <p:cNvSpPr>
              <a:spLocks noGrp="1"/>
            </p:cNvSpPr>
            <p:nvPr/>
          </p:nvSpPr>
          <p:spPr>
            <a:xfrm>
              <a:off x="358616" y="4972917"/>
              <a:ext cx="11558" cy="6757"/>
            </a:xfrm>
            <a:prstGeom prst="ellipse">
              <a:avLst/>
            </a:prstGeom>
            <a:gradFill>
              <a:gsLst>
                <a:gs pos="0">
                  <a:srgbClr val="FFFFFF">
                    <a:alpha val="65000"/>
                  </a:srgbClr>
                </a:gs>
                <a:gs pos="100000">
                  <a:srgbClr val="FFFFFF">
                    <a:alpha val="0"/>
                  </a:srgbClr>
                </a:gs>
              </a:gsLst>
              <a:lin ang="5400000"/>
            </a:gradFill>
            <a:ln w="3600">
              <a:noFill/>
            </a:ln>
          </p:spPr>
        </p:sp>
        <p:sp>
          <p:nvSpPr>
            <p:cNvPr id="5696" name="asset_3422_46">
              <a:extLst>
                <a:ext uri="{FF2B5EF4-FFF2-40B4-BE49-F238E27FC236}">
                  <a16:creationId xmlns:a16="http://schemas.microsoft.com/office/drawing/2014/main" id="{02C81F11-43A1-A876-3305-0436CF283F37}"/>
                </a:ext>
              </a:extLst>
            </p:cNvPr>
            <p:cNvSpPr>
              <a:spLocks noGrp="1"/>
            </p:cNvSpPr>
            <p:nvPr/>
          </p:nvSpPr>
          <p:spPr>
            <a:xfrm>
              <a:off x="218758" y="4839345"/>
              <a:ext cx="38113" cy="3811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97" name="asset_3422_47">
              <a:extLst>
                <a:ext uri="{FF2B5EF4-FFF2-40B4-BE49-F238E27FC236}">
                  <a16:creationId xmlns:a16="http://schemas.microsoft.com/office/drawing/2014/main" id="{5F933E82-BE9C-FA10-0B49-D2CCD29071ED}"/>
                </a:ext>
              </a:extLst>
            </p:cNvPr>
            <p:cNvSpPr>
              <a:spLocks noGrp="1"/>
            </p:cNvSpPr>
            <p:nvPr/>
          </p:nvSpPr>
          <p:spPr>
            <a:xfrm>
              <a:off x="226952" y="4846587"/>
              <a:ext cx="12387" cy="7241"/>
            </a:xfrm>
            <a:prstGeom prst="ellipse">
              <a:avLst/>
            </a:prstGeom>
            <a:gradFill>
              <a:gsLst>
                <a:gs pos="0">
                  <a:srgbClr val="FFFFFF">
                    <a:alpha val="65000"/>
                  </a:srgbClr>
                </a:gs>
                <a:gs pos="100000">
                  <a:srgbClr val="FFFFFF">
                    <a:alpha val="0"/>
                  </a:srgbClr>
                </a:gs>
              </a:gsLst>
              <a:lin ang="5400000"/>
            </a:gradFill>
            <a:ln w="3600">
              <a:noFill/>
            </a:ln>
          </p:spPr>
        </p:sp>
        <p:sp>
          <p:nvSpPr>
            <p:cNvPr id="5698" name="asset_3422_48">
              <a:extLst>
                <a:ext uri="{FF2B5EF4-FFF2-40B4-BE49-F238E27FC236}">
                  <a16:creationId xmlns:a16="http://schemas.microsoft.com/office/drawing/2014/main" id="{3A41F4F8-1186-49C7-1DD1-0B4B311B7DB0}"/>
                </a:ext>
              </a:extLst>
            </p:cNvPr>
            <p:cNvSpPr>
              <a:spLocks noGrp="1"/>
            </p:cNvSpPr>
            <p:nvPr/>
          </p:nvSpPr>
          <p:spPr>
            <a:xfrm>
              <a:off x="341389" y="4932820"/>
              <a:ext cx="34691" cy="34691"/>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99" name="asset_3422_49">
              <a:extLst>
                <a:ext uri="{FF2B5EF4-FFF2-40B4-BE49-F238E27FC236}">
                  <a16:creationId xmlns:a16="http://schemas.microsoft.com/office/drawing/2014/main" id="{A35A991F-81FF-0E7A-D00D-848EA888A991}"/>
                </a:ext>
              </a:extLst>
            </p:cNvPr>
            <p:cNvSpPr>
              <a:spLocks noGrp="1"/>
            </p:cNvSpPr>
            <p:nvPr/>
          </p:nvSpPr>
          <p:spPr>
            <a:xfrm>
              <a:off x="348848" y="4939412"/>
              <a:ext cx="11275" cy="6591"/>
            </a:xfrm>
            <a:prstGeom prst="ellipse">
              <a:avLst/>
            </a:prstGeom>
            <a:gradFill>
              <a:gsLst>
                <a:gs pos="0">
                  <a:srgbClr val="FFFFFF">
                    <a:alpha val="65000"/>
                  </a:srgbClr>
                </a:gs>
                <a:gs pos="100000">
                  <a:srgbClr val="FFFFFF">
                    <a:alpha val="0"/>
                  </a:srgbClr>
                </a:gs>
              </a:gsLst>
              <a:lin ang="5400000"/>
            </a:gradFill>
            <a:ln w="3600">
              <a:noFill/>
            </a:ln>
          </p:spPr>
        </p:sp>
        <p:sp>
          <p:nvSpPr>
            <p:cNvPr id="5700" name="asset_3422_50">
              <a:extLst>
                <a:ext uri="{FF2B5EF4-FFF2-40B4-BE49-F238E27FC236}">
                  <a16:creationId xmlns:a16="http://schemas.microsoft.com/office/drawing/2014/main" id="{E7F36E5B-E5D5-072B-8145-CE94A2DF7776}"/>
                </a:ext>
              </a:extLst>
            </p:cNvPr>
            <p:cNvSpPr>
              <a:spLocks noGrp="1"/>
            </p:cNvSpPr>
            <p:nvPr/>
          </p:nvSpPr>
          <p:spPr>
            <a:xfrm>
              <a:off x="216428" y="4994121"/>
              <a:ext cx="37106" cy="37106"/>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01" name="asset_3422_51">
              <a:extLst>
                <a:ext uri="{FF2B5EF4-FFF2-40B4-BE49-F238E27FC236}">
                  <a16:creationId xmlns:a16="http://schemas.microsoft.com/office/drawing/2014/main" id="{6935ED76-18CA-F8C7-5728-A29FCAB7A6FC}"/>
                </a:ext>
              </a:extLst>
            </p:cNvPr>
            <p:cNvSpPr>
              <a:spLocks noGrp="1"/>
            </p:cNvSpPr>
            <p:nvPr/>
          </p:nvSpPr>
          <p:spPr>
            <a:xfrm>
              <a:off x="224406" y="5001171"/>
              <a:ext cx="12060" cy="7050"/>
            </a:xfrm>
            <a:prstGeom prst="ellipse">
              <a:avLst/>
            </a:prstGeom>
            <a:gradFill>
              <a:gsLst>
                <a:gs pos="0">
                  <a:srgbClr val="FFFFFF">
                    <a:alpha val="65000"/>
                  </a:srgbClr>
                </a:gs>
                <a:gs pos="100000">
                  <a:srgbClr val="FFFFFF">
                    <a:alpha val="0"/>
                  </a:srgbClr>
                </a:gs>
              </a:gsLst>
              <a:lin ang="5400000"/>
            </a:gradFill>
            <a:ln w="3600">
              <a:noFill/>
            </a:ln>
          </p:spPr>
        </p:sp>
        <p:sp>
          <p:nvSpPr>
            <p:cNvPr id="5702" name="asset_3422_52">
              <a:extLst>
                <a:ext uri="{FF2B5EF4-FFF2-40B4-BE49-F238E27FC236}">
                  <a16:creationId xmlns:a16="http://schemas.microsoft.com/office/drawing/2014/main" id="{908C31DA-A30E-3EBF-E34D-A9003764C1AD}"/>
                </a:ext>
              </a:extLst>
            </p:cNvPr>
            <p:cNvSpPr>
              <a:spLocks noGrp="1"/>
            </p:cNvSpPr>
            <p:nvPr/>
          </p:nvSpPr>
          <p:spPr>
            <a:xfrm>
              <a:off x="264136" y="4989684"/>
              <a:ext cx="38739" cy="38739"/>
            </a:xfrm>
            <a:prstGeom prst="ellipse">
              <a:avLst/>
            </a:prstGeom>
            <a:gradFill>
              <a:gsLst>
                <a:gs pos="0">
                  <a:srgbClr val="FFFFFF">
                    <a:alpha val="100000"/>
                  </a:srgbClr>
                </a:gs>
                <a:gs pos="46000">
                  <a:srgbClr val="AA90CC">
                    <a:alpha val="100000"/>
                  </a:srgbClr>
                </a:gs>
                <a:gs pos="74000">
                  <a:srgbClr val="AA90CC">
                    <a:alpha val="100000"/>
                  </a:srgbClr>
                </a:gs>
                <a:gs pos="100000">
                  <a:srgbClr val="69829D">
                    <a:alpha val="100000"/>
                  </a:srgbClr>
                </a:gs>
              </a:gsLst>
              <a:lin ang="7800000"/>
            </a:gradFill>
            <a:ln w="3600">
              <a:noFill/>
            </a:ln>
          </p:spPr>
        </p:sp>
        <p:sp>
          <p:nvSpPr>
            <p:cNvPr id="5703" name="asset_3422_53">
              <a:extLst>
                <a:ext uri="{FF2B5EF4-FFF2-40B4-BE49-F238E27FC236}">
                  <a16:creationId xmlns:a16="http://schemas.microsoft.com/office/drawing/2014/main" id="{63ED6A96-12A1-6581-9622-A2140ECF37D3}"/>
                </a:ext>
              </a:extLst>
            </p:cNvPr>
            <p:cNvSpPr>
              <a:spLocks noGrp="1"/>
            </p:cNvSpPr>
            <p:nvPr/>
          </p:nvSpPr>
          <p:spPr>
            <a:xfrm>
              <a:off x="272465" y="4997045"/>
              <a:ext cx="12590" cy="7360"/>
            </a:xfrm>
            <a:prstGeom prst="ellipse">
              <a:avLst/>
            </a:prstGeom>
            <a:gradFill>
              <a:gsLst>
                <a:gs pos="0">
                  <a:srgbClr val="FFFFFF">
                    <a:alpha val="65000"/>
                  </a:srgbClr>
                </a:gs>
                <a:gs pos="100000">
                  <a:srgbClr val="FFFFFF">
                    <a:alpha val="0"/>
                  </a:srgbClr>
                </a:gs>
              </a:gsLst>
              <a:lin ang="5400000"/>
            </a:gradFill>
            <a:ln w="3600">
              <a:noFill/>
            </a:ln>
          </p:spPr>
        </p:sp>
        <p:sp>
          <p:nvSpPr>
            <p:cNvPr id="5704" name="asset_3422_54">
              <a:extLst>
                <a:ext uri="{FF2B5EF4-FFF2-40B4-BE49-F238E27FC236}">
                  <a16:creationId xmlns:a16="http://schemas.microsoft.com/office/drawing/2014/main" id="{28B28C08-BAD7-DC13-B457-18E0200352EB}"/>
                </a:ext>
              </a:extLst>
            </p:cNvPr>
            <p:cNvSpPr>
              <a:spLocks noGrp="1"/>
            </p:cNvSpPr>
            <p:nvPr/>
          </p:nvSpPr>
          <p:spPr>
            <a:xfrm>
              <a:off x="259170" y="4848057"/>
              <a:ext cx="31787" cy="31787"/>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05" name="asset_3422_55">
              <a:extLst>
                <a:ext uri="{FF2B5EF4-FFF2-40B4-BE49-F238E27FC236}">
                  <a16:creationId xmlns:a16="http://schemas.microsoft.com/office/drawing/2014/main" id="{1F364F2A-41E2-D13E-4466-4E0ABCDE78ED}"/>
                </a:ext>
              </a:extLst>
            </p:cNvPr>
            <p:cNvSpPr>
              <a:spLocks noGrp="1"/>
            </p:cNvSpPr>
            <p:nvPr/>
          </p:nvSpPr>
          <p:spPr>
            <a:xfrm>
              <a:off x="266004" y="4854097"/>
              <a:ext cx="10331" cy="6039"/>
            </a:xfrm>
            <a:prstGeom prst="ellipse">
              <a:avLst/>
            </a:prstGeom>
            <a:gradFill>
              <a:gsLst>
                <a:gs pos="0">
                  <a:srgbClr val="FFFFFF">
                    <a:alpha val="65000"/>
                  </a:srgbClr>
                </a:gs>
                <a:gs pos="100000">
                  <a:srgbClr val="FFFFFF">
                    <a:alpha val="0"/>
                  </a:srgbClr>
                </a:gs>
              </a:gsLst>
              <a:lin ang="5400000"/>
            </a:gradFill>
            <a:ln w="3600">
              <a:noFill/>
            </a:ln>
          </p:spPr>
        </p:sp>
        <p:sp>
          <p:nvSpPr>
            <p:cNvPr id="5706" name="asset_3422_56">
              <a:extLst>
                <a:ext uri="{FF2B5EF4-FFF2-40B4-BE49-F238E27FC236}">
                  <a16:creationId xmlns:a16="http://schemas.microsoft.com/office/drawing/2014/main" id="{17717E4A-319D-BE88-6C5C-C557B085689F}"/>
                </a:ext>
              </a:extLst>
            </p:cNvPr>
            <p:cNvSpPr>
              <a:spLocks noGrp="1"/>
            </p:cNvSpPr>
            <p:nvPr/>
          </p:nvSpPr>
          <p:spPr>
            <a:xfrm>
              <a:off x="339932" y="4846499"/>
              <a:ext cx="35333" cy="3533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07" name="asset_3422_57">
              <a:extLst>
                <a:ext uri="{FF2B5EF4-FFF2-40B4-BE49-F238E27FC236}">
                  <a16:creationId xmlns:a16="http://schemas.microsoft.com/office/drawing/2014/main" id="{075D2F07-7E73-BF79-BBB7-9CC012B997E9}"/>
                </a:ext>
              </a:extLst>
            </p:cNvPr>
            <p:cNvSpPr>
              <a:spLocks noGrp="1"/>
            </p:cNvSpPr>
            <p:nvPr/>
          </p:nvSpPr>
          <p:spPr>
            <a:xfrm>
              <a:off x="347528" y="4853212"/>
              <a:ext cx="11483" cy="6713"/>
            </a:xfrm>
            <a:prstGeom prst="ellipse">
              <a:avLst/>
            </a:prstGeom>
            <a:gradFill>
              <a:gsLst>
                <a:gs pos="0">
                  <a:srgbClr val="FFFFFF">
                    <a:alpha val="65000"/>
                  </a:srgbClr>
                </a:gs>
                <a:gs pos="100000">
                  <a:srgbClr val="FFFFFF">
                    <a:alpha val="0"/>
                  </a:srgbClr>
                </a:gs>
              </a:gsLst>
              <a:lin ang="5400000"/>
            </a:gradFill>
            <a:ln w="3600">
              <a:noFill/>
            </a:ln>
          </p:spPr>
        </p:sp>
        <p:sp>
          <p:nvSpPr>
            <p:cNvPr id="5708" name="asset_3422_58">
              <a:extLst>
                <a:ext uri="{FF2B5EF4-FFF2-40B4-BE49-F238E27FC236}">
                  <a16:creationId xmlns:a16="http://schemas.microsoft.com/office/drawing/2014/main" id="{55A01054-349F-1A16-EDF9-A43768EBC870}"/>
                </a:ext>
              </a:extLst>
            </p:cNvPr>
            <p:cNvSpPr>
              <a:spLocks noGrp="1"/>
            </p:cNvSpPr>
            <p:nvPr/>
          </p:nvSpPr>
          <p:spPr>
            <a:xfrm>
              <a:off x="247737" y="4821086"/>
              <a:ext cx="41986" cy="41986"/>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09" name="asset_3422_59">
              <a:extLst>
                <a:ext uri="{FF2B5EF4-FFF2-40B4-BE49-F238E27FC236}">
                  <a16:creationId xmlns:a16="http://schemas.microsoft.com/office/drawing/2014/main" id="{C1A5AEF5-98EA-3100-B831-1ABBCDF10C88}"/>
                </a:ext>
              </a:extLst>
            </p:cNvPr>
            <p:cNvSpPr>
              <a:spLocks noGrp="1"/>
            </p:cNvSpPr>
            <p:nvPr/>
          </p:nvSpPr>
          <p:spPr>
            <a:xfrm>
              <a:off x="256763" y="4829063"/>
              <a:ext cx="13645" cy="7977"/>
            </a:xfrm>
            <a:prstGeom prst="ellipse">
              <a:avLst/>
            </a:prstGeom>
            <a:gradFill>
              <a:gsLst>
                <a:gs pos="0">
                  <a:srgbClr val="FFFFFF">
                    <a:alpha val="65000"/>
                  </a:srgbClr>
                </a:gs>
                <a:gs pos="100000">
                  <a:srgbClr val="FFFFFF">
                    <a:alpha val="0"/>
                  </a:srgbClr>
                </a:gs>
              </a:gsLst>
              <a:lin ang="5400000"/>
            </a:gradFill>
            <a:ln w="3600">
              <a:noFill/>
            </a:ln>
          </p:spPr>
        </p:sp>
        <p:sp>
          <p:nvSpPr>
            <p:cNvPr id="5710" name="asset_3422_60">
              <a:extLst>
                <a:ext uri="{FF2B5EF4-FFF2-40B4-BE49-F238E27FC236}">
                  <a16:creationId xmlns:a16="http://schemas.microsoft.com/office/drawing/2014/main" id="{50839469-254F-A0C1-6B70-615D1531864D}"/>
                </a:ext>
              </a:extLst>
            </p:cNvPr>
            <p:cNvSpPr>
              <a:spLocks noGrp="1"/>
            </p:cNvSpPr>
            <p:nvPr/>
          </p:nvSpPr>
          <p:spPr>
            <a:xfrm>
              <a:off x="352013" y="4951727"/>
              <a:ext cx="41933" cy="4193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11" name="asset_3422_61">
              <a:extLst>
                <a:ext uri="{FF2B5EF4-FFF2-40B4-BE49-F238E27FC236}">
                  <a16:creationId xmlns:a16="http://schemas.microsoft.com/office/drawing/2014/main" id="{20946B5C-8E8E-B01A-E522-C1C94B55A006}"/>
                </a:ext>
              </a:extLst>
            </p:cNvPr>
            <p:cNvSpPr>
              <a:spLocks noGrp="1"/>
            </p:cNvSpPr>
            <p:nvPr/>
          </p:nvSpPr>
          <p:spPr>
            <a:xfrm>
              <a:off x="361028" y="4959695"/>
              <a:ext cx="13628" cy="7967"/>
            </a:xfrm>
            <a:prstGeom prst="ellipse">
              <a:avLst/>
            </a:prstGeom>
            <a:gradFill>
              <a:gsLst>
                <a:gs pos="0">
                  <a:srgbClr val="FFFFFF">
                    <a:alpha val="65000"/>
                  </a:srgbClr>
                </a:gs>
                <a:gs pos="100000">
                  <a:srgbClr val="FFFFFF">
                    <a:alpha val="0"/>
                  </a:srgbClr>
                </a:gs>
              </a:gsLst>
              <a:lin ang="5400000"/>
            </a:gradFill>
            <a:ln w="3600">
              <a:noFill/>
            </a:ln>
          </p:spPr>
        </p:sp>
        <p:sp>
          <p:nvSpPr>
            <p:cNvPr id="5712" name="asset_3422_62">
              <a:extLst>
                <a:ext uri="{FF2B5EF4-FFF2-40B4-BE49-F238E27FC236}">
                  <a16:creationId xmlns:a16="http://schemas.microsoft.com/office/drawing/2014/main" id="{C261760A-C396-4C69-4FB2-570363B76D2B}"/>
                </a:ext>
              </a:extLst>
            </p:cNvPr>
            <p:cNvSpPr>
              <a:spLocks noGrp="1"/>
            </p:cNvSpPr>
            <p:nvPr/>
          </p:nvSpPr>
          <p:spPr>
            <a:xfrm>
              <a:off x="280588" y="4991959"/>
              <a:ext cx="33271" cy="33271"/>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13" name="asset_3422_63">
              <a:extLst>
                <a:ext uri="{FF2B5EF4-FFF2-40B4-BE49-F238E27FC236}">
                  <a16:creationId xmlns:a16="http://schemas.microsoft.com/office/drawing/2014/main" id="{95D4AECC-4C0E-4869-BD24-C98A4D27DBF3}"/>
                </a:ext>
              </a:extLst>
            </p:cNvPr>
            <p:cNvSpPr>
              <a:spLocks noGrp="1"/>
            </p:cNvSpPr>
            <p:nvPr/>
          </p:nvSpPr>
          <p:spPr>
            <a:xfrm>
              <a:off x="287741" y="4998280"/>
              <a:ext cx="10813" cy="6322"/>
            </a:xfrm>
            <a:prstGeom prst="ellipse">
              <a:avLst/>
            </a:prstGeom>
            <a:gradFill>
              <a:gsLst>
                <a:gs pos="0">
                  <a:srgbClr val="FFFFFF">
                    <a:alpha val="65000"/>
                  </a:srgbClr>
                </a:gs>
                <a:gs pos="100000">
                  <a:srgbClr val="FFFFFF">
                    <a:alpha val="0"/>
                  </a:srgbClr>
                </a:gs>
              </a:gsLst>
              <a:lin ang="5400000"/>
            </a:gradFill>
            <a:ln w="3600">
              <a:noFill/>
            </a:ln>
          </p:spPr>
        </p:sp>
        <p:sp>
          <p:nvSpPr>
            <p:cNvPr id="5714" name="asset_3422_64">
              <a:extLst>
                <a:ext uri="{FF2B5EF4-FFF2-40B4-BE49-F238E27FC236}">
                  <a16:creationId xmlns:a16="http://schemas.microsoft.com/office/drawing/2014/main" id="{EF4314FD-3B81-AC6B-4EF1-6B0247A76615}"/>
                </a:ext>
              </a:extLst>
            </p:cNvPr>
            <p:cNvSpPr>
              <a:spLocks noGrp="1"/>
            </p:cNvSpPr>
            <p:nvPr/>
          </p:nvSpPr>
          <p:spPr>
            <a:xfrm>
              <a:off x="335774" y="4884877"/>
              <a:ext cx="37623" cy="3762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15" name="asset_3422_65">
              <a:extLst>
                <a:ext uri="{FF2B5EF4-FFF2-40B4-BE49-F238E27FC236}">
                  <a16:creationId xmlns:a16="http://schemas.microsoft.com/office/drawing/2014/main" id="{59BE31B4-42C6-EC42-43BD-50A0A5581CB9}"/>
                </a:ext>
              </a:extLst>
            </p:cNvPr>
            <p:cNvSpPr>
              <a:spLocks noGrp="1"/>
            </p:cNvSpPr>
            <p:nvPr/>
          </p:nvSpPr>
          <p:spPr>
            <a:xfrm>
              <a:off x="343862" y="4892025"/>
              <a:ext cx="12227" cy="7148"/>
            </a:xfrm>
            <a:prstGeom prst="ellipse">
              <a:avLst/>
            </a:prstGeom>
            <a:gradFill>
              <a:gsLst>
                <a:gs pos="0">
                  <a:srgbClr val="FFFFFF">
                    <a:alpha val="65000"/>
                  </a:srgbClr>
                </a:gs>
                <a:gs pos="100000">
                  <a:srgbClr val="FFFFFF">
                    <a:alpha val="0"/>
                  </a:srgbClr>
                </a:gs>
              </a:gsLst>
              <a:lin ang="5400000"/>
            </a:gradFill>
            <a:ln w="3600">
              <a:noFill/>
            </a:ln>
          </p:spPr>
        </p:sp>
        <p:sp>
          <p:nvSpPr>
            <p:cNvPr id="5716" name="asset_3422_66">
              <a:extLst>
                <a:ext uri="{FF2B5EF4-FFF2-40B4-BE49-F238E27FC236}">
                  <a16:creationId xmlns:a16="http://schemas.microsoft.com/office/drawing/2014/main" id="{942AD861-633D-D5A0-43DA-97DAC7D17CE9}"/>
                </a:ext>
              </a:extLst>
            </p:cNvPr>
            <p:cNvSpPr>
              <a:spLocks noGrp="1"/>
            </p:cNvSpPr>
            <p:nvPr/>
          </p:nvSpPr>
          <p:spPr>
            <a:xfrm>
              <a:off x="328939" y="4981497"/>
              <a:ext cx="33522" cy="33522"/>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717" name="asset_3422_67">
              <a:extLst>
                <a:ext uri="{FF2B5EF4-FFF2-40B4-BE49-F238E27FC236}">
                  <a16:creationId xmlns:a16="http://schemas.microsoft.com/office/drawing/2014/main" id="{41FF9A94-22D8-EC1B-5A83-3CE6CC60C904}"/>
                </a:ext>
              </a:extLst>
            </p:cNvPr>
            <p:cNvSpPr>
              <a:spLocks noGrp="1"/>
            </p:cNvSpPr>
            <p:nvPr/>
          </p:nvSpPr>
          <p:spPr>
            <a:xfrm>
              <a:off x="336146" y="4987866"/>
              <a:ext cx="10895" cy="6369"/>
            </a:xfrm>
            <a:prstGeom prst="ellipse">
              <a:avLst/>
            </a:prstGeom>
            <a:gradFill>
              <a:gsLst>
                <a:gs pos="0">
                  <a:srgbClr val="FFFFFF">
                    <a:alpha val="65000"/>
                  </a:srgbClr>
                </a:gs>
                <a:gs pos="100000">
                  <a:srgbClr val="FFFFFF">
                    <a:alpha val="0"/>
                  </a:srgbClr>
                </a:gs>
              </a:gsLst>
              <a:lin ang="5400000"/>
            </a:gradFill>
            <a:ln w="3600">
              <a:noFill/>
            </a:ln>
          </p:spPr>
        </p:sp>
        <p:sp>
          <p:nvSpPr>
            <p:cNvPr id="5718" name="asset_3422_68">
              <a:extLst>
                <a:ext uri="{FF2B5EF4-FFF2-40B4-BE49-F238E27FC236}">
                  <a16:creationId xmlns:a16="http://schemas.microsoft.com/office/drawing/2014/main" id="{97DEADC4-375C-4C05-3156-678B0C8226E5}"/>
                </a:ext>
              </a:extLst>
            </p:cNvPr>
            <p:cNvSpPr>
              <a:spLocks noGrp="1"/>
            </p:cNvSpPr>
            <p:nvPr/>
          </p:nvSpPr>
          <p:spPr>
            <a:xfrm>
              <a:off x="252204" y="4955574"/>
              <a:ext cx="31928" cy="3192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19" name="asset_3422_69">
              <a:extLst>
                <a:ext uri="{FF2B5EF4-FFF2-40B4-BE49-F238E27FC236}">
                  <a16:creationId xmlns:a16="http://schemas.microsoft.com/office/drawing/2014/main" id="{9D49C6DC-5879-9CD6-D171-8FA8EBCF7BF1}"/>
                </a:ext>
              </a:extLst>
            </p:cNvPr>
            <p:cNvSpPr>
              <a:spLocks noGrp="1"/>
            </p:cNvSpPr>
            <p:nvPr/>
          </p:nvSpPr>
          <p:spPr>
            <a:xfrm>
              <a:off x="259069" y="4961640"/>
              <a:ext cx="10376" cy="6066"/>
            </a:xfrm>
            <a:prstGeom prst="ellipse">
              <a:avLst/>
            </a:prstGeom>
            <a:gradFill>
              <a:gsLst>
                <a:gs pos="0">
                  <a:srgbClr val="FFFFFF">
                    <a:alpha val="65000"/>
                  </a:srgbClr>
                </a:gs>
                <a:gs pos="100000">
                  <a:srgbClr val="FFFFFF">
                    <a:alpha val="0"/>
                  </a:srgbClr>
                </a:gs>
              </a:gsLst>
              <a:lin ang="5400000"/>
            </a:gradFill>
            <a:ln w="3600">
              <a:noFill/>
            </a:ln>
          </p:spPr>
        </p:sp>
        <p:sp>
          <p:nvSpPr>
            <p:cNvPr id="5720" name="asset_3422_70">
              <a:extLst>
                <a:ext uri="{FF2B5EF4-FFF2-40B4-BE49-F238E27FC236}">
                  <a16:creationId xmlns:a16="http://schemas.microsoft.com/office/drawing/2014/main" id="{41234642-59FA-8F6F-B9E1-FC86F49F0371}"/>
                </a:ext>
              </a:extLst>
            </p:cNvPr>
            <p:cNvSpPr>
              <a:spLocks noGrp="1"/>
            </p:cNvSpPr>
            <p:nvPr/>
          </p:nvSpPr>
          <p:spPr>
            <a:xfrm>
              <a:off x="351225" y="4959284"/>
              <a:ext cx="35375" cy="35375"/>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21" name="asset_3422_71">
              <a:extLst>
                <a:ext uri="{FF2B5EF4-FFF2-40B4-BE49-F238E27FC236}">
                  <a16:creationId xmlns:a16="http://schemas.microsoft.com/office/drawing/2014/main" id="{65231BD1-B4C3-F85A-F7E1-C5BFA0E5968F}"/>
                </a:ext>
              </a:extLst>
            </p:cNvPr>
            <p:cNvSpPr>
              <a:spLocks noGrp="1"/>
            </p:cNvSpPr>
            <p:nvPr/>
          </p:nvSpPr>
          <p:spPr>
            <a:xfrm>
              <a:off x="358831" y="4966005"/>
              <a:ext cx="11497" cy="6721"/>
            </a:xfrm>
            <a:prstGeom prst="ellipse">
              <a:avLst/>
            </a:prstGeom>
            <a:gradFill>
              <a:gsLst>
                <a:gs pos="0">
                  <a:srgbClr val="FFFFFF">
                    <a:alpha val="65000"/>
                  </a:srgbClr>
                </a:gs>
                <a:gs pos="100000">
                  <a:srgbClr val="FFFFFF">
                    <a:alpha val="0"/>
                  </a:srgbClr>
                </a:gs>
              </a:gsLst>
              <a:lin ang="5400000"/>
            </a:gradFill>
            <a:ln w="3600">
              <a:noFill/>
            </a:ln>
          </p:spPr>
        </p:sp>
        <p:sp>
          <p:nvSpPr>
            <p:cNvPr id="5722" name="asset_3422_72">
              <a:extLst>
                <a:ext uri="{FF2B5EF4-FFF2-40B4-BE49-F238E27FC236}">
                  <a16:creationId xmlns:a16="http://schemas.microsoft.com/office/drawing/2014/main" id="{97DAE6CE-6796-2E2A-1467-FEE328A8099A}"/>
                </a:ext>
              </a:extLst>
            </p:cNvPr>
            <p:cNvSpPr>
              <a:spLocks noGrp="1"/>
            </p:cNvSpPr>
            <p:nvPr/>
          </p:nvSpPr>
          <p:spPr>
            <a:xfrm>
              <a:off x="283858" y="4807960"/>
              <a:ext cx="50708" cy="5070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23" name="asset_3422_73">
              <a:extLst>
                <a:ext uri="{FF2B5EF4-FFF2-40B4-BE49-F238E27FC236}">
                  <a16:creationId xmlns:a16="http://schemas.microsoft.com/office/drawing/2014/main" id="{5B8B712B-0248-552D-1402-1CD77914548B}"/>
                </a:ext>
              </a:extLst>
            </p:cNvPr>
            <p:cNvSpPr>
              <a:spLocks noGrp="1"/>
            </p:cNvSpPr>
            <p:nvPr/>
          </p:nvSpPr>
          <p:spPr>
            <a:xfrm>
              <a:off x="294760" y="4817594"/>
              <a:ext cx="16480" cy="9635"/>
            </a:xfrm>
            <a:prstGeom prst="ellipse">
              <a:avLst/>
            </a:prstGeom>
            <a:gradFill>
              <a:gsLst>
                <a:gs pos="0">
                  <a:srgbClr val="FFFFFF">
                    <a:alpha val="65000"/>
                  </a:srgbClr>
                </a:gs>
                <a:gs pos="100000">
                  <a:srgbClr val="FFFFFF">
                    <a:alpha val="0"/>
                  </a:srgbClr>
                </a:gs>
              </a:gsLst>
              <a:lin ang="5400000"/>
            </a:gradFill>
            <a:ln w="3600">
              <a:noFill/>
            </a:ln>
          </p:spPr>
        </p:sp>
        <p:sp>
          <p:nvSpPr>
            <p:cNvPr id="5724" name="asset_3422_74">
              <a:extLst>
                <a:ext uri="{FF2B5EF4-FFF2-40B4-BE49-F238E27FC236}">
                  <a16:creationId xmlns:a16="http://schemas.microsoft.com/office/drawing/2014/main" id="{2646C4E3-91A5-CA61-A5CC-09F4F0188022}"/>
                </a:ext>
              </a:extLst>
            </p:cNvPr>
            <p:cNvSpPr>
              <a:spLocks noGrp="1"/>
            </p:cNvSpPr>
            <p:nvPr/>
          </p:nvSpPr>
          <p:spPr>
            <a:xfrm>
              <a:off x="227957" y="4916303"/>
              <a:ext cx="43904" cy="4390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25" name="asset_3422_75">
              <a:extLst>
                <a:ext uri="{FF2B5EF4-FFF2-40B4-BE49-F238E27FC236}">
                  <a16:creationId xmlns:a16="http://schemas.microsoft.com/office/drawing/2014/main" id="{4EF13AFC-1814-3AC3-4BE8-2920BF2E8FD5}"/>
                </a:ext>
              </a:extLst>
            </p:cNvPr>
            <p:cNvSpPr>
              <a:spLocks noGrp="1"/>
            </p:cNvSpPr>
            <p:nvPr/>
          </p:nvSpPr>
          <p:spPr>
            <a:xfrm>
              <a:off x="237396" y="4924644"/>
              <a:ext cx="14269" cy="8342"/>
            </a:xfrm>
            <a:prstGeom prst="ellipse">
              <a:avLst/>
            </a:prstGeom>
            <a:gradFill>
              <a:gsLst>
                <a:gs pos="0">
                  <a:srgbClr val="FFFFFF">
                    <a:alpha val="65000"/>
                  </a:srgbClr>
                </a:gs>
                <a:gs pos="100000">
                  <a:srgbClr val="FFFFFF">
                    <a:alpha val="0"/>
                  </a:srgbClr>
                </a:gs>
              </a:gsLst>
              <a:lin ang="5400000"/>
            </a:gradFill>
            <a:ln w="3600">
              <a:noFill/>
            </a:ln>
          </p:spPr>
        </p:sp>
        <p:sp>
          <p:nvSpPr>
            <p:cNvPr id="5726" name="asset_3422_76">
              <a:extLst>
                <a:ext uri="{FF2B5EF4-FFF2-40B4-BE49-F238E27FC236}">
                  <a16:creationId xmlns:a16="http://schemas.microsoft.com/office/drawing/2014/main" id="{205E869B-12A8-7301-607A-E7F6C15CE78B}"/>
                </a:ext>
              </a:extLst>
            </p:cNvPr>
            <p:cNvSpPr>
              <a:spLocks noGrp="1"/>
            </p:cNvSpPr>
            <p:nvPr/>
          </p:nvSpPr>
          <p:spPr>
            <a:xfrm>
              <a:off x="308000" y="4902881"/>
              <a:ext cx="50802" cy="50802"/>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27" name="asset_3422_77">
              <a:extLst>
                <a:ext uri="{FF2B5EF4-FFF2-40B4-BE49-F238E27FC236}">
                  <a16:creationId xmlns:a16="http://schemas.microsoft.com/office/drawing/2014/main" id="{E0410E34-BBBC-DC69-6AED-677F08626CFB}"/>
                </a:ext>
              </a:extLst>
            </p:cNvPr>
            <p:cNvSpPr>
              <a:spLocks noGrp="1"/>
            </p:cNvSpPr>
            <p:nvPr/>
          </p:nvSpPr>
          <p:spPr>
            <a:xfrm>
              <a:off x="318923" y="4912533"/>
              <a:ext cx="16511" cy="9652"/>
            </a:xfrm>
            <a:prstGeom prst="ellipse">
              <a:avLst/>
            </a:prstGeom>
            <a:gradFill>
              <a:gsLst>
                <a:gs pos="0">
                  <a:srgbClr val="FFFFFF">
                    <a:alpha val="65000"/>
                  </a:srgbClr>
                </a:gs>
                <a:gs pos="100000">
                  <a:srgbClr val="FFFFFF">
                    <a:alpha val="0"/>
                  </a:srgbClr>
                </a:gs>
              </a:gsLst>
              <a:lin ang="5400000"/>
            </a:gradFill>
            <a:ln w="3600">
              <a:noFill/>
            </a:ln>
          </p:spPr>
        </p:sp>
        <p:sp>
          <p:nvSpPr>
            <p:cNvPr id="5728" name="asset_3422_78">
              <a:extLst>
                <a:ext uri="{FF2B5EF4-FFF2-40B4-BE49-F238E27FC236}">
                  <a16:creationId xmlns:a16="http://schemas.microsoft.com/office/drawing/2014/main" id="{1D955330-36B3-BC61-BE93-DA48B3F01DD3}"/>
                </a:ext>
              </a:extLst>
            </p:cNvPr>
            <p:cNvSpPr>
              <a:spLocks noGrp="1"/>
            </p:cNvSpPr>
            <p:nvPr/>
          </p:nvSpPr>
          <p:spPr>
            <a:xfrm>
              <a:off x="221278" y="4892246"/>
              <a:ext cx="31003" cy="31003"/>
            </a:xfrm>
            <a:prstGeom prst="ellipse">
              <a:avLst/>
            </a:prstGeom>
            <a:gradFill>
              <a:gsLst>
                <a:gs pos="0">
                  <a:srgbClr val="FFFFFF">
                    <a:alpha val="100000"/>
                  </a:srgbClr>
                </a:gs>
                <a:gs pos="46000">
                  <a:srgbClr val="AA90CC">
                    <a:alpha val="100000"/>
                  </a:srgbClr>
                </a:gs>
                <a:gs pos="74000">
                  <a:srgbClr val="AA90CC">
                    <a:alpha val="100000"/>
                  </a:srgbClr>
                </a:gs>
                <a:gs pos="100000">
                  <a:srgbClr val="69829D">
                    <a:alpha val="100000"/>
                  </a:srgbClr>
                </a:gs>
              </a:gsLst>
              <a:lin ang="7800000"/>
            </a:gradFill>
            <a:ln w="3600">
              <a:noFill/>
            </a:ln>
          </p:spPr>
        </p:sp>
        <p:sp>
          <p:nvSpPr>
            <p:cNvPr id="5729" name="asset_3422_79">
              <a:extLst>
                <a:ext uri="{FF2B5EF4-FFF2-40B4-BE49-F238E27FC236}">
                  <a16:creationId xmlns:a16="http://schemas.microsoft.com/office/drawing/2014/main" id="{D3534057-214E-054A-0678-B5B0364CFC21}"/>
                </a:ext>
              </a:extLst>
            </p:cNvPr>
            <p:cNvSpPr>
              <a:spLocks noGrp="1"/>
            </p:cNvSpPr>
            <p:nvPr/>
          </p:nvSpPr>
          <p:spPr>
            <a:xfrm>
              <a:off x="227943" y="4898137"/>
              <a:ext cx="10076" cy="5890"/>
            </a:xfrm>
            <a:prstGeom prst="ellipse">
              <a:avLst/>
            </a:prstGeom>
            <a:gradFill>
              <a:gsLst>
                <a:gs pos="0">
                  <a:srgbClr val="FFFFFF">
                    <a:alpha val="65000"/>
                  </a:srgbClr>
                </a:gs>
                <a:gs pos="100000">
                  <a:srgbClr val="FFFFFF">
                    <a:alpha val="0"/>
                  </a:srgbClr>
                </a:gs>
              </a:gsLst>
              <a:lin ang="5400000"/>
            </a:gradFill>
            <a:ln w="3600">
              <a:noFill/>
            </a:ln>
          </p:spPr>
        </p:sp>
        <p:sp>
          <p:nvSpPr>
            <p:cNvPr id="5730" name="asset_3422_80">
              <a:extLst>
                <a:ext uri="{FF2B5EF4-FFF2-40B4-BE49-F238E27FC236}">
                  <a16:creationId xmlns:a16="http://schemas.microsoft.com/office/drawing/2014/main" id="{26C05388-4DEE-2F66-8912-EA6C907FE5F6}"/>
                </a:ext>
              </a:extLst>
            </p:cNvPr>
            <p:cNvSpPr>
              <a:spLocks noGrp="1"/>
            </p:cNvSpPr>
            <p:nvPr/>
          </p:nvSpPr>
          <p:spPr>
            <a:xfrm>
              <a:off x="245288" y="4946120"/>
              <a:ext cx="42319" cy="42319"/>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31" name="asset_3422_81">
              <a:extLst>
                <a:ext uri="{FF2B5EF4-FFF2-40B4-BE49-F238E27FC236}">
                  <a16:creationId xmlns:a16="http://schemas.microsoft.com/office/drawing/2014/main" id="{58FCBAFA-8804-8857-A6EE-1A97E8649505}"/>
                </a:ext>
              </a:extLst>
            </p:cNvPr>
            <p:cNvSpPr>
              <a:spLocks noGrp="1"/>
            </p:cNvSpPr>
            <p:nvPr/>
          </p:nvSpPr>
          <p:spPr>
            <a:xfrm>
              <a:off x="254387" y="4954160"/>
              <a:ext cx="13754" cy="8041"/>
            </a:xfrm>
            <a:prstGeom prst="ellipse">
              <a:avLst/>
            </a:prstGeom>
            <a:gradFill>
              <a:gsLst>
                <a:gs pos="0">
                  <a:srgbClr val="FFFFFF">
                    <a:alpha val="65000"/>
                  </a:srgbClr>
                </a:gs>
                <a:gs pos="100000">
                  <a:srgbClr val="FFFFFF">
                    <a:alpha val="0"/>
                  </a:srgbClr>
                </a:gs>
              </a:gsLst>
              <a:lin ang="5400000"/>
            </a:gradFill>
            <a:ln w="3600">
              <a:noFill/>
            </a:ln>
          </p:spPr>
        </p:sp>
        <p:sp>
          <p:nvSpPr>
            <p:cNvPr id="5732" name="asset_3422_82">
              <a:extLst>
                <a:ext uri="{FF2B5EF4-FFF2-40B4-BE49-F238E27FC236}">
                  <a16:creationId xmlns:a16="http://schemas.microsoft.com/office/drawing/2014/main" id="{B4AF2FBF-3BB0-1A56-3EDA-C9C35BC1CC2C}"/>
                </a:ext>
              </a:extLst>
            </p:cNvPr>
            <p:cNvSpPr>
              <a:spLocks noGrp="1"/>
            </p:cNvSpPr>
            <p:nvPr/>
          </p:nvSpPr>
          <p:spPr>
            <a:xfrm>
              <a:off x="295710" y="4881024"/>
              <a:ext cx="31860" cy="3186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33" name="asset_3422_83">
              <a:extLst>
                <a:ext uri="{FF2B5EF4-FFF2-40B4-BE49-F238E27FC236}">
                  <a16:creationId xmlns:a16="http://schemas.microsoft.com/office/drawing/2014/main" id="{BAB91C6D-DEF3-947D-F491-016EFDE83DAD}"/>
                </a:ext>
              </a:extLst>
            </p:cNvPr>
            <p:cNvSpPr>
              <a:spLocks noGrp="1"/>
            </p:cNvSpPr>
            <p:nvPr/>
          </p:nvSpPr>
          <p:spPr>
            <a:xfrm>
              <a:off x="302560" y="4887077"/>
              <a:ext cx="10354" cy="6053"/>
            </a:xfrm>
            <a:prstGeom prst="ellipse">
              <a:avLst/>
            </a:prstGeom>
            <a:gradFill>
              <a:gsLst>
                <a:gs pos="0">
                  <a:srgbClr val="FFFFFF">
                    <a:alpha val="65000"/>
                  </a:srgbClr>
                </a:gs>
                <a:gs pos="100000">
                  <a:srgbClr val="FFFFFF">
                    <a:alpha val="0"/>
                  </a:srgbClr>
                </a:gs>
              </a:gsLst>
              <a:lin ang="5400000"/>
            </a:gradFill>
            <a:ln w="3600">
              <a:noFill/>
            </a:ln>
          </p:spPr>
        </p:sp>
        <p:sp>
          <p:nvSpPr>
            <p:cNvPr id="5734" name="asset_3422_84">
              <a:extLst>
                <a:ext uri="{FF2B5EF4-FFF2-40B4-BE49-F238E27FC236}">
                  <a16:creationId xmlns:a16="http://schemas.microsoft.com/office/drawing/2014/main" id="{FF158B71-E1A3-CD3B-5D23-8EA31DEE4AD5}"/>
                </a:ext>
              </a:extLst>
            </p:cNvPr>
            <p:cNvSpPr>
              <a:spLocks noGrp="1"/>
            </p:cNvSpPr>
            <p:nvPr/>
          </p:nvSpPr>
          <p:spPr>
            <a:xfrm>
              <a:off x="220856" y="4873218"/>
              <a:ext cx="35097" cy="35097"/>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35" name="asset_3422_85">
              <a:extLst>
                <a:ext uri="{FF2B5EF4-FFF2-40B4-BE49-F238E27FC236}">
                  <a16:creationId xmlns:a16="http://schemas.microsoft.com/office/drawing/2014/main" id="{0DFCE3CB-9380-9080-62CE-E600E22BD765}"/>
                </a:ext>
              </a:extLst>
            </p:cNvPr>
            <p:cNvSpPr>
              <a:spLocks noGrp="1"/>
            </p:cNvSpPr>
            <p:nvPr/>
          </p:nvSpPr>
          <p:spPr>
            <a:xfrm>
              <a:off x="228402" y="4879887"/>
              <a:ext cx="11407" cy="6669"/>
            </a:xfrm>
            <a:prstGeom prst="ellipse">
              <a:avLst/>
            </a:prstGeom>
            <a:gradFill>
              <a:gsLst>
                <a:gs pos="0">
                  <a:srgbClr val="FFFFFF">
                    <a:alpha val="65000"/>
                  </a:srgbClr>
                </a:gs>
                <a:gs pos="100000">
                  <a:srgbClr val="FFFFFF">
                    <a:alpha val="0"/>
                  </a:srgbClr>
                </a:gs>
              </a:gsLst>
              <a:lin ang="5400000"/>
            </a:gradFill>
            <a:ln w="3600">
              <a:noFill/>
            </a:ln>
          </p:spPr>
        </p:sp>
        <p:sp>
          <p:nvSpPr>
            <p:cNvPr id="5736" name="asset_3422_86">
              <a:extLst>
                <a:ext uri="{FF2B5EF4-FFF2-40B4-BE49-F238E27FC236}">
                  <a16:creationId xmlns:a16="http://schemas.microsoft.com/office/drawing/2014/main" id="{5257BCC6-6B37-38B5-750A-B9FB1D37D4CF}"/>
                </a:ext>
              </a:extLst>
            </p:cNvPr>
            <p:cNvSpPr>
              <a:spLocks noGrp="1"/>
            </p:cNvSpPr>
            <p:nvPr/>
          </p:nvSpPr>
          <p:spPr>
            <a:xfrm>
              <a:off x="196153" y="4954990"/>
              <a:ext cx="38214" cy="3821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37" name="asset_3422_87">
              <a:extLst>
                <a:ext uri="{FF2B5EF4-FFF2-40B4-BE49-F238E27FC236}">
                  <a16:creationId xmlns:a16="http://schemas.microsoft.com/office/drawing/2014/main" id="{C9B4B7F3-7C3E-4BA4-BD2B-D0D02B4B9EFA}"/>
                </a:ext>
              </a:extLst>
            </p:cNvPr>
            <p:cNvSpPr>
              <a:spLocks noGrp="1"/>
            </p:cNvSpPr>
            <p:nvPr/>
          </p:nvSpPr>
          <p:spPr>
            <a:xfrm>
              <a:off x="204369" y="4962251"/>
              <a:ext cx="12420" cy="7261"/>
            </a:xfrm>
            <a:prstGeom prst="ellipse">
              <a:avLst/>
            </a:prstGeom>
            <a:gradFill>
              <a:gsLst>
                <a:gs pos="0">
                  <a:srgbClr val="FFFFFF">
                    <a:alpha val="65000"/>
                  </a:srgbClr>
                </a:gs>
                <a:gs pos="100000">
                  <a:srgbClr val="FFFFFF">
                    <a:alpha val="0"/>
                  </a:srgbClr>
                </a:gs>
              </a:gsLst>
              <a:lin ang="5400000"/>
            </a:gradFill>
            <a:ln w="3600">
              <a:noFill/>
            </a:ln>
          </p:spPr>
        </p:sp>
        <p:sp>
          <p:nvSpPr>
            <p:cNvPr id="5738" name="asset_3422_88">
              <a:extLst>
                <a:ext uri="{FF2B5EF4-FFF2-40B4-BE49-F238E27FC236}">
                  <a16:creationId xmlns:a16="http://schemas.microsoft.com/office/drawing/2014/main" id="{9C47EB2E-2202-16D6-FA41-E794D3D49ABC}"/>
                </a:ext>
              </a:extLst>
            </p:cNvPr>
            <p:cNvSpPr>
              <a:spLocks noGrp="1"/>
            </p:cNvSpPr>
            <p:nvPr/>
          </p:nvSpPr>
          <p:spPr>
            <a:xfrm>
              <a:off x="311634" y="4857039"/>
              <a:ext cx="32924" cy="32924"/>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739" name="asset_3422_89">
              <a:extLst>
                <a:ext uri="{FF2B5EF4-FFF2-40B4-BE49-F238E27FC236}">
                  <a16:creationId xmlns:a16="http://schemas.microsoft.com/office/drawing/2014/main" id="{3D7A6E9E-92C0-ED2C-9FAB-28497D2F2124}"/>
                </a:ext>
              </a:extLst>
            </p:cNvPr>
            <p:cNvSpPr>
              <a:spLocks noGrp="1"/>
            </p:cNvSpPr>
            <p:nvPr/>
          </p:nvSpPr>
          <p:spPr>
            <a:xfrm>
              <a:off x="318713" y="4863294"/>
              <a:ext cx="10700" cy="6255"/>
            </a:xfrm>
            <a:prstGeom prst="ellipse">
              <a:avLst/>
            </a:prstGeom>
            <a:gradFill>
              <a:gsLst>
                <a:gs pos="0">
                  <a:srgbClr val="FFFFFF">
                    <a:alpha val="65000"/>
                  </a:srgbClr>
                </a:gs>
                <a:gs pos="100000">
                  <a:srgbClr val="FFFFFF">
                    <a:alpha val="0"/>
                  </a:srgbClr>
                </a:gs>
              </a:gsLst>
              <a:lin ang="5400000"/>
            </a:gradFill>
            <a:ln w="3600">
              <a:noFill/>
            </a:ln>
          </p:spPr>
        </p:sp>
        <p:sp>
          <p:nvSpPr>
            <p:cNvPr id="5740" name="asset_3422_90">
              <a:extLst>
                <a:ext uri="{FF2B5EF4-FFF2-40B4-BE49-F238E27FC236}">
                  <a16:creationId xmlns:a16="http://schemas.microsoft.com/office/drawing/2014/main" id="{06F5C2D0-D556-FCF2-A437-9F7F71693FF5}"/>
                </a:ext>
              </a:extLst>
            </p:cNvPr>
            <p:cNvSpPr>
              <a:spLocks noGrp="1"/>
            </p:cNvSpPr>
            <p:nvPr/>
          </p:nvSpPr>
          <p:spPr>
            <a:xfrm>
              <a:off x="222322" y="4929964"/>
              <a:ext cx="42100" cy="4210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41" name="asset_3422_91">
              <a:extLst>
                <a:ext uri="{FF2B5EF4-FFF2-40B4-BE49-F238E27FC236}">
                  <a16:creationId xmlns:a16="http://schemas.microsoft.com/office/drawing/2014/main" id="{36C49975-94FE-2741-4CEA-A47ADC9B588E}"/>
                </a:ext>
              </a:extLst>
            </p:cNvPr>
            <p:cNvSpPr>
              <a:spLocks noGrp="1"/>
            </p:cNvSpPr>
            <p:nvPr/>
          </p:nvSpPr>
          <p:spPr>
            <a:xfrm>
              <a:off x="231373" y="4937963"/>
              <a:ext cx="13683" cy="7999"/>
            </a:xfrm>
            <a:prstGeom prst="ellipse">
              <a:avLst/>
            </a:prstGeom>
            <a:gradFill>
              <a:gsLst>
                <a:gs pos="0">
                  <a:srgbClr val="FFFFFF">
                    <a:alpha val="65000"/>
                  </a:srgbClr>
                </a:gs>
                <a:gs pos="100000">
                  <a:srgbClr val="FFFFFF">
                    <a:alpha val="0"/>
                  </a:srgbClr>
                </a:gs>
              </a:gsLst>
              <a:lin ang="5400000"/>
            </a:gradFill>
            <a:ln w="3600">
              <a:noFill/>
            </a:ln>
          </p:spPr>
        </p:sp>
        <p:sp>
          <p:nvSpPr>
            <p:cNvPr id="5742" name="asset_3422_92">
              <a:extLst>
                <a:ext uri="{FF2B5EF4-FFF2-40B4-BE49-F238E27FC236}">
                  <a16:creationId xmlns:a16="http://schemas.microsoft.com/office/drawing/2014/main" id="{08518CB7-5FC9-399E-7522-87750B3BD07E}"/>
                </a:ext>
              </a:extLst>
            </p:cNvPr>
            <p:cNvSpPr>
              <a:spLocks noGrp="1"/>
            </p:cNvSpPr>
            <p:nvPr/>
          </p:nvSpPr>
          <p:spPr>
            <a:xfrm>
              <a:off x="290257" y="4968623"/>
              <a:ext cx="44062" cy="44062"/>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43" name="asset_3422_93">
              <a:extLst>
                <a:ext uri="{FF2B5EF4-FFF2-40B4-BE49-F238E27FC236}">
                  <a16:creationId xmlns:a16="http://schemas.microsoft.com/office/drawing/2014/main" id="{9F7909F0-C743-5248-E9D0-3EAB7BED8322}"/>
                </a:ext>
              </a:extLst>
            </p:cNvPr>
            <p:cNvSpPr>
              <a:spLocks noGrp="1"/>
            </p:cNvSpPr>
            <p:nvPr/>
          </p:nvSpPr>
          <p:spPr>
            <a:xfrm>
              <a:off x="299730" y="4976995"/>
              <a:ext cx="14320" cy="8372"/>
            </a:xfrm>
            <a:prstGeom prst="ellipse">
              <a:avLst/>
            </a:prstGeom>
            <a:gradFill>
              <a:gsLst>
                <a:gs pos="0">
                  <a:srgbClr val="FFFFFF">
                    <a:alpha val="65000"/>
                  </a:srgbClr>
                </a:gs>
                <a:gs pos="100000">
                  <a:srgbClr val="FFFFFF">
                    <a:alpha val="0"/>
                  </a:srgbClr>
                </a:gs>
              </a:gsLst>
              <a:lin ang="5400000"/>
            </a:gradFill>
            <a:ln w="3600">
              <a:noFill/>
            </a:ln>
          </p:spPr>
        </p:sp>
        <p:sp>
          <p:nvSpPr>
            <p:cNvPr id="5744" name="asset_3422_94">
              <a:extLst>
                <a:ext uri="{FF2B5EF4-FFF2-40B4-BE49-F238E27FC236}">
                  <a16:creationId xmlns:a16="http://schemas.microsoft.com/office/drawing/2014/main" id="{CC657E90-9303-E3F4-A56D-D23BBA806602}"/>
                </a:ext>
              </a:extLst>
            </p:cNvPr>
            <p:cNvSpPr>
              <a:spLocks noGrp="1"/>
            </p:cNvSpPr>
            <p:nvPr/>
          </p:nvSpPr>
          <p:spPr>
            <a:xfrm>
              <a:off x="278874" y="4994845"/>
              <a:ext cx="47350" cy="4735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45" name="asset_3422_95">
              <a:extLst>
                <a:ext uri="{FF2B5EF4-FFF2-40B4-BE49-F238E27FC236}">
                  <a16:creationId xmlns:a16="http://schemas.microsoft.com/office/drawing/2014/main" id="{2EE0A96B-A2A7-ADF9-A755-732FC6BCD648}"/>
                </a:ext>
              </a:extLst>
            </p:cNvPr>
            <p:cNvSpPr>
              <a:spLocks noGrp="1"/>
            </p:cNvSpPr>
            <p:nvPr/>
          </p:nvSpPr>
          <p:spPr>
            <a:xfrm>
              <a:off x="289054" y="5003841"/>
              <a:ext cx="15389" cy="8996"/>
            </a:xfrm>
            <a:prstGeom prst="ellipse">
              <a:avLst/>
            </a:prstGeom>
            <a:gradFill>
              <a:gsLst>
                <a:gs pos="0">
                  <a:srgbClr val="FFFFFF">
                    <a:alpha val="65000"/>
                  </a:srgbClr>
                </a:gs>
                <a:gs pos="100000">
                  <a:srgbClr val="FFFFFF">
                    <a:alpha val="0"/>
                  </a:srgbClr>
                </a:gs>
              </a:gsLst>
              <a:lin ang="5400000"/>
            </a:gradFill>
            <a:ln w="3600">
              <a:noFill/>
            </a:ln>
          </p:spPr>
        </p:sp>
        <p:sp>
          <p:nvSpPr>
            <p:cNvPr id="5746" name="asset_3422_96">
              <a:extLst>
                <a:ext uri="{FF2B5EF4-FFF2-40B4-BE49-F238E27FC236}">
                  <a16:creationId xmlns:a16="http://schemas.microsoft.com/office/drawing/2014/main" id="{47FFD0DE-B302-69C4-5EAD-3F3D18DDE18A}"/>
                </a:ext>
              </a:extLst>
            </p:cNvPr>
            <p:cNvSpPr>
              <a:spLocks noGrp="1"/>
            </p:cNvSpPr>
            <p:nvPr/>
          </p:nvSpPr>
          <p:spPr>
            <a:xfrm>
              <a:off x="339177" y="4942783"/>
              <a:ext cx="35427" cy="35427"/>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47" name="asset_3422_97">
              <a:extLst>
                <a:ext uri="{FF2B5EF4-FFF2-40B4-BE49-F238E27FC236}">
                  <a16:creationId xmlns:a16="http://schemas.microsoft.com/office/drawing/2014/main" id="{370AA74C-C27E-E32F-89A5-8D03D4E5EE05}"/>
                </a:ext>
              </a:extLst>
            </p:cNvPr>
            <p:cNvSpPr>
              <a:spLocks noGrp="1"/>
            </p:cNvSpPr>
            <p:nvPr/>
          </p:nvSpPr>
          <p:spPr>
            <a:xfrm>
              <a:off x="346794" y="4949514"/>
              <a:ext cx="11514" cy="6731"/>
            </a:xfrm>
            <a:prstGeom prst="ellipse">
              <a:avLst/>
            </a:prstGeom>
            <a:gradFill>
              <a:gsLst>
                <a:gs pos="0">
                  <a:srgbClr val="FFFFFF">
                    <a:alpha val="65000"/>
                  </a:srgbClr>
                </a:gs>
                <a:gs pos="100000">
                  <a:srgbClr val="FFFFFF">
                    <a:alpha val="0"/>
                  </a:srgbClr>
                </a:gs>
              </a:gsLst>
              <a:lin ang="5400000"/>
            </a:gradFill>
            <a:ln w="3600">
              <a:noFill/>
            </a:ln>
          </p:spPr>
        </p:sp>
        <p:sp>
          <p:nvSpPr>
            <p:cNvPr id="5748" name="asset_3422_98">
              <a:extLst>
                <a:ext uri="{FF2B5EF4-FFF2-40B4-BE49-F238E27FC236}">
                  <a16:creationId xmlns:a16="http://schemas.microsoft.com/office/drawing/2014/main" id="{B3EFF36E-0DA8-B002-B991-18C5DE41D9D0}"/>
                </a:ext>
              </a:extLst>
            </p:cNvPr>
            <p:cNvSpPr>
              <a:spLocks noGrp="1"/>
            </p:cNvSpPr>
            <p:nvPr/>
          </p:nvSpPr>
          <p:spPr>
            <a:xfrm>
              <a:off x="181300" y="4897328"/>
              <a:ext cx="39596" cy="39596"/>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49" name="asset_3422_99">
              <a:extLst>
                <a:ext uri="{FF2B5EF4-FFF2-40B4-BE49-F238E27FC236}">
                  <a16:creationId xmlns:a16="http://schemas.microsoft.com/office/drawing/2014/main" id="{B1669691-1A41-509E-4F31-50992DB8107C}"/>
                </a:ext>
              </a:extLst>
            </p:cNvPr>
            <p:cNvSpPr>
              <a:spLocks noGrp="1"/>
            </p:cNvSpPr>
            <p:nvPr/>
          </p:nvSpPr>
          <p:spPr>
            <a:xfrm>
              <a:off x="189813" y="4904851"/>
              <a:ext cx="12869" cy="7523"/>
            </a:xfrm>
            <a:prstGeom prst="ellipse">
              <a:avLst/>
            </a:prstGeom>
            <a:gradFill>
              <a:gsLst>
                <a:gs pos="0">
                  <a:srgbClr val="FFFFFF">
                    <a:alpha val="65000"/>
                  </a:srgbClr>
                </a:gs>
                <a:gs pos="100000">
                  <a:srgbClr val="FFFFFF">
                    <a:alpha val="0"/>
                  </a:srgbClr>
                </a:gs>
              </a:gsLst>
              <a:lin ang="5400000"/>
            </a:gradFill>
            <a:ln w="3600">
              <a:noFill/>
            </a:ln>
          </p:spPr>
        </p:sp>
        <p:sp>
          <p:nvSpPr>
            <p:cNvPr id="5750" name="asset_3422_100">
              <a:extLst>
                <a:ext uri="{FF2B5EF4-FFF2-40B4-BE49-F238E27FC236}">
                  <a16:creationId xmlns:a16="http://schemas.microsoft.com/office/drawing/2014/main" id="{341090B1-00B5-3753-37FA-2A7644BEB276}"/>
                </a:ext>
              </a:extLst>
            </p:cNvPr>
            <p:cNvSpPr>
              <a:spLocks noGrp="1"/>
            </p:cNvSpPr>
            <p:nvPr/>
          </p:nvSpPr>
          <p:spPr>
            <a:xfrm>
              <a:off x="270474" y="4941710"/>
              <a:ext cx="45030" cy="4503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51" name="asset_3422_101">
              <a:extLst>
                <a:ext uri="{FF2B5EF4-FFF2-40B4-BE49-F238E27FC236}">
                  <a16:creationId xmlns:a16="http://schemas.microsoft.com/office/drawing/2014/main" id="{904C0278-BF26-562A-D2D8-9E8E1AB94294}"/>
                </a:ext>
              </a:extLst>
            </p:cNvPr>
            <p:cNvSpPr>
              <a:spLocks noGrp="1"/>
            </p:cNvSpPr>
            <p:nvPr/>
          </p:nvSpPr>
          <p:spPr>
            <a:xfrm>
              <a:off x="280155" y="4950266"/>
              <a:ext cx="14635" cy="8556"/>
            </a:xfrm>
            <a:prstGeom prst="ellipse">
              <a:avLst/>
            </a:prstGeom>
            <a:gradFill>
              <a:gsLst>
                <a:gs pos="0">
                  <a:srgbClr val="FFFFFF">
                    <a:alpha val="65000"/>
                  </a:srgbClr>
                </a:gs>
                <a:gs pos="100000">
                  <a:srgbClr val="FFFFFF">
                    <a:alpha val="0"/>
                  </a:srgbClr>
                </a:gs>
              </a:gsLst>
              <a:lin ang="5400000"/>
            </a:gradFill>
            <a:ln w="3600">
              <a:noFill/>
            </a:ln>
          </p:spPr>
        </p:sp>
        <p:sp>
          <p:nvSpPr>
            <p:cNvPr id="5752" name="asset_3422_102">
              <a:extLst>
                <a:ext uri="{FF2B5EF4-FFF2-40B4-BE49-F238E27FC236}">
                  <a16:creationId xmlns:a16="http://schemas.microsoft.com/office/drawing/2014/main" id="{A183616A-83E1-61E2-F17A-4558792A3353}"/>
                </a:ext>
              </a:extLst>
            </p:cNvPr>
            <p:cNvSpPr>
              <a:spLocks noGrp="1"/>
            </p:cNvSpPr>
            <p:nvPr/>
          </p:nvSpPr>
          <p:spPr>
            <a:xfrm>
              <a:off x="353860" y="4863561"/>
              <a:ext cx="45124" cy="4512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53" name="asset_3422_103">
              <a:extLst>
                <a:ext uri="{FF2B5EF4-FFF2-40B4-BE49-F238E27FC236}">
                  <a16:creationId xmlns:a16="http://schemas.microsoft.com/office/drawing/2014/main" id="{B1757740-7328-68D5-C6BB-5029280D9C21}"/>
                </a:ext>
              </a:extLst>
            </p:cNvPr>
            <p:cNvSpPr>
              <a:spLocks noGrp="1"/>
            </p:cNvSpPr>
            <p:nvPr/>
          </p:nvSpPr>
          <p:spPr>
            <a:xfrm>
              <a:off x="363561" y="4872135"/>
              <a:ext cx="14665" cy="8574"/>
            </a:xfrm>
            <a:prstGeom prst="ellipse">
              <a:avLst/>
            </a:prstGeom>
            <a:gradFill>
              <a:gsLst>
                <a:gs pos="0">
                  <a:srgbClr val="FFFFFF">
                    <a:alpha val="65000"/>
                  </a:srgbClr>
                </a:gs>
                <a:gs pos="100000">
                  <a:srgbClr val="FFFFFF">
                    <a:alpha val="0"/>
                  </a:srgbClr>
                </a:gs>
              </a:gsLst>
              <a:lin ang="5400000"/>
            </a:gradFill>
            <a:ln w="3600">
              <a:noFill/>
            </a:ln>
          </p:spPr>
        </p:sp>
        <p:sp>
          <p:nvSpPr>
            <p:cNvPr id="5754" name="asset_3422_104">
              <a:extLst>
                <a:ext uri="{FF2B5EF4-FFF2-40B4-BE49-F238E27FC236}">
                  <a16:creationId xmlns:a16="http://schemas.microsoft.com/office/drawing/2014/main" id="{17139438-B9D0-8999-40E9-519F976B3739}"/>
                </a:ext>
              </a:extLst>
            </p:cNvPr>
            <p:cNvSpPr>
              <a:spLocks noGrp="1"/>
            </p:cNvSpPr>
            <p:nvPr/>
          </p:nvSpPr>
          <p:spPr>
            <a:xfrm>
              <a:off x="292608" y="4856843"/>
              <a:ext cx="47953" cy="47953"/>
            </a:xfrm>
            <a:prstGeom prst="ellipse">
              <a:avLst/>
            </a:prstGeom>
            <a:gradFill>
              <a:gsLst>
                <a:gs pos="0">
                  <a:srgbClr val="FFFFFF">
                    <a:alpha val="100000"/>
                  </a:srgbClr>
                </a:gs>
                <a:gs pos="46000">
                  <a:srgbClr val="AA90CC">
                    <a:alpha val="100000"/>
                  </a:srgbClr>
                </a:gs>
                <a:gs pos="74000">
                  <a:srgbClr val="AA90CC">
                    <a:alpha val="100000"/>
                  </a:srgbClr>
                </a:gs>
                <a:gs pos="100000">
                  <a:srgbClr val="69829D">
                    <a:alpha val="100000"/>
                  </a:srgbClr>
                </a:gs>
              </a:gsLst>
              <a:lin ang="7800000"/>
            </a:gradFill>
            <a:ln w="3600">
              <a:noFill/>
            </a:ln>
          </p:spPr>
        </p:sp>
        <p:sp>
          <p:nvSpPr>
            <p:cNvPr id="5755" name="asset_3422_105">
              <a:extLst>
                <a:ext uri="{FF2B5EF4-FFF2-40B4-BE49-F238E27FC236}">
                  <a16:creationId xmlns:a16="http://schemas.microsoft.com/office/drawing/2014/main" id="{66C56846-18F0-44B1-2DBF-73E579B41289}"/>
                </a:ext>
              </a:extLst>
            </p:cNvPr>
            <p:cNvSpPr>
              <a:spLocks noGrp="1"/>
            </p:cNvSpPr>
            <p:nvPr/>
          </p:nvSpPr>
          <p:spPr>
            <a:xfrm>
              <a:off x="302918" y="4865954"/>
              <a:ext cx="15585" cy="9111"/>
            </a:xfrm>
            <a:prstGeom prst="ellipse">
              <a:avLst/>
            </a:prstGeom>
            <a:gradFill>
              <a:gsLst>
                <a:gs pos="0">
                  <a:srgbClr val="FFFFFF">
                    <a:alpha val="65000"/>
                  </a:srgbClr>
                </a:gs>
                <a:gs pos="100000">
                  <a:srgbClr val="FFFFFF">
                    <a:alpha val="0"/>
                  </a:srgbClr>
                </a:gs>
              </a:gsLst>
              <a:lin ang="5400000"/>
            </a:gradFill>
            <a:ln w="3600">
              <a:noFill/>
            </a:ln>
          </p:spPr>
        </p:sp>
        <p:sp>
          <p:nvSpPr>
            <p:cNvPr id="5756" name="asset_3422_106">
              <a:extLst>
                <a:ext uri="{FF2B5EF4-FFF2-40B4-BE49-F238E27FC236}">
                  <a16:creationId xmlns:a16="http://schemas.microsoft.com/office/drawing/2014/main" id="{5251878A-2A30-6938-EAA1-58E9A2E07FD6}"/>
                </a:ext>
              </a:extLst>
            </p:cNvPr>
            <p:cNvSpPr>
              <a:spLocks noGrp="1"/>
            </p:cNvSpPr>
            <p:nvPr/>
          </p:nvSpPr>
          <p:spPr>
            <a:xfrm>
              <a:off x="325107" y="5005898"/>
              <a:ext cx="40713" cy="4071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57" name="asset_3422_107">
              <a:extLst>
                <a:ext uri="{FF2B5EF4-FFF2-40B4-BE49-F238E27FC236}">
                  <a16:creationId xmlns:a16="http://schemas.microsoft.com/office/drawing/2014/main" id="{4121F3E1-15A7-EC84-2E47-67DCF58B138A}"/>
                </a:ext>
              </a:extLst>
            </p:cNvPr>
            <p:cNvSpPr>
              <a:spLocks noGrp="1"/>
            </p:cNvSpPr>
            <p:nvPr/>
          </p:nvSpPr>
          <p:spPr>
            <a:xfrm>
              <a:off x="333860" y="5013633"/>
              <a:ext cx="13232" cy="7735"/>
            </a:xfrm>
            <a:prstGeom prst="ellipse">
              <a:avLst/>
            </a:prstGeom>
            <a:gradFill>
              <a:gsLst>
                <a:gs pos="0">
                  <a:srgbClr val="FFFFFF">
                    <a:alpha val="65000"/>
                  </a:srgbClr>
                </a:gs>
                <a:gs pos="100000">
                  <a:srgbClr val="FFFFFF">
                    <a:alpha val="0"/>
                  </a:srgbClr>
                </a:gs>
              </a:gsLst>
              <a:lin ang="5400000"/>
            </a:gradFill>
            <a:ln w="3600">
              <a:noFill/>
            </a:ln>
          </p:spPr>
        </p:sp>
        <p:sp>
          <p:nvSpPr>
            <p:cNvPr id="5758" name="asset_3422_108">
              <a:extLst>
                <a:ext uri="{FF2B5EF4-FFF2-40B4-BE49-F238E27FC236}">
                  <a16:creationId xmlns:a16="http://schemas.microsoft.com/office/drawing/2014/main" id="{89E11EA1-FC3E-A9C5-FE82-C6BA831B80EB}"/>
                </a:ext>
              </a:extLst>
            </p:cNvPr>
            <p:cNvSpPr>
              <a:spLocks noGrp="1"/>
            </p:cNvSpPr>
            <p:nvPr/>
          </p:nvSpPr>
          <p:spPr>
            <a:xfrm>
              <a:off x="229166" y="5002250"/>
              <a:ext cx="49404" cy="4940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59" name="asset_3422_109">
              <a:extLst>
                <a:ext uri="{FF2B5EF4-FFF2-40B4-BE49-F238E27FC236}">
                  <a16:creationId xmlns:a16="http://schemas.microsoft.com/office/drawing/2014/main" id="{72122DDE-B111-36DE-40F5-7227E1EB89EF}"/>
                </a:ext>
              </a:extLst>
            </p:cNvPr>
            <p:cNvSpPr>
              <a:spLocks noGrp="1"/>
            </p:cNvSpPr>
            <p:nvPr/>
          </p:nvSpPr>
          <p:spPr>
            <a:xfrm>
              <a:off x="239788" y="5011637"/>
              <a:ext cx="16056" cy="9387"/>
            </a:xfrm>
            <a:prstGeom prst="ellipse">
              <a:avLst/>
            </a:prstGeom>
            <a:gradFill>
              <a:gsLst>
                <a:gs pos="0">
                  <a:srgbClr val="FFFFFF">
                    <a:alpha val="65000"/>
                  </a:srgbClr>
                </a:gs>
                <a:gs pos="100000">
                  <a:srgbClr val="FFFFFF">
                    <a:alpha val="0"/>
                  </a:srgbClr>
                </a:gs>
              </a:gsLst>
              <a:lin ang="5400000"/>
            </a:gradFill>
            <a:ln w="3600">
              <a:noFill/>
            </a:ln>
          </p:spPr>
        </p:sp>
        <p:sp>
          <p:nvSpPr>
            <p:cNvPr id="5760" name="asset_3422_110">
              <a:extLst>
                <a:ext uri="{FF2B5EF4-FFF2-40B4-BE49-F238E27FC236}">
                  <a16:creationId xmlns:a16="http://schemas.microsoft.com/office/drawing/2014/main" id="{F10CC179-131C-8312-5089-1877AAC82D33}"/>
                </a:ext>
              </a:extLst>
            </p:cNvPr>
            <p:cNvSpPr>
              <a:spLocks noGrp="1"/>
            </p:cNvSpPr>
            <p:nvPr/>
          </p:nvSpPr>
          <p:spPr>
            <a:xfrm>
              <a:off x="310153" y="4825306"/>
              <a:ext cx="38398" cy="38398"/>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761" name="asset_3422_111">
              <a:extLst>
                <a:ext uri="{FF2B5EF4-FFF2-40B4-BE49-F238E27FC236}">
                  <a16:creationId xmlns:a16="http://schemas.microsoft.com/office/drawing/2014/main" id="{CD66646E-7538-6968-F086-E41C8F4365A5}"/>
                </a:ext>
              </a:extLst>
            </p:cNvPr>
            <p:cNvSpPr>
              <a:spLocks noGrp="1"/>
            </p:cNvSpPr>
            <p:nvPr/>
          </p:nvSpPr>
          <p:spPr>
            <a:xfrm>
              <a:off x="318409" y="4832601"/>
              <a:ext cx="12479" cy="7296"/>
            </a:xfrm>
            <a:prstGeom prst="ellipse">
              <a:avLst/>
            </a:prstGeom>
            <a:gradFill>
              <a:gsLst>
                <a:gs pos="0">
                  <a:srgbClr val="FFFFFF">
                    <a:alpha val="65000"/>
                  </a:srgbClr>
                </a:gs>
                <a:gs pos="100000">
                  <a:srgbClr val="FFFFFF">
                    <a:alpha val="0"/>
                  </a:srgbClr>
                </a:gs>
              </a:gsLst>
              <a:lin ang="5400000"/>
            </a:gradFill>
            <a:ln w="3600">
              <a:noFill/>
            </a:ln>
          </p:spPr>
        </p:sp>
        <p:sp>
          <p:nvSpPr>
            <p:cNvPr id="5762" name="asset_3422_112">
              <a:extLst>
                <a:ext uri="{FF2B5EF4-FFF2-40B4-BE49-F238E27FC236}">
                  <a16:creationId xmlns:a16="http://schemas.microsoft.com/office/drawing/2014/main" id="{A0FF7DBA-C800-BE39-7C34-0D8FE4DFCEC8}"/>
                </a:ext>
              </a:extLst>
            </p:cNvPr>
            <p:cNvSpPr>
              <a:spLocks noGrp="1"/>
            </p:cNvSpPr>
            <p:nvPr/>
          </p:nvSpPr>
          <p:spPr>
            <a:xfrm>
              <a:off x="169875" y="4921315"/>
              <a:ext cx="31880" cy="3188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63" name="asset_3422_113">
              <a:extLst>
                <a:ext uri="{FF2B5EF4-FFF2-40B4-BE49-F238E27FC236}">
                  <a16:creationId xmlns:a16="http://schemas.microsoft.com/office/drawing/2014/main" id="{69EA3A95-C469-4FB7-A7A3-51BA1BA52674}"/>
                </a:ext>
              </a:extLst>
            </p:cNvPr>
            <p:cNvSpPr>
              <a:spLocks noGrp="1"/>
            </p:cNvSpPr>
            <p:nvPr/>
          </p:nvSpPr>
          <p:spPr>
            <a:xfrm>
              <a:off x="176729" y="4927373"/>
              <a:ext cx="10361" cy="6057"/>
            </a:xfrm>
            <a:prstGeom prst="ellipse">
              <a:avLst/>
            </a:prstGeom>
            <a:gradFill>
              <a:gsLst>
                <a:gs pos="0">
                  <a:srgbClr val="FFFFFF">
                    <a:alpha val="65000"/>
                  </a:srgbClr>
                </a:gs>
                <a:gs pos="100000">
                  <a:srgbClr val="FFFFFF">
                    <a:alpha val="0"/>
                  </a:srgbClr>
                </a:gs>
              </a:gsLst>
              <a:lin ang="5400000"/>
            </a:gradFill>
            <a:ln w="3600">
              <a:noFill/>
            </a:ln>
          </p:spPr>
        </p:sp>
        <p:sp>
          <p:nvSpPr>
            <p:cNvPr id="5764" name="asset_3422_114">
              <a:extLst>
                <a:ext uri="{FF2B5EF4-FFF2-40B4-BE49-F238E27FC236}">
                  <a16:creationId xmlns:a16="http://schemas.microsoft.com/office/drawing/2014/main" id="{B488EF24-D24B-0F80-9C97-41656C2E08D1}"/>
                </a:ext>
              </a:extLst>
            </p:cNvPr>
            <p:cNvSpPr>
              <a:spLocks noGrp="1"/>
            </p:cNvSpPr>
            <p:nvPr/>
          </p:nvSpPr>
          <p:spPr>
            <a:xfrm>
              <a:off x="337382" y="4943216"/>
              <a:ext cx="45411" cy="45411"/>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65" name="asset_3422_115">
              <a:extLst>
                <a:ext uri="{FF2B5EF4-FFF2-40B4-BE49-F238E27FC236}">
                  <a16:creationId xmlns:a16="http://schemas.microsoft.com/office/drawing/2014/main" id="{1BB10544-2009-4D25-779F-2347CF5A0575}"/>
                </a:ext>
              </a:extLst>
            </p:cNvPr>
            <p:cNvSpPr>
              <a:spLocks noGrp="1"/>
            </p:cNvSpPr>
            <p:nvPr/>
          </p:nvSpPr>
          <p:spPr>
            <a:xfrm>
              <a:off x="347146" y="4951844"/>
              <a:ext cx="14759" cy="8628"/>
            </a:xfrm>
            <a:prstGeom prst="ellipse">
              <a:avLst/>
            </a:prstGeom>
            <a:gradFill>
              <a:gsLst>
                <a:gs pos="0">
                  <a:srgbClr val="FFFFFF">
                    <a:alpha val="65000"/>
                  </a:srgbClr>
                </a:gs>
                <a:gs pos="100000">
                  <a:srgbClr val="FFFFFF">
                    <a:alpha val="0"/>
                  </a:srgbClr>
                </a:gs>
              </a:gsLst>
              <a:lin ang="5400000"/>
            </a:gradFill>
            <a:ln w="3600">
              <a:noFill/>
            </a:ln>
          </p:spPr>
        </p:sp>
        <p:sp>
          <p:nvSpPr>
            <p:cNvPr id="5766" name="asset_3422_116">
              <a:extLst>
                <a:ext uri="{FF2B5EF4-FFF2-40B4-BE49-F238E27FC236}">
                  <a16:creationId xmlns:a16="http://schemas.microsoft.com/office/drawing/2014/main" id="{4ABC882C-9958-036D-219A-7B89CCE8022E}"/>
                </a:ext>
              </a:extLst>
            </p:cNvPr>
            <p:cNvSpPr>
              <a:spLocks noGrp="1"/>
            </p:cNvSpPr>
            <p:nvPr/>
          </p:nvSpPr>
          <p:spPr>
            <a:xfrm>
              <a:off x="286766" y="4989439"/>
              <a:ext cx="37293" cy="3729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67" name="asset_3422_117">
              <a:extLst>
                <a:ext uri="{FF2B5EF4-FFF2-40B4-BE49-F238E27FC236}">
                  <a16:creationId xmlns:a16="http://schemas.microsoft.com/office/drawing/2014/main" id="{188AADE0-E8D9-1102-D383-90A9F03B0923}"/>
                </a:ext>
              </a:extLst>
            </p:cNvPr>
            <p:cNvSpPr>
              <a:spLocks noGrp="1"/>
            </p:cNvSpPr>
            <p:nvPr/>
          </p:nvSpPr>
          <p:spPr>
            <a:xfrm>
              <a:off x="294784" y="4996525"/>
              <a:ext cx="12120" cy="7086"/>
            </a:xfrm>
            <a:prstGeom prst="ellipse">
              <a:avLst/>
            </a:prstGeom>
            <a:gradFill>
              <a:gsLst>
                <a:gs pos="0">
                  <a:srgbClr val="FFFFFF">
                    <a:alpha val="65000"/>
                  </a:srgbClr>
                </a:gs>
                <a:gs pos="100000">
                  <a:srgbClr val="FFFFFF">
                    <a:alpha val="0"/>
                  </a:srgbClr>
                </a:gs>
              </a:gsLst>
              <a:lin ang="5400000"/>
            </a:gradFill>
            <a:ln w="3600">
              <a:noFill/>
            </a:ln>
          </p:spPr>
        </p:sp>
        <p:sp>
          <p:nvSpPr>
            <p:cNvPr id="5768" name="asset_3422_118">
              <a:extLst>
                <a:ext uri="{FF2B5EF4-FFF2-40B4-BE49-F238E27FC236}">
                  <a16:creationId xmlns:a16="http://schemas.microsoft.com/office/drawing/2014/main" id="{5BB24AEF-FD38-074D-FF60-74BD7A7752D4}"/>
                </a:ext>
              </a:extLst>
            </p:cNvPr>
            <p:cNvSpPr>
              <a:spLocks noGrp="1"/>
            </p:cNvSpPr>
            <p:nvPr/>
          </p:nvSpPr>
          <p:spPr>
            <a:xfrm>
              <a:off x="348022" y="4844260"/>
              <a:ext cx="48957" cy="48957"/>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69" name="asset_3422_119">
              <a:extLst>
                <a:ext uri="{FF2B5EF4-FFF2-40B4-BE49-F238E27FC236}">
                  <a16:creationId xmlns:a16="http://schemas.microsoft.com/office/drawing/2014/main" id="{7B40CFA6-D75A-3539-4FC2-D7FA9720FB2C}"/>
                </a:ext>
              </a:extLst>
            </p:cNvPr>
            <p:cNvSpPr>
              <a:spLocks noGrp="1"/>
            </p:cNvSpPr>
            <p:nvPr/>
          </p:nvSpPr>
          <p:spPr>
            <a:xfrm>
              <a:off x="358547" y="4853562"/>
              <a:ext cx="15911" cy="9302"/>
            </a:xfrm>
            <a:prstGeom prst="ellipse">
              <a:avLst/>
            </a:prstGeom>
            <a:gradFill>
              <a:gsLst>
                <a:gs pos="0">
                  <a:srgbClr val="FFFFFF">
                    <a:alpha val="65000"/>
                  </a:srgbClr>
                </a:gs>
                <a:gs pos="100000">
                  <a:srgbClr val="FFFFFF">
                    <a:alpha val="0"/>
                  </a:srgbClr>
                </a:gs>
              </a:gsLst>
              <a:lin ang="5400000"/>
            </a:gradFill>
            <a:ln w="3600">
              <a:noFill/>
            </a:ln>
          </p:spPr>
        </p:sp>
        <p:sp>
          <p:nvSpPr>
            <p:cNvPr id="5770" name="asset_3422_120">
              <a:extLst>
                <a:ext uri="{FF2B5EF4-FFF2-40B4-BE49-F238E27FC236}">
                  <a16:creationId xmlns:a16="http://schemas.microsoft.com/office/drawing/2014/main" id="{1737C6D6-FE64-854E-7920-429B04C822E8}"/>
                </a:ext>
              </a:extLst>
            </p:cNvPr>
            <p:cNvSpPr>
              <a:spLocks noGrp="1"/>
            </p:cNvSpPr>
            <p:nvPr/>
          </p:nvSpPr>
          <p:spPr>
            <a:xfrm>
              <a:off x="214854" y="4846950"/>
              <a:ext cx="50307" cy="50307"/>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71" name="asset_3422_121">
              <a:extLst>
                <a:ext uri="{FF2B5EF4-FFF2-40B4-BE49-F238E27FC236}">
                  <a16:creationId xmlns:a16="http://schemas.microsoft.com/office/drawing/2014/main" id="{A0D3BF6E-7FB5-E935-C1AD-9FCE1647343B}"/>
                </a:ext>
              </a:extLst>
            </p:cNvPr>
            <p:cNvSpPr>
              <a:spLocks noGrp="1"/>
            </p:cNvSpPr>
            <p:nvPr/>
          </p:nvSpPr>
          <p:spPr>
            <a:xfrm>
              <a:off x="225670" y="4856508"/>
              <a:ext cx="16350" cy="9558"/>
            </a:xfrm>
            <a:prstGeom prst="ellipse">
              <a:avLst/>
            </a:prstGeom>
            <a:gradFill>
              <a:gsLst>
                <a:gs pos="0">
                  <a:srgbClr val="FFFFFF">
                    <a:alpha val="65000"/>
                  </a:srgbClr>
                </a:gs>
                <a:gs pos="100000">
                  <a:srgbClr val="FFFFFF">
                    <a:alpha val="0"/>
                  </a:srgbClr>
                </a:gs>
              </a:gsLst>
              <a:lin ang="5400000"/>
            </a:gradFill>
            <a:ln w="3600">
              <a:noFill/>
            </a:ln>
          </p:spPr>
        </p:sp>
        <p:sp>
          <p:nvSpPr>
            <p:cNvPr id="5772" name="asset_3422_122">
              <a:extLst>
                <a:ext uri="{FF2B5EF4-FFF2-40B4-BE49-F238E27FC236}">
                  <a16:creationId xmlns:a16="http://schemas.microsoft.com/office/drawing/2014/main" id="{9D54F9EC-B99D-0823-576F-7840F5063CF8}"/>
                </a:ext>
              </a:extLst>
            </p:cNvPr>
            <p:cNvSpPr>
              <a:spLocks noGrp="1"/>
            </p:cNvSpPr>
            <p:nvPr/>
          </p:nvSpPr>
          <p:spPr>
            <a:xfrm>
              <a:off x="238599" y="5005575"/>
              <a:ext cx="36118" cy="3611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73" name="asset_3422_123">
              <a:extLst>
                <a:ext uri="{FF2B5EF4-FFF2-40B4-BE49-F238E27FC236}">
                  <a16:creationId xmlns:a16="http://schemas.microsoft.com/office/drawing/2014/main" id="{A964C3FE-D6E0-043B-1863-C1FB6ED3833F}"/>
                </a:ext>
              </a:extLst>
            </p:cNvPr>
            <p:cNvSpPr>
              <a:spLocks noGrp="1"/>
            </p:cNvSpPr>
            <p:nvPr/>
          </p:nvSpPr>
          <p:spPr>
            <a:xfrm>
              <a:off x="246364" y="5012438"/>
              <a:ext cx="11738" cy="6862"/>
            </a:xfrm>
            <a:prstGeom prst="ellipse">
              <a:avLst/>
            </a:prstGeom>
            <a:gradFill>
              <a:gsLst>
                <a:gs pos="0">
                  <a:srgbClr val="FFFFFF">
                    <a:alpha val="65000"/>
                  </a:srgbClr>
                </a:gs>
                <a:gs pos="100000">
                  <a:srgbClr val="FFFFFF">
                    <a:alpha val="0"/>
                  </a:srgbClr>
                </a:gs>
              </a:gsLst>
              <a:lin ang="5400000"/>
            </a:gradFill>
            <a:ln w="3600">
              <a:noFill/>
            </a:ln>
          </p:spPr>
        </p:sp>
      </p:grpSp>
      <p:pic>
        <p:nvPicPr>
          <p:cNvPr id="3423" name="a | 50D atom feature bar" descr="bar.png">
            <a:extLst>
              <a:ext uri="{FF2B5EF4-FFF2-40B4-BE49-F238E27FC236}">
                <a16:creationId xmlns:a16="http://schemas.microsoft.com/office/drawing/2014/main" id="{314C068A-4F2C-BCB3-7662-1A20D5E73973}"/>
              </a:ext>
            </a:extLst>
          </p:cNvPr>
          <p:cNvPicPr>
            <a:picLocks noChangeAspect="1"/>
          </p:cNvPicPr>
          <p:nvPr/>
        </p:nvPicPr>
        <p:blipFill>
          <a:blip r:embed="rId14"/>
          <a:stretch>
            <a:fillRect/>
          </a:stretch>
        </p:blipFill>
        <p:spPr>
          <a:xfrm>
            <a:off x="1784247" y="3501830"/>
            <a:ext cx="204607" cy="54091"/>
          </a:xfrm>
          <a:prstGeom prst="rect">
            <a:avLst/>
          </a:prstGeom>
        </p:spPr>
      </p:pic>
      <p:sp>
        <p:nvSpPr>
          <p:cNvPr id="11" name="b | panel background">
            <a:extLst>
              <a:ext uri="{FF2B5EF4-FFF2-40B4-BE49-F238E27FC236}">
                <a16:creationId xmlns:a16="http://schemas.microsoft.com/office/drawing/2014/main" id="{02BF5837-B54E-E4C2-2130-483E762B554F}"/>
              </a:ext>
            </a:extLst>
          </p:cNvPr>
          <p:cNvSpPr>
            <a:spLocks noGrp="1"/>
          </p:cNvSpPr>
          <p:nvPr/>
        </p:nvSpPr>
        <p:spPr>
          <a:xfrm>
            <a:off x="2111300" y="56569"/>
            <a:ext cx="2963267" cy="1599224"/>
          </a:xfrm>
          <a:prstGeom prst="roundRect">
            <a:avLst>
              <a:gd name="adj" fmla="val 1737"/>
            </a:avLst>
          </a:prstGeom>
          <a:solidFill>
            <a:srgbClr val="F4F8FC"/>
          </a:solidFill>
          <a:ln w="5174">
            <a:solidFill>
              <a:srgbClr val="BCD3E4"/>
            </a:solidFill>
            <a:prstDash val="solid"/>
          </a:ln>
        </p:spPr>
        <p:txBody>
          <a:bodyPr/>
          <a:lstStyle/>
          <a:p>
            <a:endParaRPr lang="zh-CN" altLang="en-US" sz="1289" dirty="0"/>
          </a:p>
        </p:txBody>
      </p:sp>
      <p:pic>
        <p:nvPicPr>
          <p:cNvPr id="13" name="图片 12">
            <a:extLst>
              <a:ext uri="{FF2B5EF4-FFF2-40B4-BE49-F238E27FC236}">
                <a16:creationId xmlns:a16="http://schemas.microsoft.com/office/drawing/2014/main" id="{2F7DA45D-AE9E-3B07-4724-68D6D69C2EDB}"/>
              </a:ext>
            </a:extLst>
          </p:cNvPr>
          <p:cNvPicPr>
            <a:picLocks noChangeAspect="1"/>
          </p:cNvPicPr>
          <p:nvPr/>
        </p:nvPicPr>
        <p:blipFill>
          <a:blip r:embed="rId15"/>
          <a:stretch/>
        </p:blipFill>
        <p:spPr>
          <a:xfrm>
            <a:off x="2923374" y="526649"/>
            <a:ext cx="1398292" cy="274055"/>
          </a:xfrm>
          <a:prstGeom prst="rect">
            <a:avLst/>
          </a:prstGeom>
        </p:spPr>
      </p:pic>
      <p:sp>
        <p:nvSpPr>
          <p:cNvPr id="14" name="b | panel label">
            <a:extLst>
              <a:ext uri="{FF2B5EF4-FFF2-40B4-BE49-F238E27FC236}">
                <a16:creationId xmlns:a16="http://schemas.microsoft.com/office/drawing/2014/main" id="{11E5D961-222A-6581-566E-DF20C6614C66}"/>
              </a:ext>
            </a:extLst>
          </p:cNvPr>
          <p:cNvSpPr>
            <a:spLocks noGrp="1"/>
          </p:cNvSpPr>
          <p:nvPr/>
        </p:nvSpPr>
        <p:spPr>
          <a:xfrm>
            <a:off x="2151536" y="66886"/>
            <a:ext cx="88898" cy="111119"/>
          </a:xfrm>
          <a:prstGeom prst="rect">
            <a:avLst/>
          </a:prstGeom>
          <a:noFill/>
          <a:ln w="0">
            <a:noFill/>
          </a:ln>
        </p:spPr>
        <p:txBody>
          <a:bodyPr wrap="none" lIns="0" tIns="0" rIns="0" bIns="0" anchor="ctr">
            <a:noAutofit/>
          </a:bodyPr>
          <a:lstStyle/>
          <a:p>
            <a:pPr algn="l">
              <a:defRPr sz="978" b="1">
                <a:solidFill>
                  <a:srgbClr val="193044"/>
                </a:solidFill>
                <a:latin typeface="Arial"/>
                <a:ea typeface="Arial"/>
                <a:cs typeface="Arial"/>
              </a:defRPr>
            </a:pPr>
            <a:r>
              <a:rPr sz="700" b="1" dirty="0">
                <a:solidFill>
                  <a:srgbClr val="193044"/>
                </a:solidFill>
                <a:latin typeface="Arial"/>
                <a:ea typeface="Arial"/>
                <a:cs typeface="Arial"/>
              </a:rPr>
              <a:t>b</a:t>
            </a:r>
          </a:p>
        </p:txBody>
      </p:sp>
      <p:sp>
        <p:nvSpPr>
          <p:cNvPr id="15" name="b | title">
            <a:extLst>
              <a:ext uri="{FF2B5EF4-FFF2-40B4-BE49-F238E27FC236}">
                <a16:creationId xmlns:a16="http://schemas.microsoft.com/office/drawing/2014/main" id="{1A0FB519-4490-A7C0-E4F7-E6765B554A8D}"/>
              </a:ext>
            </a:extLst>
          </p:cNvPr>
          <p:cNvSpPr>
            <a:spLocks noGrp="1"/>
          </p:cNvSpPr>
          <p:nvPr/>
        </p:nvSpPr>
        <p:spPr>
          <a:xfrm>
            <a:off x="2257102" y="68905"/>
            <a:ext cx="2148369" cy="101859"/>
          </a:xfrm>
          <a:prstGeom prst="rect">
            <a:avLst/>
          </a:prstGeom>
          <a:noFill/>
          <a:ln w="0">
            <a:noFill/>
          </a:ln>
        </p:spPr>
        <p:txBody>
          <a:bodyPr wrap="none" lIns="0" tIns="0" rIns="0" bIns="0" anchor="ctr">
            <a:noAutofit/>
          </a:bodyPr>
          <a:lstStyle/>
          <a:p>
            <a:pPr algn="l">
              <a:defRPr sz="876" b="1">
                <a:solidFill>
                  <a:srgbClr val="193044"/>
                </a:solidFill>
                <a:latin typeface="Arial"/>
                <a:ea typeface="Arial"/>
                <a:cs typeface="Arial"/>
              </a:defRPr>
            </a:pPr>
            <a:r>
              <a:rPr sz="627" b="1" dirty="0">
                <a:solidFill>
                  <a:srgbClr val="193044"/>
                </a:solidFill>
                <a:latin typeface="Arial"/>
                <a:ea typeface="Arial"/>
                <a:cs typeface="Arial"/>
              </a:rPr>
              <a:t>Find: locate ligand area</a:t>
            </a:r>
          </a:p>
        </p:txBody>
      </p:sp>
      <p:sp>
        <p:nvSpPr>
          <p:cNvPr id="16" name="b | density input frame">
            <a:extLst>
              <a:ext uri="{FF2B5EF4-FFF2-40B4-BE49-F238E27FC236}">
                <a16:creationId xmlns:a16="http://schemas.microsoft.com/office/drawing/2014/main" id="{7F3C1719-57FD-D4DE-E2C0-80F67E525277}"/>
              </a:ext>
            </a:extLst>
          </p:cNvPr>
          <p:cNvSpPr>
            <a:spLocks noGrp="1"/>
          </p:cNvSpPr>
          <p:nvPr/>
        </p:nvSpPr>
        <p:spPr>
          <a:xfrm>
            <a:off x="2155240" y="306126"/>
            <a:ext cx="416709" cy="453735"/>
          </a:xfrm>
          <a:prstGeom prst="roundRect">
            <a:avLst>
              <a:gd name="adj" fmla="val 3556"/>
            </a:avLst>
          </a:prstGeom>
          <a:noFill/>
          <a:ln w="4010">
            <a:solidFill>
              <a:srgbClr val="B9D1E7"/>
            </a:solidFill>
            <a:prstDash val="solid"/>
          </a:ln>
        </p:spPr>
      </p:sp>
      <p:sp>
        <p:nvSpPr>
          <p:cNvPr id="17" name="b | receptor input frame">
            <a:extLst>
              <a:ext uri="{FF2B5EF4-FFF2-40B4-BE49-F238E27FC236}">
                <a16:creationId xmlns:a16="http://schemas.microsoft.com/office/drawing/2014/main" id="{FE17CE43-2BDC-2758-133A-0C5952E473E2}"/>
              </a:ext>
            </a:extLst>
          </p:cNvPr>
          <p:cNvSpPr>
            <a:spLocks noGrp="1"/>
          </p:cNvSpPr>
          <p:nvPr/>
        </p:nvSpPr>
        <p:spPr>
          <a:xfrm>
            <a:off x="2155240" y="846648"/>
            <a:ext cx="416709" cy="329652"/>
          </a:xfrm>
          <a:prstGeom prst="roundRect">
            <a:avLst>
              <a:gd name="adj" fmla="val 4494"/>
            </a:avLst>
          </a:prstGeom>
          <a:noFill/>
          <a:ln w="4010">
            <a:solidFill>
              <a:srgbClr val="C8BEDB"/>
            </a:solidFill>
            <a:prstDash val="solid"/>
          </a:ln>
        </p:spPr>
      </p:sp>
      <p:sp>
        <p:nvSpPr>
          <p:cNvPr id="18" name="b | pseudo input frame">
            <a:extLst>
              <a:ext uri="{FF2B5EF4-FFF2-40B4-BE49-F238E27FC236}">
                <a16:creationId xmlns:a16="http://schemas.microsoft.com/office/drawing/2014/main" id="{11F363B5-679E-A2C5-22C5-75C61774C768}"/>
              </a:ext>
            </a:extLst>
          </p:cNvPr>
          <p:cNvSpPr>
            <a:spLocks noGrp="1"/>
          </p:cNvSpPr>
          <p:nvPr/>
        </p:nvSpPr>
        <p:spPr>
          <a:xfrm>
            <a:off x="2155240" y="1265439"/>
            <a:ext cx="416709" cy="238906"/>
          </a:xfrm>
          <a:prstGeom prst="roundRect">
            <a:avLst>
              <a:gd name="adj" fmla="val 6202"/>
            </a:avLst>
          </a:prstGeom>
          <a:noFill/>
          <a:ln w="4010">
            <a:solidFill>
              <a:srgbClr val="DEC6A0"/>
            </a:solidFill>
            <a:prstDash val="solid"/>
          </a:ln>
        </p:spPr>
      </p:sp>
      <p:sp>
        <p:nvSpPr>
          <p:cNvPr id="19" name="b | ligand probability frame">
            <a:extLst>
              <a:ext uri="{FF2B5EF4-FFF2-40B4-BE49-F238E27FC236}">
                <a16:creationId xmlns:a16="http://schemas.microsoft.com/office/drawing/2014/main" id="{B61AB487-C051-D435-090E-1CA0411E47DB}"/>
              </a:ext>
            </a:extLst>
          </p:cNvPr>
          <p:cNvSpPr>
            <a:spLocks noGrp="1"/>
          </p:cNvSpPr>
          <p:nvPr/>
        </p:nvSpPr>
        <p:spPr>
          <a:xfrm>
            <a:off x="4423992" y="302422"/>
            <a:ext cx="601914" cy="459291"/>
          </a:xfrm>
          <a:prstGeom prst="roundRect">
            <a:avLst>
              <a:gd name="adj" fmla="val 3226"/>
            </a:avLst>
          </a:prstGeom>
          <a:noFill/>
          <a:ln w="4398">
            <a:solidFill>
              <a:srgbClr val="AFC9DF"/>
            </a:solidFill>
            <a:prstDash val="solid"/>
          </a:ln>
        </p:spPr>
      </p:sp>
      <p:sp>
        <p:nvSpPr>
          <p:cNvPr id="20" name="b | cues frame">
            <a:extLst>
              <a:ext uri="{FF2B5EF4-FFF2-40B4-BE49-F238E27FC236}">
                <a16:creationId xmlns:a16="http://schemas.microsoft.com/office/drawing/2014/main" id="{B0EA5805-BAD3-1160-7239-471F7FD99AB9}"/>
              </a:ext>
            </a:extLst>
          </p:cNvPr>
          <p:cNvSpPr>
            <a:spLocks noGrp="1"/>
          </p:cNvSpPr>
          <p:nvPr/>
        </p:nvSpPr>
        <p:spPr>
          <a:xfrm>
            <a:off x="4423992" y="802457"/>
            <a:ext cx="601914" cy="303725"/>
          </a:xfrm>
          <a:prstGeom prst="roundRect">
            <a:avLst>
              <a:gd name="adj" fmla="val 4878"/>
            </a:avLst>
          </a:prstGeom>
          <a:noFill/>
          <a:ln w="4139">
            <a:solidFill>
              <a:srgbClr val="AFC9DF"/>
            </a:solidFill>
            <a:prstDash val="dash"/>
          </a:ln>
        </p:spPr>
      </p:sp>
      <p:sp>
        <p:nvSpPr>
          <p:cNvPr id="21" name="b | atom probability frame">
            <a:extLst>
              <a:ext uri="{FF2B5EF4-FFF2-40B4-BE49-F238E27FC236}">
                <a16:creationId xmlns:a16="http://schemas.microsoft.com/office/drawing/2014/main" id="{F56E138D-2892-2908-5907-D8185F1E0079}"/>
              </a:ext>
            </a:extLst>
          </p:cNvPr>
          <p:cNvSpPr>
            <a:spLocks noGrp="1"/>
          </p:cNvSpPr>
          <p:nvPr/>
        </p:nvSpPr>
        <p:spPr>
          <a:xfrm>
            <a:off x="4423992" y="1146925"/>
            <a:ext cx="601914" cy="412992"/>
          </a:xfrm>
          <a:prstGeom prst="roundRect">
            <a:avLst>
              <a:gd name="adj" fmla="val 3587"/>
            </a:avLst>
          </a:prstGeom>
          <a:noFill/>
          <a:ln w="4398">
            <a:solidFill>
              <a:srgbClr val="C2B8D4"/>
            </a:solidFill>
            <a:prstDash val="solid"/>
          </a:ln>
        </p:spPr>
      </p:sp>
      <p:sp>
        <p:nvSpPr>
          <p:cNvPr id="22" name="b | point pathway frame">
            <a:extLst>
              <a:ext uri="{FF2B5EF4-FFF2-40B4-BE49-F238E27FC236}">
                <a16:creationId xmlns:a16="http://schemas.microsoft.com/office/drawing/2014/main" id="{3264C251-F6FC-248A-E5E8-F7A4D926DF64}"/>
              </a:ext>
            </a:extLst>
          </p:cNvPr>
          <p:cNvSpPr>
            <a:spLocks noGrp="1"/>
          </p:cNvSpPr>
          <p:nvPr/>
        </p:nvSpPr>
        <p:spPr>
          <a:xfrm>
            <a:off x="2896056" y="1112667"/>
            <a:ext cx="1474225" cy="465769"/>
          </a:xfrm>
          <a:prstGeom prst="roundRect">
            <a:avLst>
              <a:gd name="adj" fmla="val 4202"/>
            </a:avLst>
          </a:prstGeom>
          <a:solidFill>
            <a:srgbClr val="F7F6FC"/>
          </a:solidFill>
          <a:ln w="4398">
            <a:solidFill>
              <a:srgbClr val="C6BCDA"/>
            </a:solidFill>
            <a:prstDash val="solid"/>
          </a:ln>
        </p:spPr>
      </p:sp>
      <p:sp>
        <p:nvSpPr>
          <p:cNvPr id="23" name="Density bank">
            <a:extLst>
              <a:ext uri="{FF2B5EF4-FFF2-40B4-BE49-F238E27FC236}">
                <a16:creationId xmlns:a16="http://schemas.microsoft.com/office/drawing/2014/main" id="{A63D619D-FEAE-DAF5-B9B2-B34000771536}"/>
              </a:ext>
            </a:extLst>
          </p:cNvPr>
          <p:cNvSpPr>
            <a:spLocks noGrp="1"/>
          </p:cNvSpPr>
          <p:nvPr/>
        </p:nvSpPr>
        <p:spPr>
          <a:xfrm>
            <a:off x="2181169" y="320942"/>
            <a:ext cx="368557" cy="74079"/>
          </a:xfrm>
          <a:prstGeom prst="rect">
            <a:avLst/>
          </a:prstGeom>
          <a:noFill/>
          <a:ln w="0">
            <a:noFill/>
          </a:ln>
        </p:spPr>
        <p:txBody>
          <a:bodyPr wrap="none" lIns="0" tIns="0" rIns="0" bIns="0" anchor="ctr">
            <a:noAutofit/>
          </a:bodyPr>
          <a:lstStyle/>
          <a:p>
            <a:pPr algn="ctr">
              <a:defRPr sz="611" b="1">
                <a:solidFill>
                  <a:srgbClr val="193044"/>
                </a:solidFill>
                <a:latin typeface="Arial"/>
                <a:ea typeface="Arial"/>
                <a:cs typeface="Arial"/>
              </a:defRPr>
            </a:pPr>
            <a:r>
              <a:rPr sz="437" b="1">
                <a:solidFill>
                  <a:srgbClr val="193044"/>
                </a:solidFill>
                <a:latin typeface="Arial"/>
                <a:ea typeface="Arial"/>
                <a:cs typeface="Arial"/>
              </a:rPr>
              <a:t>Density bank</a:t>
            </a:r>
          </a:p>
        </p:txBody>
      </p:sp>
      <p:pic>
        <p:nvPicPr>
          <p:cNvPr id="24" name="图片 23">
            <a:extLst>
              <a:ext uri="{FF2B5EF4-FFF2-40B4-BE49-F238E27FC236}">
                <a16:creationId xmlns:a16="http://schemas.microsoft.com/office/drawing/2014/main" id="{2B9D1230-26E1-1772-EEE6-B4D08213FC37}"/>
              </a:ext>
            </a:extLst>
          </p:cNvPr>
          <p:cNvPicPr>
            <a:picLocks noChangeAspect="1"/>
          </p:cNvPicPr>
          <p:nvPr/>
        </p:nvPicPr>
        <p:blipFill>
          <a:blip r:embed="rId9"/>
          <a:stretch/>
        </p:blipFill>
        <p:spPr>
          <a:xfrm>
            <a:off x="2205245" y="415761"/>
            <a:ext cx="316699" cy="306693"/>
          </a:xfrm>
          <a:prstGeom prst="rect">
            <a:avLst/>
          </a:prstGeom>
        </p:spPr>
      </p:pic>
      <p:sp>
        <p:nvSpPr>
          <p:cNvPr id="25" name="Receptor atoms">
            <a:extLst>
              <a:ext uri="{FF2B5EF4-FFF2-40B4-BE49-F238E27FC236}">
                <a16:creationId xmlns:a16="http://schemas.microsoft.com/office/drawing/2014/main" id="{5D7544A2-240E-DDA9-1AB9-E12149F271ED}"/>
              </a:ext>
            </a:extLst>
          </p:cNvPr>
          <p:cNvSpPr>
            <a:spLocks noGrp="1"/>
          </p:cNvSpPr>
          <p:nvPr/>
        </p:nvSpPr>
        <p:spPr>
          <a:xfrm>
            <a:off x="2177465" y="863315"/>
            <a:ext cx="372260" cy="66672"/>
          </a:xfrm>
          <a:prstGeom prst="rect">
            <a:avLst/>
          </a:prstGeom>
          <a:noFill/>
          <a:ln w="0">
            <a:noFill/>
          </a:ln>
        </p:spPr>
        <p:txBody>
          <a:bodyPr wrap="none" lIns="0" tIns="0" rIns="0" bIns="0" anchor="ctr">
            <a:noAutofit/>
          </a:bodyPr>
          <a:lstStyle/>
          <a:p>
            <a:pPr algn="ctr">
              <a:defRPr sz="591" b="1">
                <a:solidFill>
                  <a:srgbClr val="193044"/>
                </a:solidFill>
                <a:latin typeface="Arial"/>
                <a:ea typeface="Arial"/>
                <a:cs typeface="Arial"/>
              </a:defRPr>
            </a:pPr>
            <a:r>
              <a:rPr sz="423" b="1">
                <a:solidFill>
                  <a:srgbClr val="193044"/>
                </a:solidFill>
                <a:latin typeface="Arial"/>
                <a:ea typeface="Arial"/>
                <a:cs typeface="Arial"/>
              </a:rPr>
              <a:t>Receptor atoms</a:t>
            </a:r>
          </a:p>
        </p:txBody>
      </p:sp>
      <p:pic>
        <p:nvPicPr>
          <p:cNvPr id="26" name="图片 25">
            <a:extLst>
              <a:ext uri="{FF2B5EF4-FFF2-40B4-BE49-F238E27FC236}">
                <a16:creationId xmlns:a16="http://schemas.microsoft.com/office/drawing/2014/main" id="{03B67142-EE20-4DDE-6193-04475769B474}"/>
              </a:ext>
            </a:extLst>
          </p:cNvPr>
          <p:cNvPicPr>
            <a:picLocks noChangeAspect="1"/>
          </p:cNvPicPr>
          <p:nvPr/>
        </p:nvPicPr>
        <p:blipFill>
          <a:blip r:embed="rId16"/>
          <a:stretch/>
        </p:blipFill>
        <p:spPr>
          <a:xfrm>
            <a:off x="2210184" y="939246"/>
            <a:ext cx="308673" cy="185198"/>
          </a:xfrm>
          <a:prstGeom prst="rect">
            <a:avLst/>
          </a:prstGeom>
        </p:spPr>
      </p:pic>
      <p:sp>
        <p:nvSpPr>
          <p:cNvPr id="27" name="Atom encoding">
            <a:extLst>
              <a:ext uri="{FF2B5EF4-FFF2-40B4-BE49-F238E27FC236}">
                <a16:creationId xmlns:a16="http://schemas.microsoft.com/office/drawing/2014/main" id="{C4A641D4-251A-BEDD-2DAE-30A29083273E}"/>
              </a:ext>
            </a:extLst>
          </p:cNvPr>
          <p:cNvSpPr>
            <a:spLocks noGrp="1"/>
          </p:cNvSpPr>
          <p:nvPr/>
        </p:nvSpPr>
        <p:spPr>
          <a:xfrm>
            <a:off x="2590594" y="931433"/>
            <a:ext cx="250026" cy="124083"/>
          </a:xfrm>
          <a:prstGeom prst="rect">
            <a:avLst/>
          </a:prstGeom>
          <a:noFill/>
          <a:ln w="0">
            <a:noFill/>
          </a:ln>
        </p:spPr>
        <p:txBody>
          <a:bodyPr wrap="none" lIns="0" tIns="0" rIns="0" bIns="0" anchor="ctr">
            <a:noAutofit/>
          </a:bodyPr>
          <a:lstStyle/>
          <a:p>
            <a:pPr algn="ctr">
              <a:defRPr sz="550" b="0">
                <a:solidFill>
                  <a:srgbClr val="776399"/>
                </a:solidFill>
                <a:latin typeface="Arial"/>
                <a:ea typeface="Arial"/>
                <a:cs typeface="Arial"/>
              </a:defRPr>
            </a:pPr>
            <a:r>
              <a:rPr sz="394" dirty="0">
                <a:solidFill>
                  <a:srgbClr val="776399"/>
                </a:solidFill>
                <a:latin typeface="Arial"/>
                <a:ea typeface="Arial"/>
                <a:cs typeface="Arial"/>
              </a:rPr>
              <a:t>Atom</a:t>
            </a:r>
          </a:p>
          <a:p>
            <a:pPr algn="ctr">
              <a:defRPr sz="550" b="0">
                <a:solidFill>
                  <a:srgbClr val="776399"/>
                </a:solidFill>
                <a:latin typeface="Arial"/>
                <a:ea typeface="Arial"/>
                <a:cs typeface="Arial"/>
              </a:defRPr>
            </a:pPr>
            <a:r>
              <a:rPr sz="394" dirty="0">
                <a:solidFill>
                  <a:srgbClr val="776399"/>
                </a:solidFill>
                <a:latin typeface="Arial"/>
                <a:ea typeface="Arial"/>
                <a:cs typeface="Arial"/>
              </a:rPr>
              <a:t>encoding</a:t>
            </a:r>
          </a:p>
        </p:txBody>
      </p:sp>
      <p:sp>
        <p:nvSpPr>
          <p:cNvPr id="28" name="Pseudo atoms">
            <a:extLst>
              <a:ext uri="{FF2B5EF4-FFF2-40B4-BE49-F238E27FC236}">
                <a16:creationId xmlns:a16="http://schemas.microsoft.com/office/drawing/2014/main" id="{64588B34-94ED-1FB7-03A9-8B77EC477C8B}"/>
              </a:ext>
            </a:extLst>
          </p:cNvPr>
          <p:cNvSpPr>
            <a:spLocks noGrp="1"/>
          </p:cNvSpPr>
          <p:nvPr/>
        </p:nvSpPr>
        <p:spPr>
          <a:xfrm>
            <a:off x="2173761" y="1283959"/>
            <a:ext cx="379668" cy="70375"/>
          </a:xfrm>
          <a:prstGeom prst="rect">
            <a:avLst/>
          </a:prstGeom>
          <a:noFill/>
          <a:ln w="0">
            <a:noFill/>
          </a:ln>
        </p:spPr>
        <p:txBody>
          <a:bodyPr wrap="none" lIns="0" tIns="0" rIns="0" bIns="0" anchor="ctr">
            <a:noAutofit/>
          </a:bodyPr>
          <a:lstStyle/>
          <a:p>
            <a:pPr algn="ctr">
              <a:defRPr sz="591" b="1">
                <a:solidFill>
                  <a:srgbClr val="193044"/>
                </a:solidFill>
                <a:latin typeface="Arial"/>
                <a:ea typeface="Arial"/>
                <a:cs typeface="Arial"/>
              </a:defRPr>
            </a:pPr>
            <a:r>
              <a:rPr sz="423" b="1" dirty="0">
                <a:solidFill>
                  <a:srgbClr val="193044"/>
                </a:solidFill>
                <a:latin typeface="Arial"/>
                <a:ea typeface="Arial"/>
                <a:cs typeface="Arial"/>
              </a:rPr>
              <a:t>Pseudo atoms</a:t>
            </a:r>
          </a:p>
        </p:txBody>
      </p:sp>
      <p:sp>
        <p:nvSpPr>
          <p:cNvPr id="29" name="3D voxel U-Net">
            <a:extLst>
              <a:ext uri="{FF2B5EF4-FFF2-40B4-BE49-F238E27FC236}">
                <a16:creationId xmlns:a16="http://schemas.microsoft.com/office/drawing/2014/main" id="{9D0744D6-BEFB-82C6-87A4-995256EE6073}"/>
              </a:ext>
            </a:extLst>
          </p:cNvPr>
          <p:cNvSpPr>
            <a:spLocks noGrp="1"/>
          </p:cNvSpPr>
          <p:nvPr/>
        </p:nvSpPr>
        <p:spPr>
          <a:xfrm>
            <a:off x="3120154" y="250567"/>
            <a:ext cx="1009363" cy="81487"/>
          </a:xfrm>
          <a:prstGeom prst="rect">
            <a:avLst/>
          </a:prstGeom>
          <a:noFill/>
          <a:ln w="0">
            <a:noFill/>
          </a:ln>
        </p:spPr>
        <p:txBody>
          <a:bodyPr wrap="none" lIns="0" tIns="0" rIns="0" bIns="0" anchor="ctr">
            <a:noAutofit/>
          </a:bodyPr>
          <a:lstStyle/>
          <a:p>
            <a:pPr algn="ctr">
              <a:defRPr sz="713" b="1">
                <a:solidFill>
                  <a:srgbClr val="193044"/>
                </a:solidFill>
                <a:latin typeface="Arial"/>
                <a:ea typeface="Arial"/>
                <a:cs typeface="Arial"/>
              </a:defRPr>
            </a:pPr>
            <a:r>
              <a:rPr sz="510" b="1">
                <a:solidFill>
                  <a:srgbClr val="193044"/>
                </a:solidFill>
                <a:latin typeface="Arial"/>
                <a:ea typeface="Arial"/>
                <a:cs typeface="Arial"/>
              </a:rPr>
              <a:t>3D voxel U-Net</a:t>
            </a:r>
          </a:p>
        </p:txBody>
      </p:sp>
      <p:sp>
        <p:nvSpPr>
          <p:cNvPr id="30" name="Density bank to voxel input">
            <a:extLst>
              <a:ext uri="{FF2B5EF4-FFF2-40B4-BE49-F238E27FC236}">
                <a16:creationId xmlns:a16="http://schemas.microsoft.com/office/drawing/2014/main" id="{45E08DBF-96A0-EB74-147C-C015FAC3C54A}"/>
              </a:ext>
            </a:extLst>
          </p:cNvPr>
          <p:cNvSpPr>
            <a:spLocks noGrp="1"/>
          </p:cNvSpPr>
          <p:nvPr/>
        </p:nvSpPr>
        <p:spPr>
          <a:xfrm>
            <a:off x="2571949" y="657267"/>
            <a:ext cx="346332" cy="92"/>
          </a:xfrm>
          <a:custGeom>
            <a:avLst/>
            <a:gdLst/>
            <a:ahLst/>
            <a:cxnLst/>
            <a:rect l="0" t="0" r="0" b="0"/>
            <a:pathLst>
              <a:path w="1781175" h="476">
                <a:moveTo>
                  <a:pt x="0" y="0"/>
                </a:moveTo>
                <a:lnTo>
                  <a:pt x="1781175" y="0"/>
                </a:lnTo>
              </a:path>
            </a:pathLst>
          </a:custGeom>
          <a:noFill/>
          <a:ln w="7243">
            <a:solidFill>
              <a:srgbClr val="388BBE"/>
            </a:solidFill>
            <a:prstDash val="solid"/>
          </a:ln>
        </p:spPr>
      </p:sp>
      <p:sp>
        <p:nvSpPr>
          <p:cNvPr id="31" name="Density bank to voxel input | arrowhead">
            <a:extLst>
              <a:ext uri="{FF2B5EF4-FFF2-40B4-BE49-F238E27FC236}">
                <a16:creationId xmlns:a16="http://schemas.microsoft.com/office/drawing/2014/main" id="{0CB6E354-CB56-56C0-95D5-76D44CC90AF4}"/>
              </a:ext>
            </a:extLst>
          </p:cNvPr>
          <p:cNvSpPr>
            <a:spLocks noGrp="1"/>
          </p:cNvSpPr>
          <p:nvPr/>
        </p:nvSpPr>
        <p:spPr>
          <a:xfrm>
            <a:off x="2904285" y="649089"/>
            <a:ext cx="19447" cy="17113"/>
          </a:xfrm>
          <a:custGeom>
            <a:avLst/>
            <a:gdLst/>
            <a:ahLst/>
            <a:cxnLst/>
            <a:rect l="0" t="0" r="0" b="0"/>
            <a:pathLst>
              <a:path w="100013" h="88011">
                <a:moveTo>
                  <a:pt x="100013" y="44006"/>
                </a:moveTo>
                <a:lnTo>
                  <a:pt x="0" y="0"/>
                </a:lnTo>
                <a:lnTo>
                  <a:pt x="0" y="88011"/>
                </a:lnTo>
                <a:close/>
              </a:path>
            </a:pathLst>
          </a:custGeom>
          <a:solidFill>
            <a:srgbClr val="388BBE"/>
          </a:solidFill>
          <a:ln w="0">
            <a:noFill/>
          </a:ln>
        </p:spPr>
      </p:sp>
      <p:sp>
        <p:nvSpPr>
          <p:cNvPr id="32" name="Atom encoding shared trunk">
            <a:extLst>
              <a:ext uri="{FF2B5EF4-FFF2-40B4-BE49-F238E27FC236}">
                <a16:creationId xmlns:a16="http://schemas.microsoft.com/office/drawing/2014/main" id="{DA042B81-6DAF-8419-93D3-99F57AAF64C1}"/>
              </a:ext>
            </a:extLst>
          </p:cNvPr>
          <p:cNvSpPr>
            <a:spLocks noGrp="1"/>
          </p:cNvSpPr>
          <p:nvPr/>
        </p:nvSpPr>
        <p:spPr>
          <a:xfrm>
            <a:off x="2571949" y="995552"/>
            <a:ext cx="272250" cy="92"/>
          </a:xfrm>
          <a:custGeom>
            <a:avLst/>
            <a:gdLst/>
            <a:ahLst/>
            <a:cxnLst/>
            <a:rect l="0" t="0" r="0" b="0"/>
            <a:pathLst>
              <a:path w="1400175" h="476">
                <a:moveTo>
                  <a:pt x="0" y="0"/>
                </a:moveTo>
                <a:lnTo>
                  <a:pt x="1400175" y="0"/>
                </a:lnTo>
              </a:path>
            </a:pathLst>
          </a:custGeom>
          <a:noFill/>
          <a:ln w="6467">
            <a:solidFill>
              <a:srgbClr val="8C77B3"/>
            </a:solidFill>
            <a:prstDash val="solid"/>
          </a:ln>
        </p:spPr>
      </p:sp>
      <p:sp>
        <p:nvSpPr>
          <p:cNvPr id="33" name="Atom encoding to voxel input">
            <a:extLst>
              <a:ext uri="{FF2B5EF4-FFF2-40B4-BE49-F238E27FC236}">
                <a16:creationId xmlns:a16="http://schemas.microsoft.com/office/drawing/2014/main" id="{7CDE9097-E599-90F4-6A05-29F540F04056}"/>
              </a:ext>
            </a:extLst>
          </p:cNvPr>
          <p:cNvSpPr>
            <a:spLocks noGrp="1"/>
          </p:cNvSpPr>
          <p:nvPr/>
        </p:nvSpPr>
        <p:spPr>
          <a:xfrm>
            <a:off x="2844200" y="699014"/>
            <a:ext cx="74081" cy="370396"/>
          </a:xfrm>
          <a:custGeom>
            <a:avLst/>
            <a:gdLst/>
            <a:ahLst/>
            <a:cxnLst/>
            <a:rect l="0" t="0" r="0" b="0"/>
            <a:pathLst>
              <a:path w="381000" h="1905000">
                <a:moveTo>
                  <a:pt x="0" y="1905000"/>
                </a:moveTo>
                <a:lnTo>
                  <a:pt x="0" y="0"/>
                </a:lnTo>
                <a:lnTo>
                  <a:pt x="381000" y="0"/>
                </a:lnTo>
              </a:path>
            </a:pathLst>
          </a:custGeom>
          <a:noFill/>
          <a:ln w="6467">
            <a:solidFill>
              <a:srgbClr val="8C77B3"/>
            </a:solidFill>
            <a:prstDash val="solid"/>
          </a:ln>
        </p:spPr>
      </p:sp>
      <p:sp>
        <p:nvSpPr>
          <p:cNvPr id="34" name="Atom encoding to voxel input | arrowhead">
            <a:extLst>
              <a:ext uri="{FF2B5EF4-FFF2-40B4-BE49-F238E27FC236}">
                <a16:creationId xmlns:a16="http://schemas.microsoft.com/office/drawing/2014/main" id="{9B971C50-EB92-8C86-2442-5981E30A5431}"/>
              </a:ext>
            </a:extLst>
          </p:cNvPr>
          <p:cNvSpPr>
            <a:spLocks noGrp="1"/>
          </p:cNvSpPr>
          <p:nvPr/>
        </p:nvSpPr>
        <p:spPr>
          <a:xfrm>
            <a:off x="2902011" y="69045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35" name="Atom encoding to point input">
            <a:extLst>
              <a:ext uri="{FF2B5EF4-FFF2-40B4-BE49-F238E27FC236}">
                <a16:creationId xmlns:a16="http://schemas.microsoft.com/office/drawing/2014/main" id="{48B20397-B0DA-43BE-26BA-BEEA22910267}"/>
              </a:ext>
            </a:extLst>
          </p:cNvPr>
          <p:cNvSpPr>
            <a:spLocks noGrp="1"/>
          </p:cNvSpPr>
          <p:nvPr/>
        </p:nvSpPr>
        <p:spPr>
          <a:xfrm>
            <a:off x="2844199" y="1046120"/>
            <a:ext cx="66674" cy="200014"/>
          </a:xfrm>
          <a:custGeom>
            <a:avLst/>
            <a:gdLst/>
            <a:ahLst/>
            <a:cxnLst/>
            <a:rect l="0" t="0" r="0" b="0"/>
            <a:pathLst>
              <a:path w="342900" h="1028700">
                <a:moveTo>
                  <a:pt x="0" y="0"/>
                </a:moveTo>
                <a:lnTo>
                  <a:pt x="0" y="1028700"/>
                </a:lnTo>
                <a:lnTo>
                  <a:pt x="342900" y="1028700"/>
                </a:lnTo>
              </a:path>
            </a:pathLst>
          </a:custGeom>
          <a:noFill/>
          <a:ln w="6467">
            <a:solidFill>
              <a:srgbClr val="8C77B3"/>
            </a:solidFill>
            <a:prstDash val="solid"/>
          </a:ln>
        </p:spPr>
      </p:sp>
      <p:sp>
        <p:nvSpPr>
          <p:cNvPr id="37" name="Pseudo atoms to point input | arrowhead">
            <a:extLst>
              <a:ext uri="{FF2B5EF4-FFF2-40B4-BE49-F238E27FC236}">
                <a16:creationId xmlns:a16="http://schemas.microsoft.com/office/drawing/2014/main" id="{0A3342A2-0DC0-FA3F-DE1B-1F81197EB5A9}"/>
              </a:ext>
            </a:extLst>
          </p:cNvPr>
          <p:cNvSpPr>
            <a:spLocks noGrp="1"/>
          </p:cNvSpPr>
          <p:nvPr/>
        </p:nvSpPr>
        <p:spPr>
          <a:xfrm>
            <a:off x="2891427" y="1278320"/>
            <a:ext cx="19447" cy="17113"/>
          </a:xfrm>
          <a:custGeom>
            <a:avLst/>
            <a:gdLst/>
            <a:ahLst/>
            <a:cxnLst/>
            <a:rect l="0" t="0" r="0" b="0"/>
            <a:pathLst>
              <a:path w="100013" h="88011">
                <a:moveTo>
                  <a:pt x="100013" y="44006"/>
                </a:moveTo>
                <a:lnTo>
                  <a:pt x="0" y="0"/>
                </a:lnTo>
                <a:lnTo>
                  <a:pt x="0" y="88011"/>
                </a:lnTo>
                <a:close/>
              </a:path>
            </a:pathLst>
          </a:custGeom>
          <a:solidFill>
            <a:srgbClr val="C78A2B"/>
          </a:solidFill>
          <a:ln w="0">
            <a:noFill/>
          </a:ln>
        </p:spPr>
      </p:sp>
      <p:sp>
        <p:nvSpPr>
          <p:cNvPr id="38" name="U-Net forward">
            <a:extLst>
              <a:ext uri="{FF2B5EF4-FFF2-40B4-BE49-F238E27FC236}">
                <a16:creationId xmlns:a16="http://schemas.microsoft.com/office/drawing/2014/main" id="{7611D78E-9268-F5AF-70FB-0BD35A3C2875}"/>
              </a:ext>
            </a:extLst>
          </p:cNvPr>
          <p:cNvSpPr>
            <a:spLocks noGrp="1"/>
          </p:cNvSpPr>
          <p:nvPr/>
        </p:nvSpPr>
        <p:spPr>
          <a:xfrm>
            <a:off x="3066445" y="768792"/>
            <a:ext cx="16668" cy="92"/>
          </a:xfrm>
          <a:custGeom>
            <a:avLst/>
            <a:gdLst/>
            <a:ahLst/>
            <a:cxnLst/>
            <a:rect l="0" t="0" r="0" b="0"/>
            <a:pathLst>
              <a:path w="85725" h="476">
                <a:moveTo>
                  <a:pt x="0" y="0"/>
                </a:moveTo>
                <a:lnTo>
                  <a:pt x="85725" y="0"/>
                </a:lnTo>
              </a:path>
            </a:pathLst>
          </a:custGeom>
          <a:noFill/>
          <a:ln w="4656">
            <a:solidFill>
              <a:srgbClr val="6993B4"/>
            </a:solidFill>
            <a:prstDash val="solid"/>
          </a:ln>
        </p:spPr>
      </p:sp>
      <p:sp>
        <p:nvSpPr>
          <p:cNvPr id="39" name="U-Net forward | arrowhead">
            <a:extLst>
              <a:ext uri="{FF2B5EF4-FFF2-40B4-BE49-F238E27FC236}">
                <a16:creationId xmlns:a16="http://schemas.microsoft.com/office/drawing/2014/main" id="{270930B1-BF1A-621B-AA98-758996368094}"/>
              </a:ext>
            </a:extLst>
          </p:cNvPr>
          <p:cNvSpPr>
            <a:spLocks noGrp="1"/>
          </p:cNvSpPr>
          <p:nvPr/>
        </p:nvSpPr>
        <p:spPr>
          <a:xfrm>
            <a:off x="3072279" y="764025"/>
            <a:ext cx="10835" cy="9534"/>
          </a:xfrm>
          <a:custGeom>
            <a:avLst/>
            <a:gdLst/>
            <a:ahLst/>
            <a:cxnLst/>
            <a:rect l="0" t="0" r="0" b="0"/>
            <a:pathLst>
              <a:path w="55721" h="49035">
                <a:moveTo>
                  <a:pt x="55721" y="24517"/>
                </a:moveTo>
                <a:lnTo>
                  <a:pt x="0" y="0"/>
                </a:lnTo>
                <a:lnTo>
                  <a:pt x="0" y="49035"/>
                </a:lnTo>
                <a:close/>
              </a:path>
            </a:pathLst>
          </a:custGeom>
          <a:solidFill>
            <a:srgbClr val="6993B4"/>
          </a:solidFill>
          <a:ln w="0">
            <a:noFill/>
          </a:ln>
        </p:spPr>
      </p:sp>
      <p:sp>
        <p:nvSpPr>
          <p:cNvPr id="40" name="U-Net forward">
            <a:extLst>
              <a:ext uri="{FF2B5EF4-FFF2-40B4-BE49-F238E27FC236}">
                <a16:creationId xmlns:a16="http://schemas.microsoft.com/office/drawing/2014/main" id="{773CA041-C2B2-0258-10F9-D933556745E3}"/>
              </a:ext>
            </a:extLst>
          </p:cNvPr>
          <p:cNvSpPr>
            <a:spLocks noGrp="1"/>
          </p:cNvSpPr>
          <p:nvPr/>
        </p:nvSpPr>
        <p:spPr>
          <a:xfrm>
            <a:off x="3184975" y="768792"/>
            <a:ext cx="16668" cy="92"/>
          </a:xfrm>
          <a:custGeom>
            <a:avLst/>
            <a:gdLst/>
            <a:ahLst/>
            <a:cxnLst/>
            <a:rect l="0" t="0" r="0" b="0"/>
            <a:pathLst>
              <a:path w="85725" h="476">
                <a:moveTo>
                  <a:pt x="0" y="0"/>
                </a:moveTo>
                <a:lnTo>
                  <a:pt x="85725" y="0"/>
                </a:lnTo>
              </a:path>
            </a:pathLst>
          </a:custGeom>
          <a:noFill/>
          <a:ln w="4656">
            <a:solidFill>
              <a:srgbClr val="6993B4"/>
            </a:solidFill>
            <a:prstDash val="solid"/>
          </a:ln>
        </p:spPr>
      </p:sp>
      <p:sp>
        <p:nvSpPr>
          <p:cNvPr id="41" name="U-Net forward | arrowhead">
            <a:extLst>
              <a:ext uri="{FF2B5EF4-FFF2-40B4-BE49-F238E27FC236}">
                <a16:creationId xmlns:a16="http://schemas.microsoft.com/office/drawing/2014/main" id="{D09C7F23-52B5-57DF-EC53-71B545166F99}"/>
              </a:ext>
            </a:extLst>
          </p:cNvPr>
          <p:cNvSpPr>
            <a:spLocks noGrp="1"/>
          </p:cNvSpPr>
          <p:nvPr/>
        </p:nvSpPr>
        <p:spPr>
          <a:xfrm>
            <a:off x="3190809" y="764025"/>
            <a:ext cx="10835" cy="9534"/>
          </a:xfrm>
          <a:custGeom>
            <a:avLst/>
            <a:gdLst/>
            <a:ahLst/>
            <a:cxnLst/>
            <a:rect l="0" t="0" r="0" b="0"/>
            <a:pathLst>
              <a:path w="55721" h="49035">
                <a:moveTo>
                  <a:pt x="55721" y="24517"/>
                </a:moveTo>
                <a:lnTo>
                  <a:pt x="0" y="0"/>
                </a:lnTo>
                <a:lnTo>
                  <a:pt x="0" y="49035"/>
                </a:lnTo>
                <a:close/>
              </a:path>
            </a:pathLst>
          </a:custGeom>
          <a:solidFill>
            <a:srgbClr val="6993B4"/>
          </a:solidFill>
          <a:ln w="0">
            <a:noFill/>
          </a:ln>
        </p:spPr>
      </p:sp>
      <p:sp>
        <p:nvSpPr>
          <p:cNvPr id="42" name="U-Net forward">
            <a:extLst>
              <a:ext uri="{FF2B5EF4-FFF2-40B4-BE49-F238E27FC236}">
                <a16:creationId xmlns:a16="http://schemas.microsoft.com/office/drawing/2014/main" id="{464A525D-E7AA-9576-D5CE-D8CDF6EBA24B}"/>
              </a:ext>
            </a:extLst>
          </p:cNvPr>
          <p:cNvSpPr>
            <a:spLocks noGrp="1"/>
          </p:cNvSpPr>
          <p:nvPr/>
        </p:nvSpPr>
        <p:spPr>
          <a:xfrm>
            <a:off x="3333139" y="768792"/>
            <a:ext cx="12965" cy="92"/>
          </a:xfrm>
          <a:custGeom>
            <a:avLst/>
            <a:gdLst/>
            <a:ahLst/>
            <a:cxnLst/>
            <a:rect l="0" t="0" r="0" b="0"/>
            <a:pathLst>
              <a:path w="66675" h="476">
                <a:moveTo>
                  <a:pt x="0" y="0"/>
                </a:moveTo>
                <a:lnTo>
                  <a:pt x="66675" y="0"/>
                </a:lnTo>
              </a:path>
            </a:pathLst>
          </a:custGeom>
          <a:noFill/>
          <a:ln w="4656">
            <a:solidFill>
              <a:srgbClr val="6993B4"/>
            </a:solidFill>
            <a:prstDash val="solid"/>
          </a:ln>
        </p:spPr>
      </p:sp>
      <p:sp>
        <p:nvSpPr>
          <p:cNvPr id="43" name="U-Net forward | arrowhead">
            <a:extLst>
              <a:ext uri="{FF2B5EF4-FFF2-40B4-BE49-F238E27FC236}">
                <a16:creationId xmlns:a16="http://schemas.microsoft.com/office/drawing/2014/main" id="{7BB17DBA-6110-691E-9D84-D991AC364EDD}"/>
              </a:ext>
            </a:extLst>
          </p:cNvPr>
          <p:cNvSpPr>
            <a:spLocks noGrp="1"/>
          </p:cNvSpPr>
          <p:nvPr/>
        </p:nvSpPr>
        <p:spPr>
          <a:xfrm>
            <a:off x="3337677" y="765084"/>
            <a:ext cx="8427" cy="7416"/>
          </a:xfrm>
          <a:custGeom>
            <a:avLst/>
            <a:gdLst/>
            <a:ahLst/>
            <a:cxnLst/>
            <a:rect l="0" t="0" r="0" b="0"/>
            <a:pathLst>
              <a:path w="43339" h="38138">
                <a:moveTo>
                  <a:pt x="43339" y="19069"/>
                </a:moveTo>
                <a:lnTo>
                  <a:pt x="0" y="0"/>
                </a:lnTo>
                <a:lnTo>
                  <a:pt x="0" y="38138"/>
                </a:lnTo>
                <a:close/>
              </a:path>
            </a:pathLst>
          </a:custGeom>
          <a:solidFill>
            <a:srgbClr val="6993B4"/>
          </a:solidFill>
          <a:ln w="0">
            <a:noFill/>
          </a:ln>
        </p:spPr>
      </p:sp>
      <p:sp>
        <p:nvSpPr>
          <p:cNvPr id="44" name="U-Net forward">
            <a:extLst>
              <a:ext uri="{FF2B5EF4-FFF2-40B4-BE49-F238E27FC236}">
                <a16:creationId xmlns:a16="http://schemas.microsoft.com/office/drawing/2014/main" id="{FFB7CE73-540D-F440-1BA9-86A3E5E714A1}"/>
              </a:ext>
            </a:extLst>
          </p:cNvPr>
          <p:cNvSpPr>
            <a:spLocks noGrp="1"/>
          </p:cNvSpPr>
          <p:nvPr/>
        </p:nvSpPr>
        <p:spPr>
          <a:xfrm>
            <a:off x="3451670" y="768792"/>
            <a:ext cx="12965" cy="92"/>
          </a:xfrm>
          <a:custGeom>
            <a:avLst/>
            <a:gdLst/>
            <a:ahLst/>
            <a:cxnLst/>
            <a:rect l="0" t="0" r="0" b="0"/>
            <a:pathLst>
              <a:path w="66675" h="476">
                <a:moveTo>
                  <a:pt x="0" y="0"/>
                </a:moveTo>
                <a:lnTo>
                  <a:pt x="66675" y="0"/>
                </a:lnTo>
              </a:path>
            </a:pathLst>
          </a:custGeom>
          <a:noFill/>
          <a:ln w="4656">
            <a:solidFill>
              <a:srgbClr val="6993B4"/>
            </a:solidFill>
            <a:prstDash val="solid"/>
          </a:ln>
        </p:spPr>
      </p:sp>
      <p:sp>
        <p:nvSpPr>
          <p:cNvPr id="45" name="U-Net forward | arrowhead">
            <a:extLst>
              <a:ext uri="{FF2B5EF4-FFF2-40B4-BE49-F238E27FC236}">
                <a16:creationId xmlns:a16="http://schemas.microsoft.com/office/drawing/2014/main" id="{01C9ED8D-A4DF-2F15-3B12-1F711A73A0AC}"/>
              </a:ext>
            </a:extLst>
          </p:cNvPr>
          <p:cNvSpPr>
            <a:spLocks noGrp="1"/>
          </p:cNvSpPr>
          <p:nvPr/>
        </p:nvSpPr>
        <p:spPr>
          <a:xfrm>
            <a:off x="3456207" y="765084"/>
            <a:ext cx="8427" cy="7416"/>
          </a:xfrm>
          <a:custGeom>
            <a:avLst/>
            <a:gdLst/>
            <a:ahLst/>
            <a:cxnLst/>
            <a:rect l="0" t="0" r="0" b="0"/>
            <a:pathLst>
              <a:path w="43339" h="38138">
                <a:moveTo>
                  <a:pt x="43339" y="19069"/>
                </a:moveTo>
                <a:lnTo>
                  <a:pt x="0" y="0"/>
                </a:lnTo>
                <a:lnTo>
                  <a:pt x="0" y="38138"/>
                </a:lnTo>
                <a:close/>
              </a:path>
            </a:pathLst>
          </a:custGeom>
          <a:solidFill>
            <a:srgbClr val="6993B4"/>
          </a:solidFill>
          <a:ln w="0">
            <a:noFill/>
          </a:ln>
        </p:spPr>
      </p:sp>
      <p:sp>
        <p:nvSpPr>
          <p:cNvPr id="46" name="U-Net forward">
            <a:extLst>
              <a:ext uri="{FF2B5EF4-FFF2-40B4-BE49-F238E27FC236}">
                <a16:creationId xmlns:a16="http://schemas.microsoft.com/office/drawing/2014/main" id="{75F72920-8BC3-A484-4EAE-095566A22179}"/>
              </a:ext>
            </a:extLst>
          </p:cNvPr>
          <p:cNvSpPr>
            <a:spLocks noGrp="1"/>
          </p:cNvSpPr>
          <p:nvPr/>
        </p:nvSpPr>
        <p:spPr>
          <a:xfrm>
            <a:off x="3557235" y="768792"/>
            <a:ext cx="14817" cy="92"/>
          </a:xfrm>
          <a:custGeom>
            <a:avLst/>
            <a:gdLst/>
            <a:ahLst/>
            <a:cxnLst/>
            <a:rect l="0" t="0" r="0" b="0"/>
            <a:pathLst>
              <a:path w="76200" h="476">
                <a:moveTo>
                  <a:pt x="0" y="0"/>
                </a:moveTo>
                <a:lnTo>
                  <a:pt x="76200" y="0"/>
                </a:lnTo>
              </a:path>
            </a:pathLst>
          </a:custGeom>
          <a:noFill/>
          <a:ln w="4656">
            <a:solidFill>
              <a:srgbClr val="6993B4"/>
            </a:solidFill>
            <a:prstDash val="solid"/>
          </a:ln>
        </p:spPr>
      </p:sp>
      <p:sp>
        <p:nvSpPr>
          <p:cNvPr id="47" name="U-Net forward | arrowhead">
            <a:extLst>
              <a:ext uri="{FF2B5EF4-FFF2-40B4-BE49-F238E27FC236}">
                <a16:creationId xmlns:a16="http://schemas.microsoft.com/office/drawing/2014/main" id="{CFED499F-1457-D329-76CB-A9E4F8D11B03}"/>
              </a:ext>
            </a:extLst>
          </p:cNvPr>
          <p:cNvSpPr>
            <a:spLocks noGrp="1"/>
          </p:cNvSpPr>
          <p:nvPr/>
        </p:nvSpPr>
        <p:spPr>
          <a:xfrm>
            <a:off x="3562421" y="764555"/>
            <a:ext cx="9631" cy="8474"/>
          </a:xfrm>
          <a:custGeom>
            <a:avLst/>
            <a:gdLst/>
            <a:ahLst/>
            <a:cxnLst/>
            <a:rect l="0" t="0" r="0" b="0"/>
            <a:pathLst>
              <a:path w="49530" h="43586">
                <a:moveTo>
                  <a:pt x="49530" y="21793"/>
                </a:moveTo>
                <a:lnTo>
                  <a:pt x="0" y="0"/>
                </a:lnTo>
                <a:lnTo>
                  <a:pt x="0" y="43586"/>
                </a:lnTo>
                <a:close/>
              </a:path>
            </a:pathLst>
          </a:custGeom>
          <a:solidFill>
            <a:srgbClr val="6993B4"/>
          </a:solidFill>
          <a:ln w="0">
            <a:noFill/>
          </a:ln>
        </p:spPr>
      </p:sp>
      <p:sp>
        <p:nvSpPr>
          <p:cNvPr id="48" name="U-Net forward">
            <a:extLst>
              <a:ext uri="{FF2B5EF4-FFF2-40B4-BE49-F238E27FC236}">
                <a16:creationId xmlns:a16="http://schemas.microsoft.com/office/drawing/2014/main" id="{7D943315-1DFF-021B-05A8-B660042A1F1D}"/>
              </a:ext>
            </a:extLst>
          </p:cNvPr>
          <p:cNvSpPr>
            <a:spLocks noGrp="1"/>
          </p:cNvSpPr>
          <p:nvPr/>
        </p:nvSpPr>
        <p:spPr>
          <a:xfrm>
            <a:off x="3673914" y="768792"/>
            <a:ext cx="14817" cy="92"/>
          </a:xfrm>
          <a:custGeom>
            <a:avLst/>
            <a:gdLst/>
            <a:ahLst/>
            <a:cxnLst/>
            <a:rect l="0" t="0" r="0" b="0"/>
            <a:pathLst>
              <a:path w="76200" h="476">
                <a:moveTo>
                  <a:pt x="0" y="0"/>
                </a:moveTo>
                <a:lnTo>
                  <a:pt x="76200" y="0"/>
                </a:lnTo>
              </a:path>
            </a:pathLst>
          </a:custGeom>
          <a:noFill/>
          <a:ln w="4656">
            <a:solidFill>
              <a:srgbClr val="6993B4"/>
            </a:solidFill>
            <a:prstDash val="solid"/>
          </a:ln>
        </p:spPr>
      </p:sp>
      <p:sp>
        <p:nvSpPr>
          <p:cNvPr id="49" name="U-Net forward | arrowhead">
            <a:extLst>
              <a:ext uri="{FF2B5EF4-FFF2-40B4-BE49-F238E27FC236}">
                <a16:creationId xmlns:a16="http://schemas.microsoft.com/office/drawing/2014/main" id="{EC062492-B1E0-0945-F706-784DEDB3474E}"/>
              </a:ext>
            </a:extLst>
          </p:cNvPr>
          <p:cNvSpPr>
            <a:spLocks noGrp="1"/>
          </p:cNvSpPr>
          <p:nvPr/>
        </p:nvSpPr>
        <p:spPr>
          <a:xfrm>
            <a:off x="3679100" y="764555"/>
            <a:ext cx="9631" cy="8474"/>
          </a:xfrm>
          <a:custGeom>
            <a:avLst/>
            <a:gdLst/>
            <a:ahLst/>
            <a:cxnLst/>
            <a:rect l="0" t="0" r="0" b="0"/>
            <a:pathLst>
              <a:path w="49530" h="43586">
                <a:moveTo>
                  <a:pt x="49530" y="21793"/>
                </a:moveTo>
                <a:lnTo>
                  <a:pt x="0" y="0"/>
                </a:lnTo>
                <a:lnTo>
                  <a:pt x="0" y="43586"/>
                </a:lnTo>
                <a:close/>
              </a:path>
            </a:pathLst>
          </a:custGeom>
          <a:solidFill>
            <a:srgbClr val="6993B4"/>
          </a:solidFill>
          <a:ln w="0">
            <a:noFill/>
          </a:ln>
        </p:spPr>
      </p:sp>
      <p:sp>
        <p:nvSpPr>
          <p:cNvPr id="50" name="U-Net forward">
            <a:extLst>
              <a:ext uri="{FF2B5EF4-FFF2-40B4-BE49-F238E27FC236}">
                <a16:creationId xmlns:a16="http://schemas.microsoft.com/office/drawing/2014/main" id="{8261DEF9-A4DB-4B87-744B-5F0A48CEF3AF}"/>
              </a:ext>
            </a:extLst>
          </p:cNvPr>
          <p:cNvSpPr>
            <a:spLocks noGrp="1"/>
          </p:cNvSpPr>
          <p:nvPr/>
        </p:nvSpPr>
        <p:spPr>
          <a:xfrm>
            <a:off x="3786888" y="768792"/>
            <a:ext cx="11113" cy="92"/>
          </a:xfrm>
          <a:custGeom>
            <a:avLst/>
            <a:gdLst/>
            <a:ahLst/>
            <a:cxnLst/>
            <a:rect l="0" t="0" r="0" b="0"/>
            <a:pathLst>
              <a:path w="57150" h="476">
                <a:moveTo>
                  <a:pt x="0" y="0"/>
                </a:moveTo>
                <a:lnTo>
                  <a:pt x="57150" y="0"/>
                </a:lnTo>
              </a:path>
            </a:pathLst>
          </a:custGeom>
          <a:noFill/>
          <a:ln w="4656">
            <a:solidFill>
              <a:srgbClr val="6993B4"/>
            </a:solidFill>
            <a:prstDash val="solid"/>
          </a:ln>
        </p:spPr>
      </p:sp>
      <p:sp>
        <p:nvSpPr>
          <p:cNvPr id="51" name="U-Net forward | arrowhead">
            <a:extLst>
              <a:ext uri="{FF2B5EF4-FFF2-40B4-BE49-F238E27FC236}">
                <a16:creationId xmlns:a16="http://schemas.microsoft.com/office/drawing/2014/main" id="{7E1EBBAF-AEE2-37B8-8DBE-54560A42C6AC}"/>
              </a:ext>
            </a:extLst>
          </p:cNvPr>
          <p:cNvSpPr>
            <a:spLocks noGrp="1"/>
          </p:cNvSpPr>
          <p:nvPr/>
        </p:nvSpPr>
        <p:spPr>
          <a:xfrm>
            <a:off x="3789667" y="765125"/>
            <a:ext cx="8334" cy="7334"/>
          </a:xfrm>
          <a:custGeom>
            <a:avLst/>
            <a:gdLst/>
            <a:ahLst/>
            <a:cxnLst/>
            <a:rect l="0" t="0" r="0" b="0"/>
            <a:pathLst>
              <a:path w="42863" h="37719">
                <a:moveTo>
                  <a:pt x="42863" y="18860"/>
                </a:moveTo>
                <a:lnTo>
                  <a:pt x="0" y="0"/>
                </a:lnTo>
                <a:lnTo>
                  <a:pt x="0" y="37719"/>
                </a:lnTo>
                <a:close/>
              </a:path>
            </a:pathLst>
          </a:custGeom>
          <a:solidFill>
            <a:srgbClr val="6993B4"/>
          </a:solidFill>
          <a:ln w="0">
            <a:noFill/>
          </a:ln>
        </p:spPr>
      </p:sp>
      <p:sp>
        <p:nvSpPr>
          <p:cNvPr id="52" name="U-Net forward">
            <a:extLst>
              <a:ext uri="{FF2B5EF4-FFF2-40B4-BE49-F238E27FC236}">
                <a16:creationId xmlns:a16="http://schemas.microsoft.com/office/drawing/2014/main" id="{9096B61B-84F7-8577-8679-59C65AB15457}"/>
              </a:ext>
            </a:extLst>
          </p:cNvPr>
          <p:cNvSpPr>
            <a:spLocks noGrp="1"/>
          </p:cNvSpPr>
          <p:nvPr/>
        </p:nvSpPr>
        <p:spPr>
          <a:xfrm>
            <a:off x="3903567" y="768792"/>
            <a:ext cx="11113" cy="92"/>
          </a:xfrm>
          <a:custGeom>
            <a:avLst/>
            <a:gdLst/>
            <a:ahLst/>
            <a:cxnLst/>
            <a:rect l="0" t="0" r="0" b="0"/>
            <a:pathLst>
              <a:path w="57150" h="476">
                <a:moveTo>
                  <a:pt x="0" y="0"/>
                </a:moveTo>
                <a:lnTo>
                  <a:pt x="57150" y="0"/>
                </a:lnTo>
              </a:path>
            </a:pathLst>
          </a:custGeom>
          <a:noFill/>
          <a:ln w="4656">
            <a:solidFill>
              <a:srgbClr val="6993B4"/>
            </a:solidFill>
            <a:prstDash val="solid"/>
          </a:ln>
        </p:spPr>
      </p:sp>
      <p:sp>
        <p:nvSpPr>
          <p:cNvPr id="53" name="U-Net forward | arrowhead">
            <a:extLst>
              <a:ext uri="{FF2B5EF4-FFF2-40B4-BE49-F238E27FC236}">
                <a16:creationId xmlns:a16="http://schemas.microsoft.com/office/drawing/2014/main" id="{BFB2C954-D1FD-06A0-4F3E-CF96F96DA463}"/>
              </a:ext>
            </a:extLst>
          </p:cNvPr>
          <p:cNvSpPr>
            <a:spLocks noGrp="1"/>
          </p:cNvSpPr>
          <p:nvPr/>
        </p:nvSpPr>
        <p:spPr>
          <a:xfrm>
            <a:off x="3906346" y="765125"/>
            <a:ext cx="8334" cy="7334"/>
          </a:xfrm>
          <a:custGeom>
            <a:avLst/>
            <a:gdLst/>
            <a:ahLst/>
            <a:cxnLst/>
            <a:rect l="0" t="0" r="0" b="0"/>
            <a:pathLst>
              <a:path w="42863" h="37719">
                <a:moveTo>
                  <a:pt x="42863" y="18860"/>
                </a:moveTo>
                <a:lnTo>
                  <a:pt x="0" y="0"/>
                </a:lnTo>
                <a:lnTo>
                  <a:pt x="0" y="37719"/>
                </a:lnTo>
                <a:close/>
              </a:path>
            </a:pathLst>
          </a:custGeom>
          <a:solidFill>
            <a:srgbClr val="6993B4"/>
          </a:solidFill>
          <a:ln w="0">
            <a:noFill/>
          </a:ln>
        </p:spPr>
      </p:sp>
      <p:sp>
        <p:nvSpPr>
          <p:cNvPr id="54" name="U-Net forward">
            <a:extLst>
              <a:ext uri="{FF2B5EF4-FFF2-40B4-BE49-F238E27FC236}">
                <a16:creationId xmlns:a16="http://schemas.microsoft.com/office/drawing/2014/main" id="{C1BE5FF1-F9CD-1967-580B-236B78166D90}"/>
              </a:ext>
            </a:extLst>
          </p:cNvPr>
          <p:cNvSpPr>
            <a:spLocks noGrp="1"/>
          </p:cNvSpPr>
          <p:nvPr/>
        </p:nvSpPr>
        <p:spPr>
          <a:xfrm>
            <a:off x="4048027" y="768792"/>
            <a:ext cx="14817" cy="92"/>
          </a:xfrm>
          <a:custGeom>
            <a:avLst/>
            <a:gdLst/>
            <a:ahLst/>
            <a:cxnLst/>
            <a:rect l="0" t="0" r="0" b="0"/>
            <a:pathLst>
              <a:path w="76200" h="476">
                <a:moveTo>
                  <a:pt x="0" y="0"/>
                </a:moveTo>
                <a:lnTo>
                  <a:pt x="76200" y="0"/>
                </a:lnTo>
              </a:path>
            </a:pathLst>
          </a:custGeom>
          <a:noFill/>
          <a:ln w="4656">
            <a:solidFill>
              <a:srgbClr val="6993B4"/>
            </a:solidFill>
            <a:prstDash val="solid"/>
          </a:ln>
        </p:spPr>
      </p:sp>
      <p:sp>
        <p:nvSpPr>
          <p:cNvPr id="55" name="U-Net forward | arrowhead">
            <a:extLst>
              <a:ext uri="{FF2B5EF4-FFF2-40B4-BE49-F238E27FC236}">
                <a16:creationId xmlns:a16="http://schemas.microsoft.com/office/drawing/2014/main" id="{C60DF523-572C-DEB3-8FEE-034453786CA8}"/>
              </a:ext>
            </a:extLst>
          </p:cNvPr>
          <p:cNvSpPr>
            <a:spLocks noGrp="1"/>
          </p:cNvSpPr>
          <p:nvPr/>
        </p:nvSpPr>
        <p:spPr>
          <a:xfrm>
            <a:off x="4053212" y="764555"/>
            <a:ext cx="9631" cy="8474"/>
          </a:xfrm>
          <a:custGeom>
            <a:avLst/>
            <a:gdLst/>
            <a:ahLst/>
            <a:cxnLst/>
            <a:rect l="0" t="0" r="0" b="0"/>
            <a:pathLst>
              <a:path w="49530" h="43586">
                <a:moveTo>
                  <a:pt x="49530" y="21793"/>
                </a:moveTo>
                <a:lnTo>
                  <a:pt x="0" y="0"/>
                </a:lnTo>
                <a:lnTo>
                  <a:pt x="0" y="43586"/>
                </a:lnTo>
                <a:close/>
              </a:path>
            </a:pathLst>
          </a:custGeom>
          <a:solidFill>
            <a:srgbClr val="6993B4"/>
          </a:solidFill>
          <a:ln w="0">
            <a:noFill/>
          </a:ln>
        </p:spPr>
      </p:sp>
      <p:sp>
        <p:nvSpPr>
          <p:cNvPr id="56" name="U-Net forward">
            <a:extLst>
              <a:ext uri="{FF2B5EF4-FFF2-40B4-BE49-F238E27FC236}">
                <a16:creationId xmlns:a16="http://schemas.microsoft.com/office/drawing/2014/main" id="{9DE6FC83-28F8-434F-18B4-E17854E44748}"/>
              </a:ext>
            </a:extLst>
          </p:cNvPr>
          <p:cNvSpPr>
            <a:spLocks noGrp="1"/>
          </p:cNvSpPr>
          <p:nvPr/>
        </p:nvSpPr>
        <p:spPr>
          <a:xfrm>
            <a:off x="4159150" y="768792"/>
            <a:ext cx="24076" cy="92"/>
          </a:xfrm>
          <a:custGeom>
            <a:avLst/>
            <a:gdLst/>
            <a:ahLst/>
            <a:cxnLst/>
            <a:rect l="0" t="0" r="0" b="0"/>
            <a:pathLst>
              <a:path w="123825" h="476">
                <a:moveTo>
                  <a:pt x="0" y="0"/>
                </a:moveTo>
                <a:lnTo>
                  <a:pt x="123825" y="0"/>
                </a:lnTo>
              </a:path>
            </a:pathLst>
          </a:custGeom>
          <a:noFill/>
          <a:ln w="4656">
            <a:solidFill>
              <a:srgbClr val="6993B4"/>
            </a:solidFill>
            <a:prstDash val="solid"/>
          </a:ln>
        </p:spPr>
      </p:sp>
      <p:sp>
        <p:nvSpPr>
          <p:cNvPr id="57" name="U-Net forward | arrowhead">
            <a:extLst>
              <a:ext uri="{FF2B5EF4-FFF2-40B4-BE49-F238E27FC236}">
                <a16:creationId xmlns:a16="http://schemas.microsoft.com/office/drawing/2014/main" id="{E54137A6-4214-96DF-FD65-670C91FFA5B9}"/>
              </a:ext>
            </a:extLst>
          </p:cNvPr>
          <p:cNvSpPr>
            <a:spLocks noGrp="1"/>
          </p:cNvSpPr>
          <p:nvPr/>
        </p:nvSpPr>
        <p:spPr>
          <a:xfrm>
            <a:off x="4167576" y="761906"/>
            <a:ext cx="15650" cy="13771"/>
          </a:xfrm>
          <a:custGeom>
            <a:avLst/>
            <a:gdLst/>
            <a:ahLst/>
            <a:cxnLst/>
            <a:rect l="0" t="0" r="0" b="0"/>
            <a:pathLst>
              <a:path w="80486" h="70828">
                <a:moveTo>
                  <a:pt x="80486" y="35414"/>
                </a:moveTo>
                <a:lnTo>
                  <a:pt x="0" y="0"/>
                </a:lnTo>
                <a:lnTo>
                  <a:pt x="0" y="70828"/>
                </a:lnTo>
                <a:close/>
              </a:path>
            </a:pathLst>
          </a:custGeom>
          <a:solidFill>
            <a:srgbClr val="6993B4"/>
          </a:solidFill>
          <a:ln w="0">
            <a:noFill/>
          </a:ln>
        </p:spPr>
      </p:sp>
      <p:sp>
        <p:nvSpPr>
          <p:cNvPr id="58" name="U-Net skip 1">
            <a:extLst>
              <a:ext uri="{FF2B5EF4-FFF2-40B4-BE49-F238E27FC236}">
                <a16:creationId xmlns:a16="http://schemas.microsoft.com/office/drawing/2014/main" id="{AD552ABD-E0E2-815D-6A83-7AD770480241}"/>
              </a:ext>
            </a:extLst>
          </p:cNvPr>
          <p:cNvSpPr>
            <a:spLocks noGrp="1"/>
          </p:cNvSpPr>
          <p:nvPr/>
        </p:nvSpPr>
        <p:spPr>
          <a:xfrm>
            <a:off x="2997919" y="427180"/>
            <a:ext cx="1257537" cy="101858"/>
          </a:xfrm>
          <a:custGeom>
            <a:avLst/>
            <a:gdLst/>
            <a:ahLst/>
            <a:cxnLst/>
            <a:rect l="0" t="0" r="0" b="0"/>
            <a:pathLst>
              <a:path w="6467475" h="438150">
                <a:moveTo>
                  <a:pt x="0" y="438150"/>
                </a:moveTo>
                <a:lnTo>
                  <a:pt x="0" y="0"/>
                </a:lnTo>
                <a:lnTo>
                  <a:pt x="6467475" y="0"/>
                </a:lnTo>
                <a:lnTo>
                  <a:pt x="6467475" y="438150"/>
                </a:lnTo>
              </a:path>
            </a:pathLst>
          </a:custGeom>
          <a:noFill/>
          <a:ln w="4915">
            <a:solidFill>
              <a:srgbClr val="86A6C7"/>
            </a:solidFill>
            <a:prstDash val="dash"/>
          </a:ln>
        </p:spPr>
      </p:sp>
      <p:sp>
        <p:nvSpPr>
          <p:cNvPr id="59" name="U-Net skip 1 | arrowhead">
            <a:extLst>
              <a:ext uri="{FF2B5EF4-FFF2-40B4-BE49-F238E27FC236}">
                <a16:creationId xmlns:a16="http://schemas.microsoft.com/office/drawing/2014/main" id="{E7B8FA34-F47F-DCAD-84B6-74D8B71F6275}"/>
              </a:ext>
            </a:extLst>
          </p:cNvPr>
          <p:cNvSpPr>
            <a:spLocks noGrp="1"/>
          </p:cNvSpPr>
          <p:nvPr/>
        </p:nvSpPr>
        <p:spPr>
          <a:xfrm>
            <a:off x="4247279" y="508836"/>
            <a:ext cx="17113" cy="19446"/>
          </a:xfrm>
          <a:custGeom>
            <a:avLst/>
            <a:gdLst/>
            <a:ahLst/>
            <a:cxnLst/>
            <a:rect l="0" t="0" r="0" b="0"/>
            <a:pathLst>
              <a:path w="88011" h="100013">
                <a:moveTo>
                  <a:pt x="44005" y="100013"/>
                </a:moveTo>
                <a:lnTo>
                  <a:pt x="88011" y="0"/>
                </a:lnTo>
                <a:lnTo>
                  <a:pt x="0" y="0"/>
                </a:lnTo>
                <a:close/>
              </a:path>
            </a:pathLst>
          </a:custGeom>
          <a:solidFill>
            <a:srgbClr val="86A6C7"/>
          </a:solidFill>
          <a:ln w="0">
            <a:noFill/>
          </a:ln>
        </p:spPr>
      </p:sp>
      <p:sp>
        <p:nvSpPr>
          <p:cNvPr id="60" name="U-Net skip 2">
            <a:extLst>
              <a:ext uri="{FF2B5EF4-FFF2-40B4-BE49-F238E27FC236}">
                <a16:creationId xmlns:a16="http://schemas.microsoft.com/office/drawing/2014/main" id="{95BB343C-1C80-6070-10F4-B7E5EF6062F5}"/>
              </a:ext>
            </a:extLst>
          </p:cNvPr>
          <p:cNvSpPr>
            <a:spLocks noGrp="1"/>
          </p:cNvSpPr>
          <p:nvPr/>
        </p:nvSpPr>
        <p:spPr>
          <a:xfrm>
            <a:off x="3134970" y="457966"/>
            <a:ext cx="976026" cy="101046"/>
          </a:xfrm>
          <a:custGeom>
            <a:avLst/>
            <a:gdLst/>
            <a:ahLst/>
            <a:cxnLst/>
            <a:rect l="0" t="0" r="0" b="0"/>
            <a:pathLst>
              <a:path w="5019675" h="447675">
                <a:moveTo>
                  <a:pt x="0" y="447675"/>
                </a:moveTo>
                <a:lnTo>
                  <a:pt x="0" y="0"/>
                </a:lnTo>
                <a:lnTo>
                  <a:pt x="5019675" y="0"/>
                </a:lnTo>
                <a:lnTo>
                  <a:pt x="5019675" y="447675"/>
                </a:lnTo>
              </a:path>
            </a:pathLst>
          </a:custGeom>
          <a:noFill/>
          <a:ln w="4915">
            <a:solidFill>
              <a:srgbClr val="86A6C7"/>
            </a:solidFill>
            <a:prstDash val="dash"/>
          </a:ln>
        </p:spPr>
      </p:sp>
      <p:sp>
        <p:nvSpPr>
          <p:cNvPr id="61" name="U-Net skip 2 | arrowhead">
            <a:extLst>
              <a:ext uri="{FF2B5EF4-FFF2-40B4-BE49-F238E27FC236}">
                <a16:creationId xmlns:a16="http://schemas.microsoft.com/office/drawing/2014/main" id="{D84B5D4D-A7EA-B33C-43CD-D33B51D4FA9E}"/>
              </a:ext>
            </a:extLst>
          </p:cNvPr>
          <p:cNvSpPr>
            <a:spLocks noGrp="1"/>
          </p:cNvSpPr>
          <p:nvPr/>
        </p:nvSpPr>
        <p:spPr>
          <a:xfrm>
            <a:off x="4102440" y="555135"/>
            <a:ext cx="17113" cy="19446"/>
          </a:xfrm>
          <a:custGeom>
            <a:avLst/>
            <a:gdLst/>
            <a:ahLst/>
            <a:cxnLst/>
            <a:rect l="0" t="0" r="0" b="0"/>
            <a:pathLst>
              <a:path w="88011" h="100013">
                <a:moveTo>
                  <a:pt x="44005" y="100013"/>
                </a:moveTo>
                <a:lnTo>
                  <a:pt x="88011" y="0"/>
                </a:lnTo>
                <a:lnTo>
                  <a:pt x="0" y="0"/>
                </a:lnTo>
                <a:close/>
              </a:path>
            </a:pathLst>
          </a:custGeom>
          <a:solidFill>
            <a:srgbClr val="86A6C7"/>
          </a:solidFill>
          <a:ln w="0">
            <a:noFill/>
          </a:ln>
        </p:spPr>
      </p:sp>
      <p:sp>
        <p:nvSpPr>
          <p:cNvPr id="62" name="U-Net skip 3">
            <a:extLst>
              <a:ext uri="{FF2B5EF4-FFF2-40B4-BE49-F238E27FC236}">
                <a16:creationId xmlns:a16="http://schemas.microsoft.com/office/drawing/2014/main" id="{2D3B2364-4969-FDFD-AC5A-83105465B6C2}"/>
              </a:ext>
            </a:extLst>
          </p:cNvPr>
          <p:cNvSpPr>
            <a:spLocks noGrp="1"/>
          </p:cNvSpPr>
          <p:nvPr/>
        </p:nvSpPr>
        <p:spPr>
          <a:xfrm>
            <a:off x="3268317" y="490609"/>
            <a:ext cx="717378" cy="112354"/>
          </a:xfrm>
          <a:custGeom>
            <a:avLst/>
            <a:gdLst/>
            <a:ahLst/>
            <a:cxnLst/>
            <a:rect l="0" t="0" r="0" b="0"/>
            <a:pathLst>
              <a:path w="3667125" h="419100">
                <a:moveTo>
                  <a:pt x="0" y="419100"/>
                </a:moveTo>
                <a:lnTo>
                  <a:pt x="0" y="0"/>
                </a:lnTo>
                <a:lnTo>
                  <a:pt x="3667125" y="0"/>
                </a:lnTo>
                <a:lnTo>
                  <a:pt x="3667125" y="419100"/>
                </a:lnTo>
              </a:path>
            </a:pathLst>
          </a:custGeom>
          <a:noFill/>
          <a:ln w="4915">
            <a:solidFill>
              <a:srgbClr val="86A6C7"/>
            </a:solidFill>
            <a:prstDash val="dash"/>
          </a:ln>
        </p:spPr>
      </p:sp>
      <p:sp>
        <p:nvSpPr>
          <p:cNvPr id="63" name="U-Net skip 3 | arrowhead">
            <a:extLst>
              <a:ext uri="{FF2B5EF4-FFF2-40B4-BE49-F238E27FC236}">
                <a16:creationId xmlns:a16="http://schemas.microsoft.com/office/drawing/2014/main" id="{6D635E38-CB4E-A992-ABBF-5D055F9693AE}"/>
              </a:ext>
            </a:extLst>
          </p:cNvPr>
          <p:cNvSpPr>
            <a:spLocks noGrp="1"/>
          </p:cNvSpPr>
          <p:nvPr/>
        </p:nvSpPr>
        <p:spPr>
          <a:xfrm>
            <a:off x="3976964" y="592175"/>
            <a:ext cx="17113" cy="19446"/>
          </a:xfrm>
          <a:custGeom>
            <a:avLst/>
            <a:gdLst/>
            <a:ahLst/>
            <a:cxnLst/>
            <a:rect l="0" t="0" r="0" b="0"/>
            <a:pathLst>
              <a:path w="88011" h="100013">
                <a:moveTo>
                  <a:pt x="44006" y="100013"/>
                </a:moveTo>
                <a:lnTo>
                  <a:pt x="88011" y="0"/>
                </a:lnTo>
                <a:lnTo>
                  <a:pt x="0" y="0"/>
                </a:lnTo>
                <a:close/>
              </a:path>
            </a:pathLst>
          </a:custGeom>
          <a:solidFill>
            <a:srgbClr val="86A6C7"/>
          </a:solidFill>
          <a:ln w="0">
            <a:noFill/>
          </a:ln>
        </p:spPr>
      </p:sp>
      <p:sp>
        <p:nvSpPr>
          <p:cNvPr id="2752" name="U-Net skip 4">
            <a:extLst>
              <a:ext uri="{FF2B5EF4-FFF2-40B4-BE49-F238E27FC236}">
                <a16:creationId xmlns:a16="http://schemas.microsoft.com/office/drawing/2014/main" id="{BA2C6548-BBC3-B71B-E60A-3A2EA5FF0977}"/>
              </a:ext>
            </a:extLst>
          </p:cNvPr>
          <p:cNvSpPr>
            <a:spLocks noGrp="1"/>
          </p:cNvSpPr>
          <p:nvPr/>
        </p:nvSpPr>
        <p:spPr>
          <a:xfrm>
            <a:off x="3399812" y="523778"/>
            <a:ext cx="450046" cy="145254"/>
          </a:xfrm>
          <a:custGeom>
            <a:avLst/>
            <a:gdLst/>
            <a:ahLst/>
            <a:cxnLst/>
            <a:rect l="0" t="0" r="0" b="0"/>
            <a:pathLst>
              <a:path w="2314575" h="504825">
                <a:moveTo>
                  <a:pt x="0" y="504825"/>
                </a:moveTo>
                <a:lnTo>
                  <a:pt x="0" y="0"/>
                </a:lnTo>
                <a:lnTo>
                  <a:pt x="2314575" y="0"/>
                </a:lnTo>
                <a:lnTo>
                  <a:pt x="2314575" y="504825"/>
                </a:lnTo>
              </a:path>
            </a:pathLst>
          </a:custGeom>
          <a:noFill/>
          <a:ln w="4915">
            <a:solidFill>
              <a:srgbClr val="86A6C7"/>
            </a:solidFill>
            <a:prstDash val="dash"/>
          </a:ln>
        </p:spPr>
      </p:sp>
      <p:sp>
        <p:nvSpPr>
          <p:cNvPr id="2753" name="U-Net skip 4 | arrowhead">
            <a:extLst>
              <a:ext uri="{FF2B5EF4-FFF2-40B4-BE49-F238E27FC236}">
                <a16:creationId xmlns:a16="http://schemas.microsoft.com/office/drawing/2014/main" id="{01B6D0C1-FD5C-8FB7-2E1A-F879D49E6750}"/>
              </a:ext>
            </a:extLst>
          </p:cNvPr>
          <p:cNvSpPr>
            <a:spLocks noGrp="1"/>
          </p:cNvSpPr>
          <p:nvPr/>
        </p:nvSpPr>
        <p:spPr>
          <a:xfrm>
            <a:off x="3841302" y="660951"/>
            <a:ext cx="17113" cy="19446"/>
          </a:xfrm>
          <a:custGeom>
            <a:avLst/>
            <a:gdLst/>
            <a:ahLst/>
            <a:cxnLst/>
            <a:rect l="0" t="0" r="0" b="0"/>
            <a:pathLst>
              <a:path w="88011" h="100013">
                <a:moveTo>
                  <a:pt x="44006" y="100013"/>
                </a:moveTo>
                <a:lnTo>
                  <a:pt x="88011" y="0"/>
                </a:lnTo>
                <a:lnTo>
                  <a:pt x="0" y="0"/>
                </a:lnTo>
                <a:close/>
              </a:path>
            </a:pathLst>
          </a:custGeom>
          <a:solidFill>
            <a:srgbClr val="86A6C7"/>
          </a:solidFill>
          <a:ln w="0">
            <a:noFill/>
          </a:ln>
        </p:spPr>
      </p:sp>
      <p:sp>
        <p:nvSpPr>
          <p:cNvPr id="2754" name="Skip connections">
            <a:extLst>
              <a:ext uri="{FF2B5EF4-FFF2-40B4-BE49-F238E27FC236}">
                <a16:creationId xmlns:a16="http://schemas.microsoft.com/office/drawing/2014/main" id="{2B09B6C9-B0D1-3A19-7995-EA0E25A48C3F}"/>
              </a:ext>
            </a:extLst>
          </p:cNvPr>
          <p:cNvSpPr>
            <a:spLocks noGrp="1"/>
          </p:cNvSpPr>
          <p:nvPr/>
        </p:nvSpPr>
        <p:spPr>
          <a:xfrm>
            <a:off x="3322472" y="349024"/>
            <a:ext cx="592653" cy="62967"/>
          </a:xfrm>
          <a:prstGeom prst="rect">
            <a:avLst/>
          </a:prstGeom>
          <a:noFill/>
          <a:ln w="0">
            <a:noFill/>
          </a:ln>
        </p:spPr>
        <p:txBody>
          <a:bodyPr wrap="none" lIns="0" tIns="0" rIns="0" bIns="0" anchor="ctr">
            <a:noAutofit/>
          </a:bodyPr>
          <a:lstStyle/>
          <a:p>
            <a:pPr algn="ctr">
              <a:defRPr sz="509" b="0">
                <a:solidFill>
                  <a:srgbClr val="617F9F"/>
                </a:solidFill>
                <a:latin typeface="Arial"/>
                <a:ea typeface="Arial"/>
                <a:cs typeface="Arial"/>
              </a:defRPr>
            </a:pPr>
            <a:r>
              <a:rPr sz="364" dirty="0">
                <a:solidFill>
                  <a:srgbClr val="617F9F"/>
                </a:solidFill>
                <a:latin typeface="Arial"/>
                <a:ea typeface="Arial"/>
                <a:cs typeface="Arial"/>
              </a:rPr>
              <a:t>Skip connections</a:t>
            </a:r>
          </a:p>
        </p:txBody>
      </p:sp>
      <p:sp>
        <p:nvSpPr>
          <p:cNvPr id="2755" name="Encoder">
            <a:extLst>
              <a:ext uri="{FF2B5EF4-FFF2-40B4-BE49-F238E27FC236}">
                <a16:creationId xmlns:a16="http://schemas.microsoft.com/office/drawing/2014/main" id="{299C2F67-A7DE-87F9-2EF4-DF6C176C1359}"/>
              </a:ext>
            </a:extLst>
          </p:cNvPr>
          <p:cNvSpPr>
            <a:spLocks noGrp="1"/>
          </p:cNvSpPr>
          <p:nvPr/>
        </p:nvSpPr>
        <p:spPr>
          <a:xfrm>
            <a:off x="2959721" y="800705"/>
            <a:ext cx="431525" cy="75931"/>
          </a:xfrm>
          <a:prstGeom prst="rect">
            <a:avLst/>
          </a:prstGeom>
          <a:noFill/>
          <a:ln w="0">
            <a:noFill/>
          </a:ln>
        </p:spPr>
        <p:txBody>
          <a:bodyPr wrap="none" lIns="0" tIns="0" rIns="0" bIns="0" anchor="ctr">
            <a:noAutofit/>
          </a:bodyPr>
          <a:lstStyle/>
          <a:p>
            <a:pPr algn="ctr">
              <a:defRPr sz="591" b="0">
                <a:solidFill>
                  <a:srgbClr val="507CAB"/>
                </a:solidFill>
                <a:latin typeface="Arial"/>
                <a:ea typeface="Arial"/>
                <a:cs typeface="Arial"/>
              </a:defRPr>
            </a:pPr>
            <a:r>
              <a:rPr sz="423" dirty="0">
                <a:solidFill>
                  <a:srgbClr val="507CAB"/>
                </a:solidFill>
                <a:latin typeface="Arial"/>
                <a:ea typeface="Arial"/>
                <a:cs typeface="Arial"/>
              </a:rPr>
              <a:t>Encoder</a:t>
            </a:r>
          </a:p>
        </p:txBody>
      </p:sp>
      <p:sp>
        <p:nvSpPr>
          <p:cNvPr id="2756" name="Bottleneck">
            <a:extLst>
              <a:ext uri="{FF2B5EF4-FFF2-40B4-BE49-F238E27FC236}">
                <a16:creationId xmlns:a16="http://schemas.microsoft.com/office/drawing/2014/main" id="{950E82E8-8259-B728-51CB-C945479A2E07}"/>
              </a:ext>
            </a:extLst>
          </p:cNvPr>
          <p:cNvSpPr>
            <a:spLocks noGrp="1"/>
          </p:cNvSpPr>
          <p:nvPr/>
        </p:nvSpPr>
        <p:spPr>
          <a:xfrm>
            <a:off x="3453522" y="791599"/>
            <a:ext cx="338924" cy="75931"/>
          </a:xfrm>
          <a:prstGeom prst="rect">
            <a:avLst/>
          </a:prstGeom>
          <a:noFill/>
          <a:ln w="0">
            <a:noFill/>
          </a:ln>
        </p:spPr>
        <p:txBody>
          <a:bodyPr wrap="none" lIns="0" tIns="0" rIns="0" bIns="0" anchor="ctr">
            <a:noAutofit/>
          </a:bodyPr>
          <a:lstStyle/>
          <a:p>
            <a:pPr algn="ctr">
              <a:defRPr sz="591" b="0">
                <a:solidFill>
                  <a:srgbClr val="8C72AC"/>
                </a:solidFill>
                <a:latin typeface="Arial"/>
                <a:ea typeface="Arial"/>
                <a:cs typeface="Arial"/>
              </a:defRPr>
            </a:pPr>
            <a:r>
              <a:rPr sz="423" dirty="0">
                <a:solidFill>
                  <a:srgbClr val="8C72AC"/>
                </a:solidFill>
                <a:latin typeface="Arial"/>
                <a:ea typeface="Arial"/>
                <a:cs typeface="Arial"/>
              </a:rPr>
              <a:t>Bottleneck</a:t>
            </a:r>
          </a:p>
        </p:txBody>
      </p:sp>
      <p:sp>
        <p:nvSpPr>
          <p:cNvPr id="2757" name="Decoder">
            <a:extLst>
              <a:ext uri="{FF2B5EF4-FFF2-40B4-BE49-F238E27FC236}">
                <a16:creationId xmlns:a16="http://schemas.microsoft.com/office/drawing/2014/main" id="{B76259FB-1513-7C07-340C-DB6B45E72088}"/>
              </a:ext>
            </a:extLst>
          </p:cNvPr>
          <p:cNvSpPr>
            <a:spLocks noGrp="1"/>
          </p:cNvSpPr>
          <p:nvPr/>
        </p:nvSpPr>
        <p:spPr>
          <a:xfrm>
            <a:off x="3876230" y="797038"/>
            <a:ext cx="411153" cy="75931"/>
          </a:xfrm>
          <a:prstGeom prst="rect">
            <a:avLst/>
          </a:prstGeom>
          <a:noFill/>
          <a:ln w="0">
            <a:noFill/>
          </a:ln>
        </p:spPr>
        <p:txBody>
          <a:bodyPr wrap="none" lIns="0" tIns="0" rIns="0" bIns="0" anchor="ctr">
            <a:noAutofit/>
          </a:bodyPr>
          <a:lstStyle/>
          <a:p>
            <a:pPr algn="ctr">
              <a:defRPr sz="591" b="0">
                <a:solidFill>
                  <a:srgbClr val="4F8E84"/>
                </a:solidFill>
                <a:latin typeface="Arial"/>
                <a:ea typeface="Arial"/>
                <a:cs typeface="Arial"/>
              </a:defRPr>
            </a:pPr>
            <a:r>
              <a:rPr sz="423" dirty="0">
                <a:solidFill>
                  <a:srgbClr val="4F8E84"/>
                </a:solidFill>
                <a:latin typeface="Arial"/>
                <a:ea typeface="Arial"/>
                <a:cs typeface="Arial"/>
              </a:rPr>
              <a:t>Decoder</a:t>
            </a:r>
          </a:p>
        </p:txBody>
      </p:sp>
      <p:sp>
        <p:nvSpPr>
          <p:cNvPr id="2758" name="Voxel-to-point fusion">
            <a:extLst>
              <a:ext uri="{FF2B5EF4-FFF2-40B4-BE49-F238E27FC236}">
                <a16:creationId xmlns:a16="http://schemas.microsoft.com/office/drawing/2014/main" id="{BE1E1F3A-60EB-1A55-D87C-54C2BACBA4CF}"/>
              </a:ext>
            </a:extLst>
          </p:cNvPr>
          <p:cNvSpPr>
            <a:spLocks noGrp="1"/>
          </p:cNvSpPr>
          <p:nvPr/>
        </p:nvSpPr>
        <p:spPr>
          <a:xfrm>
            <a:off x="3313416" y="875863"/>
            <a:ext cx="92" cy="294465"/>
          </a:xfrm>
          <a:custGeom>
            <a:avLst/>
            <a:gdLst/>
            <a:ahLst/>
            <a:cxnLst/>
            <a:rect l="0" t="0" r="0" b="0"/>
            <a:pathLst>
              <a:path w="476" h="1514475">
                <a:moveTo>
                  <a:pt x="0" y="0"/>
                </a:moveTo>
                <a:lnTo>
                  <a:pt x="0" y="1514475"/>
                </a:lnTo>
              </a:path>
            </a:pathLst>
          </a:custGeom>
          <a:noFill/>
          <a:ln w="8537">
            <a:solidFill>
              <a:srgbClr val="388BBE"/>
            </a:solidFill>
            <a:prstDash val="solid"/>
          </a:ln>
        </p:spPr>
      </p:sp>
      <p:sp>
        <p:nvSpPr>
          <p:cNvPr id="2759" name="Voxel-to-point fusion | arrowhead">
            <a:extLst>
              <a:ext uri="{FF2B5EF4-FFF2-40B4-BE49-F238E27FC236}">
                <a16:creationId xmlns:a16="http://schemas.microsoft.com/office/drawing/2014/main" id="{499892AD-7BFD-F77B-07D4-AE34BAC7B430}"/>
              </a:ext>
            </a:extLst>
          </p:cNvPr>
          <p:cNvSpPr>
            <a:spLocks noGrp="1"/>
          </p:cNvSpPr>
          <p:nvPr/>
        </p:nvSpPr>
        <p:spPr>
          <a:xfrm>
            <a:off x="3304373" y="1167231"/>
            <a:ext cx="17113" cy="19446"/>
          </a:xfrm>
          <a:custGeom>
            <a:avLst/>
            <a:gdLst/>
            <a:ahLst/>
            <a:cxnLst/>
            <a:rect l="0" t="0" r="0" b="0"/>
            <a:pathLst>
              <a:path w="88011" h="100013">
                <a:moveTo>
                  <a:pt x="44006" y="100013"/>
                </a:moveTo>
                <a:lnTo>
                  <a:pt x="88011" y="0"/>
                </a:lnTo>
                <a:lnTo>
                  <a:pt x="0" y="0"/>
                </a:lnTo>
                <a:close/>
              </a:path>
            </a:pathLst>
          </a:custGeom>
          <a:solidFill>
            <a:srgbClr val="388BBE"/>
          </a:solidFill>
          <a:ln w="0">
            <a:noFill/>
          </a:ln>
        </p:spPr>
      </p:sp>
      <p:sp>
        <p:nvSpPr>
          <p:cNvPr id="2760" name="Voxel-to-point fusion">
            <a:extLst>
              <a:ext uri="{FF2B5EF4-FFF2-40B4-BE49-F238E27FC236}">
                <a16:creationId xmlns:a16="http://schemas.microsoft.com/office/drawing/2014/main" id="{5309417F-8CA5-0B08-F277-05DF890119A6}"/>
              </a:ext>
            </a:extLst>
          </p:cNvPr>
          <p:cNvSpPr>
            <a:spLocks noGrp="1"/>
          </p:cNvSpPr>
          <p:nvPr/>
        </p:nvSpPr>
        <p:spPr>
          <a:xfrm>
            <a:off x="3183123" y="927668"/>
            <a:ext cx="865366" cy="137047"/>
          </a:xfrm>
          <a:prstGeom prst="rect">
            <a:avLst/>
          </a:prstGeom>
          <a:noFill/>
          <a:ln w="0">
            <a:noFill/>
          </a:ln>
        </p:spPr>
        <p:txBody>
          <a:bodyPr wrap="none" lIns="0" tIns="0" rIns="0" bIns="0" anchor="ctr">
            <a:noAutofit/>
          </a:bodyPr>
          <a:lstStyle/>
          <a:p>
            <a:pPr algn="ctr">
              <a:defRPr sz="591" b="0">
                <a:solidFill>
                  <a:srgbClr val="388BBE"/>
                </a:solidFill>
                <a:latin typeface="Arial"/>
                <a:ea typeface="Arial"/>
                <a:cs typeface="Arial"/>
              </a:defRPr>
            </a:pPr>
            <a:r>
              <a:rPr sz="423" dirty="0">
                <a:solidFill>
                  <a:srgbClr val="388BBE"/>
                </a:solidFill>
                <a:latin typeface="Arial"/>
                <a:ea typeface="Arial"/>
                <a:cs typeface="Arial"/>
              </a:rPr>
              <a:t>Voxel-to-point</a:t>
            </a:r>
            <a:r>
              <a:rPr lang="en-US" altLang="zh-CN" sz="423" dirty="0">
                <a:solidFill>
                  <a:srgbClr val="388BBE"/>
                </a:solidFill>
                <a:latin typeface="Arial"/>
                <a:ea typeface="Arial"/>
                <a:cs typeface="Arial"/>
              </a:rPr>
              <a:t>fusion</a:t>
            </a:r>
            <a:endParaRPr sz="423" dirty="0">
              <a:solidFill>
                <a:srgbClr val="388BBE"/>
              </a:solidFill>
              <a:latin typeface="Arial"/>
              <a:ea typeface="Arial"/>
              <a:cs typeface="Arial"/>
            </a:endParaRPr>
          </a:p>
        </p:txBody>
      </p:sp>
      <p:sp>
        <p:nvSpPr>
          <p:cNvPr id="2765" name="b | refined point stage">
            <a:extLst>
              <a:ext uri="{FF2B5EF4-FFF2-40B4-BE49-F238E27FC236}">
                <a16:creationId xmlns:a16="http://schemas.microsoft.com/office/drawing/2014/main" id="{E55B4B73-F3BC-2FE1-D809-C85935104050}"/>
              </a:ext>
            </a:extLst>
          </p:cNvPr>
          <p:cNvSpPr>
            <a:spLocks noGrp="1"/>
          </p:cNvSpPr>
          <p:nvPr/>
        </p:nvSpPr>
        <p:spPr>
          <a:xfrm>
            <a:off x="2920133" y="1191372"/>
            <a:ext cx="192613" cy="151863"/>
          </a:xfrm>
          <a:prstGeom prst="roundRect">
            <a:avLst>
              <a:gd name="adj" fmla="val 8537"/>
            </a:avLst>
          </a:prstGeom>
          <a:solidFill>
            <a:srgbClr val="FCFBFF"/>
          </a:solidFill>
          <a:ln w="4010">
            <a:solidFill>
              <a:srgbClr val="B6A6CF"/>
            </a:solidFill>
            <a:prstDash val="solid"/>
          </a:ln>
        </p:spPr>
      </p:sp>
      <p:sp>
        <p:nvSpPr>
          <p:cNvPr id="2766" name="b | refined point stage">
            <a:extLst>
              <a:ext uri="{FF2B5EF4-FFF2-40B4-BE49-F238E27FC236}">
                <a16:creationId xmlns:a16="http://schemas.microsoft.com/office/drawing/2014/main" id="{A0A6F2C9-B73E-15D5-63F7-D68D3F715458}"/>
              </a:ext>
            </a:extLst>
          </p:cNvPr>
          <p:cNvSpPr>
            <a:spLocks noGrp="1"/>
          </p:cNvSpPr>
          <p:nvPr/>
        </p:nvSpPr>
        <p:spPr>
          <a:xfrm>
            <a:off x="3223868" y="1191372"/>
            <a:ext cx="192613" cy="151863"/>
          </a:xfrm>
          <a:prstGeom prst="roundRect">
            <a:avLst>
              <a:gd name="adj" fmla="val 8537"/>
            </a:avLst>
          </a:prstGeom>
          <a:solidFill>
            <a:srgbClr val="FCFBFF"/>
          </a:solidFill>
          <a:ln w="4010">
            <a:solidFill>
              <a:srgbClr val="B6A6CF"/>
            </a:solidFill>
            <a:prstDash val="solid"/>
          </a:ln>
        </p:spPr>
      </p:sp>
      <p:sp>
        <p:nvSpPr>
          <p:cNvPr id="2767" name="b | refined point stage">
            <a:extLst>
              <a:ext uri="{FF2B5EF4-FFF2-40B4-BE49-F238E27FC236}">
                <a16:creationId xmlns:a16="http://schemas.microsoft.com/office/drawing/2014/main" id="{8139EA1E-C6F4-E621-FB9C-9E8F58649FE5}"/>
              </a:ext>
            </a:extLst>
          </p:cNvPr>
          <p:cNvSpPr>
            <a:spLocks noGrp="1"/>
          </p:cNvSpPr>
          <p:nvPr/>
        </p:nvSpPr>
        <p:spPr>
          <a:xfrm>
            <a:off x="3527603" y="1191372"/>
            <a:ext cx="192613" cy="151863"/>
          </a:xfrm>
          <a:prstGeom prst="roundRect">
            <a:avLst>
              <a:gd name="adj" fmla="val 8537"/>
            </a:avLst>
          </a:prstGeom>
          <a:solidFill>
            <a:srgbClr val="FCFBFF"/>
          </a:solidFill>
          <a:ln w="4010">
            <a:solidFill>
              <a:srgbClr val="B6A6CF"/>
            </a:solidFill>
            <a:prstDash val="solid"/>
          </a:ln>
        </p:spPr>
      </p:sp>
      <p:sp>
        <p:nvSpPr>
          <p:cNvPr id="2768" name="b | refined point stage">
            <a:extLst>
              <a:ext uri="{FF2B5EF4-FFF2-40B4-BE49-F238E27FC236}">
                <a16:creationId xmlns:a16="http://schemas.microsoft.com/office/drawing/2014/main" id="{5917C98C-391A-46FD-7364-624A734B8047}"/>
              </a:ext>
            </a:extLst>
          </p:cNvPr>
          <p:cNvSpPr>
            <a:spLocks noGrp="1"/>
          </p:cNvSpPr>
          <p:nvPr/>
        </p:nvSpPr>
        <p:spPr>
          <a:xfrm>
            <a:off x="3831338" y="1191372"/>
            <a:ext cx="192613" cy="151863"/>
          </a:xfrm>
          <a:prstGeom prst="roundRect">
            <a:avLst>
              <a:gd name="adj" fmla="val 8537"/>
            </a:avLst>
          </a:prstGeom>
          <a:solidFill>
            <a:srgbClr val="FCFBFF"/>
          </a:solidFill>
          <a:ln w="4010">
            <a:solidFill>
              <a:srgbClr val="B6A6CF"/>
            </a:solidFill>
            <a:prstDash val="solid"/>
          </a:ln>
        </p:spPr>
      </p:sp>
      <p:sp>
        <p:nvSpPr>
          <p:cNvPr id="2769" name="b | refined point stage">
            <a:extLst>
              <a:ext uri="{FF2B5EF4-FFF2-40B4-BE49-F238E27FC236}">
                <a16:creationId xmlns:a16="http://schemas.microsoft.com/office/drawing/2014/main" id="{967EF3AB-149C-A44F-2B56-C729D3172EE7}"/>
              </a:ext>
            </a:extLst>
          </p:cNvPr>
          <p:cNvSpPr>
            <a:spLocks noGrp="1"/>
          </p:cNvSpPr>
          <p:nvPr/>
        </p:nvSpPr>
        <p:spPr>
          <a:xfrm>
            <a:off x="4135073" y="1191372"/>
            <a:ext cx="192613" cy="151863"/>
          </a:xfrm>
          <a:prstGeom prst="roundRect">
            <a:avLst>
              <a:gd name="adj" fmla="val 8537"/>
            </a:avLst>
          </a:prstGeom>
          <a:solidFill>
            <a:srgbClr val="FCFBFF"/>
          </a:solidFill>
          <a:ln w="4010">
            <a:solidFill>
              <a:srgbClr val="B6A6CF"/>
            </a:solidFill>
            <a:prstDash val="solid"/>
          </a:ln>
        </p:spPr>
        <p:txBody>
          <a:bodyPr/>
          <a:lstStyle/>
          <a:p>
            <a:endParaRPr lang="zh-CN" altLang="en-US" sz="1289" dirty="0"/>
          </a:p>
        </p:txBody>
      </p:sp>
      <p:sp>
        <p:nvSpPr>
          <p:cNvPr id="2770" name="Point pathway forward">
            <a:extLst>
              <a:ext uri="{FF2B5EF4-FFF2-40B4-BE49-F238E27FC236}">
                <a16:creationId xmlns:a16="http://schemas.microsoft.com/office/drawing/2014/main" id="{A5784651-2F7C-015A-5CD5-DA1136A57365}"/>
              </a:ext>
            </a:extLst>
          </p:cNvPr>
          <p:cNvSpPr>
            <a:spLocks noGrp="1"/>
          </p:cNvSpPr>
          <p:nvPr/>
        </p:nvSpPr>
        <p:spPr>
          <a:xfrm>
            <a:off x="3123858" y="1267304"/>
            <a:ext cx="87046" cy="92"/>
          </a:xfrm>
          <a:custGeom>
            <a:avLst/>
            <a:gdLst/>
            <a:ahLst/>
            <a:cxnLst/>
            <a:rect l="0" t="0" r="0" b="0"/>
            <a:pathLst>
              <a:path w="447675" h="476">
                <a:moveTo>
                  <a:pt x="0" y="0"/>
                </a:moveTo>
                <a:lnTo>
                  <a:pt x="447675" y="0"/>
                </a:lnTo>
              </a:path>
            </a:pathLst>
          </a:custGeom>
          <a:noFill/>
          <a:ln w="6726">
            <a:solidFill>
              <a:srgbClr val="8C77B3"/>
            </a:solidFill>
            <a:prstDash val="solid"/>
          </a:ln>
        </p:spPr>
      </p:sp>
      <p:sp>
        <p:nvSpPr>
          <p:cNvPr id="2774" name="Point pathway forward | arrowhead">
            <a:extLst>
              <a:ext uri="{FF2B5EF4-FFF2-40B4-BE49-F238E27FC236}">
                <a16:creationId xmlns:a16="http://schemas.microsoft.com/office/drawing/2014/main" id="{8A8CAC6B-B84C-021F-EE3C-07253A7A5BF3}"/>
              </a:ext>
            </a:extLst>
          </p:cNvPr>
          <p:cNvSpPr>
            <a:spLocks noGrp="1"/>
          </p:cNvSpPr>
          <p:nvPr/>
        </p:nvSpPr>
        <p:spPr>
          <a:xfrm>
            <a:off x="3191458" y="125874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2775" name="Point pathway forward">
            <a:extLst>
              <a:ext uri="{FF2B5EF4-FFF2-40B4-BE49-F238E27FC236}">
                <a16:creationId xmlns:a16="http://schemas.microsoft.com/office/drawing/2014/main" id="{2086DACA-F211-0516-83ED-EAF40E78A93E}"/>
              </a:ext>
            </a:extLst>
          </p:cNvPr>
          <p:cNvSpPr>
            <a:spLocks noGrp="1"/>
          </p:cNvSpPr>
          <p:nvPr/>
        </p:nvSpPr>
        <p:spPr>
          <a:xfrm>
            <a:off x="3427593" y="1267304"/>
            <a:ext cx="87046" cy="92"/>
          </a:xfrm>
          <a:custGeom>
            <a:avLst/>
            <a:gdLst/>
            <a:ahLst/>
            <a:cxnLst/>
            <a:rect l="0" t="0" r="0" b="0"/>
            <a:pathLst>
              <a:path w="447675" h="476">
                <a:moveTo>
                  <a:pt x="0" y="0"/>
                </a:moveTo>
                <a:lnTo>
                  <a:pt x="447675" y="0"/>
                </a:lnTo>
              </a:path>
            </a:pathLst>
          </a:custGeom>
          <a:noFill/>
          <a:ln w="6726">
            <a:solidFill>
              <a:srgbClr val="8C77B3"/>
            </a:solidFill>
            <a:prstDash val="solid"/>
          </a:ln>
        </p:spPr>
      </p:sp>
      <p:sp>
        <p:nvSpPr>
          <p:cNvPr id="2776" name="Point pathway forward | arrowhead">
            <a:extLst>
              <a:ext uri="{FF2B5EF4-FFF2-40B4-BE49-F238E27FC236}">
                <a16:creationId xmlns:a16="http://schemas.microsoft.com/office/drawing/2014/main" id="{68848876-B942-EEB8-2919-3245FBD72825}"/>
              </a:ext>
            </a:extLst>
          </p:cNvPr>
          <p:cNvSpPr>
            <a:spLocks noGrp="1"/>
          </p:cNvSpPr>
          <p:nvPr/>
        </p:nvSpPr>
        <p:spPr>
          <a:xfrm>
            <a:off x="3495193" y="125874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2779" name="Point pathway forward">
            <a:extLst>
              <a:ext uri="{FF2B5EF4-FFF2-40B4-BE49-F238E27FC236}">
                <a16:creationId xmlns:a16="http://schemas.microsoft.com/office/drawing/2014/main" id="{517B7A95-56CA-6722-2034-A58159BBABF4}"/>
              </a:ext>
            </a:extLst>
          </p:cNvPr>
          <p:cNvSpPr>
            <a:spLocks noGrp="1"/>
          </p:cNvSpPr>
          <p:nvPr/>
        </p:nvSpPr>
        <p:spPr>
          <a:xfrm>
            <a:off x="3731327" y="1267304"/>
            <a:ext cx="87046" cy="92"/>
          </a:xfrm>
          <a:custGeom>
            <a:avLst/>
            <a:gdLst/>
            <a:ahLst/>
            <a:cxnLst/>
            <a:rect l="0" t="0" r="0" b="0"/>
            <a:pathLst>
              <a:path w="447675" h="476">
                <a:moveTo>
                  <a:pt x="0" y="0"/>
                </a:moveTo>
                <a:lnTo>
                  <a:pt x="447675" y="0"/>
                </a:lnTo>
              </a:path>
            </a:pathLst>
          </a:custGeom>
          <a:noFill/>
          <a:ln w="6726">
            <a:solidFill>
              <a:srgbClr val="8C77B3"/>
            </a:solidFill>
            <a:prstDash val="solid"/>
          </a:ln>
        </p:spPr>
      </p:sp>
      <p:sp>
        <p:nvSpPr>
          <p:cNvPr id="2780" name="Point pathway forward | arrowhead">
            <a:extLst>
              <a:ext uri="{FF2B5EF4-FFF2-40B4-BE49-F238E27FC236}">
                <a16:creationId xmlns:a16="http://schemas.microsoft.com/office/drawing/2014/main" id="{1F9B8113-BD39-3048-DC67-8BC6A2FBE701}"/>
              </a:ext>
            </a:extLst>
          </p:cNvPr>
          <p:cNvSpPr>
            <a:spLocks noGrp="1"/>
          </p:cNvSpPr>
          <p:nvPr/>
        </p:nvSpPr>
        <p:spPr>
          <a:xfrm>
            <a:off x="3798928" y="125874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2781" name="Point pathway forward">
            <a:extLst>
              <a:ext uri="{FF2B5EF4-FFF2-40B4-BE49-F238E27FC236}">
                <a16:creationId xmlns:a16="http://schemas.microsoft.com/office/drawing/2014/main" id="{1109744A-46DE-5186-2FB6-5238163A3E79}"/>
              </a:ext>
            </a:extLst>
          </p:cNvPr>
          <p:cNvSpPr>
            <a:spLocks noGrp="1"/>
          </p:cNvSpPr>
          <p:nvPr/>
        </p:nvSpPr>
        <p:spPr>
          <a:xfrm>
            <a:off x="4035062" y="1267304"/>
            <a:ext cx="87046" cy="92"/>
          </a:xfrm>
          <a:custGeom>
            <a:avLst/>
            <a:gdLst/>
            <a:ahLst/>
            <a:cxnLst/>
            <a:rect l="0" t="0" r="0" b="0"/>
            <a:pathLst>
              <a:path w="447675" h="476">
                <a:moveTo>
                  <a:pt x="0" y="0"/>
                </a:moveTo>
                <a:lnTo>
                  <a:pt x="447675" y="0"/>
                </a:lnTo>
              </a:path>
            </a:pathLst>
          </a:custGeom>
          <a:noFill/>
          <a:ln w="6726">
            <a:solidFill>
              <a:srgbClr val="8C77B3"/>
            </a:solidFill>
            <a:prstDash val="solid"/>
          </a:ln>
        </p:spPr>
      </p:sp>
      <p:sp>
        <p:nvSpPr>
          <p:cNvPr id="2784" name="Point pathway forward | arrowhead">
            <a:extLst>
              <a:ext uri="{FF2B5EF4-FFF2-40B4-BE49-F238E27FC236}">
                <a16:creationId xmlns:a16="http://schemas.microsoft.com/office/drawing/2014/main" id="{04CF95D7-587B-A305-EC6B-C95DE4453B36}"/>
              </a:ext>
            </a:extLst>
          </p:cNvPr>
          <p:cNvSpPr>
            <a:spLocks noGrp="1"/>
          </p:cNvSpPr>
          <p:nvPr/>
        </p:nvSpPr>
        <p:spPr>
          <a:xfrm>
            <a:off x="4102662" y="125874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2785" name="Point recycling rounded return">
            <a:extLst>
              <a:ext uri="{FF2B5EF4-FFF2-40B4-BE49-F238E27FC236}">
                <a16:creationId xmlns:a16="http://schemas.microsoft.com/office/drawing/2014/main" id="{F141F842-8A45-7DB7-B3CD-5C2078764727}"/>
              </a:ext>
            </a:extLst>
          </p:cNvPr>
          <p:cNvSpPr>
            <a:spLocks noGrp="1"/>
          </p:cNvSpPr>
          <p:nvPr/>
        </p:nvSpPr>
        <p:spPr>
          <a:xfrm>
            <a:off x="3016439" y="1359902"/>
            <a:ext cx="1214940" cy="105563"/>
          </a:xfrm>
          <a:custGeom>
            <a:avLst/>
            <a:gdLst/>
            <a:ahLst/>
            <a:cxnLst/>
            <a:rect l="0" t="0" r="0" b="0"/>
            <a:pathLst>
              <a:path w="6248400" h="542925">
                <a:moveTo>
                  <a:pt x="6248400" y="0"/>
                </a:moveTo>
                <a:lnTo>
                  <a:pt x="6248400" y="314325"/>
                </a:lnTo>
                <a:lnTo>
                  <a:pt x="6247148" y="338220"/>
                </a:lnTo>
                <a:lnTo>
                  <a:pt x="6243405" y="361854"/>
                </a:lnTo>
                <a:lnTo>
                  <a:pt x="6237212" y="384966"/>
                </a:lnTo>
                <a:lnTo>
                  <a:pt x="6228636" y="407305"/>
                </a:lnTo>
                <a:lnTo>
                  <a:pt x="6217773" y="428625"/>
                </a:lnTo>
                <a:lnTo>
                  <a:pt x="6204741" y="448693"/>
                </a:lnTo>
                <a:lnTo>
                  <a:pt x="6189683" y="467288"/>
                </a:lnTo>
                <a:lnTo>
                  <a:pt x="6172763" y="484208"/>
                </a:lnTo>
                <a:lnTo>
                  <a:pt x="6154168" y="499266"/>
                </a:lnTo>
                <a:lnTo>
                  <a:pt x="6134100" y="512298"/>
                </a:lnTo>
                <a:lnTo>
                  <a:pt x="6112780" y="523161"/>
                </a:lnTo>
                <a:lnTo>
                  <a:pt x="6090441" y="531737"/>
                </a:lnTo>
                <a:lnTo>
                  <a:pt x="6067329" y="537930"/>
                </a:lnTo>
                <a:lnTo>
                  <a:pt x="6043695" y="541673"/>
                </a:lnTo>
                <a:lnTo>
                  <a:pt x="6019800" y="542925"/>
                </a:lnTo>
                <a:lnTo>
                  <a:pt x="228600" y="542925"/>
                </a:lnTo>
                <a:lnTo>
                  <a:pt x="204705" y="541673"/>
                </a:lnTo>
                <a:lnTo>
                  <a:pt x="181071" y="537930"/>
                </a:lnTo>
                <a:lnTo>
                  <a:pt x="157959" y="531737"/>
                </a:lnTo>
                <a:lnTo>
                  <a:pt x="135620" y="523161"/>
                </a:lnTo>
                <a:lnTo>
                  <a:pt x="114300" y="512298"/>
                </a:lnTo>
                <a:lnTo>
                  <a:pt x="94232" y="499266"/>
                </a:lnTo>
                <a:lnTo>
                  <a:pt x="75637" y="484208"/>
                </a:lnTo>
                <a:lnTo>
                  <a:pt x="58717" y="467288"/>
                </a:lnTo>
                <a:lnTo>
                  <a:pt x="43659" y="448693"/>
                </a:lnTo>
                <a:lnTo>
                  <a:pt x="30627" y="428625"/>
                </a:lnTo>
                <a:lnTo>
                  <a:pt x="19764" y="407305"/>
                </a:lnTo>
                <a:lnTo>
                  <a:pt x="11188" y="384966"/>
                </a:lnTo>
                <a:lnTo>
                  <a:pt x="4995" y="361854"/>
                </a:lnTo>
                <a:lnTo>
                  <a:pt x="1252" y="338220"/>
                </a:lnTo>
                <a:lnTo>
                  <a:pt x="0" y="314325"/>
                </a:lnTo>
                <a:lnTo>
                  <a:pt x="0" y="0"/>
                </a:lnTo>
              </a:path>
            </a:pathLst>
          </a:custGeom>
          <a:noFill/>
          <a:ln w="7761">
            <a:solidFill>
              <a:srgbClr val="6B94B8"/>
            </a:solidFill>
            <a:prstDash val="solid"/>
          </a:ln>
        </p:spPr>
      </p:sp>
      <p:sp>
        <p:nvSpPr>
          <p:cNvPr id="2786" name="Point recycling rounded return | arrowhead">
            <a:extLst>
              <a:ext uri="{FF2B5EF4-FFF2-40B4-BE49-F238E27FC236}">
                <a16:creationId xmlns:a16="http://schemas.microsoft.com/office/drawing/2014/main" id="{5DEC4188-1754-0CB5-9AD4-91EE68720798}"/>
              </a:ext>
            </a:extLst>
          </p:cNvPr>
          <p:cNvSpPr>
            <a:spLocks noGrp="1"/>
          </p:cNvSpPr>
          <p:nvPr/>
        </p:nvSpPr>
        <p:spPr>
          <a:xfrm>
            <a:off x="3007883" y="1359902"/>
            <a:ext cx="17113" cy="19446"/>
          </a:xfrm>
          <a:custGeom>
            <a:avLst/>
            <a:gdLst/>
            <a:ahLst/>
            <a:cxnLst/>
            <a:rect l="0" t="0" r="0" b="0"/>
            <a:pathLst>
              <a:path w="88011" h="100013">
                <a:moveTo>
                  <a:pt x="44006" y="0"/>
                </a:moveTo>
                <a:lnTo>
                  <a:pt x="0" y="100013"/>
                </a:lnTo>
                <a:lnTo>
                  <a:pt x="88011" y="100013"/>
                </a:lnTo>
                <a:close/>
              </a:path>
            </a:pathLst>
          </a:custGeom>
          <a:solidFill>
            <a:srgbClr val="6B94B8"/>
          </a:solidFill>
          <a:ln w="0">
            <a:noFill/>
          </a:ln>
        </p:spPr>
      </p:sp>
      <p:sp>
        <p:nvSpPr>
          <p:cNvPr id="2842" name="Recycle">
            <a:extLst>
              <a:ext uri="{FF2B5EF4-FFF2-40B4-BE49-F238E27FC236}">
                <a16:creationId xmlns:a16="http://schemas.microsoft.com/office/drawing/2014/main" id="{5DDA785A-E893-2768-BFEA-5E3D10103A25}"/>
              </a:ext>
            </a:extLst>
          </p:cNvPr>
          <p:cNvSpPr>
            <a:spLocks noGrp="1"/>
          </p:cNvSpPr>
          <p:nvPr/>
        </p:nvSpPr>
        <p:spPr>
          <a:xfrm>
            <a:off x="3466486" y="1385830"/>
            <a:ext cx="314847" cy="64819"/>
          </a:xfrm>
          <a:prstGeom prst="rect">
            <a:avLst/>
          </a:prstGeom>
          <a:noFill/>
          <a:ln w="0">
            <a:noFill/>
          </a:ln>
        </p:spPr>
        <p:txBody>
          <a:bodyPr wrap="none" lIns="0" tIns="0" rIns="0" bIns="0" anchor="ctr">
            <a:noAutofit/>
          </a:bodyPr>
          <a:lstStyle/>
          <a:p>
            <a:pPr algn="ctr">
              <a:defRPr sz="591" b="0">
                <a:solidFill>
                  <a:srgbClr val="4E769C"/>
                </a:solidFill>
                <a:latin typeface="Arial"/>
                <a:ea typeface="Arial"/>
                <a:cs typeface="Arial"/>
              </a:defRPr>
            </a:pPr>
            <a:r>
              <a:rPr sz="423" i="1">
                <a:solidFill>
                  <a:srgbClr val="4E769C"/>
                </a:solidFill>
                <a:latin typeface="Segoe UI"/>
                <a:ea typeface="Segoe UI"/>
                <a:cs typeface="Segoe UI"/>
              </a:rPr>
              <a:t>Recycle</a:t>
            </a:r>
          </a:p>
        </p:txBody>
      </p:sp>
      <p:sp>
        <p:nvSpPr>
          <p:cNvPr id="2843" name="Point Transformer V3">
            <a:extLst>
              <a:ext uri="{FF2B5EF4-FFF2-40B4-BE49-F238E27FC236}">
                <a16:creationId xmlns:a16="http://schemas.microsoft.com/office/drawing/2014/main" id="{9C229B53-2310-3BBE-B80C-8418F3E56817}"/>
              </a:ext>
            </a:extLst>
          </p:cNvPr>
          <p:cNvSpPr>
            <a:spLocks noGrp="1"/>
          </p:cNvSpPr>
          <p:nvPr/>
        </p:nvSpPr>
        <p:spPr>
          <a:xfrm>
            <a:off x="3007180" y="1498801"/>
            <a:ext cx="1235312" cy="64819"/>
          </a:xfrm>
          <a:prstGeom prst="rect">
            <a:avLst/>
          </a:prstGeom>
          <a:noFill/>
          <a:ln w="0">
            <a:noFill/>
          </a:ln>
        </p:spPr>
        <p:txBody>
          <a:bodyPr wrap="none" lIns="0" tIns="0" rIns="0" bIns="0" anchor="ctr">
            <a:noAutofit/>
          </a:bodyPr>
          <a:lstStyle/>
          <a:p>
            <a:pPr algn="ctr">
              <a:defRPr sz="652" b="1">
                <a:solidFill>
                  <a:srgbClr val="193044"/>
                </a:solidFill>
                <a:latin typeface="Arial"/>
                <a:ea typeface="Arial"/>
                <a:cs typeface="Arial"/>
              </a:defRPr>
            </a:pPr>
            <a:r>
              <a:rPr sz="467" b="1">
                <a:solidFill>
                  <a:srgbClr val="193044"/>
                </a:solidFill>
                <a:latin typeface="Arial"/>
                <a:ea typeface="Arial"/>
                <a:cs typeface="Arial"/>
              </a:rPr>
              <a:t>Point Transformer V3</a:t>
            </a:r>
          </a:p>
        </p:txBody>
      </p:sp>
      <p:sp>
        <p:nvSpPr>
          <p:cNvPr id="2844" name="Voxel pathway to ligand-area probability">
            <a:extLst>
              <a:ext uri="{FF2B5EF4-FFF2-40B4-BE49-F238E27FC236}">
                <a16:creationId xmlns:a16="http://schemas.microsoft.com/office/drawing/2014/main" id="{D0453500-5D20-9075-AC83-53BAE7836991}"/>
              </a:ext>
            </a:extLst>
          </p:cNvPr>
          <p:cNvSpPr>
            <a:spLocks noGrp="1"/>
          </p:cNvSpPr>
          <p:nvPr/>
        </p:nvSpPr>
        <p:spPr>
          <a:xfrm>
            <a:off x="4329537" y="615407"/>
            <a:ext cx="94454" cy="92"/>
          </a:xfrm>
          <a:custGeom>
            <a:avLst/>
            <a:gdLst/>
            <a:ahLst/>
            <a:cxnLst/>
            <a:rect l="0" t="0" r="0" b="0"/>
            <a:pathLst>
              <a:path w="485775" h="476">
                <a:moveTo>
                  <a:pt x="0" y="0"/>
                </a:moveTo>
                <a:lnTo>
                  <a:pt x="485775" y="0"/>
                </a:lnTo>
              </a:path>
            </a:pathLst>
          </a:custGeom>
          <a:noFill/>
          <a:ln w="7502">
            <a:solidFill>
              <a:srgbClr val="388BBE"/>
            </a:solidFill>
            <a:prstDash val="solid"/>
          </a:ln>
        </p:spPr>
      </p:sp>
      <p:sp>
        <p:nvSpPr>
          <p:cNvPr id="128" name="Voxel pathway to ligand-area probability | arrowhead">
            <a:extLst>
              <a:ext uri="{FF2B5EF4-FFF2-40B4-BE49-F238E27FC236}">
                <a16:creationId xmlns:a16="http://schemas.microsoft.com/office/drawing/2014/main" id="{31B7DEAC-191C-5141-A148-178A012222C6}"/>
              </a:ext>
            </a:extLst>
          </p:cNvPr>
          <p:cNvSpPr>
            <a:spLocks noGrp="1"/>
          </p:cNvSpPr>
          <p:nvPr/>
        </p:nvSpPr>
        <p:spPr>
          <a:xfrm>
            <a:off x="4404545" y="606851"/>
            <a:ext cx="19447" cy="17113"/>
          </a:xfrm>
          <a:custGeom>
            <a:avLst/>
            <a:gdLst/>
            <a:ahLst/>
            <a:cxnLst/>
            <a:rect l="0" t="0" r="0" b="0"/>
            <a:pathLst>
              <a:path w="100013" h="88011">
                <a:moveTo>
                  <a:pt x="100013" y="44006"/>
                </a:moveTo>
                <a:lnTo>
                  <a:pt x="0" y="0"/>
                </a:lnTo>
                <a:lnTo>
                  <a:pt x="0" y="88011"/>
                </a:lnTo>
                <a:close/>
              </a:path>
            </a:pathLst>
          </a:custGeom>
          <a:solidFill>
            <a:srgbClr val="388BBE"/>
          </a:solidFill>
          <a:ln w="0">
            <a:noFill/>
          </a:ln>
        </p:spPr>
      </p:sp>
      <p:sp>
        <p:nvSpPr>
          <p:cNvPr id="129" name="Point pathway to atom binding probability">
            <a:extLst>
              <a:ext uri="{FF2B5EF4-FFF2-40B4-BE49-F238E27FC236}">
                <a16:creationId xmlns:a16="http://schemas.microsoft.com/office/drawing/2014/main" id="{86FA6A24-595A-1A3E-A431-A91DE831A4B8}"/>
              </a:ext>
            </a:extLst>
          </p:cNvPr>
          <p:cNvSpPr>
            <a:spLocks noGrp="1"/>
          </p:cNvSpPr>
          <p:nvPr/>
        </p:nvSpPr>
        <p:spPr>
          <a:xfrm>
            <a:off x="4342502" y="1267304"/>
            <a:ext cx="81490" cy="92"/>
          </a:xfrm>
          <a:custGeom>
            <a:avLst/>
            <a:gdLst/>
            <a:ahLst/>
            <a:cxnLst/>
            <a:rect l="0" t="0" r="0" b="0"/>
            <a:pathLst>
              <a:path w="419100" h="476">
                <a:moveTo>
                  <a:pt x="0" y="0"/>
                </a:moveTo>
                <a:lnTo>
                  <a:pt x="419100" y="0"/>
                </a:lnTo>
              </a:path>
            </a:pathLst>
          </a:custGeom>
          <a:noFill/>
          <a:ln w="7502">
            <a:solidFill>
              <a:srgbClr val="8C77B3"/>
            </a:solidFill>
            <a:prstDash val="solid"/>
          </a:ln>
        </p:spPr>
      </p:sp>
      <p:sp>
        <p:nvSpPr>
          <p:cNvPr id="130" name="Point pathway to atom binding probability | arrowhead">
            <a:extLst>
              <a:ext uri="{FF2B5EF4-FFF2-40B4-BE49-F238E27FC236}">
                <a16:creationId xmlns:a16="http://schemas.microsoft.com/office/drawing/2014/main" id="{1D3BEB45-F38A-A727-7D8A-1AD77E7A3952}"/>
              </a:ext>
            </a:extLst>
          </p:cNvPr>
          <p:cNvSpPr>
            <a:spLocks noGrp="1"/>
          </p:cNvSpPr>
          <p:nvPr/>
        </p:nvSpPr>
        <p:spPr>
          <a:xfrm>
            <a:off x="4404545" y="125874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131" name="Ligand-area probability">
            <a:extLst>
              <a:ext uri="{FF2B5EF4-FFF2-40B4-BE49-F238E27FC236}">
                <a16:creationId xmlns:a16="http://schemas.microsoft.com/office/drawing/2014/main" id="{46599E5C-9E07-10FE-27B5-35D57B7D6FE4}"/>
              </a:ext>
            </a:extLst>
          </p:cNvPr>
          <p:cNvSpPr>
            <a:spLocks noGrp="1"/>
          </p:cNvSpPr>
          <p:nvPr/>
        </p:nvSpPr>
        <p:spPr>
          <a:xfrm>
            <a:off x="4464737" y="320942"/>
            <a:ext cx="520423" cy="114823"/>
          </a:xfrm>
          <a:prstGeom prst="rect">
            <a:avLst/>
          </a:prstGeom>
          <a:noFill/>
          <a:ln w="0">
            <a:noFill/>
          </a:ln>
        </p:spPr>
        <p:txBody>
          <a:bodyPr wrap="none" lIns="0" tIns="0" rIns="0" bIns="0" anchor="ctr">
            <a:noAutofit/>
          </a:bodyPr>
          <a:lstStyle/>
          <a:p>
            <a:pPr algn="ctr">
              <a:defRPr sz="570" b="1">
                <a:solidFill>
                  <a:srgbClr val="193044"/>
                </a:solidFill>
                <a:latin typeface="Arial"/>
                <a:ea typeface="Arial"/>
                <a:cs typeface="Arial"/>
              </a:defRPr>
            </a:pPr>
            <a:r>
              <a:rPr sz="408" b="1">
                <a:solidFill>
                  <a:srgbClr val="193044"/>
                </a:solidFill>
                <a:latin typeface="Arial"/>
                <a:ea typeface="Arial"/>
                <a:cs typeface="Arial"/>
              </a:rPr>
              <a:t>Ligand-area</a:t>
            </a:r>
          </a:p>
          <a:p>
            <a:pPr algn="ctr">
              <a:defRPr sz="570" b="1">
                <a:solidFill>
                  <a:srgbClr val="193044"/>
                </a:solidFill>
                <a:latin typeface="Arial"/>
                <a:ea typeface="Arial"/>
                <a:cs typeface="Arial"/>
              </a:defRPr>
            </a:pPr>
            <a:r>
              <a:rPr sz="408" b="1">
                <a:solidFill>
                  <a:srgbClr val="193044"/>
                </a:solidFill>
                <a:latin typeface="Arial"/>
                <a:ea typeface="Arial"/>
                <a:cs typeface="Arial"/>
              </a:rPr>
              <a:t>probability</a:t>
            </a:r>
          </a:p>
        </p:txBody>
      </p:sp>
      <p:pic>
        <p:nvPicPr>
          <p:cNvPr id="132" name="图片 131">
            <a:extLst>
              <a:ext uri="{FF2B5EF4-FFF2-40B4-BE49-F238E27FC236}">
                <a16:creationId xmlns:a16="http://schemas.microsoft.com/office/drawing/2014/main" id="{D7E1E951-30B7-AA71-0DF9-8500D87EEFE3}"/>
              </a:ext>
            </a:extLst>
          </p:cNvPr>
          <p:cNvPicPr>
            <a:picLocks noChangeAspect="1"/>
          </p:cNvPicPr>
          <p:nvPr/>
        </p:nvPicPr>
        <p:blipFill>
          <a:blip r:embed="rId17"/>
          <a:stretch/>
        </p:blipFill>
        <p:spPr>
          <a:xfrm>
            <a:off x="4525543" y="456136"/>
            <a:ext cx="267317" cy="270389"/>
          </a:xfrm>
          <a:prstGeom prst="rect">
            <a:avLst/>
          </a:prstGeom>
        </p:spPr>
      </p:pic>
      <p:sp>
        <p:nvSpPr>
          <p:cNvPr id="133" name="Cues to Match">
            <a:extLst>
              <a:ext uri="{FF2B5EF4-FFF2-40B4-BE49-F238E27FC236}">
                <a16:creationId xmlns:a16="http://schemas.microsoft.com/office/drawing/2014/main" id="{A46FBCA6-9F66-EE76-B7C9-EAEB8C765FFB}"/>
              </a:ext>
            </a:extLst>
          </p:cNvPr>
          <p:cNvSpPr>
            <a:spLocks noGrp="1"/>
          </p:cNvSpPr>
          <p:nvPr/>
        </p:nvSpPr>
        <p:spPr>
          <a:xfrm>
            <a:off x="4464737" y="820977"/>
            <a:ext cx="520423" cy="66672"/>
          </a:xfrm>
          <a:prstGeom prst="rect">
            <a:avLst/>
          </a:prstGeom>
          <a:noFill/>
          <a:ln w="0">
            <a:noFill/>
          </a:ln>
        </p:spPr>
        <p:txBody>
          <a:bodyPr wrap="none" lIns="0" tIns="0" rIns="0" bIns="0" anchor="ctr">
            <a:noAutofit/>
          </a:bodyPr>
          <a:lstStyle/>
          <a:p>
            <a:pPr algn="ctr">
              <a:defRPr sz="570" b="1">
                <a:solidFill>
                  <a:srgbClr val="193044"/>
                </a:solidFill>
                <a:latin typeface="Arial"/>
                <a:ea typeface="Arial"/>
                <a:cs typeface="Arial"/>
              </a:defRPr>
            </a:pPr>
            <a:r>
              <a:rPr sz="408" b="1">
                <a:solidFill>
                  <a:srgbClr val="193044"/>
                </a:solidFill>
                <a:latin typeface="Arial"/>
                <a:ea typeface="Arial"/>
                <a:cs typeface="Arial"/>
              </a:rPr>
              <a:t>Cues to Match</a:t>
            </a:r>
          </a:p>
        </p:txBody>
      </p:sp>
      <p:sp>
        <p:nvSpPr>
          <p:cNvPr id="134" name="Blob">
            <a:extLst>
              <a:ext uri="{FF2B5EF4-FFF2-40B4-BE49-F238E27FC236}">
                <a16:creationId xmlns:a16="http://schemas.microsoft.com/office/drawing/2014/main" id="{C984FFB6-0157-13F6-B346-927155FE3003}"/>
              </a:ext>
            </a:extLst>
          </p:cNvPr>
          <p:cNvSpPr>
            <a:spLocks noGrp="1"/>
          </p:cNvSpPr>
          <p:nvPr/>
        </p:nvSpPr>
        <p:spPr>
          <a:xfrm>
            <a:off x="4466588" y="1019139"/>
            <a:ext cx="207429" cy="64819"/>
          </a:xfrm>
          <a:prstGeom prst="rect">
            <a:avLst/>
          </a:prstGeom>
          <a:noFill/>
          <a:ln w="0">
            <a:noFill/>
          </a:ln>
        </p:spPr>
        <p:txBody>
          <a:bodyPr wrap="none" lIns="0" tIns="0" rIns="0" bIns="0" anchor="ctr">
            <a:noAutofit/>
          </a:bodyPr>
          <a:lstStyle/>
          <a:p>
            <a:pPr algn="ctr">
              <a:defRPr sz="509" b="0">
                <a:solidFill>
                  <a:srgbClr val="193044"/>
                </a:solidFill>
                <a:latin typeface="Arial"/>
                <a:ea typeface="Arial"/>
                <a:cs typeface="Arial"/>
              </a:defRPr>
            </a:pPr>
            <a:r>
              <a:rPr sz="364">
                <a:solidFill>
                  <a:srgbClr val="193044"/>
                </a:solidFill>
                <a:latin typeface="Arial"/>
                <a:ea typeface="Arial"/>
                <a:cs typeface="Arial"/>
              </a:rPr>
              <a:t>Blob</a:t>
            </a:r>
          </a:p>
        </p:txBody>
      </p:sp>
      <p:sp>
        <p:nvSpPr>
          <p:cNvPr id="135" name="Pseudo atoms cue">
            <a:extLst>
              <a:ext uri="{FF2B5EF4-FFF2-40B4-BE49-F238E27FC236}">
                <a16:creationId xmlns:a16="http://schemas.microsoft.com/office/drawing/2014/main" id="{C7D21ADD-C1C6-6F77-8384-CD0F811E345A}"/>
              </a:ext>
            </a:extLst>
          </p:cNvPr>
          <p:cNvSpPr>
            <a:spLocks noGrp="1"/>
          </p:cNvSpPr>
          <p:nvPr/>
        </p:nvSpPr>
        <p:spPr>
          <a:xfrm>
            <a:off x="4716614" y="1019139"/>
            <a:ext cx="279659" cy="64819"/>
          </a:xfrm>
          <a:prstGeom prst="rect">
            <a:avLst/>
          </a:prstGeom>
          <a:noFill/>
          <a:ln w="0">
            <a:noFill/>
          </a:ln>
        </p:spPr>
        <p:txBody>
          <a:bodyPr wrap="none" lIns="0" tIns="0" rIns="0" bIns="0" anchor="ctr">
            <a:noAutofit/>
          </a:bodyPr>
          <a:lstStyle/>
          <a:p>
            <a:pPr algn="ctr">
              <a:defRPr sz="509" b="0">
                <a:solidFill>
                  <a:srgbClr val="193044"/>
                </a:solidFill>
                <a:latin typeface="Arial"/>
                <a:ea typeface="Arial"/>
                <a:cs typeface="Arial"/>
              </a:defRPr>
            </a:pPr>
            <a:r>
              <a:rPr sz="364">
                <a:solidFill>
                  <a:srgbClr val="193044"/>
                </a:solidFill>
                <a:latin typeface="Arial"/>
                <a:ea typeface="Arial"/>
                <a:cs typeface="Arial"/>
              </a:rPr>
              <a:t>Pseudo atoms</a:t>
            </a:r>
          </a:p>
        </p:txBody>
      </p:sp>
      <p:sp>
        <p:nvSpPr>
          <p:cNvPr id="136" name="Cues divider">
            <a:extLst>
              <a:ext uri="{FF2B5EF4-FFF2-40B4-BE49-F238E27FC236}">
                <a16:creationId xmlns:a16="http://schemas.microsoft.com/office/drawing/2014/main" id="{B3EFF71D-1A12-27F5-64BA-4CB10BF4B996}"/>
              </a:ext>
            </a:extLst>
          </p:cNvPr>
          <p:cNvSpPr>
            <a:spLocks noGrp="1"/>
          </p:cNvSpPr>
          <p:nvPr/>
        </p:nvSpPr>
        <p:spPr>
          <a:xfrm>
            <a:off x="4703650" y="908020"/>
            <a:ext cx="92" cy="172234"/>
          </a:xfrm>
          <a:custGeom>
            <a:avLst/>
            <a:gdLst/>
            <a:ahLst/>
            <a:cxnLst/>
            <a:rect l="0" t="0" r="0" b="0"/>
            <a:pathLst>
              <a:path w="476" h="885825">
                <a:moveTo>
                  <a:pt x="0" y="0"/>
                </a:moveTo>
                <a:lnTo>
                  <a:pt x="0" y="885825"/>
                </a:lnTo>
              </a:path>
            </a:pathLst>
          </a:custGeom>
          <a:noFill/>
          <a:ln w="3104">
            <a:solidFill>
              <a:srgbClr val="D3DFEA"/>
            </a:solidFill>
            <a:prstDash val="solid"/>
          </a:ln>
        </p:spPr>
      </p:sp>
      <p:sp>
        <p:nvSpPr>
          <p:cNvPr id="137" name="Atom binding probability">
            <a:extLst>
              <a:ext uri="{FF2B5EF4-FFF2-40B4-BE49-F238E27FC236}">
                <a16:creationId xmlns:a16="http://schemas.microsoft.com/office/drawing/2014/main" id="{498779F8-0A99-B1EC-651E-6D2DD93E51F5}"/>
              </a:ext>
            </a:extLst>
          </p:cNvPr>
          <p:cNvSpPr>
            <a:spLocks noGrp="1"/>
          </p:cNvSpPr>
          <p:nvPr/>
        </p:nvSpPr>
        <p:spPr>
          <a:xfrm>
            <a:off x="4464737" y="1167297"/>
            <a:ext cx="520423" cy="114823"/>
          </a:xfrm>
          <a:prstGeom prst="rect">
            <a:avLst/>
          </a:prstGeom>
          <a:noFill/>
          <a:ln w="0">
            <a:noFill/>
          </a:ln>
        </p:spPr>
        <p:txBody>
          <a:bodyPr wrap="none" lIns="0" tIns="0" rIns="0" bIns="0" anchor="ctr">
            <a:noAutofit/>
          </a:bodyPr>
          <a:lstStyle/>
          <a:p>
            <a:pPr algn="ctr">
              <a:defRPr sz="570" b="1">
                <a:solidFill>
                  <a:srgbClr val="193044"/>
                </a:solidFill>
                <a:latin typeface="Arial"/>
                <a:ea typeface="Arial"/>
                <a:cs typeface="Arial"/>
              </a:defRPr>
            </a:pPr>
            <a:r>
              <a:rPr sz="408" b="1">
                <a:solidFill>
                  <a:srgbClr val="193044"/>
                </a:solidFill>
                <a:latin typeface="Arial"/>
                <a:ea typeface="Arial"/>
                <a:cs typeface="Arial"/>
              </a:rPr>
              <a:t>Atom binding</a:t>
            </a:r>
          </a:p>
          <a:p>
            <a:pPr algn="ctr">
              <a:defRPr sz="570" b="1">
                <a:solidFill>
                  <a:srgbClr val="193044"/>
                </a:solidFill>
                <a:latin typeface="Arial"/>
                <a:ea typeface="Arial"/>
                <a:cs typeface="Arial"/>
              </a:defRPr>
            </a:pPr>
            <a:r>
              <a:rPr sz="408" b="1">
                <a:solidFill>
                  <a:srgbClr val="193044"/>
                </a:solidFill>
                <a:latin typeface="Arial"/>
                <a:ea typeface="Arial"/>
                <a:cs typeface="Arial"/>
              </a:rPr>
              <a:t>probability</a:t>
            </a:r>
          </a:p>
        </p:txBody>
      </p:sp>
      <p:sp>
        <p:nvSpPr>
          <p:cNvPr id="139" name="Probability scale">
            <a:extLst>
              <a:ext uri="{FF2B5EF4-FFF2-40B4-BE49-F238E27FC236}">
                <a16:creationId xmlns:a16="http://schemas.microsoft.com/office/drawing/2014/main" id="{95B887C2-207A-BE0B-527F-6A6C16005E39}"/>
              </a:ext>
            </a:extLst>
          </p:cNvPr>
          <p:cNvSpPr>
            <a:spLocks noGrp="1"/>
          </p:cNvSpPr>
          <p:nvPr/>
        </p:nvSpPr>
        <p:spPr>
          <a:xfrm>
            <a:off x="4862926" y="489472"/>
            <a:ext cx="18520" cy="179642"/>
          </a:xfrm>
          <a:prstGeom prst="rect">
            <a:avLst/>
          </a:prstGeom>
          <a:gradFill>
            <a:gsLst>
              <a:gs pos="0">
                <a:srgbClr val="D54C69"/>
              </a:gs>
              <a:gs pos="50000">
                <a:srgbClr val="FCFCFE"/>
              </a:gs>
              <a:gs pos="100000">
                <a:srgbClr val="3481B4"/>
              </a:gs>
            </a:gsLst>
            <a:lin ang="5400000"/>
          </a:gradFill>
          <a:ln w="0">
            <a:noFill/>
          </a:ln>
        </p:spPr>
      </p:sp>
      <p:sp>
        <p:nvSpPr>
          <p:cNvPr id="140" name="High">
            <a:extLst>
              <a:ext uri="{FF2B5EF4-FFF2-40B4-BE49-F238E27FC236}">
                <a16:creationId xmlns:a16="http://schemas.microsoft.com/office/drawing/2014/main" id="{2BEBAA7B-8D04-20B0-84C7-F5A713DDE497}"/>
              </a:ext>
            </a:extLst>
          </p:cNvPr>
          <p:cNvSpPr>
            <a:spLocks noGrp="1"/>
          </p:cNvSpPr>
          <p:nvPr/>
        </p:nvSpPr>
        <p:spPr>
          <a:xfrm>
            <a:off x="4899967" y="476508"/>
            <a:ext cx="105566" cy="59263"/>
          </a:xfrm>
          <a:prstGeom prst="rect">
            <a:avLst/>
          </a:prstGeom>
          <a:noFill/>
          <a:ln w="0">
            <a:noFill/>
          </a:ln>
        </p:spPr>
        <p:txBody>
          <a:bodyPr wrap="none" lIns="0" tIns="0" rIns="0" bIns="0" anchor="ctr">
            <a:noAutofit/>
          </a:bodyPr>
          <a:lstStyle/>
          <a:p>
            <a:pPr algn="l">
              <a:defRPr sz="509" b="0">
                <a:solidFill>
                  <a:srgbClr val="4E6579"/>
                </a:solidFill>
                <a:latin typeface="Arial"/>
                <a:ea typeface="Arial"/>
                <a:cs typeface="Arial"/>
              </a:defRPr>
            </a:pPr>
            <a:r>
              <a:rPr sz="364">
                <a:solidFill>
                  <a:srgbClr val="4E6579"/>
                </a:solidFill>
                <a:latin typeface="Arial"/>
                <a:ea typeface="Arial"/>
                <a:cs typeface="Arial"/>
              </a:rPr>
              <a:t>High</a:t>
            </a:r>
          </a:p>
        </p:txBody>
      </p:sp>
      <p:sp>
        <p:nvSpPr>
          <p:cNvPr id="141" name="Low">
            <a:extLst>
              <a:ext uri="{FF2B5EF4-FFF2-40B4-BE49-F238E27FC236}">
                <a16:creationId xmlns:a16="http://schemas.microsoft.com/office/drawing/2014/main" id="{5005B897-48F5-7EA3-88AB-4A93BB37564D}"/>
              </a:ext>
            </a:extLst>
          </p:cNvPr>
          <p:cNvSpPr>
            <a:spLocks noGrp="1"/>
          </p:cNvSpPr>
          <p:nvPr/>
        </p:nvSpPr>
        <p:spPr>
          <a:xfrm>
            <a:off x="4899966" y="628371"/>
            <a:ext cx="103715" cy="59263"/>
          </a:xfrm>
          <a:prstGeom prst="rect">
            <a:avLst/>
          </a:prstGeom>
          <a:noFill/>
          <a:ln w="0">
            <a:noFill/>
          </a:ln>
        </p:spPr>
        <p:txBody>
          <a:bodyPr wrap="none" lIns="0" tIns="0" rIns="0" bIns="0" anchor="ctr">
            <a:noAutofit/>
          </a:bodyPr>
          <a:lstStyle/>
          <a:p>
            <a:pPr algn="l">
              <a:defRPr sz="509" b="0">
                <a:solidFill>
                  <a:srgbClr val="4E6579"/>
                </a:solidFill>
                <a:latin typeface="Arial"/>
                <a:ea typeface="Arial"/>
                <a:cs typeface="Arial"/>
              </a:defRPr>
            </a:pPr>
            <a:r>
              <a:rPr sz="364">
                <a:solidFill>
                  <a:srgbClr val="4E6579"/>
                </a:solidFill>
                <a:latin typeface="Arial"/>
                <a:ea typeface="Arial"/>
                <a:cs typeface="Arial"/>
              </a:rPr>
              <a:t>Low</a:t>
            </a:r>
          </a:p>
        </p:txBody>
      </p:sp>
      <p:sp>
        <p:nvSpPr>
          <p:cNvPr id="142" name="Probability scale">
            <a:extLst>
              <a:ext uri="{FF2B5EF4-FFF2-40B4-BE49-F238E27FC236}">
                <a16:creationId xmlns:a16="http://schemas.microsoft.com/office/drawing/2014/main" id="{0112C579-36F6-6864-EAC6-BA99D1305608}"/>
              </a:ext>
            </a:extLst>
          </p:cNvPr>
          <p:cNvSpPr>
            <a:spLocks noGrp="1"/>
          </p:cNvSpPr>
          <p:nvPr/>
        </p:nvSpPr>
        <p:spPr>
          <a:xfrm>
            <a:off x="4862926" y="1326568"/>
            <a:ext cx="18520" cy="179642"/>
          </a:xfrm>
          <a:prstGeom prst="rect">
            <a:avLst/>
          </a:prstGeom>
          <a:gradFill>
            <a:gsLst>
              <a:gs pos="0">
                <a:srgbClr val="D54C69"/>
              </a:gs>
              <a:gs pos="50000">
                <a:srgbClr val="FCFCFE"/>
              </a:gs>
              <a:gs pos="100000">
                <a:srgbClr val="3481B4"/>
              </a:gs>
            </a:gsLst>
            <a:lin ang="5400000"/>
          </a:gradFill>
          <a:ln w="0">
            <a:noFill/>
          </a:ln>
        </p:spPr>
      </p:sp>
      <p:sp>
        <p:nvSpPr>
          <p:cNvPr id="143" name="High">
            <a:extLst>
              <a:ext uri="{FF2B5EF4-FFF2-40B4-BE49-F238E27FC236}">
                <a16:creationId xmlns:a16="http://schemas.microsoft.com/office/drawing/2014/main" id="{BCA0213E-3EB7-17B9-6A44-96B27FB3CD03}"/>
              </a:ext>
            </a:extLst>
          </p:cNvPr>
          <p:cNvSpPr>
            <a:spLocks noGrp="1"/>
          </p:cNvSpPr>
          <p:nvPr/>
        </p:nvSpPr>
        <p:spPr>
          <a:xfrm>
            <a:off x="4899967" y="1313604"/>
            <a:ext cx="105566" cy="59263"/>
          </a:xfrm>
          <a:prstGeom prst="rect">
            <a:avLst/>
          </a:prstGeom>
          <a:noFill/>
          <a:ln w="0">
            <a:noFill/>
          </a:ln>
        </p:spPr>
        <p:txBody>
          <a:bodyPr wrap="none" lIns="0" tIns="0" rIns="0" bIns="0" anchor="ctr">
            <a:noAutofit/>
          </a:bodyPr>
          <a:lstStyle/>
          <a:p>
            <a:pPr algn="l">
              <a:defRPr sz="509" b="0">
                <a:solidFill>
                  <a:srgbClr val="4E6579"/>
                </a:solidFill>
                <a:latin typeface="Arial"/>
                <a:ea typeface="Arial"/>
                <a:cs typeface="Arial"/>
              </a:defRPr>
            </a:pPr>
            <a:r>
              <a:rPr sz="364">
                <a:solidFill>
                  <a:srgbClr val="4E6579"/>
                </a:solidFill>
                <a:latin typeface="Arial"/>
                <a:ea typeface="Arial"/>
                <a:cs typeface="Arial"/>
              </a:rPr>
              <a:t>High</a:t>
            </a:r>
          </a:p>
        </p:txBody>
      </p:sp>
      <p:sp>
        <p:nvSpPr>
          <p:cNvPr id="144" name="Low">
            <a:extLst>
              <a:ext uri="{FF2B5EF4-FFF2-40B4-BE49-F238E27FC236}">
                <a16:creationId xmlns:a16="http://schemas.microsoft.com/office/drawing/2014/main" id="{2314D53B-604F-16C3-2C81-8E8C6C6961B9}"/>
              </a:ext>
            </a:extLst>
          </p:cNvPr>
          <p:cNvSpPr>
            <a:spLocks noGrp="1"/>
          </p:cNvSpPr>
          <p:nvPr/>
        </p:nvSpPr>
        <p:spPr>
          <a:xfrm>
            <a:off x="4899966" y="1465466"/>
            <a:ext cx="103715" cy="59263"/>
          </a:xfrm>
          <a:prstGeom prst="rect">
            <a:avLst/>
          </a:prstGeom>
          <a:noFill/>
          <a:ln w="0">
            <a:noFill/>
          </a:ln>
        </p:spPr>
        <p:txBody>
          <a:bodyPr wrap="none" lIns="0" tIns="0" rIns="0" bIns="0" anchor="ctr">
            <a:noAutofit/>
          </a:bodyPr>
          <a:lstStyle/>
          <a:p>
            <a:pPr algn="l">
              <a:defRPr sz="509" b="0">
                <a:solidFill>
                  <a:srgbClr val="4E6579"/>
                </a:solidFill>
                <a:latin typeface="Arial"/>
                <a:ea typeface="Arial"/>
                <a:cs typeface="Arial"/>
              </a:defRPr>
            </a:pPr>
            <a:r>
              <a:rPr sz="364">
                <a:solidFill>
                  <a:srgbClr val="4E6579"/>
                </a:solidFill>
                <a:latin typeface="Arial"/>
                <a:ea typeface="Arial"/>
                <a:cs typeface="Arial"/>
              </a:rPr>
              <a:t>Low</a:t>
            </a:r>
          </a:p>
        </p:txBody>
      </p:sp>
      <p:grpSp>
        <p:nvGrpSpPr>
          <p:cNvPr id="145" name="b | PTV3 stage 1">
            <a:extLst>
              <a:ext uri="{FF2B5EF4-FFF2-40B4-BE49-F238E27FC236}">
                <a16:creationId xmlns:a16="http://schemas.microsoft.com/office/drawing/2014/main" id="{C1676FA9-E2CE-FBE1-C182-8854FD639BCB}"/>
              </a:ext>
            </a:extLst>
          </p:cNvPr>
          <p:cNvGrpSpPr/>
          <p:nvPr/>
        </p:nvGrpSpPr>
        <p:grpSpPr>
          <a:xfrm>
            <a:off x="2920133" y="1191372"/>
            <a:ext cx="192613" cy="151863"/>
            <a:chOff x="1837958" y="1438830"/>
            <a:chExt cx="279225" cy="243090"/>
          </a:xfrm>
        </p:grpSpPr>
        <p:sp>
          <p:nvSpPr>
            <p:cNvPr id="146" name="ellipse_1845">
              <a:extLst>
                <a:ext uri="{FF2B5EF4-FFF2-40B4-BE49-F238E27FC236}">
                  <a16:creationId xmlns:a16="http://schemas.microsoft.com/office/drawing/2014/main" id="{6E764F25-DBA9-554E-C4CE-2FD02327DB99}"/>
                </a:ext>
              </a:extLst>
            </p:cNvPr>
            <p:cNvSpPr/>
            <p:nvPr/>
          </p:nvSpPr>
          <p:spPr>
            <a:xfrm>
              <a:off x="1913865" y="1551247"/>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47" name="ellipse_1846">
              <a:extLst>
                <a:ext uri="{FF2B5EF4-FFF2-40B4-BE49-F238E27FC236}">
                  <a16:creationId xmlns:a16="http://schemas.microsoft.com/office/drawing/2014/main" id="{197B7050-3D76-A2AB-BD38-1764B1343A22}"/>
                </a:ext>
              </a:extLst>
            </p:cNvPr>
            <p:cNvSpPr/>
            <p:nvPr/>
          </p:nvSpPr>
          <p:spPr>
            <a:xfrm>
              <a:off x="2018743" y="1570535"/>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48" name="ellipse_1847">
              <a:extLst>
                <a:ext uri="{FF2B5EF4-FFF2-40B4-BE49-F238E27FC236}">
                  <a16:creationId xmlns:a16="http://schemas.microsoft.com/office/drawing/2014/main" id="{81DD4F70-0917-A1BE-79E6-62615F75B8CC}"/>
                </a:ext>
              </a:extLst>
            </p:cNvPr>
            <p:cNvSpPr/>
            <p:nvPr/>
          </p:nvSpPr>
          <p:spPr>
            <a:xfrm>
              <a:off x="1903691" y="1464584"/>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49" name="ellipse_1848">
              <a:extLst>
                <a:ext uri="{FF2B5EF4-FFF2-40B4-BE49-F238E27FC236}">
                  <a16:creationId xmlns:a16="http://schemas.microsoft.com/office/drawing/2014/main" id="{D952897A-5895-C7BE-F43A-95CAB4B2A795}"/>
                </a:ext>
              </a:extLst>
            </p:cNvPr>
            <p:cNvSpPr/>
            <p:nvPr/>
          </p:nvSpPr>
          <p:spPr>
            <a:xfrm>
              <a:off x="1969603" y="1492581"/>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0" name="ellipse_1849">
              <a:extLst>
                <a:ext uri="{FF2B5EF4-FFF2-40B4-BE49-F238E27FC236}">
                  <a16:creationId xmlns:a16="http://schemas.microsoft.com/office/drawing/2014/main" id="{A963D769-952A-7D3A-3F80-8699A441E634}"/>
                </a:ext>
              </a:extLst>
            </p:cNvPr>
            <p:cNvSpPr/>
            <p:nvPr/>
          </p:nvSpPr>
          <p:spPr>
            <a:xfrm>
              <a:off x="1983888" y="1463335"/>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1" name="ellipse_1850">
              <a:extLst>
                <a:ext uri="{FF2B5EF4-FFF2-40B4-BE49-F238E27FC236}">
                  <a16:creationId xmlns:a16="http://schemas.microsoft.com/office/drawing/2014/main" id="{57152106-03AD-F124-8014-3B98F56CFEC2}"/>
                </a:ext>
              </a:extLst>
            </p:cNvPr>
            <p:cNvSpPr/>
            <p:nvPr/>
          </p:nvSpPr>
          <p:spPr>
            <a:xfrm>
              <a:off x="2028487" y="1524139"/>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2" name="ellipse_1851">
              <a:extLst>
                <a:ext uri="{FF2B5EF4-FFF2-40B4-BE49-F238E27FC236}">
                  <a16:creationId xmlns:a16="http://schemas.microsoft.com/office/drawing/2014/main" id="{CE30E060-453E-DE2F-D1A5-53744423F89F}"/>
                </a:ext>
              </a:extLst>
            </p:cNvPr>
            <p:cNvSpPr/>
            <p:nvPr/>
          </p:nvSpPr>
          <p:spPr>
            <a:xfrm>
              <a:off x="1926343" y="1575448"/>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3" name="ellipse_1852">
              <a:extLst>
                <a:ext uri="{FF2B5EF4-FFF2-40B4-BE49-F238E27FC236}">
                  <a16:creationId xmlns:a16="http://schemas.microsoft.com/office/drawing/2014/main" id="{BCD21C73-A23D-DC08-C217-5024F875B013}"/>
                </a:ext>
              </a:extLst>
            </p:cNvPr>
            <p:cNvSpPr/>
            <p:nvPr/>
          </p:nvSpPr>
          <p:spPr>
            <a:xfrm>
              <a:off x="2049637" y="1494041"/>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4" name="ellipse_1853">
              <a:extLst>
                <a:ext uri="{FF2B5EF4-FFF2-40B4-BE49-F238E27FC236}">
                  <a16:creationId xmlns:a16="http://schemas.microsoft.com/office/drawing/2014/main" id="{B2668D05-AB99-45E2-3A48-0AE3CC708E79}"/>
                </a:ext>
              </a:extLst>
            </p:cNvPr>
            <p:cNvSpPr/>
            <p:nvPr/>
          </p:nvSpPr>
          <p:spPr>
            <a:xfrm>
              <a:off x="1974089" y="1622584"/>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5" name="ellipse_1854">
              <a:extLst>
                <a:ext uri="{FF2B5EF4-FFF2-40B4-BE49-F238E27FC236}">
                  <a16:creationId xmlns:a16="http://schemas.microsoft.com/office/drawing/2014/main" id="{C3FC532B-0C18-4686-B3F9-ECB23E3C8E5B}"/>
                </a:ext>
              </a:extLst>
            </p:cNvPr>
            <p:cNvSpPr/>
            <p:nvPr/>
          </p:nvSpPr>
          <p:spPr>
            <a:xfrm>
              <a:off x="1919318" y="1485061"/>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6" name="Pseudo atom | small solid diamond">
              <a:extLst>
                <a:ext uri="{FF2B5EF4-FFF2-40B4-BE49-F238E27FC236}">
                  <a16:creationId xmlns:a16="http://schemas.microsoft.com/office/drawing/2014/main" id="{D47F9E70-6E4F-13F4-8384-DCC1953ED3AB}"/>
                </a:ext>
              </a:extLst>
            </p:cNvPr>
            <p:cNvSpPr/>
            <p:nvPr/>
          </p:nvSpPr>
          <p:spPr>
            <a:xfrm>
              <a:off x="1936117" y="1496523"/>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57" name="Pseudo atom | small solid diamond">
              <a:extLst>
                <a:ext uri="{FF2B5EF4-FFF2-40B4-BE49-F238E27FC236}">
                  <a16:creationId xmlns:a16="http://schemas.microsoft.com/office/drawing/2014/main" id="{40A95EC5-07C8-CBE3-8B5E-76D354B0F803}"/>
                </a:ext>
              </a:extLst>
            </p:cNvPr>
            <p:cNvSpPr/>
            <p:nvPr/>
          </p:nvSpPr>
          <p:spPr>
            <a:xfrm>
              <a:off x="2009328" y="1534365"/>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58" name="Pseudo atom | small solid diamond">
              <a:extLst>
                <a:ext uri="{FF2B5EF4-FFF2-40B4-BE49-F238E27FC236}">
                  <a16:creationId xmlns:a16="http://schemas.microsoft.com/office/drawing/2014/main" id="{C55498F9-6468-6DFB-4A0D-F610CB9A5706}"/>
                </a:ext>
              </a:extLst>
            </p:cNvPr>
            <p:cNvSpPr/>
            <p:nvPr/>
          </p:nvSpPr>
          <p:spPr>
            <a:xfrm>
              <a:off x="2067998" y="1557129"/>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59" name="Pseudo atom | small solid diamond">
              <a:extLst>
                <a:ext uri="{FF2B5EF4-FFF2-40B4-BE49-F238E27FC236}">
                  <a16:creationId xmlns:a16="http://schemas.microsoft.com/office/drawing/2014/main" id="{0248D6CC-526B-E1EC-3CB1-D1883E4B1B2D}"/>
                </a:ext>
              </a:extLst>
            </p:cNvPr>
            <p:cNvSpPr/>
            <p:nvPr/>
          </p:nvSpPr>
          <p:spPr>
            <a:xfrm>
              <a:off x="1932440" y="1602598"/>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60" name="Pseudo atom | small solid diamond">
              <a:extLst>
                <a:ext uri="{FF2B5EF4-FFF2-40B4-BE49-F238E27FC236}">
                  <a16:creationId xmlns:a16="http://schemas.microsoft.com/office/drawing/2014/main" id="{FA4E3C3B-8000-8401-0A8B-FABB928F4EE1}"/>
                </a:ext>
              </a:extLst>
            </p:cNvPr>
            <p:cNvSpPr/>
            <p:nvPr/>
          </p:nvSpPr>
          <p:spPr>
            <a:xfrm>
              <a:off x="2064662" y="1552465"/>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161" name="b | PTV3 stage 2">
            <a:extLst>
              <a:ext uri="{FF2B5EF4-FFF2-40B4-BE49-F238E27FC236}">
                <a16:creationId xmlns:a16="http://schemas.microsoft.com/office/drawing/2014/main" id="{23A1EA82-E394-5DFA-6214-4AC3E743A029}"/>
              </a:ext>
            </a:extLst>
          </p:cNvPr>
          <p:cNvGrpSpPr/>
          <p:nvPr/>
        </p:nvGrpSpPr>
        <p:grpSpPr>
          <a:xfrm>
            <a:off x="3223868" y="1191372"/>
            <a:ext cx="192613" cy="151863"/>
            <a:chOff x="2276505" y="1465110"/>
            <a:chExt cx="243090" cy="190530"/>
          </a:xfrm>
        </p:grpSpPr>
        <p:sp>
          <p:nvSpPr>
            <p:cNvPr id="162" name="ellipse_1861">
              <a:extLst>
                <a:ext uri="{FF2B5EF4-FFF2-40B4-BE49-F238E27FC236}">
                  <a16:creationId xmlns:a16="http://schemas.microsoft.com/office/drawing/2014/main" id="{B37A0A4A-E74F-5F9F-BAC3-F3FF01CBC46F}"/>
                </a:ext>
              </a:extLst>
            </p:cNvPr>
            <p:cNvSpPr/>
            <p:nvPr/>
          </p:nvSpPr>
          <p:spPr>
            <a:xfrm>
              <a:off x="2447720" y="1479783"/>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3" name="ellipse_1862">
              <a:extLst>
                <a:ext uri="{FF2B5EF4-FFF2-40B4-BE49-F238E27FC236}">
                  <a16:creationId xmlns:a16="http://schemas.microsoft.com/office/drawing/2014/main" id="{083301EA-AB1C-7899-FCE1-2BDF36418D76}"/>
                </a:ext>
              </a:extLst>
            </p:cNvPr>
            <p:cNvSpPr/>
            <p:nvPr/>
          </p:nvSpPr>
          <p:spPr>
            <a:xfrm>
              <a:off x="2338639" y="1494948"/>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4" name="ellipse_1863">
              <a:extLst>
                <a:ext uri="{FF2B5EF4-FFF2-40B4-BE49-F238E27FC236}">
                  <a16:creationId xmlns:a16="http://schemas.microsoft.com/office/drawing/2014/main" id="{F8403B38-B817-0FE9-48D0-4A1ECA4A3BA7}"/>
                </a:ext>
              </a:extLst>
            </p:cNvPr>
            <p:cNvSpPr/>
            <p:nvPr/>
          </p:nvSpPr>
          <p:spPr>
            <a:xfrm>
              <a:off x="2425728" y="1522613"/>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5" name="ellipse_1864">
              <a:extLst>
                <a:ext uri="{FF2B5EF4-FFF2-40B4-BE49-F238E27FC236}">
                  <a16:creationId xmlns:a16="http://schemas.microsoft.com/office/drawing/2014/main" id="{4869A9CB-0815-B038-134E-8053AF841AE3}"/>
                </a:ext>
              </a:extLst>
            </p:cNvPr>
            <p:cNvSpPr/>
            <p:nvPr/>
          </p:nvSpPr>
          <p:spPr>
            <a:xfrm>
              <a:off x="2400135" y="1486158"/>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6" name="ellipse_1865">
              <a:extLst>
                <a:ext uri="{FF2B5EF4-FFF2-40B4-BE49-F238E27FC236}">
                  <a16:creationId xmlns:a16="http://schemas.microsoft.com/office/drawing/2014/main" id="{7FB3C033-ABDB-5C38-781B-5597EA5C77B2}"/>
                </a:ext>
              </a:extLst>
            </p:cNvPr>
            <p:cNvSpPr/>
            <p:nvPr/>
          </p:nvSpPr>
          <p:spPr>
            <a:xfrm>
              <a:off x="2349408" y="1613290"/>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7" name="ellipse_1866">
              <a:extLst>
                <a:ext uri="{FF2B5EF4-FFF2-40B4-BE49-F238E27FC236}">
                  <a16:creationId xmlns:a16="http://schemas.microsoft.com/office/drawing/2014/main" id="{B90E425D-0867-8CFC-E647-C3FE3AF07CC6}"/>
                </a:ext>
              </a:extLst>
            </p:cNvPr>
            <p:cNvSpPr/>
            <p:nvPr/>
          </p:nvSpPr>
          <p:spPr>
            <a:xfrm>
              <a:off x="2460264" y="1527944"/>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8" name="ellipse_1867">
              <a:extLst>
                <a:ext uri="{FF2B5EF4-FFF2-40B4-BE49-F238E27FC236}">
                  <a16:creationId xmlns:a16="http://schemas.microsoft.com/office/drawing/2014/main" id="{5604C167-9769-BBCA-D178-2F3C8E783802}"/>
                </a:ext>
              </a:extLst>
            </p:cNvPr>
            <p:cNvSpPr/>
            <p:nvPr/>
          </p:nvSpPr>
          <p:spPr>
            <a:xfrm>
              <a:off x="2419949" y="1542677"/>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9" name="ellipse_1868">
              <a:extLst>
                <a:ext uri="{FF2B5EF4-FFF2-40B4-BE49-F238E27FC236}">
                  <a16:creationId xmlns:a16="http://schemas.microsoft.com/office/drawing/2014/main" id="{39A43F83-145B-C2C0-84E9-D50DD7699877}"/>
                </a:ext>
              </a:extLst>
            </p:cNvPr>
            <p:cNvSpPr/>
            <p:nvPr/>
          </p:nvSpPr>
          <p:spPr>
            <a:xfrm>
              <a:off x="2388499" y="1558252"/>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70" name="Pseudo atom | small solid diamond">
              <a:extLst>
                <a:ext uri="{FF2B5EF4-FFF2-40B4-BE49-F238E27FC236}">
                  <a16:creationId xmlns:a16="http://schemas.microsoft.com/office/drawing/2014/main" id="{C820E601-BB4E-7C30-63CB-0FC71FC4C14D}"/>
                </a:ext>
              </a:extLst>
            </p:cNvPr>
            <p:cNvSpPr/>
            <p:nvPr/>
          </p:nvSpPr>
          <p:spPr>
            <a:xfrm>
              <a:off x="2441335" y="1556110"/>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71" name="Pseudo atom | small solid diamond">
              <a:extLst>
                <a:ext uri="{FF2B5EF4-FFF2-40B4-BE49-F238E27FC236}">
                  <a16:creationId xmlns:a16="http://schemas.microsoft.com/office/drawing/2014/main" id="{FD16D9BB-ECB4-FAA1-E243-91C1AC6B6860}"/>
                </a:ext>
              </a:extLst>
            </p:cNvPr>
            <p:cNvSpPr/>
            <p:nvPr/>
          </p:nvSpPr>
          <p:spPr>
            <a:xfrm>
              <a:off x="2444088" y="1505517"/>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72" name="Pseudo atom | small solid diamond">
              <a:extLst>
                <a:ext uri="{FF2B5EF4-FFF2-40B4-BE49-F238E27FC236}">
                  <a16:creationId xmlns:a16="http://schemas.microsoft.com/office/drawing/2014/main" id="{F149C5F6-56E3-A04F-21A0-3C229CAF5E15}"/>
                </a:ext>
              </a:extLst>
            </p:cNvPr>
            <p:cNvSpPr/>
            <p:nvPr/>
          </p:nvSpPr>
          <p:spPr>
            <a:xfrm>
              <a:off x="2476774" y="1497781"/>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73" name="Pseudo atom | small solid diamond">
              <a:extLst>
                <a:ext uri="{FF2B5EF4-FFF2-40B4-BE49-F238E27FC236}">
                  <a16:creationId xmlns:a16="http://schemas.microsoft.com/office/drawing/2014/main" id="{77CEDCA4-F08A-788B-C9CF-76180514982B}"/>
                </a:ext>
              </a:extLst>
            </p:cNvPr>
            <p:cNvSpPr/>
            <p:nvPr/>
          </p:nvSpPr>
          <p:spPr>
            <a:xfrm>
              <a:off x="2439608" y="1561702"/>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74" name="Pseudo atom | small solid diamond">
              <a:extLst>
                <a:ext uri="{FF2B5EF4-FFF2-40B4-BE49-F238E27FC236}">
                  <a16:creationId xmlns:a16="http://schemas.microsoft.com/office/drawing/2014/main" id="{57A19B96-D93C-651B-A20F-2726C4535687}"/>
                </a:ext>
              </a:extLst>
            </p:cNvPr>
            <p:cNvSpPr/>
            <p:nvPr/>
          </p:nvSpPr>
          <p:spPr>
            <a:xfrm>
              <a:off x="2309778" y="1549378"/>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175" name="b | PTV3 stage 3">
            <a:extLst>
              <a:ext uri="{FF2B5EF4-FFF2-40B4-BE49-F238E27FC236}">
                <a16:creationId xmlns:a16="http://schemas.microsoft.com/office/drawing/2014/main" id="{9D4E07F7-A1B3-6D94-9D3B-C87A009EFC9E}"/>
              </a:ext>
            </a:extLst>
          </p:cNvPr>
          <p:cNvGrpSpPr/>
          <p:nvPr/>
        </p:nvGrpSpPr>
        <p:grpSpPr>
          <a:xfrm>
            <a:off x="3527603" y="1191372"/>
            <a:ext cx="192613" cy="151863"/>
            <a:chOff x="2703555" y="1491390"/>
            <a:chExt cx="190530" cy="137970"/>
          </a:xfrm>
        </p:grpSpPr>
        <p:sp>
          <p:nvSpPr>
            <p:cNvPr id="176" name="ellipse_1875">
              <a:extLst>
                <a:ext uri="{FF2B5EF4-FFF2-40B4-BE49-F238E27FC236}">
                  <a16:creationId xmlns:a16="http://schemas.microsoft.com/office/drawing/2014/main" id="{C2EBAE14-9677-3CC3-2EFF-3B8B5AC3E674}"/>
                </a:ext>
              </a:extLst>
            </p:cNvPr>
            <p:cNvSpPr/>
            <p:nvPr/>
          </p:nvSpPr>
          <p:spPr>
            <a:xfrm>
              <a:off x="2789079" y="1532307"/>
              <a:ext cx="17404" cy="1598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77" name="ellipse_1876">
              <a:extLst>
                <a:ext uri="{FF2B5EF4-FFF2-40B4-BE49-F238E27FC236}">
                  <a16:creationId xmlns:a16="http://schemas.microsoft.com/office/drawing/2014/main" id="{2FEF0058-7009-8E93-CFA0-25D0C93585CB}"/>
                </a:ext>
              </a:extLst>
            </p:cNvPr>
            <p:cNvSpPr/>
            <p:nvPr/>
          </p:nvSpPr>
          <p:spPr>
            <a:xfrm>
              <a:off x="2757487" y="1601916"/>
              <a:ext cx="17404" cy="1598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78" name="ellipse_1877">
              <a:extLst>
                <a:ext uri="{FF2B5EF4-FFF2-40B4-BE49-F238E27FC236}">
                  <a16:creationId xmlns:a16="http://schemas.microsoft.com/office/drawing/2014/main" id="{F309FE41-9380-9A20-1E9E-0129102A2DFC}"/>
                </a:ext>
              </a:extLst>
            </p:cNvPr>
            <p:cNvSpPr/>
            <p:nvPr/>
          </p:nvSpPr>
          <p:spPr>
            <a:xfrm>
              <a:off x="2750624" y="1504602"/>
              <a:ext cx="17404" cy="1598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79" name="ellipse_1878">
              <a:extLst>
                <a:ext uri="{FF2B5EF4-FFF2-40B4-BE49-F238E27FC236}">
                  <a16:creationId xmlns:a16="http://schemas.microsoft.com/office/drawing/2014/main" id="{B469328C-6613-AD48-066F-F45135B95DD5}"/>
                </a:ext>
              </a:extLst>
            </p:cNvPr>
            <p:cNvSpPr/>
            <p:nvPr/>
          </p:nvSpPr>
          <p:spPr>
            <a:xfrm>
              <a:off x="2840127" y="1518774"/>
              <a:ext cx="17404" cy="1598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80" name="ellipse_1879">
              <a:extLst>
                <a:ext uri="{FF2B5EF4-FFF2-40B4-BE49-F238E27FC236}">
                  <a16:creationId xmlns:a16="http://schemas.microsoft.com/office/drawing/2014/main" id="{4021B8FF-12FE-5E1D-2EE3-B6B8BF2B4042}"/>
                </a:ext>
              </a:extLst>
            </p:cNvPr>
            <p:cNvSpPr/>
            <p:nvPr/>
          </p:nvSpPr>
          <p:spPr>
            <a:xfrm>
              <a:off x="2838529" y="1575175"/>
              <a:ext cx="17404" cy="1598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81" name="Pseudo atom | small solid diamond">
              <a:extLst>
                <a:ext uri="{FF2B5EF4-FFF2-40B4-BE49-F238E27FC236}">
                  <a16:creationId xmlns:a16="http://schemas.microsoft.com/office/drawing/2014/main" id="{31A67893-603B-350D-3159-5447E6DABFC4}"/>
                </a:ext>
              </a:extLst>
            </p:cNvPr>
            <p:cNvSpPr/>
            <p:nvPr/>
          </p:nvSpPr>
          <p:spPr>
            <a:xfrm>
              <a:off x="2732391" y="1513767"/>
              <a:ext cx="10992" cy="10095"/>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82" name="Pseudo atom | small solid diamond">
              <a:extLst>
                <a:ext uri="{FF2B5EF4-FFF2-40B4-BE49-F238E27FC236}">
                  <a16:creationId xmlns:a16="http://schemas.microsoft.com/office/drawing/2014/main" id="{13D427F8-351E-54EB-34A4-216EA0B8B747}"/>
                </a:ext>
              </a:extLst>
            </p:cNvPr>
            <p:cNvSpPr/>
            <p:nvPr/>
          </p:nvSpPr>
          <p:spPr>
            <a:xfrm>
              <a:off x="2786505" y="1580800"/>
              <a:ext cx="10992" cy="10095"/>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83" name="Pseudo atom | small solid diamond">
              <a:extLst>
                <a:ext uri="{FF2B5EF4-FFF2-40B4-BE49-F238E27FC236}">
                  <a16:creationId xmlns:a16="http://schemas.microsoft.com/office/drawing/2014/main" id="{C2EE35F7-35A5-2044-B1C6-8481D2A5BB7C}"/>
                </a:ext>
              </a:extLst>
            </p:cNvPr>
            <p:cNvSpPr/>
            <p:nvPr/>
          </p:nvSpPr>
          <p:spPr>
            <a:xfrm>
              <a:off x="2737720" y="1521626"/>
              <a:ext cx="10992" cy="10095"/>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84" name="Pseudo atom | small solid diamond">
              <a:extLst>
                <a:ext uri="{FF2B5EF4-FFF2-40B4-BE49-F238E27FC236}">
                  <a16:creationId xmlns:a16="http://schemas.microsoft.com/office/drawing/2014/main" id="{42574D19-CAE6-7297-BB38-A12C136A5088}"/>
                </a:ext>
              </a:extLst>
            </p:cNvPr>
            <p:cNvSpPr/>
            <p:nvPr/>
          </p:nvSpPr>
          <p:spPr>
            <a:xfrm>
              <a:off x="2832745" y="1536936"/>
              <a:ext cx="10992" cy="10095"/>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85" name="Pseudo atom | small solid diamond">
              <a:extLst>
                <a:ext uri="{FF2B5EF4-FFF2-40B4-BE49-F238E27FC236}">
                  <a16:creationId xmlns:a16="http://schemas.microsoft.com/office/drawing/2014/main" id="{BF0A4DD9-CF3C-E4B4-D387-9F9EB8427226}"/>
                </a:ext>
              </a:extLst>
            </p:cNvPr>
            <p:cNvSpPr/>
            <p:nvPr/>
          </p:nvSpPr>
          <p:spPr>
            <a:xfrm>
              <a:off x="2837638" y="1514943"/>
              <a:ext cx="10992" cy="10095"/>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186" name="b | PTV3 stage 4">
            <a:extLst>
              <a:ext uri="{FF2B5EF4-FFF2-40B4-BE49-F238E27FC236}">
                <a16:creationId xmlns:a16="http://schemas.microsoft.com/office/drawing/2014/main" id="{4E625ACB-7730-EABD-CA7E-31410DC3EA27}"/>
              </a:ext>
            </a:extLst>
          </p:cNvPr>
          <p:cNvGrpSpPr/>
          <p:nvPr/>
        </p:nvGrpSpPr>
        <p:grpSpPr>
          <a:xfrm>
            <a:off x="3831338" y="1191372"/>
            <a:ext cx="192613" cy="151863"/>
            <a:chOff x="3097755" y="1465110"/>
            <a:chExt cx="243090" cy="190530"/>
          </a:xfrm>
        </p:grpSpPr>
        <p:sp>
          <p:nvSpPr>
            <p:cNvPr id="187" name="ellipse_1886">
              <a:extLst>
                <a:ext uri="{FF2B5EF4-FFF2-40B4-BE49-F238E27FC236}">
                  <a16:creationId xmlns:a16="http://schemas.microsoft.com/office/drawing/2014/main" id="{DEBDD630-39CB-4945-69A7-C45ECCCB414A}"/>
                </a:ext>
              </a:extLst>
            </p:cNvPr>
            <p:cNvSpPr/>
            <p:nvPr/>
          </p:nvSpPr>
          <p:spPr>
            <a:xfrm>
              <a:off x="3279141" y="1552259"/>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88" name="ellipse_1887">
              <a:extLst>
                <a:ext uri="{FF2B5EF4-FFF2-40B4-BE49-F238E27FC236}">
                  <a16:creationId xmlns:a16="http://schemas.microsoft.com/office/drawing/2014/main" id="{59BC77A0-9969-AC6F-6915-C0B51253D787}"/>
                </a:ext>
              </a:extLst>
            </p:cNvPr>
            <p:cNvSpPr/>
            <p:nvPr/>
          </p:nvSpPr>
          <p:spPr>
            <a:xfrm>
              <a:off x="3239930" y="1573193"/>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89" name="ellipse_1888">
              <a:extLst>
                <a:ext uri="{FF2B5EF4-FFF2-40B4-BE49-F238E27FC236}">
                  <a16:creationId xmlns:a16="http://schemas.microsoft.com/office/drawing/2014/main" id="{A8042CFE-DABB-883F-C190-FD15F1C91EFF}"/>
                </a:ext>
              </a:extLst>
            </p:cNvPr>
            <p:cNvSpPr/>
            <p:nvPr/>
          </p:nvSpPr>
          <p:spPr>
            <a:xfrm>
              <a:off x="3219861" y="1552797"/>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90" name="ellipse_1889">
              <a:extLst>
                <a:ext uri="{FF2B5EF4-FFF2-40B4-BE49-F238E27FC236}">
                  <a16:creationId xmlns:a16="http://schemas.microsoft.com/office/drawing/2014/main" id="{017434A9-431C-0625-D9E0-828875C1F2EF}"/>
                </a:ext>
              </a:extLst>
            </p:cNvPr>
            <p:cNvSpPr/>
            <p:nvPr/>
          </p:nvSpPr>
          <p:spPr>
            <a:xfrm>
              <a:off x="3118969" y="1584357"/>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91" name="ellipse_1890">
              <a:extLst>
                <a:ext uri="{FF2B5EF4-FFF2-40B4-BE49-F238E27FC236}">
                  <a16:creationId xmlns:a16="http://schemas.microsoft.com/office/drawing/2014/main" id="{1F5E9B61-38E1-5584-6A50-23987A9B7F59}"/>
                </a:ext>
              </a:extLst>
            </p:cNvPr>
            <p:cNvSpPr/>
            <p:nvPr/>
          </p:nvSpPr>
          <p:spPr>
            <a:xfrm>
              <a:off x="3292564" y="1588542"/>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32" name="ellipse_1891">
              <a:extLst>
                <a:ext uri="{FF2B5EF4-FFF2-40B4-BE49-F238E27FC236}">
                  <a16:creationId xmlns:a16="http://schemas.microsoft.com/office/drawing/2014/main" id="{38C39B4A-C03C-0EF8-548B-0DE9A9149171}"/>
                </a:ext>
              </a:extLst>
            </p:cNvPr>
            <p:cNvSpPr/>
            <p:nvPr/>
          </p:nvSpPr>
          <p:spPr>
            <a:xfrm>
              <a:off x="3210805" y="1614479"/>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33" name="ellipse_1892">
              <a:extLst>
                <a:ext uri="{FF2B5EF4-FFF2-40B4-BE49-F238E27FC236}">
                  <a16:creationId xmlns:a16="http://schemas.microsoft.com/office/drawing/2014/main" id="{D43FF6D2-A629-F11C-E0AD-13723D83D57E}"/>
                </a:ext>
              </a:extLst>
            </p:cNvPr>
            <p:cNvSpPr/>
            <p:nvPr/>
          </p:nvSpPr>
          <p:spPr>
            <a:xfrm>
              <a:off x="3229188" y="1616582"/>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34" name="ellipse_1893">
              <a:extLst>
                <a:ext uri="{FF2B5EF4-FFF2-40B4-BE49-F238E27FC236}">
                  <a16:creationId xmlns:a16="http://schemas.microsoft.com/office/drawing/2014/main" id="{831CC9BA-B03C-7279-23E0-EA17BC41F284}"/>
                </a:ext>
              </a:extLst>
            </p:cNvPr>
            <p:cNvSpPr/>
            <p:nvPr/>
          </p:nvSpPr>
          <p:spPr>
            <a:xfrm>
              <a:off x="3260194" y="1481644"/>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35" name="Pseudo atom | small solid diamond">
              <a:extLst>
                <a:ext uri="{FF2B5EF4-FFF2-40B4-BE49-F238E27FC236}">
                  <a16:creationId xmlns:a16="http://schemas.microsoft.com/office/drawing/2014/main" id="{23898752-E7C0-52EA-C7E0-063556BD910C}"/>
                </a:ext>
              </a:extLst>
            </p:cNvPr>
            <p:cNvSpPr/>
            <p:nvPr/>
          </p:nvSpPr>
          <p:spPr>
            <a:xfrm>
              <a:off x="3148094" y="1611532"/>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5636" name="Pseudo atom | small solid diamond">
              <a:extLst>
                <a:ext uri="{FF2B5EF4-FFF2-40B4-BE49-F238E27FC236}">
                  <a16:creationId xmlns:a16="http://schemas.microsoft.com/office/drawing/2014/main" id="{6D5015BF-5484-B8E6-B0E2-02407DF2F178}"/>
                </a:ext>
              </a:extLst>
            </p:cNvPr>
            <p:cNvSpPr/>
            <p:nvPr/>
          </p:nvSpPr>
          <p:spPr>
            <a:xfrm>
              <a:off x="3138576" y="1510364"/>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5637" name="Pseudo atom | small solid diamond">
              <a:extLst>
                <a:ext uri="{FF2B5EF4-FFF2-40B4-BE49-F238E27FC236}">
                  <a16:creationId xmlns:a16="http://schemas.microsoft.com/office/drawing/2014/main" id="{2726F865-88D0-A4CF-0993-9AA0E0C36A47}"/>
                </a:ext>
              </a:extLst>
            </p:cNvPr>
            <p:cNvSpPr/>
            <p:nvPr/>
          </p:nvSpPr>
          <p:spPr>
            <a:xfrm>
              <a:off x="3167444" y="1532517"/>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5638" name="Pseudo atom | small solid diamond">
              <a:extLst>
                <a:ext uri="{FF2B5EF4-FFF2-40B4-BE49-F238E27FC236}">
                  <a16:creationId xmlns:a16="http://schemas.microsoft.com/office/drawing/2014/main" id="{DECB651C-331E-DA33-2FA6-8298C9E48C8D}"/>
                </a:ext>
              </a:extLst>
            </p:cNvPr>
            <p:cNvSpPr/>
            <p:nvPr/>
          </p:nvSpPr>
          <p:spPr>
            <a:xfrm>
              <a:off x="3192186" y="1545481"/>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5639" name="Pseudo atom | small solid diamond">
              <a:extLst>
                <a:ext uri="{FF2B5EF4-FFF2-40B4-BE49-F238E27FC236}">
                  <a16:creationId xmlns:a16="http://schemas.microsoft.com/office/drawing/2014/main" id="{84133FDC-C3B3-8510-5D8C-B98696EC3BCE}"/>
                </a:ext>
              </a:extLst>
            </p:cNvPr>
            <p:cNvSpPr/>
            <p:nvPr/>
          </p:nvSpPr>
          <p:spPr>
            <a:xfrm>
              <a:off x="3219021" y="1555020"/>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5640" name="b | PTV3 stage 5">
            <a:extLst>
              <a:ext uri="{FF2B5EF4-FFF2-40B4-BE49-F238E27FC236}">
                <a16:creationId xmlns:a16="http://schemas.microsoft.com/office/drawing/2014/main" id="{BA8DF252-2B5F-29DA-4136-E9858897891C}"/>
              </a:ext>
            </a:extLst>
          </p:cNvPr>
          <p:cNvGrpSpPr/>
          <p:nvPr/>
        </p:nvGrpSpPr>
        <p:grpSpPr>
          <a:xfrm>
            <a:off x="4135073" y="1191372"/>
            <a:ext cx="192613" cy="151863"/>
            <a:chOff x="3473888" y="1438830"/>
            <a:chExt cx="279225" cy="243090"/>
          </a:xfrm>
        </p:grpSpPr>
        <p:sp>
          <p:nvSpPr>
            <p:cNvPr id="5641" name="ellipse_1900">
              <a:extLst>
                <a:ext uri="{FF2B5EF4-FFF2-40B4-BE49-F238E27FC236}">
                  <a16:creationId xmlns:a16="http://schemas.microsoft.com/office/drawing/2014/main" id="{1A40232D-4A98-E958-9D43-C2005E585A2F}"/>
                </a:ext>
              </a:extLst>
            </p:cNvPr>
            <p:cNvSpPr/>
            <p:nvPr/>
          </p:nvSpPr>
          <p:spPr>
            <a:xfrm>
              <a:off x="3541505" y="1483896"/>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2" name="ellipse_1901">
              <a:extLst>
                <a:ext uri="{FF2B5EF4-FFF2-40B4-BE49-F238E27FC236}">
                  <a16:creationId xmlns:a16="http://schemas.microsoft.com/office/drawing/2014/main" id="{5F7139B2-9C53-F883-B610-E2D0FCA1C3EF}"/>
                </a:ext>
              </a:extLst>
            </p:cNvPr>
            <p:cNvSpPr/>
            <p:nvPr/>
          </p:nvSpPr>
          <p:spPr>
            <a:xfrm>
              <a:off x="3634685" y="1579452"/>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3" name="ellipse_1902">
              <a:extLst>
                <a:ext uri="{FF2B5EF4-FFF2-40B4-BE49-F238E27FC236}">
                  <a16:creationId xmlns:a16="http://schemas.microsoft.com/office/drawing/2014/main" id="{DF5325C2-D24A-E8C1-AFC4-A1D6FCE146CF}"/>
                </a:ext>
              </a:extLst>
            </p:cNvPr>
            <p:cNvSpPr/>
            <p:nvPr/>
          </p:nvSpPr>
          <p:spPr>
            <a:xfrm>
              <a:off x="3690250" y="1591533"/>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4" name="ellipse_1903">
              <a:extLst>
                <a:ext uri="{FF2B5EF4-FFF2-40B4-BE49-F238E27FC236}">
                  <a16:creationId xmlns:a16="http://schemas.microsoft.com/office/drawing/2014/main" id="{CCB15768-37EE-E144-F5BD-50E1F0D6A00B}"/>
                </a:ext>
              </a:extLst>
            </p:cNvPr>
            <p:cNvSpPr/>
            <p:nvPr/>
          </p:nvSpPr>
          <p:spPr>
            <a:xfrm>
              <a:off x="3688948" y="1626754"/>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5" name="ellipse_1904">
              <a:extLst>
                <a:ext uri="{FF2B5EF4-FFF2-40B4-BE49-F238E27FC236}">
                  <a16:creationId xmlns:a16="http://schemas.microsoft.com/office/drawing/2014/main" id="{3C6FC5A4-3EEC-DFF4-C7AC-4BEF9B715E73}"/>
                </a:ext>
              </a:extLst>
            </p:cNvPr>
            <p:cNvSpPr/>
            <p:nvPr/>
          </p:nvSpPr>
          <p:spPr>
            <a:xfrm>
              <a:off x="3676533" y="1458617"/>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6" name="ellipse_1905">
              <a:extLst>
                <a:ext uri="{FF2B5EF4-FFF2-40B4-BE49-F238E27FC236}">
                  <a16:creationId xmlns:a16="http://schemas.microsoft.com/office/drawing/2014/main" id="{A7DBCE17-E9CD-22D1-5C2E-ABD09A4F3ADB}"/>
                </a:ext>
              </a:extLst>
            </p:cNvPr>
            <p:cNvSpPr/>
            <p:nvPr/>
          </p:nvSpPr>
          <p:spPr>
            <a:xfrm>
              <a:off x="3582836" y="1604405"/>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7" name="ellipse_1906">
              <a:extLst>
                <a:ext uri="{FF2B5EF4-FFF2-40B4-BE49-F238E27FC236}">
                  <a16:creationId xmlns:a16="http://schemas.microsoft.com/office/drawing/2014/main" id="{09B08BB9-FF7D-78AF-132C-E1E6E3B32ACC}"/>
                </a:ext>
              </a:extLst>
            </p:cNvPr>
            <p:cNvSpPr/>
            <p:nvPr/>
          </p:nvSpPr>
          <p:spPr>
            <a:xfrm>
              <a:off x="3502117" y="1481357"/>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8" name="ellipse_1907">
              <a:extLst>
                <a:ext uri="{FF2B5EF4-FFF2-40B4-BE49-F238E27FC236}">
                  <a16:creationId xmlns:a16="http://schemas.microsoft.com/office/drawing/2014/main" id="{9065E74D-C006-BE02-81E5-504C0667EEC4}"/>
                </a:ext>
              </a:extLst>
            </p:cNvPr>
            <p:cNvSpPr/>
            <p:nvPr/>
          </p:nvSpPr>
          <p:spPr>
            <a:xfrm>
              <a:off x="3701184" y="1635112"/>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9" name="ellipse_1908">
              <a:extLst>
                <a:ext uri="{FF2B5EF4-FFF2-40B4-BE49-F238E27FC236}">
                  <a16:creationId xmlns:a16="http://schemas.microsoft.com/office/drawing/2014/main" id="{3E7CCF9B-D08E-7B45-FD81-449880C15D5E}"/>
                </a:ext>
              </a:extLst>
            </p:cNvPr>
            <p:cNvSpPr/>
            <p:nvPr/>
          </p:nvSpPr>
          <p:spPr>
            <a:xfrm>
              <a:off x="3667161" y="1608045"/>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2885" name="ellipse_1909">
              <a:extLst>
                <a:ext uri="{FF2B5EF4-FFF2-40B4-BE49-F238E27FC236}">
                  <a16:creationId xmlns:a16="http://schemas.microsoft.com/office/drawing/2014/main" id="{7381DA4A-DE28-CFB2-088D-D48CA57D0EB3}"/>
                </a:ext>
              </a:extLst>
            </p:cNvPr>
            <p:cNvSpPr/>
            <p:nvPr/>
          </p:nvSpPr>
          <p:spPr>
            <a:xfrm>
              <a:off x="3580356" y="1576358"/>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2886" name="Pseudo atom | small solid diamond">
              <a:extLst>
                <a:ext uri="{FF2B5EF4-FFF2-40B4-BE49-F238E27FC236}">
                  <a16:creationId xmlns:a16="http://schemas.microsoft.com/office/drawing/2014/main" id="{949C5E2A-BF77-9AA9-712C-E406280813B7}"/>
                </a:ext>
              </a:extLst>
            </p:cNvPr>
            <p:cNvSpPr/>
            <p:nvPr/>
          </p:nvSpPr>
          <p:spPr>
            <a:xfrm>
              <a:off x="3677032" y="1640896"/>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887" name="Pseudo atom | small solid diamond">
              <a:extLst>
                <a:ext uri="{FF2B5EF4-FFF2-40B4-BE49-F238E27FC236}">
                  <a16:creationId xmlns:a16="http://schemas.microsoft.com/office/drawing/2014/main" id="{F5BCF5DC-78BC-4F02-7E0F-69A7F9F4C77A}"/>
                </a:ext>
              </a:extLst>
            </p:cNvPr>
            <p:cNvSpPr/>
            <p:nvPr/>
          </p:nvSpPr>
          <p:spPr>
            <a:xfrm>
              <a:off x="3542290" y="1523790"/>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891" name="Pseudo atom | small solid diamond">
              <a:extLst>
                <a:ext uri="{FF2B5EF4-FFF2-40B4-BE49-F238E27FC236}">
                  <a16:creationId xmlns:a16="http://schemas.microsoft.com/office/drawing/2014/main" id="{0F1395F3-C26D-9DE3-ECE5-1CAE76A69008}"/>
                </a:ext>
              </a:extLst>
            </p:cNvPr>
            <p:cNvSpPr/>
            <p:nvPr/>
          </p:nvSpPr>
          <p:spPr>
            <a:xfrm>
              <a:off x="3590254" y="1492059"/>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892" name="Pseudo atom | small solid diamond">
              <a:extLst>
                <a:ext uri="{FF2B5EF4-FFF2-40B4-BE49-F238E27FC236}">
                  <a16:creationId xmlns:a16="http://schemas.microsoft.com/office/drawing/2014/main" id="{84838EC1-3B57-65F1-56C4-2649AFCB1DB2}"/>
                </a:ext>
              </a:extLst>
            </p:cNvPr>
            <p:cNvSpPr/>
            <p:nvPr/>
          </p:nvSpPr>
          <p:spPr>
            <a:xfrm>
              <a:off x="3710724" y="1626781"/>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893" name="Pseudo atom | small solid diamond">
              <a:extLst>
                <a:ext uri="{FF2B5EF4-FFF2-40B4-BE49-F238E27FC236}">
                  <a16:creationId xmlns:a16="http://schemas.microsoft.com/office/drawing/2014/main" id="{F1909A85-7A2F-877A-0CFB-9DBF849A270C}"/>
                </a:ext>
              </a:extLst>
            </p:cNvPr>
            <p:cNvSpPr/>
            <p:nvPr/>
          </p:nvSpPr>
          <p:spPr>
            <a:xfrm>
              <a:off x="3552701" y="1475941"/>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2894" name="b | Receptor embedding feature bar">
            <a:extLst>
              <a:ext uri="{FF2B5EF4-FFF2-40B4-BE49-F238E27FC236}">
                <a16:creationId xmlns:a16="http://schemas.microsoft.com/office/drawing/2014/main" id="{68E2A5AD-1ABF-61B1-2543-17C21A3A42F6}"/>
              </a:ext>
            </a:extLst>
          </p:cNvPr>
          <p:cNvGrpSpPr/>
          <p:nvPr/>
        </p:nvGrpSpPr>
        <p:grpSpPr>
          <a:xfrm>
            <a:off x="2242286" y="1142965"/>
            <a:ext cx="242618" cy="14816"/>
            <a:chOff x="1258155" y="1540665"/>
            <a:chExt cx="325215" cy="42705"/>
          </a:xfrm>
        </p:grpSpPr>
        <p:sp>
          <p:nvSpPr>
            <p:cNvPr id="2895" name="feature_1">
              <a:extLst>
                <a:ext uri="{FF2B5EF4-FFF2-40B4-BE49-F238E27FC236}">
                  <a16:creationId xmlns:a16="http://schemas.microsoft.com/office/drawing/2014/main" id="{E21EE4CE-67B1-F3FB-B39E-9572172B5C7E}"/>
                </a:ext>
              </a:extLst>
            </p:cNvPr>
            <p:cNvSpPr/>
            <p:nvPr/>
          </p:nvSpPr>
          <p:spPr>
            <a:xfrm>
              <a:off x="1258155" y="1540665"/>
              <a:ext cx="43644" cy="42705"/>
            </a:xfrm>
            <a:prstGeom prst="rect">
              <a:avLst/>
            </a:prstGeom>
            <a:solidFill>
              <a:srgbClr val="B2A4CD"/>
            </a:solidFill>
            <a:ln w="2540" cap="rnd" cmpd="sng" algn="ctr">
              <a:noFill/>
              <a:prstDash val="solid"/>
              <a:round/>
              <a:headEnd type="none" w="med" len="med"/>
              <a:tailEnd type="none" w="med" len="med"/>
            </a:ln>
            <a:effectLst/>
          </p:spPr>
        </p:sp>
        <p:sp>
          <p:nvSpPr>
            <p:cNvPr id="2896" name="feature_2">
              <a:extLst>
                <a:ext uri="{FF2B5EF4-FFF2-40B4-BE49-F238E27FC236}">
                  <a16:creationId xmlns:a16="http://schemas.microsoft.com/office/drawing/2014/main" id="{9A1987D2-173C-478F-29E3-CF6C33E174AE}"/>
                </a:ext>
              </a:extLst>
            </p:cNvPr>
            <p:cNvSpPr/>
            <p:nvPr/>
          </p:nvSpPr>
          <p:spPr>
            <a:xfrm>
              <a:off x="1305084" y="1540665"/>
              <a:ext cx="43644" cy="42705"/>
            </a:xfrm>
            <a:prstGeom prst="rect">
              <a:avLst/>
            </a:prstGeom>
            <a:solidFill>
              <a:srgbClr val="C7BFE0"/>
            </a:solidFill>
            <a:ln w="2540" cap="rnd" cmpd="sng" algn="ctr">
              <a:noFill/>
              <a:prstDash val="solid"/>
              <a:round/>
              <a:headEnd type="none" w="med" len="med"/>
              <a:tailEnd type="none" w="med" len="med"/>
            </a:ln>
            <a:effectLst/>
          </p:spPr>
        </p:sp>
        <p:sp>
          <p:nvSpPr>
            <p:cNvPr id="2902" name="feature_3">
              <a:extLst>
                <a:ext uri="{FF2B5EF4-FFF2-40B4-BE49-F238E27FC236}">
                  <a16:creationId xmlns:a16="http://schemas.microsoft.com/office/drawing/2014/main" id="{B944528F-2EBB-88B7-073D-355EBDFB26A3}"/>
                </a:ext>
              </a:extLst>
            </p:cNvPr>
            <p:cNvSpPr/>
            <p:nvPr/>
          </p:nvSpPr>
          <p:spPr>
            <a:xfrm>
              <a:off x="1352012" y="1540665"/>
              <a:ext cx="43644" cy="42705"/>
            </a:xfrm>
            <a:prstGeom prst="rect">
              <a:avLst/>
            </a:prstGeom>
            <a:solidFill>
              <a:srgbClr val="AEBED6"/>
            </a:solidFill>
            <a:ln w="2540" cap="rnd" cmpd="sng" algn="ctr">
              <a:noFill/>
              <a:prstDash val="solid"/>
              <a:round/>
              <a:headEnd type="none" w="med" len="med"/>
              <a:tailEnd type="none" w="med" len="med"/>
            </a:ln>
            <a:effectLst/>
          </p:spPr>
        </p:sp>
        <p:sp>
          <p:nvSpPr>
            <p:cNvPr id="2903" name="feature_4">
              <a:extLst>
                <a:ext uri="{FF2B5EF4-FFF2-40B4-BE49-F238E27FC236}">
                  <a16:creationId xmlns:a16="http://schemas.microsoft.com/office/drawing/2014/main" id="{8123CED1-0BEF-B7E1-95B4-73B9FEE4DED2}"/>
                </a:ext>
              </a:extLst>
            </p:cNvPr>
            <p:cNvSpPr/>
            <p:nvPr/>
          </p:nvSpPr>
          <p:spPr>
            <a:xfrm>
              <a:off x="1398941" y="1540665"/>
              <a:ext cx="43644" cy="42705"/>
            </a:xfrm>
            <a:prstGeom prst="rect">
              <a:avLst/>
            </a:prstGeom>
            <a:solidFill>
              <a:srgbClr val="B2A4CD"/>
            </a:solidFill>
            <a:ln w="2540" cap="rnd" cmpd="sng" algn="ctr">
              <a:noFill/>
              <a:prstDash val="solid"/>
              <a:round/>
              <a:headEnd type="none" w="med" len="med"/>
              <a:tailEnd type="none" w="med" len="med"/>
            </a:ln>
            <a:effectLst/>
          </p:spPr>
        </p:sp>
        <p:sp>
          <p:nvSpPr>
            <p:cNvPr id="2904" name="feature_5">
              <a:extLst>
                <a:ext uri="{FF2B5EF4-FFF2-40B4-BE49-F238E27FC236}">
                  <a16:creationId xmlns:a16="http://schemas.microsoft.com/office/drawing/2014/main" id="{508ACE6D-A37F-1FE8-271D-07551B6A4546}"/>
                </a:ext>
              </a:extLst>
            </p:cNvPr>
            <p:cNvSpPr/>
            <p:nvPr/>
          </p:nvSpPr>
          <p:spPr>
            <a:xfrm>
              <a:off x="1445869" y="1540665"/>
              <a:ext cx="43644" cy="42705"/>
            </a:xfrm>
            <a:prstGeom prst="rect">
              <a:avLst/>
            </a:prstGeom>
            <a:solidFill>
              <a:srgbClr val="C7BFE0"/>
            </a:solidFill>
            <a:ln w="2540" cap="rnd" cmpd="sng" algn="ctr">
              <a:noFill/>
              <a:prstDash val="solid"/>
              <a:round/>
              <a:headEnd type="none" w="med" len="med"/>
              <a:tailEnd type="none" w="med" len="med"/>
            </a:ln>
            <a:effectLst/>
          </p:spPr>
        </p:sp>
        <p:sp>
          <p:nvSpPr>
            <p:cNvPr id="2905" name="feature_6">
              <a:extLst>
                <a:ext uri="{FF2B5EF4-FFF2-40B4-BE49-F238E27FC236}">
                  <a16:creationId xmlns:a16="http://schemas.microsoft.com/office/drawing/2014/main" id="{8843B37E-41FD-118A-8AFF-22DBF538E05A}"/>
                </a:ext>
              </a:extLst>
            </p:cNvPr>
            <p:cNvSpPr/>
            <p:nvPr/>
          </p:nvSpPr>
          <p:spPr>
            <a:xfrm>
              <a:off x="1492798" y="1540665"/>
              <a:ext cx="43644" cy="42705"/>
            </a:xfrm>
            <a:prstGeom prst="rect">
              <a:avLst/>
            </a:prstGeom>
            <a:solidFill>
              <a:srgbClr val="AEBED6"/>
            </a:solidFill>
            <a:ln w="2540" cap="rnd" cmpd="sng" algn="ctr">
              <a:noFill/>
              <a:prstDash val="solid"/>
              <a:round/>
              <a:headEnd type="none" w="med" len="med"/>
              <a:tailEnd type="none" w="med" len="med"/>
            </a:ln>
            <a:effectLst/>
          </p:spPr>
        </p:sp>
        <p:sp>
          <p:nvSpPr>
            <p:cNvPr id="2906" name="feature_7">
              <a:extLst>
                <a:ext uri="{FF2B5EF4-FFF2-40B4-BE49-F238E27FC236}">
                  <a16:creationId xmlns:a16="http://schemas.microsoft.com/office/drawing/2014/main" id="{3F88DFC0-852F-5D39-FE80-AC50287351FE}"/>
                </a:ext>
              </a:extLst>
            </p:cNvPr>
            <p:cNvSpPr/>
            <p:nvPr/>
          </p:nvSpPr>
          <p:spPr>
            <a:xfrm>
              <a:off x="1539726" y="1540665"/>
              <a:ext cx="43644" cy="42705"/>
            </a:xfrm>
            <a:prstGeom prst="rect">
              <a:avLst/>
            </a:prstGeom>
            <a:solidFill>
              <a:srgbClr val="B2A4CD"/>
            </a:solidFill>
            <a:ln w="2540" cap="rnd" cmpd="sng" algn="ctr">
              <a:noFill/>
              <a:prstDash val="solid"/>
              <a:round/>
              <a:headEnd type="none" w="med" len="med"/>
              <a:tailEnd type="none" w="med" len="med"/>
            </a:ln>
            <a:effectLst/>
          </p:spPr>
        </p:sp>
      </p:grpSp>
      <p:grpSp>
        <p:nvGrpSpPr>
          <p:cNvPr id="2907" name="b | Pseudo atoms">
            <a:extLst>
              <a:ext uri="{FF2B5EF4-FFF2-40B4-BE49-F238E27FC236}">
                <a16:creationId xmlns:a16="http://schemas.microsoft.com/office/drawing/2014/main" id="{8E31C4B9-39A0-9B42-2819-D701DEA7C7D8}"/>
              </a:ext>
            </a:extLst>
          </p:cNvPr>
          <p:cNvGrpSpPr/>
          <p:nvPr/>
        </p:nvGrpSpPr>
        <p:grpSpPr>
          <a:xfrm>
            <a:off x="2244137" y="1380262"/>
            <a:ext cx="240766" cy="90747"/>
            <a:chOff x="1224494" y="1827718"/>
            <a:chExt cx="319272" cy="160003"/>
          </a:xfrm>
        </p:grpSpPr>
        <p:sp>
          <p:nvSpPr>
            <p:cNvPr id="2908" name="Pseudo atom | small solid diamond">
              <a:extLst>
                <a:ext uri="{FF2B5EF4-FFF2-40B4-BE49-F238E27FC236}">
                  <a16:creationId xmlns:a16="http://schemas.microsoft.com/office/drawing/2014/main" id="{00A9FEA0-8D80-7F50-AE2F-80F92964E695}"/>
                </a:ext>
              </a:extLst>
            </p:cNvPr>
            <p:cNvSpPr/>
            <p:nvPr/>
          </p:nvSpPr>
          <p:spPr>
            <a:xfrm>
              <a:off x="1238043" y="1863551"/>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09" name="Pseudo atom | small solid diamond">
              <a:extLst>
                <a:ext uri="{FF2B5EF4-FFF2-40B4-BE49-F238E27FC236}">
                  <a16:creationId xmlns:a16="http://schemas.microsoft.com/office/drawing/2014/main" id="{C1220AC0-17E2-5159-60B2-D54B1AE046D4}"/>
                </a:ext>
              </a:extLst>
            </p:cNvPr>
            <p:cNvSpPr/>
            <p:nvPr/>
          </p:nvSpPr>
          <p:spPr>
            <a:xfrm>
              <a:off x="1334797" y="1971936"/>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10" name="Pseudo atom | small solid diamond">
              <a:extLst>
                <a:ext uri="{FF2B5EF4-FFF2-40B4-BE49-F238E27FC236}">
                  <a16:creationId xmlns:a16="http://schemas.microsoft.com/office/drawing/2014/main" id="{2C743AB9-F896-CB6D-8766-3727DEE86F28}"/>
                </a:ext>
              </a:extLst>
            </p:cNvPr>
            <p:cNvSpPr/>
            <p:nvPr/>
          </p:nvSpPr>
          <p:spPr>
            <a:xfrm>
              <a:off x="1251624" y="1954881"/>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11" name="Pseudo atom | small solid diamond">
              <a:extLst>
                <a:ext uri="{FF2B5EF4-FFF2-40B4-BE49-F238E27FC236}">
                  <a16:creationId xmlns:a16="http://schemas.microsoft.com/office/drawing/2014/main" id="{A5BDC21A-C5AF-A4B6-36CC-EB1D9735D9FB}"/>
                </a:ext>
              </a:extLst>
            </p:cNvPr>
            <p:cNvSpPr/>
            <p:nvPr/>
          </p:nvSpPr>
          <p:spPr>
            <a:xfrm>
              <a:off x="1251873" y="1875722"/>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12" name="Pseudo atom | small solid diamond">
              <a:extLst>
                <a:ext uri="{FF2B5EF4-FFF2-40B4-BE49-F238E27FC236}">
                  <a16:creationId xmlns:a16="http://schemas.microsoft.com/office/drawing/2014/main" id="{1B2AC413-C826-7D28-5334-945B10F56119}"/>
                </a:ext>
              </a:extLst>
            </p:cNvPr>
            <p:cNvSpPr/>
            <p:nvPr/>
          </p:nvSpPr>
          <p:spPr>
            <a:xfrm>
              <a:off x="1427707" y="1918183"/>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13" name="Pseudo atom | small solid diamond">
              <a:extLst>
                <a:ext uri="{FF2B5EF4-FFF2-40B4-BE49-F238E27FC236}">
                  <a16:creationId xmlns:a16="http://schemas.microsoft.com/office/drawing/2014/main" id="{27CD90E8-D173-ABAF-6379-B68FD95B0FB1}"/>
                </a:ext>
              </a:extLst>
            </p:cNvPr>
            <p:cNvSpPr/>
            <p:nvPr/>
          </p:nvSpPr>
          <p:spPr>
            <a:xfrm>
              <a:off x="1522414" y="1886916"/>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25" name="Pseudo atom | small solid diamond">
              <a:extLst>
                <a:ext uri="{FF2B5EF4-FFF2-40B4-BE49-F238E27FC236}">
                  <a16:creationId xmlns:a16="http://schemas.microsoft.com/office/drawing/2014/main" id="{26CB92B8-18BD-E545-9A89-4E3A3DDF83C5}"/>
                </a:ext>
              </a:extLst>
            </p:cNvPr>
            <p:cNvSpPr/>
            <p:nvPr/>
          </p:nvSpPr>
          <p:spPr>
            <a:xfrm>
              <a:off x="1517189" y="1965468"/>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26" name="Pseudo atom | small solid diamond">
              <a:extLst>
                <a:ext uri="{FF2B5EF4-FFF2-40B4-BE49-F238E27FC236}">
                  <a16:creationId xmlns:a16="http://schemas.microsoft.com/office/drawing/2014/main" id="{CCF54E8C-14F5-AC0A-2FE9-C7C223900C0E}"/>
                </a:ext>
              </a:extLst>
            </p:cNvPr>
            <p:cNvSpPr/>
            <p:nvPr/>
          </p:nvSpPr>
          <p:spPr>
            <a:xfrm>
              <a:off x="1440638" y="1827175"/>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27" name="Pseudo atom | small solid diamond">
              <a:extLst>
                <a:ext uri="{FF2B5EF4-FFF2-40B4-BE49-F238E27FC236}">
                  <a16:creationId xmlns:a16="http://schemas.microsoft.com/office/drawing/2014/main" id="{3530A738-4110-5D53-C3B5-56FAA29BA782}"/>
                </a:ext>
              </a:extLst>
            </p:cNvPr>
            <p:cNvSpPr/>
            <p:nvPr/>
          </p:nvSpPr>
          <p:spPr>
            <a:xfrm>
              <a:off x="1468593" y="1961506"/>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28" name="Pseudo atom | small solid diamond">
              <a:extLst>
                <a:ext uri="{FF2B5EF4-FFF2-40B4-BE49-F238E27FC236}">
                  <a16:creationId xmlns:a16="http://schemas.microsoft.com/office/drawing/2014/main" id="{643A8A27-5082-11E9-6DF8-62029EDB2BA1}"/>
                </a:ext>
              </a:extLst>
            </p:cNvPr>
            <p:cNvSpPr/>
            <p:nvPr/>
          </p:nvSpPr>
          <p:spPr>
            <a:xfrm>
              <a:off x="1375142" y="1854261"/>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29" name="Pseudo atom | small solid diamond">
              <a:extLst>
                <a:ext uri="{FF2B5EF4-FFF2-40B4-BE49-F238E27FC236}">
                  <a16:creationId xmlns:a16="http://schemas.microsoft.com/office/drawing/2014/main" id="{0C222145-C329-4976-D578-8D036F4E281B}"/>
                </a:ext>
              </a:extLst>
            </p:cNvPr>
            <p:cNvSpPr/>
            <p:nvPr/>
          </p:nvSpPr>
          <p:spPr>
            <a:xfrm>
              <a:off x="1257936" y="1953067"/>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30" name="Pseudo atom | small solid diamond">
              <a:extLst>
                <a:ext uri="{FF2B5EF4-FFF2-40B4-BE49-F238E27FC236}">
                  <a16:creationId xmlns:a16="http://schemas.microsoft.com/office/drawing/2014/main" id="{C4CB2F02-EA91-573C-6EC4-7BB529661680}"/>
                </a:ext>
              </a:extLst>
            </p:cNvPr>
            <p:cNvSpPr/>
            <p:nvPr/>
          </p:nvSpPr>
          <p:spPr>
            <a:xfrm>
              <a:off x="1225975" y="1907464"/>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54" name="Pseudo atom | small solid diamond">
              <a:extLst>
                <a:ext uri="{FF2B5EF4-FFF2-40B4-BE49-F238E27FC236}">
                  <a16:creationId xmlns:a16="http://schemas.microsoft.com/office/drawing/2014/main" id="{01120F4A-BE0C-A199-4AB5-7C4F4DF3799E}"/>
                </a:ext>
              </a:extLst>
            </p:cNvPr>
            <p:cNvSpPr/>
            <p:nvPr/>
          </p:nvSpPr>
          <p:spPr>
            <a:xfrm>
              <a:off x="1265668" y="1870131"/>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55" name="Pseudo atom | small solid diamond">
              <a:extLst>
                <a:ext uri="{FF2B5EF4-FFF2-40B4-BE49-F238E27FC236}">
                  <a16:creationId xmlns:a16="http://schemas.microsoft.com/office/drawing/2014/main" id="{57DEA26B-0208-C45D-8976-D93D9EC94D8A}"/>
                </a:ext>
              </a:extLst>
            </p:cNvPr>
            <p:cNvSpPr/>
            <p:nvPr/>
          </p:nvSpPr>
          <p:spPr>
            <a:xfrm>
              <a:off x="1530005" y="1866373"/>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56" name="Pseudo atom | small solid diamond">
              <a:extLst>
                <a:ext uri="{FF2B5EF4-FFF2-40B4-BE49-F238E27FC236}">
                  <a16:creationId xmlns:a16="http://schemas.microsoft.com/office/drawing/2014/main" id="{ADB7DD25-6F5B-8AB1-FD7F-A8B08D2CE29A}"/>
                </a:ext>
              </a:extLst>
            </p:cNvPr>
            <p:cNvSpPr/>
            <p:nvPr/>
          </p:nvSpPr>
          <p:spPr>
            <a:xfrm>
              <a:off x="1429684" y="1941177"/>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56" name="Pseudo atom | small solid diamond">
              <a:extLst>
                <a:ext uri="{FF2B5EF4-FFF2-40B4-BE49-F238E27FC236}">
                  <a16:creationId xmlns:a16="http://schemas.microsoft.com/office/drawing/2014/main" id="{B5BB41B1-6993-E219-D051-01575299AC45}"/>
                </a:ext>
              </a:extLst>
            </p:cNvPr>
            <p:cNvSpPr/>
            <p:nvPr/>
          </p:nvSpPr>
          <p:spPr>
            <a:xfrm>
              <a:off x="1294641" y="1846548"/>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grpSp>
      <p:sp>
        <p:nvSpPr>
          <p:cNvPr id="257" name="b | Candidate blob">
            <a:extLst>
              <a:ext uri="{FF2B5EF4-FFF2-40B4-BE49-F238E27FC236}">
                <a16:creationId xmlns:a16="http://schemas.microsoft.com/office/drawing/2014/main" id="{D18E6E0D-B35D-6919-2B7F-1A67258E239F}"/>
              </a:ext>
            </a:extLst>
          </p:cNvPr>
          <p:cNvSpPr/>
          <p:nvPr/>
        </p:nvSpPr>
        <p:spPr>
          <a:xfrm>
            <a:off x="4509185" y="917280"/>
            <a:ext cx="120383" cy="77783"/>
          </a:xfrm>
          <a:custGeom>
            <a:avLst/>
            <a:gdLst/>
            <a:ahLst/>
            <a:cxnLst/>
            <a:rect l="0" t="0" r="w" b="h"/>
            <a:pathLst>
              <a:path w="191433" h="121715" extrusionOk="0">
                <a:moveTo>
                  <a:pt x="4484" y="76513"/>
                </a:moveTo>
                <a:cubicBezTo>
                  <a:pt x="0" y="63094"/>
                  <a:pt x="15867" y="42612"/>
                  <a:pt x="25180" y="34137"/>
                </a:cubicBezTo>
                <a:cubicBezTo>
                  <a:pt x="34492" y="25661"/>
                  <a:pt x="49324" y="30841"/>
                  <a:pt x="60362" y="25661"/>
                </a:cubicBezTo>
                <a:cubicBezTo>
                  <a:pt x="71399" y="20482"/>
                  <a:pt x="77608" y="6121"/>
                  <a:pt x="91405" y="3061"/>
                </a:cubicBezTo>
                <a:cubicBezTo>
                  <a:pt x="105202" y="0"/>
                  <a:pt x="129347" y="2825"/>
                  <a:pt x="143144" y="7298"/>
                </a:cubicBezTo>
                <a:cubicBezTo>
                  <a:pt x="156941" y="11771"/>
                  <a:pt x="166599" y="20482"/>
                  <a:pt x="174187" y="29899"/>
                </a:cubicBezTo>
                <a:cubicBezTo>
                  <a:pt x="181775" y="39316"/>
                  <a:pt x="191433" y="52500"/>
                  <a:pt x="188674" y="63800"/>
                </a:cubicBezTo>
                <a:cubicBezTo>
                  <a:pt x="185915" y="75101"/>
                  <a:pt x="170738" y="88520"/>
                  <a:pt x="157631" y="97701"/>
                </a:cubicBezTo>
                <a:cubicBezTo>
                  <a:pt x="144524" y="106883"/>
                  <a:pt x="127622" y="116065"/>
                  <a:pt x="110031" y="118890"/>
                </a:cubicBezTo>
                <a:cubicBezTo>
                  <a:pt x="92440" y="121715"/>
                  <a:pt x="69675" y="121715"/>
                  <a:pt x="52084" y="114652"/>
                </a:cubicBezTo>
                <a:cubicBezTo>
                  <a:pt x="34492" y="107589"/>
                  <a:pt x="8968" y="89932"/>
                  <a:pt x="4484" y="76513"/>
                </a:cubicBezTo>
                <a:close/>
              </a:path>
            </a:pathLst>
          </a:custGeom>
          <a:gradFill flip="none" rotWithShape="1">
            <a:gsLst>
              <a:gs pos="0">
                <a:srgbClr val="E9F2F9"/>
              </a:gs>
              <a:gs pos="48000">
                <a:srgbClr val="85B7DD"/>
              </a:gs>
              <a:gs pos="100000">
                <a:srgbClr val="65A1CE"/>
              </a:gs>
            </a:gsLst>
            <a:lin ang="2700000" scaled="1"/>
            <a:tileRect/>
          </a:gradFill>
          <a:ln w="2540" cap="rnd" cmpd="sng" algn="ctr">
            <a:solidFill>
              <a:srgbClr val="71A9D4"/>
            </a:solidFill>
            <a:prstDash val="solid"/>
            <a:round/>
            <a:headEnd type="none" w="med" len="med"/>
            <a:tailEnd type="none" w="med" len="med"/>
          </a:ln>
          <a:effectLst/>
        </p:spPr>
      </p:sp>
      <p:grpSp>
        <p:nvGrpSpPr>
          <p:cNvPr id="258" name="b | Pseudo atoms cue">
            <a:extLst>
              <a:ext uri="{FF2B5EF4-FFF2-40B4-BE49-F238E27FC236}">
                <a16:creationId xmlns:a16="http://schemas.microsoft.com/office/drawing/2014/main" id="{421656FB-6E88-8FFD-7226-FC40111DB562}"/>
              </a:ext>
            </a:extLst>
          </p:cNvPr>
          <p:cNvGrpSpPr/>
          <p:nvPr/>
        </p:nvGrpSpPr>
        <p:grpSpPr>
          <a:xfrm>
            <a:off x="4783288" y="919132"/>
            <a:ext cx="151868" cy="72227"/>
            <a:chOff x="4590996" y="2053896"/>
            <a:chExt cx="222101" cy="100386"/>
          </a:xfrm>
        </p:grpSpPr>
        <p:sp>
          <p:nvSpPr>
            <p:cNvPr id="259" name="Pseudo atom | small solid diamond">
              <a:extLst>
                <a:ext uri="{FF2B5EF4-FFF2-40B4-BE49-F238E27FC236}">
                  <a16:creationId xmlns:a16="http://schemas.microsoft.com/office/drawing/2014/main" id="{622D661A-D858-2B2F-4C67-08819B8A9673}"/>
                </a:ext>
              </a:extLst>
            </p:cNvPr>
            <p:cNvSpPr/>
            <p:nvPr/>
          </p:nvSpPr>
          <p:spPr>
            <a:xfrm>
              <a:off x="4648269" y="2142459"/>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0" name="Pseudo atom | small solid diamond">
              <a:extLst>
                <a:ext uri="{FF2B5EF4-FFF2-40B4-BE49-F238E27FC236}">
                  <a16:creationId xmlns:a16="http://schemas.microsoft.com/office/drawing/2014/main" id="{DDD8D77F-B851-ADC8-52A2-C230AC414F8F}"/>
                </a:ext>
              </a:extLst>
            </p:cNvPr>
            <p:cNvSpPr/>
            <p:nvPr/>
          </p:nvSpPr>
          <p:spPr>
            <a:xfrm>
              <a:off x="4633722" y="2059766"/>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1" name="Pseudo atom | small solid diamond">
              <a:extLst>
                <a:ext uri="{FF2B5EF4-FFF2-40B4-BE49-F238E27FC236}">
                  <a16:creationId xmlns:a16="http://schemas.microsoft.com/office/drawing/2014/main" id="{08873A4A-DD54-B9CB-3BEE-2399E8CD97BD}"/>
                </a:ext>
              </a:extLst>
            </p:cNvPr>
            <p:cNvSpPr/>
            <p:nvPr/>
          </p:nvSpPr>
          <p:spPr>
            <a:xfrm>
              <a:off x="4671699" y="2065288"/>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2" name="Pseudo atom | small solid diamond">
              <a:extLst>
                <a:ext uri="{FF2B5EF4-FFF2-40B4-BE49-F238E27FC236}">
                  <a16:creationId xmlns:a16="http://schemas.microsoft.com/office/drawing/2014/main" id="{DDA68C55-106C-EC15-1846-1452C6D2B82A}"/>
                </a:ext>
              </a:extLst>
            </p:cNvPr>
            <p:cNvSpPr/>
            <p:nvPr/>
          </p:nvSpPr>
          <p:spPr>
            <a:xfrm>
              <a:off x="4747517" y="2052848"/>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3" name="Pseudo atom | small solid diamond">
              <a:extLst>
                <a:ext uri="{FF2B5EF4-FFF2-40B4-BE49-F238E27FC236}">
                  <a16:creationId xmlns:a16="http://schemas.microsoft.com/office/drawing/2014/main" id="{46774FED-FBD8-83A0-366F-A89342A165D1}"/>
                </a:ext>
              </a:extLst>
            </p:cNvPr>
            <p:cNvSpPr/>
            <p:nvPr/>
          </p:nvSpPr>
          <p:spPr>
            <a:xfrm>
              <a:off x="4800939" y="2132910"/>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4" name="Pseudo atom | small solid diamond">
              <a:extLst>
                <a:ext uri="{FF2B5EF4-FFF2-40B4-BE49-F238E27FC236}">
                  <a16:creationId xmlns:a16="http://schemas.microsoft.com/office/drawing/2014/main" id="{2C49E52D-4E37-9710-85C1-FC7D041EB414}"/>
                </a:ext>
              </a:extLst>
            </p:cNvPr>
            <p:cNvSpPr/>
            <p:nvPr/>
          </p:nvSpPr>
          <p:spPr>
            <a:xfrm>
              <a:off x="4589612" y="2098790"/>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5" name="Pseudo atom | small solid diamond">
              <a:extLst>
                <a:ext uri="{FF2B5EF4-FFF2-40B4-BE49-F238E27FC236}">
                  <a16:creationId xmlns:a16="http://schemas.microsoft.com/office/drawing/2014/main" id="{2D38DFC3-651C-D31F-C302-073E857DEC42}"/>
                </a:ext>
              </a:extLst>
            </p:cNvPr>
            <p:cNvSpPr/>
            <p:nvPr/>
          </p:nvSpPr>
          <p:spPr>
            <a:xfrm>
              <a:off x="4614216" y="2068242"/>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7" name="Pseudo atom | small solid diamond">
              <a:extLst>
                <a:ext uri="{FF2B5EF4-FFF2-40B4-BE49-F238E27FC236}">
                  <a16:creationId xmlns:a16="http://schemas.microsoft.com/office/drawing/2014/main" id="{88A9B80F-3822-8930-125D-5D2DAC8D681B}"/>
                </a:ext>
              </a:extLst>
            </p:cNvPr>
            <p:cNvSpPr/>
            <p:nvPr/>
          </p:nvSpPr>
          <p:spPr>
            <a:xfrm>
              <a:off x="4687548" y="2089324"/>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8" name="Pseudo atom | small solid diamond">
              <a:extLst>
                <a:ext uri="{FF2B5EF4-FFF2-40B4-BE49-F238E27FC236}">
                  <a16:creationId xmlns:a16="http://schemas.microsoft.com/office/drawing/2014/main" id="{408401B4-84E9-9447-39DF-F150399B1F59}"/>
                </a:ext>
              </a:extLst>
            </p:cNvPr>
            <p:cNvSpPr/>
            <p:nvPr/>
          </p:nvSpPr>
          <p:spPr>
            <a:xfrm>
              <a:off x="4699670" y="2140386"/>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269" name="b | Atom binding probability atoms">
            <a:extLst>
              <a:ext uri="{FF2B5EF4-FFF2-40B4-BE49-F238E27FC236}">
                <a16:creationId xmlns:a16="http://schemas.microsoft.com/office/drawing/2014/main" id="{F18600FF-1A0A-5554-35F3-ED260089FE16}"/>
              </a:ext>
            </a:extLst>
          </p:cNvPr>
          <p:cNvGrpSpPr/>
          <p:nvPr/>
        </p:nvGrpSpPr>
        <p:grpSpPr>
          <a:xfrm>
            <a:off x="4481404" y="1313603"/>
            <a:ext cx="348184" cy="198162"/>
            <a:chOff x="4048258" y="1358908"/>
            <a:chExt cx="619157" cy="354006"/>
          </a:xfrm>
        </p:grpSpPr>
        <p:sp>
          <p:nvSpPr>
            <p:cNvPr id="270" name="ellipse_2090">
              <a:extLst>
                <a:ext uri="{FF2B5EF4-FFF2-40B4-BE49-F238E27FC236}">
                  <a16:creationId xmlns:a16="http://schemas.microsoft.com/office/drawing/2014/main" id="{CBD588EE-A3BA-33C4-BF03-97EB078D3411}"/>
                </a:ext>
              </a:extLst>
            </p:cNvPr>
            <p:cNvSpPr/>
            <p:nvPr/>
          </p:nvSpPr>
          <p:spPr>
            <a:xfrm>
              <a:off x="4258453" y="1489516"/>
              <a:ext cx="30094" cy="30094"/>
            </a:xfrm>
            <a:prstGeom prst="ellipse">
              <a:avLst/>
            </a:prstGeom>
            <a:gradFill flip="none" rotWithShape="1">
              <a:gsLst>
                <a:gs pos="0">
                  <a:srgbClr val="E7F0F8"/>
                </a:gs>
                <a:gs pos="43000">
                  <a:srgbClr val="8DB6DC"/>
                </a:gs>
                <a:gs pos="100000">
                  <a:srgbClr val="598CBA"/>
                </a:gs>
              </a:gsLst>
              <a:lin ang="2700000" scaled="1"/>
              <a:tileRect/>
            </a:gradFill>
            <a:ln w="2540" cap="rnd" cmpd="sng" algn="ctr">
              <a:noFill/>
              <a:prstDash val="solid"/>
              <a:round/>
              <a:headEnd type="none" w="med" len="med"/>
              <a:tailEnd type="none" w="med" len="med"/>
            </a:ln>
            <a:effectLst/>
          </p:spPr>
        </p:sp>
        <p:sp>
          <p:nvSpPr>
            <p:cNvPr id="271" name="ellipse_2091">
              <a:extLst>
                <a:ext uri="{FF2B5EF4-FFF2-40B4-BE49-F238E27FC236}">
                  <a16:creationId xmlns:a16="http://schemas.microsoft.com/office/drawing/2014/main" id="{3EAD1776-C5B5-6F58-AAEE-6CDD999DE893}"/>
                </a:ext>
              </a:extLst>
            </p:cNvPr>
            <p:cNvSpPr/>
            <p:nvPr/>
          </p:nvSpPr>
          <p:spPr>
            <a:xfrm>
              <a:off x="4113367" y="1552446"/>
              <a:ext cx="36128" cy="36128"/>
            </a:xfrm>
            <a:prstGeom prst="ellipse">
              <a:avLst/>
            </a:prstGeom>
            <a:gradFill flip="none" rotWithShape="1">
              <a:gsLst>
                <a:gs pos="0">
                  <a:srgbClr val="F2F6FB"/>
                </a:gs>
                <a:gs pos="43000">
                  <a:srgbClr val="BFD5EB"/>
                </a:gs>
                <a:gs pos="100000">
                  <a:srgbClr val="93B0CC"/>
                </a:gs>
              </a:gsLst>
              <a:lin ang="2700000" scaled="1"/>
              <a:tileRect/>
            </a:gradFill>
            <a:ln w="2540" cap="rnd" cmpd="sng" algn="ctr">
              <a:noFill/>
              <a:prstDash val="solid"/>
              <a:round/>
              <a:headEnd type="none" w="med" len="med"/>
              <a:tailEnd type="none" w="med" len="med"/>
            </a:ln>
            <a:effectLst/>
          </p:spPr>
        </p:sp>
        <p:sp>
          <p:nvSpPr>
            <p:cNvPr id="272" name="ellipse_2092">
              <a:extLst>
                <a:ext uri="{FF2B5EF4-FFF2-40B4-BE49-F238E27FC236}">
                  <a16:creationId xmlns:a16="http://schemas.microsoft.com/office/drawing/2014/main" id="{FA427F62-F7CB-B5E5-DF9B-5E62DBB78158}"/>
                </a:ext>
              </a:extLst>
            </p:cNvPr>
            <p:cNvSpPr/>
            <p:nvPr/>
          </p:nvSpPr>
          <p:spPr>
            <a:xfrm>
              <a:off x="4241603" y="1430960"/>
              <a:ext cx="24712" cy="24712"/>
            </a:xfrm>
            <a:prstGeom prst="ellipse">
              <a:avLst/>
            </a:prstGeom>
            <a:gradFill flip="none" rotWithShape="1">
              <a:gsLst>
                <a:gs pos="0">
                  <a:srgbClr val="E3EDF6"/>
                </a:gs>
                <a:gs pos="43000">
                  <a:srgbClr val="79A9D6"/>
                </a:gs>
                <a:gs pos="100000">
                  <a:srgbClr val="437DB3"/>
                </a:gs>
              </a:gsLst>
              <a:lin ang="2700000" scaled="1"/>
              <a:tileRect/>
            </a:gradFill>
            <a:ln w="2540" cap="rnd" cmpd="sng" algn="ctr">
              <a:noFill/>
              <a:prstDash val="solid"/>
              <a:round/>
              <a:headEnd type="none" w="med" len="med"/>
              <a:tailEnd type="none" w="med" len="med"/>
            </a:ln>
            <a:effectLst/>
          </p:spPr>
        </p:sp>
        <p:sp>
          <p:nvSpPr>
            <p:cNvPr id="273" name="ellipse_2093">
              <a:extLst>
                <a:ext uri="{FF2B5EF4-FFF2-40B4-BE49-F238E27FC236}">
                  <a16:creationId xmlns:a16="http://schemas.microsoft.com/office/drawing/2014/main" id="{0490AC07-8BBA-79C8-BFED-A7F3104A9642}"/>
                </a:ext>
              </a:extLst>
            </p:cNvPr>
            <p:cNvSpPr/>
            <p:nvPr/>
          </p:nvSpPr>
          <p:spPr>
            <a:xfrm>
              <a:off x="4416989" y="1399138"/>
              <a:ext cx="30911" cy="30911"/>
            </a:xfrm>
            <a:prstGeom prst="ellipse">
              <a:avLst/>
            </a:prstGeom>
            <a:gradFill flip="none" rotWithShape="1">
              <a:gsLst>
                <a:gs pos="0">
                  <a:srgbClr val="FEFEFE"/>
                </a:gs>
                <a:gs pos="43000">
                  <a:srgbClr val="F8F9FB"/>
                </a:gs>
                <a:gs pos="100000">
                  <a:srgbClr val="D5DADF"/>
                </a:gs>
              </a:gsLst>
              <a:lin ang="2700000" scaled="1"/>
              <a:tileRect/>
            </a:gradFill>
            <a:ln w="2540" cap="rnd" cmpd="sng" algn="ctr">
              <a:noFill/>
              <a:prstDash val="solid"/>
              <a:round/>
              <a:headEnd type="none" w="med" len="med"/>
              <a:tailEnd type="none" w="med" len="med"/>
            </a:ln>
            <a:effectLst/>
          </p:spPr>
        </p:sp>
        <p:sp>
          <p:nvSpPr>
            <p:cNvPr id="274" name="ellipse_2094">
              <a:extLst>
                <a:ext uri="{FF2B5EF4-FFF2-40B4-BE49-F238E27FC236}">
                  <a16:creationId xmlns:a16="http://schemas.microsoft.com/office/drawing/2014/main" id="{952745FD-DE09-503D-CB1F-676407CFC9AA}"/>
                </a:ext>
              </a:extLst>
            </p:cNvPr>
            <p:cNvSpPr/>
            <p:nvPr/>
          </p:nvSpPr>
          <p:spPr>
            <a:xfrm>
              <a:off x="4225009" y="1420091"/>
              <a:ext cx="23096" cy="23096"/>
            </a:xfrm>
            <a:prstGeom prst="ellipse">
              <a:avLst/>
            </a:prstGeom>
            <a:gradFill flip="none" rotWithShape="1">
              <a:gsLst>
                <a:gs pos="0">
                  <a:srgbClr val="E2ECF6"/>
                </a:gs>
                <a:gs pos="43000">
                  <a:srgbClr val="74A6D5"/>
                </a:gs>
                <a:gs pos="100000">
                  <a:srgbClr val="3D79B2"/>
                </a:gs>
              </a:gsLst>
              <a:lin ang="2700000" scaled="1"/>
              <a:tileRect/>
            </a:gradFill>
            <a:ln w="2540" cap="rnd" cmpd="sng" algn="ctr">
              <a:noFill/>
              <a:prstDash val="solid"/>
              <a:round/>
              <a:headEnd type="none" w="med" len="med"/>
              <a:tailEnd type="none" w="med" len="med"/>
            </a:ln>
            <a:effectLst/>
          </p:spPr>
        </p:sp>
        <p:sp>
          <p:nvSpPr>
            <p:cNvPr id="275" name="ellipse_2095">
              <a:extLst>
                <a:ext uri="{FF2B5EF4-FFF2-40B4-BE49-F238E27FC236}">
                  <a16:creationId xmlns:a16="http://schemas.microsoft.com/office/drawing/2014/main" id="{AF93DE0E-5D93-89DD-D930-545F1B10456E}"/>
                </a:ext>
              </a:extLst>
            </p:cNvPr>
            <p:cNvSpPr/>
            <p:nvPr/>
          </p:nvSpPr>
          <p:spPr>
            <a:xfrm>
              <a:off x="4351890" y="1391469"/>
              <a:ext cx="20643" cy="20643"/>
            </a:xfrm>
            <a:prstGeom prst="ellipse">
              <a:avLst/>
            </a:prstGeom>
            <a:gradFill flip="none" rotWithShape="1">
              <a:gsLst>
                <a:gs pos="0">
                  <a:srgbClr val="ECF2F9"/>
                </a:gs>
                <a:gs pos="43000">
                  <a:srgbClr val="A1C3E1"/>
                </a:gs>
                <a:gs pos="100000">
                  <a:srgbClr val="719BC1"/>
                </a:gs>
              </a:gsLst>
              <a:lin ang="2700000" scaled="1"/>
              <a:tileRect/>
            </a:gradFill>
            <a:ln w="2540" cap="rnd" cmpd="sng" algn="ctr">
              <a:noFill/>
              <a:prstDash val="solid"/>
              <a:round/>
              <a:headEnd type="none" w="med" len="med"/>
              <a:tailEnd type="none" w="med" len="med"/>
            </a:ln>
            <a:effectLst/>
          </p:spPr>
        </p:sp>
        <p:sp>
          <p:nvSpPr>
            <p:cNvPr id="276" name="ellipse_2096">
              <a:extLst>
                <a:ext uri="{FF2B5EF4-FFF2-40B4-BE49-F238E27FC236}">
                  <a16:creationId xmlns:a16="http://schemas.microsoft.com/office/drawing/2014/main" id="{3AAB646C-5BF7-3BD9-5E0A-47BC3CB52E30}"/>
                </a:ext>
              </a:extLst>
            </p:cNvPr>
            <p:cNvSpPr/>
            <p:nvPr/>
          </p:nvSpPr>
          <p:spPr>
            <a:xfrm>
              <a:off x="4500666" y="1563839"/>
              <a:ext cx="30169" cy="30169"/>
            </a:xfrm>
            <a:prstGeom prst="ellipse">
              <a:avLst/>
            </a:prstGeom>
            <a:gradFill flip="none" rotWithShape="1">
              <a:gsLst>
                <a:gs pos="0">
                  <a:srgbClr val="F0F5FA"/>
                </a:gs>
                <a:gs pos="43000">
                  <a:srgbClr val="B5CFE7"/>
                </a:gs>
                <a:gs pos="100000">
                  <a:srgbClr val="88A9C7"/>
                </a:gs>
              </a:gsLst>
              <a:lin ang="2700000" scaled="1"/>
              <a:tileRect/>
            </a:gradFill>
            <a:ln w="2540" cap="rnd" cmpd="sng" algn="ctr">
              <a:noFill/>
              <a:prstDash val="solid"/>
              <a:round/>
              <a:headEnd type="none" w="med" len="med"/>
              <a:tailEnd type="none" w="med" len="med"/>
            </a:ln>
            <a:effectLst/>
          </p:spPr>
        </p:sp>
        <p:sp>
          <p:nvSpPr>
            <p:cNvPr id="277" name="ellipse_2097">
              <a:extLst>
                <a:ext uri="{FF2B5EF4-FFF2-40B4-BE49-F238E27FC236}">
                  <a16:creationId xmlns:a16="http://schemas.microsoft.com/office/drawing/2014/main" id="{98189645-3058-8E87-8CDD-5FDE6B2C8E79}"/>
                </a:ext>
              </a:extLst>
            </p:cNvPr>
            <p:cNvSpPr/>
            <p:nvPr/>
          </p:nvSpPr>
          <p:spPr>
            <a:xfrm>
              <a:off x="4285092" y="1531884"/>
              <a:ext cx="35504" cy="35504"/>
            </a:xfrm>
            <a:prstGeom prst="ellipse">
              <a:avLst/>
            </a:prstGeom>
            <a:gradFill flip="none" rotWithShape="1">
              <a:gsLst>
                <a:gs pos="0">
                  <a:srgbClr val="EBF2F9"/>
                </a:gs>
                <a:gs pos="43000">
                  <a:srgbClr val="9DC0E1"/>
                </a:gs>
                <a:gs pos="100000">
                  <a:srgbClr val="6C97C0"/>
                </a:gs>
              </a:gsLst>
              <a:lin ang="2700000" scaled="1"/>
              <a:tileRect/>
            </a:gradFill>
            <a:ln w="2540" cap="rnd" cmpd="sng" algn="ctr">
              <a:noFill/>
              <a:prstDash val="solid"/>
              <a:round/>
              <a:headEnd type="none" w="med" len="med"/>
              <a:tailEnd type="none" w="med" len="med"/>
            </a:ln>
            <a:effectLst/>
          </p:spPr>
        </p:sp>
        <p:sp>
          <p:nvSpPr>
            <p:cNvPr id="278" name="ellipse_2098">
              <a:extLst>
                <a:ext uri="{FF2B5EF4-FFF2-40B4-BE49-F238E27FC236}">
                  <a16:creationId xmlns:a16="http://schemas.microsoft.com/office/drawing/2014/main" id="{8FFE06FD-E2CB-DEB1-5E37-8CDE6FD16ED5}"/>
                </a:ext>
              </a:extLst>
            </p:cNvPr>
            <p:cNvSpPr/>
            <p:nvPr/>
          </p:nvSpPr>
          <p:spPr>
            <a:xfrm>
              <a:off x="4478008" y="1554349"/>
              <a:ext cx="26505" cy="26505"/>
            </a:xfrm>
            <a:prstGeom prst="ellipse">
              <a:avLst/>
            </a:prstGeom>
            <a:gradFill flip="none" rotWithShape="1">
              <a:gsLst>
                <a:gs pos="0">
                  <a:srgbClr val="F9FBFD"/>
                </a:gs>
                <a:gs pos="43000">
                  <a:srgbClr val="E2ECF5"/>
                </a:gs>
                <a:gs pos="100000">
                  <a:srgbClr val="BCCAD7"/>
                </a:gs>
              </a:gsLst>
              <a:lin ang="2700000" scaled="1"/>
              <a:tileRect/>
            </a:gradFill>
            <a:ln w="2540" cap="rnd" cmpd="sng" algn="ctr">
              <a:noFill/>
              <a:prstDash val="solid"/>
              <a:round/>
              <a:headEnd type="none" w="med" len="med"/>
              <a:tailEnd type="none" w="med" len="med"/>
            </a:ln>
            <a:effectLst/>
          </p:spPr>
        </p:sp>
        <p:sp>
          <p:nvSpPr>
            <p:cNvPr id="279" name="ellipse_2099">
              <a:extLst>
                <a:ext uri="{FF2B5EF4-FFF2-40B4-BE49-F238E27FC236}">
                  <a16:creationId xmlns:a16="http://schemas.microsoft.com/office/drawing/2014/main" id="{DCE66A16-64BD-202E-FFE1-79E644DA739C}"/>
                </a:ext>
              </a:extLst>
            </p:cNvPr>
            <p:cNvSpPr/>
            <p:nvPr/>
          </p:nvSpPr>
          <p:spPr>
            <a:xfrm>
              <a:off x="4554728" y="1513181"/>
              <a:ext cx="25082" cy="25082"/>
            </a:xfrm>
            <a:prstGeom prst="ellipse">
              <a:avLst/>
            </a:prstGeom>
            <a:gradFill flip="none" rotWithShape="1">
              <a:gsLst>
                <a:gs pos="0">
                  <a:srgbClr val="F6F9FC"/>
                </a:gs>
                <a:gs pos="43000">
                  <a:srgbClr val="D3E2F1"/>
                </a:gs>
                <a:gs pos="100000">
                  <a:srgbClr val="AABFD2"/>
                </a:gs>
              </a:gsLst>
              <a:lin ang="2700000" scaled="1"/>
              <a:tileRect/>
            </a:gradFill>
            <a:ln w="2540" cap="rnd" cmpd="sng" algn="ctr">
              <a:noFill/>
              <a:prstDash val="solid"/>
              <a:round/>
              <a:headEnd type="none" w="med" len="med"/>
              <a:tailEnd type="none" w="med" len="med"/>
            </a:ln>
            <a:effectLst/>
          </p:spPr>
        </p:sp>
        <p:sp>
          <p:nvSpPr>
            <p:cNvPr id="280" name="ellipse_2100">
              <a:extLst>
                <a:ext uri="{FF2B5EF4-FFF2-40B4-BE49-F238E27FC236}">
                  <a16:creationId xmlns:a16="http://schemas.microsoft.com/office/drawing/2014/main" id="{77C50F41-8B5A-D1A0-D0AD-0B5B86C5A7CF}"/>
                </a:ext>
              </a:extLst>
            </p:cNvPr>
            <p:cNvSpPr/>
            <p:nvPr/>
          </p:nvSpPr>
          <p:spPr>
            <a:xfrm>
              <a:off x="4437339" y="1438245"/>
              <a:ext cx="26429" cy="26429"/>
            </a:xfrm>
            <a:prstGeom prst="ellipse">
              <a:avLst/>
            </a:prstGeom>
            <a:gradFill flip="none" rotWithShape="1">
              <a:gsLst>
                <a:gs pos="0">
                  <a:srgbClr val="F8E4E5"/>
                </a:gs>
                <a:gs pos="43000">
                  <a:srgbClr val="DD7C81"/>
                </a:gs>
                <a:gs pos="100000">
                  <a:srgbClr val="B64952"/>
                </a:gs>
              </a:gsLst>
              <a:lin ang="2700000" scaled="1"/>
              <a:tileRect/>
            </a:gradFill>
            <a:ln w="2540" cap="rnd" cmpd="sng" algn="ctr">
              <a:noFill/>
              <a:prstDash val="solid"/>
              <a:round/>
              <a:headEnd type="none" w="med" len="med"/>
              <a:tailEnd type="none" w="med" len="med"/>
            </a:ln>
            <a:effectLst/>
          </p:spPr>
        </p:sp>
        <p:sp>
          <p:nvSpPr>
            <p:cNvPr id="281" name="ellipse_2101">
              <a:extLst>
                <a:ext uri="{FF2B5EF4-FFF2-40B4-BE49-F238E27FC236}">
                  <a16:creationId xmlns:a16="http://schemas.microsoft.com/office/drawing/2014/main" id="{249064B6-F818-2BB7-FFD6-4F406F42ECF2}"/>
                </a:ext>
              </a:extLst>
            </p:cNvPr>
            <p:cNvSpPr/>
            <p:nvPr/>
          </p:nvSpPr>
          <p:spPr>
            <a:xfrm>
              <a:off x="4540638" y="1512355"/>
              <a:ext cx="24065" cy="24065"/>
            </a:xfrm>
            <a:prstGeom prst="ellipse">
              <a:avLst/>
            </a:prstGeom>
            <a:gradFill flip="none" rotWithShape="1">
              <a:gsLst>
                <a:gs pos="0">
                  <a:srgbClr val="FCFDFE"/>
                </a:gs>
                <a:gs pos="43000">
                  <a:srgbClr val="F2F6FA"/>
                </a:gs>
                <a:gs pos="100000">
                  <a:srgbClr val="CED5DD"/>
                </a:gs>
              </a:gsLst>
              <a:lin ang="2700000" scaled="1"/>
              <a:tileRect/>
            </a:gradFill>
            <a:ln w="2540" cap="rnd" cmpd="sng" algn="ctr">
              <a:noFill/>
              <a:prstDash val="solid"/>
              <a:round/>
              <a:headEnd type="none" w="med" len="med"/>
              <a:tailEnd type="none" w="med" len="med"/>
            </a:ln>
            <a:effectLst/>
          </p:spPr>
        </p:sp>
        <p:sp>
          <p:nvSpPr>
            <p:cNvPr id="282" name="ellipse_2102">
              <a:extLst>
                <a:ext uri="{FF2B5EF4-FFF2-40B4-BE49-F238E27FC236}">
                  <a16:creationId xmlns:a16="http://schemas.microsoft.com/office/drawing/2014/main" id="{CC57D1C1-DD7E-9301-B44D-B5827B4CE964}"/>
                </a:ext>
              </a:extLst>
            </p:cNvPr>
            <p:cNvSpPr/>
            <p:nvPr/>
          </p:nvSpPr>
          <p:spPr>
            <a:xfrm>
              <a:off x="4379933" y="1358908"/>
              <a:ext cx="19574" cy="19574"/>
            </a:xfrm>
            <a:prstGeom prst="ellipse">
              <a:avLst/>
            </a:prstGeom>
            <a:gradFill flip="none" rotWithShape="1">
              <a:gsLst>
                <a:gs pos="0">
                  <a:srgbClr val="E6EFF7"/>
                </a:gs>
                <a:gs pos="43000">
                  <a:srgbClr val="87B2DA"/>
                </a:gs>
                <a:gs pos="100000">
                  <a:srgbClr val="5387B8"/>
                </a:gs>
              </a:gsLst>
              <a:lin ang="2700000" scaled="1"/>
              <a:tileRect/>
            </a:gradFill>
            <a:ln w="2540" cap="rnd" cmpd="sng" algn="ctr">
              <a:noFill/>
              <a:prstDash val="solid"/>
              <a:round/>
              <a:headEnd type="none" w="med" len="med"/>
              <a:tailEnd type="none" w="med" len="med"/>
            </a:ln>
            <a:effectLst/>
          </p:spPr>
        </p:sp>
        <p:sp>
          <p:nvSpPr>
            <p:cNvPr id="283" name="ellipse_2103">
              <a:extLst>
                <a:ext uri="{FF2B5EF4-FFF2-40B4-BE49-F238E27FC236}">
                  <a16:creationId xmlns:a16="http://schemas.microsoft.com/office/drawing/2014/main" id="{060B784B-8CD9-E54A-AD19-D8AEE51304AE}"/>
                </a:ext>
              </a:extLst>
            </p:cNvPr>
            <p:cNvSpPr/>
            <p:nvPr/>
          </p:nvSpPr>
          <p:spPr>
            <a:xfrm>
              <a:off x="4136927" y="1409448"/>
              <a:ext cx="34734" cy="34734"/>
            </a:xfrm>
            <a:prstGeom prst="ellipse">
              <a:avLst/>
            </a:prstGeom>
            <a:gradFill flip="none" rotWithShape="1">
              <a:gsLst>
                <a:gs pos="0">
                  <a:srgbClr val="E1ECF6"/>
                </a:gs>
                <a:gs pos="43000">
                  <a:srgbClr val="70A4D3"/>
                </a:gs>
                <a:gs pos="100000">
                  <a:srgbClr val="3977B0"/>
                </a:gs>
              </a:gsLst>
              <a:lin ang="2700000" scaled="1"/>
              <a:tileRect/>
            </a:gradFill>
            <a:ln w="2540" cap="rnd" cmpd="sng" algn="ctr">
              <a:noFill/>
              <a:prstDash val="solid"/>
              <a:round/>
              <a:headEnd type="none" w="med" len="med"/>
              <a:tailEnd type="none" w="med" len="med"/>
            </a:ln>
            <a:effectLst/>
          </p:spPr>
        </p:sp>
        <p:sp>
          <p:nvSpPr>
            <p:cNvPr id="284" name="ellipse_2104">
              <a:extLst>
                <a:ext uri="{FF2B5EF4-FFF2-40B4-BE49-F238E27FC236}">
                  <a16:creationId xmlns:a16="http://schemas.microsoft.com/office/drawing/2014/main" id="{FA08D5C9-801C-5C99-54B6-5DD18B8C5CC7}"/>
                </a:ext>
              </a:extLst>
            </p:cNvPr>
            <p:cNvSpPr/>
            <p:nvPr/>
          </p:nvSpPr>
          <p:spPr>
            <a:xfrm>
              <a:off x="4185936" y="1432087"/>
              <a:ext cx="35247" cy="35247"/>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285" name="ellipse_2105">
              <a:extLst>
                <a:ext uri="{FF2B5EF4-FFF2-40B4-BE49-F238E27FC236}">
                  <a16:creationId xmlns:a16="http://schemas.microsoft.com/office/drawing/2014/main" id="{77128847-B0BA-166F-201B-B23E7AD3ABA8}"/>
                </a:ext>
              </a:extLst>
            </p:cNvPr>
            <p:cNvSpPr/>
            <p:nvPr/>
          </p:nvSpPr>
          <p:spPr>
            <a:xfrm>
              <a:off x="4160777" y="1485033"/>
              <a:ext cx="33010" cy="33010"/>
            </a:xfrm>
            <a:prstGeom prst="ellipse">
              <a:avLst/>
            </a:prstGeom>
            <a:gradFill flip="none" rotWithShape="1">
              <a:gsLst>
                <a:gs pos="0">
                  <a:srgbClr val="E4EEF7"/>
                </a:gs>
                <a:gs pos="43000">
                  <a:srgbClr val="7DABD7"/>
                </a:gs>
                <a:gs pos="100000">
                  <a:srgbClr val="4880B4"/>
                </a:gs>
              </a:gsLst>
              <a:lin ang="2700000" scaled="1"/>
              <a:tileRect/>
            </a:gradFill>
            <a:ln w="2540" cap="rnd" cmpd="sng" algn="ctr">
              <a:noFill/>
              <a:prstDash val="solid"/>
              <a:round/>
              <a:headEnd type="none" w="med" len="med"/>
              <a:tailEnd type="none" w="med" len="med"/>
            </a:ln>
            <a:effectLst/>
          </p:spPr>
        </p:sp>
        <p:sp>
          <p:nvSpPr>
            <p:cNvPr id="286" name="ellipse_2106">
              <a:extLst>
                <a:ext uri="{FF2B5EF4-FFF2-40B4-BE49-F238E27FC236}">
                  <a16:creationId xmlns:a16="http://schemas.microsoft.com/office/drawing/2014/main" id="{4552C83A-FEF6-C8E3-A4CF-E5D048E5179D}"/>
                </a:ext>
              </a:extLst>
            </p:cNvPr>
            <p:cNvSpPr/>
            <p:nvPr/>
          </p:nvSpPr>
          <p:spPr>
            <a:xfrm>
              <a:off x="4156764" y="1588952"/>
              <a:ext cx="33812" cy="33812"/>
            </a:xfrm>
            <a:prstGeom prst="ellipse">
              <a:avLst/>
            </a:prstGeom>
            <a:gradFill flip="none" rotWithShape="1">
              <a:gsLst>
                <a:gs pos="0">
                  <a:srgbClr val="FAFCFD"/>
                </a:gs>
                <a:gs pos="43000">
                  <a:srgbClr val="E7EFF6"/>
                </a:gs>
                <a:gs pos="100000">
                  <a:srgbClr val="C2CED9"/>
                </a:gs>
              </a:gsLst>
              <a:lin ang="2700000" scaled="1"/>
              <a:tileRect/>
            </a:gradFill>
            <a:ln w="2540" cap="rnd" cmpd="sng" algn="ctr">
              <a:noFill/>
              <a:prstDash val="solid"/>
              <a:round/>
              <a:headEnd type="none" w="med" len="med"/>
              <a:tailEnd type="none" w="med" len="med"/>
            </a:ln>
            <a:effectLst/>
          </p:spPr>
        </p:sp>
        <p:sp>
          <p:nvSpPr>
            <p:cNvPr id="287" name="ellipse_2107">
              <a:extLst>
                <a:ext uri="{FF2B5EF4-FFF2-40B4-BE49-F238E27FC236}">
                  <a16:creationId xmlns:a16="http://schemas.microsoft.com/office/drawing/2014/main" id="{1A000040-E7B4-B500-E195-D6D2D2330789}"/>
                </a:ext>
              </a:extLst>
            </p:cNvPr>
            <p:cNvSpPr/>
            <p:nvPr/>
          </p:nvSpPr>
          <p:spPr>
            <a:xfrm>
              <a:off x="4477325" y="1432896"/>
              <a:ext cx="23702" cy="23702"/>
            </a:xfrm>
            <a:prstGeom prst="ellipse">
              <a:avLst/>
            </a:prstGeom>
            <a:gradFill flip="none" rotWithShape="1">
              <a:gsLst>
                <a:gs pos="0">
                  <a:srgbClr val="FAECED"/>
                </a:gs>
                <a:gs pos="43000">
                  <a:srgbClr val="E6A5A9"/>
                </a:gs>
                <a:gs pos="100000">
                  <a:srgbClr val="C07880"/>
                </a:gs>
              </a:gsLst>
              <a:lin ang="2700000" scaled="1"/>
              <a:tileRect/>
            </a:gradFill>
            <a:ln w="2540" cap="rnd" cmpd="sng" algn="ctr">
              <a:noFill/>
              <a:prstDash val="solid"/>
              <a:round/>
              <a:headEnd type="none" w="med" len="med"/>
              <a:tailEnd type="none" w="med" len="med"/>
            </a:ln>
            <a:effectLst/>
          </p:spPr>
        </p:sp>
        <p:sp>
          <p:nvSpPr>
            <p:cNvPr id="288" name="ellipse_2108">
              <a:extLst>
                <a:ext uri="{FF2B5EF4-FFF2-40B4-BE49-F238E27FC236}">
                  <a16:creationId xmlns:a16="http://schemas.microsoft.com/office/drawing/2014/main" id="{8EDEF44D-E385-C3F0-C228-C602331FBC04}"/>
                </a:ext>
              </a:extLst>
            </p:cNvPr>
            <p:cNvSpPr/>
            <p:nvPr/>
          </p:nvSpPr>
          <p:spPr>
            <a:xfrm>
              <a:off x="4277073" y="1643617"/>
              <a:ext cx="28926" cy="28926"/>
            </a:xfrm>
            <a:prstGeom prst="ellipse">
              <a:avLst/>
            </a:prstGeom>
            <a:gradFill flip="none" rotWithShape="1">
              <a:gsLst>
                <a:gs pos="0">
                  <a:srgbClr val="E4EEF7"/>
                </a:gs>
                <a:gs pos="43000">
                  <a:srgbClr val="7EACD7"/>
                </a:gs>
                <a:gs pos="100000">
                  <a:srgbClr val="4881B5"/>
                </a:gs>
              </a:gsLst>
              <a:lin ang="2700000" scaled="1"/>
              <a:tileRect/>
            </a:gradFill>
            <a:ln w="2540" cap="rnd" cmpd="sng" algn="ctr">
              <a:noFill/>
              <a:prstDash val="solid"/>
              <a:round/>
              <a:headEnd type="none" w="med" len="med"/>
              <a:tailEnd type="none" w="med" len="med"/>
            </a:ln>
            <a:effectLst/>
          </p:spPr>
        </p:sp>
        <p:sp>
          <p:nvSpPr>
            <p:cNvPr id="289" name="ellipse_2109">
              <a:extLst>
                <a:ext uri="{FF2B5EF4-FFF2-40B4-BE49-F238E27FC236}">
                  <a16:creationId xmlns:a16="http://schemas.microsoft.com/office/drawing/2014/main" id="{0AF0AFB4-13F5-7151-1CE6-8281A5EEFC1E}"/>
                </a:ext>
              </a:extLst>
            </p:cNvPr>
            <p:cNvSpPr/>
            <p:nvPr/>
          </p:nvSpPr>
          <p:spPr>
            <a:xfrm>
              <a:off x="4232832" y="1587878"/>
              <a:ext cx="32331" cy="32331"/>
            </a:xfrm>
            <a:prstGeom prst="ellipse">
              <a:avLst/>
            </a:prstGeom>
            <a:gradFill flip="none" rotWithShape="1">
              <a:gsLst>
                <a:gs pos="0">
                  <a:srgbClr val="F2F6FB"/>
                </a:gs>
                <a:gs pos="43000">
                  <a:srgbClr val="C0D6EB"/>
                </a:gs>
                <a:gs pos="100000">
                  <a:srgbClr val="95B1CC"/>
                </a:gs>
              </a:gsLst>
              <a:lin ang="2700000" scaled="1"/>
              <a:tileRect/>
            </a:gradFill>
            <a:ln w="2540" cap="rnd" cmpd="sng" algn="ctr">
              <a:noFill/>
              <a:prstDash val="solid"/>
              <a:round/>
              <a:headEnd type="none" w="med" len="med"/>
              <a:tailEnd type="none" w="med" len="med"/>
            </a:ln>
            <a:effectLst/>
          </p:spPr>
        </p:sp>
        <p:sp>
          <p:nvSpPr>
            <p:cNvPr id="290" name="ellipse_2110">
              <a:extLst>
                <a:ext uri="{FF2B5EF4-FFF2-40B4-BE49-F238E27FC236}">
                  <a16:creationId xmlns:a16="http://schemas.microsoft.com/office/drawing/2014/main" id="{23FF43CF-B48E-630C-0B72-9552B5CD41CE}"/>
                </a:ext>
              </a:extLst>
            </p:cNvPr>
            <p:cNvSpPr/>
            <p:nvPr/>
          </p:nvSpPr>
          <p:spPr>
            <a:xfrm>
              <a:off x="4366549" y="1446303"/>
              <a:ext cx="19768" cy="19768"/>
            </a:xfrm>
            <a:prstGeom prst="ellipse">
              <a:avLst/>
            </a:prstGeom>
            <a:gradFill flip="none" rotWithShape="1">
              <a:gsLst>
                <a:gs pos="0">
                  <a:srgbClr val="FCF6F7"/>
                </a:gs>
                <a:gs pos="43000">
                  <a:srgbClr val="F0D6D9"/>
                </a:gs>
                <a:gs pos="100000">
                  <a:srgbClr val="CCB1B7"/>
                </a:gs>
              </a:gsLst>
              <a:lin ang="2700000" scaled="1"/>
              <a:tileRect/>
            </a:gradFill>
            <a:ln w="2540" cap="rnd" cmpd="sng" algn="ctr">
              <a:noFill/>
              <a:prstDash val="solid"/>
              <a:round/>
              <a:headEnd type="none" w="med" len="med"/>
              <a:tailEnd type="none" w="med" len="med"/>
            </a:ln>
            <a:effectLst/>
          </p:spPr>
        </p:sp>
        <p:sp>
          <p:nvSpPr>
            <p:cNvPr id="291" name="ellipse_2111">
              <a:extLst>
                <a:ext uri="{FF2B5EF4-FFF2-40B4-BE49-F238E27FC236}">
                  <a16:creationId xmlns:a16="http://schemas.microsoft.com/office/drawing/2014/main" id="{7E7B98C1-A16B-B334-468D-8DBEFEFD9C6D}"/>
                </a:ext>
              </a:extLst>
            </p:cNvPr>
            <p:cNvSpPr/>
            <p:nvPr/>
          </p:nvSpPr>
          <p:spPr>
            <a:xfrm>
              <a:off x="4319837" y="1616419"/>
              <a:ext cx="29048" cy="29048"/>
            </a:xfrm>
            <a:prstGeom prst="ellipse">
              <a:avLst/>
            </a:prstGeom>
            <a:gradFill flip="none" rotWithShape="1">
              <a:gsLst>
                <a:gs pos="0">
                  <a:srgbClr val="E4EEF7"/>
                </a:gs>
                <a:gs pos="43000">
                  <a:srgbClr val="7DABD7"/>
                </a:gs>
                <a:gs pos="100000">
                  <a:srgbClr val="4780B4"/>
                </a:gs>
              </a:gsLst>
              <a:lin ang="2700000" scaled="1"/>
              <a:tileRect/>
            </a:gradFill>
            <a:ln w="2540" cap="rnd" cmpd="sng" algn="ctr">
              <a:noFill/>
              <a:prstDash val="solid"/>
              <a:round/>
              <a:headEnd type="none" w="med" len="med"/>
              <a:tailEnd type="none" w="med" len="med"/>
            </a:ln>
            <a:effectLst/>
          </p:spPr>
        </p:sp>
        <p:sp>
          <p:nvSpPr>
            <p:cNvPr id="292" name="ellipse_2112">
              <a:extLst>
                <a:ext uri="{FF2B5EF4-FFF2-40B4-BE49-F238E27FC236}">
                  <a16:creationId xmlns:a16="http://schemas.microsoft.com/office/drawing/2014/main" id="{3BA026B6-BA8A-2E20-02E2-1C7280247750}"/>
                </a:ext>
              </a:extLst>
            </p:cNvPr>
            <p:cNvSpPr/>
            <p:nvPr/>
          </p:nvSpPr>
          <p:spPr>
            <a:xfrm>
              <a:off x="4162910" y="1486420"/>
              <a:ext cx="24489" cy="24489"/>
            </a:xfrm>
            <a:prstGeom prst="ellipse">
              <a:avLst/>
            </a:prstGeom>
            <a:gradFill flip="none" rotWithShape="1">
              <a:gsLst>
                <a:gs pos="0">
                  <a:srgbClr val="E4EDF7"/>
                </a:gs>
                <a:gs pos="43000">
                  <a:srgbClr val="7BABD7"/>
                </a:gs>
                <a:gs pos="100000">
                  <a:srgbClr val="457FB4"/>
                </a:gs>
              </a:gsLst>
              <a:lin ang="2700000" scaled="1"/>
              <a:tileRect/>
            </a:gradFill>
            <a:ln w="2540" cap="rnd" cmpd="sng" algn="ctr">
              <a:noFill/>
              <a:prstDash val="solid"/>
              <a:round/>
              <a:headEnd type="none" w="med" len="med"/>
              <a:tailEnd type="none" w="med" len="med"/>
            </a:ln>
            <a:effectLst/>
          </p:spPr>
        </p:sp>
        <p:sp>
          <p:nvSpPr>
            <p:cNvPr id="293" name="ellipse_2113">
              <a:extLst>
                <a:ext uri="{FF2B5EF4-FFF2-40B4-BE49-F238E27FC236}">
                  <a16:creationId xmlns:a16="http://schemas.microsoft.com/office/drawing/2014/main" id="{8A548621-1226-DEE1-4C52-394E0A6255D4}"/>
                </a:ext>
              </a:extLst>
            </p:cNvPr>
            <p:cNvSpPr/>
            <p:nvPr/>
          </p:nvSpPr>
          <p:spPr>
            <a:xfrm>
              <a:off x="4477711" y="1630434"/>
              <a:ext cx="31074" cy="31074"/>
            </a:xfrm>
            <a:prstGeom prst="ellipse">
              <a:avLst/>
            </a:prstGeom>
            <a:gradFill flip="none" rotWithShape="1">
              <a:gsLst>
                <a:gs pos="0">
                  <a:srgbClr val="E2EDF6"/>
                </a:gs>
                <a:gs pos="43000">
                  <a:srgbClr val="75A6D5"/>
                </a:gs>
                <a:gs pos="100000">
                  <a:srgbClr val="3E7AB2"/>
                </a:gs>
              </a:gsLst>
              <a:lin ang="2700000" scaled="1"/>
              <a:tileRect/>
            </a:gradFill>
            <a:ln w="2540" cap="rnd" cmpd="sng" algn="ctr">
              <a:noFill/>
              <a:prstDash val="solid"/>
              <a:round/>
              <a:headEnd type="none" w="med" len="med"/>
              <a:tailEnd type="none" w="med" len="med"/>
            </a:ln>
            <a:effectLst/>
          </p:spPr>
        </p:sp>
        <p:sp>
          <p:nvSpPr>
            <p:cNvPr id="294" name="ellipse_2114">
              <a:extLst>
                <a:ext uri="{FF2B5EF4-FFF2-40B4-BE49-F238E27FC236}">
                  <a16:creationId xmlns:a16="http://schemas.microsoft.com/office/drawing/2014/main" id="{CEE9C097-F8F6-6EE3-4940-8457A2775DB1}"/>
                </a:ext>
              </a:extLst>
            </p:cNvPr>
            <p:cNvSpPr/>
            <p:nvPr/>
          </p:nvSpPr>
          <p:spPr>
            <a:xfrm>
              <a:off x="4561895" y="1404845"/>
              <a:ext cx="32842" cy="32842"/>
            </a:xfrm>
            <a:prstGeom prst="ellipse">
              <a:avLst/>
            </a:prstGeom>
            <a:gradFill flip="none" rotWithShape="1">
              <a:gsLst>
                <a:gs pos="0">
                  <a:srgbClr val="EBF2F9"/>
                </a:gs>
                <a:gs pos="43000">
                  <a:srgbClr val="9FC1E1"/>
                </a:gs>
                <a:gs pos="100000">
                  <a:srgbClr val="6F99C0"/>
                </a:gs>
              </a:gsLst>
              <a:lin ang="2700000" scaled="1"/>
              <a:tileRect/>
            </a:gradFill>
            <a:ln w="2540" cap="rnd" cmpd="sng" algn="ctr">
              <a:noFill/>
              <a:prstDash val="solid"/>
              <a:round/>
              <a:headEnd type="none" w="med" len="med"/>
              <a:tailEnd type="none" w="med" len="med"/>
            </a:ln>
            <a:effectLst/>
          </p:spPr>
        </p:sp>
        <p:sp>
          <p:nvSpPr>
            <p:cNvPr id="295" name="ellipse_2115">
              <a:extLst>
                <a:ext uri="{FF2B5EF4-FFF2-40B4-BE49-F238E27FC236}">
                  <a16:creationId xmlns:a16="http://schemas.microsoft.com/office/drawing/2014/main" id="{72EA503D-9656-4CE4-85AF-F144213C1938}"/>
                </a:ext>
              </a:extLst>
            </p:cNvPr>
            <p:cNvSpPr/>
            <p:nvPr/>
          </p:nvSpPr>
          <p:spPr>
            <a:xfrm>
              <a:off x="4215117" y="1531671"/>
              <a:ext cx="31068" cy="31068"/>
            </a:xfrm>
            <a:prstGeom prst="ellipse">
              <a:avLst/>
            </a:prstGeom>
            <a:gradFill flip="none" rotWithShape="1">
              <a:gsLst>
                <a:gs pos="0">
                  <a:srgbClr val="EDF3F9"/>
                </a:gs>
                <a:gs pos="43000">
                  <a:srgbClr val="A9C8E4"/>
                </a:gs>
                <a:gs pos="100000">
                  <a:srgbClr val="7AA0C4"/>
                </a:gs>
              </a:gsLst>
              <a:lin ang="2700000" scaled="1"/>
              <a:tileRect/>
            </a:gradFill>
            <a:ln w="2540" cap="rnd" cmpd="sng" algn="ctr">
              <a:noFill/>
              <a:prstDash val="solid"/>
              <a:round/>
              <a:headEnd type="none" w="med" len="med"/>
              <a:tailEnd type="none" w="med" len="med"/>
            </a:ln>
            <a:effectLst/>
          </p:spPr>
        </p:sp>
        <p:sp>
          <p:nvSpPr>
            <p:cNvPr id="296" name="ellipse_2116">
              <a:extLst>
                <a:ext uri="{FF2B5EF4-FFF2-40B4-BE49-F238E27FC236}">
                  <a16:creationId xmlns:a16="http://schemas.microsoft.com/office/drawing/2014/main" id="{DED678EB-406D-687A-CF83-38E01CFC07D5}"/>
                </a:ext>
              </a:extLst>
            </p:cNvPr>
            <p:cNvSpPr/>
            <p:nvPr/>
          </p:nvSpPr>
          <p:spPr>
            <a:xfrm>
              <a:off x="4305476" y="1587179"/>
              <a:ext cx="22676" cy="22676"/>
            </a:xfrm>
            <a:prstGeom prst="ellipse">
              <a:avLst/>
            </a:prstGeom>
            <a:gradFill flip="none" rotWithShape="1">
              <a:gsLst>
                <a:gs pos="0">
                  <a:srgbClr val="E8F0F8"/>
                </a:gs>
                <a:gs pos="43000">
                  <a:srgbClr val="8FB6DC"/>
                </a:gs>
                <a:gs pos="100000">
                  <a:srgbClr val="5C8CBA"/>
                </a:gs>
              </a:gsLst>
              <a:lin ang="2700000" scaled="1"/>
              <a:tileRect/>
            </a:gradFill>
            <a:ln w="2540" cap="rnd" cmpd="sng" algn="ctr">
              <a:noFill/>
              <a:prstDash val="solid"/>
              <a:round/>
              <a:headEnd type="none" w="med" len="med"/>
              <a:tailEnd type="none" w="med" len="med"/>
            </a:ln>
            <a:effectLst/>
          </p:spPr>
        </p:sp>
        <p:sp>
          <p:nvSpPr>
            <p:cNvPr id="297" name="ellipse_2117">
              <a:extLst>
                <a:ext uri="{FF2B5EF4-FFF2-40B4-BE49-F238E27FC236}">
                  <a16:creationId xmlns:a16="http://schemas.microsoft.com/office/drawing/2014/main" id="{89618EEF-48D8-B99B-A566-5BC83F78E7B4}"/>
                </a:ext>
              </a:extLst>
            </p:cNvPr>
            <p:cNvSpPr/>
            <p:nvPr/>
          </p:nvSpPr>
          <p:spPr>
            <a:xfrm>
              <a:off x="4603877" y="1581641"/>
              <a:ext cx="20231" cy="20231"/>
            </a:xfrm>
            <a:prstGeom prst="ellipse">
              <a:avLst/>
            </a:prstGeom>
            <a:gradFill flip="none" rotWithShape="1">
              <a:gsLst>
                <a:gs pos="0">
                  <a:srgbClr val="E3EDF6"/>
                </a:gs>
                <a:gs pos="43000">
                  <a:srgbClr val="78A8D5"/>
                </a:gs>
                <a:gs pos="100000">
                  <a:srgbClr val="417CB3"/>
                </a:gs>
              </a:gsLst>
              <a:lin ang="2700000" scaled="1"/>
              <a:tileRect/>
            </a:gradFill>
            <a:ln w="2540" cap="rnd" cmpd="sng" algn="ctr">
              <a:noFill/>
              <a:prstDash val="solid"/>
              <a:round/>
              <a:headEnd type="none" w="med" len="med"/>
              <a:tailEnd type="none" w="med" len="med"/>
            </a:ln>
            <a:effectLst/>
          </p:spPr>
        </p:sp>
        <p:sp>
          <p:nvSpPr>
            <p:cNvPr id="298" name="ellipse_2118">
              <a:extLst>
                <a:ext uri="{FF2B5EF4-FFF2-40B4-BE49-F238E27FC236}">
                  <a16:creationId xmlns:a16="http://schemas.microsoft.com/office/drawing/2014/main" id="{69F2330B-9AD1-8D62-2F58-56D7BC3523EE}"/>
                </a:ext>
              </a:extLst>
            </p:cNvPr>
            <p:cNvSpPr/>
            <p:nvPr/>
          </p:nvSpPr>
          <p:spPr>
            <a:xfrm>
              <a:off x="4148220" y="1473747"/>
              <a:ext cx="36222" cy="36222"/>
            </a:xfrm>
            <a:prstGeom prst="ellipse">
              <a:avLst/>
            </a:prstGeom>
            <a:gradFill flip="none" rotWithShape="1">
              <a:gsLst>
                <a:gs pos="0">
                  <a:srgbClr val="E3EDF6"/>
                </a:gs>
                <a:gs pos="43000">
                  <a:srgbClr val="78A8D5"/>
                </a:gs>
                <a:gs pos="100000">
                  <a:srgbClr val="417CB3"/>
                </a:gs>
              </a:gsLst>
              <a:lin ang="2700000" scaled="1"/>
              <a:tileRect/>
            </a:gradFill>
            <a:ln w="2540" cap="rnd" cmpd="sng" algn="ctr">
              <a:noFill/>
              <a:prstDash val="solid"/>
              <a:round/>
              <a:headEnd type="none" w="med" len="med"/>
              <a:tailEnd type="none" w="med" len="med"/>
            </a:ln>
            <a:effectLst/>
          </p:spPr>
        </p:sp>
        <p:sp>
          <p:nvSpPr>
            <p:cNvPr id="299" name="ellipse_2119">
              <a:extLst>
                <a:ext uri="{FF2B5EF4-FFF2-40B4-BE49-F238E27FC236}">
                  <a16:creationId xmlns:a16="http://schemas.microsoft.com/office/drawing/2014/main" id="{3F99D8F5-58BE-1377-7404-D5379FB3A85E}"/>
                </a:ext>
              </a:extLst>
            </p:cNvPr>
            <p:cNvSpPr/>
            <p:nvPr/>
          </p:nvSpPr>
          <p:spPr>
            <a:xfrm>
              <a:off x="4552698" y="1554585"/>
              <a:ext cx="29289" cy="29289"/>
            </a:xfrm>
            <a:prstGeom prst="ellipse">
              <a:avLst/>
            </a:prstGeom>
            <a:gradFill flip="none" rotWithShape="1">
              <a:gsLst>
                <a:gs pos="0">
                  <a:srgbClr val="EAF2F9"/>
                </a:gs>
                <a:gs pos="43000">
                  <a:srgbClr val="9CBFE0"/>
                </a:gs>
                <a:gs pos="100000">
                  <a:srgbClr val="6A96BF"/>
                </a:gs>
              </a:gsLst>
              <a:lin ang="2700000" scaled="1"/>
              <a:tileRect/>
            </a:gradFill>
            <a:ln w="2540" cap="rnd" cmpd="sng" algn="ctr">
              <a:noFill/>
              <a:prstDash val="solid"/>
              <a:round/>
              <a:headEnd type="none" w="med" len="med"/>
              <a:tailEnd type="none" w="med" len="med"/>
            </a:ln>
            <a:effectLst/>
          </p:spPr>
        </p:sp>
        <p:sp>
          <p:nvSpPr>
            <p:cNvPr id="300" name="ellipse_2120">
              <a:extLst>
                <a:ext uri="{FF2B5EF4-FFF2-40B4-BE49-F238E27FC236}">
                  <a16:creationId xmlns:a16="http://schemas.microsoft.com/office/drawing/2014/main" id="{7CF26033-9F35-95BE-4872-F3B5EC230C3A}"/>
                </a:ext>
              </a:extLst>
            </p:cNvPr>
            <p:cNvSpPr/>
            <p:nvPr/>
          </p:nvSpPr>
          <p:spPr>
            <a:xfrm>
              <a:off x="4303221" y="1630068"/>
              <a:ext cx="26948" cy="26948"/>
            </a:xfrm>
            <a:prstGeom prst="ellipse">
              <a:avLst/>
            </a:prstGeom>
            <a:gradFill flip="none" rotWithShape="1">
              <a:gsLst>
                <a:gs pos="0">
                  <a:srgbClr val="E4EEF7"/>
                </a:gs>
                <a:gs pos="43000">
                  <a:srgbClr val="7DABD7"/>
                </a:gs>
                <a:gs pos="100000">
                  <a:srgbClr val="4780B4"/>
                </a:gs>
              </a:gsLst>
              <a:lin ang="2700000" scaled="1"/>
              <a:tileRect/>
            </a:gradFill>
            <a:ln w="2540" cap="rnd" cmpd="sng" algn="ctr">
              <a:noFill/>
              <a:prstDash val="solid"/>
              <a:round/>
              <a:headEnd type="none" w="med" len="med"/>
              <a:tailEnd type="none" w="med" len="med"/>
            </a:ln>
            <a:effectLst/>
          </p:spPr>
        </p:sp>
        <p:sp>
          <p:nvSpPr>
            <p:cNvPr id="301" name="ellipse_2121">
              <a:extLst>
                <a:ext uri="{FF2B5EF4-FFF2-40B4-BE49-F238E27FC236}">
                  <a16:creationId xmlns:a16="http://schemas.microsoft.com/office/drawing/2014/main" id="{209D44EF-ABCA-50A1-F9C7-09C8659D775B}"/>
                </a:ext>
              </a:extLst>
            </p:cNvPr>
            <p:cNvSpPr/>
            <p:nvPr/>
          </p:nvSpPr>
          <p:spPr>
            <a:xfrm>
              <a:off x="4478501" y="1592646"/>
              <a:ext cx="34960" cy="34960"/>
            </a:xfrm>
            <a:prstGeom prst="ellipse">
              <a:avLst/>
            </a:prstGeom>
            <a:gradFill flip="none" rotWithShape="1">
              <a:gsLst>
                <a:gs pos="0">
                  <a:srgbClr val="E7F0F8"/>
                </a:gs>
                <a:gs pos="43000">
                  <a:srgbClr val="8CB5DB"/>
                </a:gs>
                <a:gs pos="100000">
                  <a:srgbClr val="588BB9"/>
                </a:gs>
              </a:gsLst>
              <a:lin ang="2700000" scaled="1"/>
              <a:tileRect/>
            </a:gradFill>
            <a:ln w="2540" cap="rnd" cmpd="sng" algn="ctr">
              <a:noFill/>
              <a:prstDash val="solid"/>
              <a:round/>
              <a:headEnd type="none" w="med" len="med"/>
              <a:tailEnd type="none" w="med" len="med"/>
            </a:ln>
            <a:effectLst/>
          </p:spPr>
        </p:sp>
        <p:sp>
          <p:nvSpPr>
            <p:cNvPr id="302" name="ellipse_2122">
              <a:extLst>
                <a:ext uri="{FF2B5EF4-FFF2-40B4-BE49-F238E27FC236}">
                  <a16:creationId xmlns:a16="http://schemas.microsoft.com/office/drawing/2014/main" id="{6E294A8E-F28C-EA21-B55C-DC75F472D7C6}"/>
                </a:ext>
              </a:extLst>
            </p:cNvPr>
            <p:cNvSpPr/>
            <p:nvPr/>
          </p:nvSpPr>
          <p:spPr>
            <a:xfrm>
              <a:off x="4565932" y="1590332"/>
              <a:ext cx="28306" cy="28306"/>
            </a:xfrm>
            <a:prstGeom prst="ellipse">
              <a:avLst/>
            </a:prstGeom>
            <a:gradFill flip="none" rotWithShape="1">
              <a:gsLst>
                <a:gs pos="0">
                  <a:srgbClr val="E4EDF6"/>
                </a:gs>
                <a:gs pos="43000">
                  <a:srgbClr val="7BAAD6"/>
                </a:gs>
                <a:gs pos="100000">
                  <a:srgbClr val="457EB3"/>
                </a:gs>
              </a:gsLst>
              <a:lin ang="2700000" scaled="1"/>
              <a:tileRect/>
            </a:gradFill>
            <a:ln w="2540" cap="rnd" cmpd="sng" algn="ctr">
              <a:noFill/>
              <a:prstDash val="solid"/>
              <a:round/>
              <a:headEnd type="none" w="med" len="med"/>
              <a:tailEnd type="none" w="med" len="med"/>
            </a:ln>
            <a:effectLst/>
          </p:spPr>
        </p:sp>
        <p:sp>
          <p:nvSpPr>
            <p:cNvPr id="303" name="ellipse_2123">
              <a:extLst>
                <a:ext uri="{FF2B5EF4-FFF2-40B4-BE49-F238E27FC236}">
                  <a16:creationId xmlns:a16="http://schemas.microsoft.com/office/drawing/2014/main" id="{1BC804C8-127E-0AA3-E009-86A7258DF5AC}"/>
                </a:ext>
              </a:extLst>
            </p:cNvPr>
            <p:cNvSpPr/>
            <p:nvPr/>
          </p:nvSpPr>
          <p:spPr>
            <a:xfrm>
              <a:off x="4059567" y="1420321"/>
              <a:ext cx="25021" cy="25021"/>
            </a:xfrm>
            <a:prstGeom prst="ellipse">
              <a:avLst/>
            </a:prstGeom>
            <a:gradFill flip="none" rotWithShape="1">
              <a:gsLst>
                <a:gs pos="0">
                  <a:srgbClr val="E1ECF6"/>
                </a:gs>
                <a:gs pos="43000">
                  <a:srgbClr val="70A3D3"/>
                </a:gs>
                <a:gs pos="100000">
                  <a:srgbClr val="3876B0"/>
                </a:gs>
              </a:gsLst>
              <a:lin ang="2700000" scaled="1"/>
              <a:tileRect/>
            </a:gradFill>
            <a:ln w="2540" cap="rnd" cmpd="sng" algn="ctr">
              <a:noFill/>
              <a:prstDash val="solid"/>
              <a:round/>
              <a:headEnd type="none" w="med" len="med"/>
              <a:tailEnd type="none" w="med" len="med"/>
            </a:ln>
            <a:effectLst/>
          </p:spPr>
        </p:sp>
        <p:sp>
          <p:nvSpPr>
            <p:cNvPr id="304" name="ellipse_2124">
              <a:extLst>
                <a:ext uri="{FF2B5EF4-FFF2-40B4-BE49-F238E27FC236}">
                  <a16:creationId xmlns:a16="http://schemas.microsoft.com/office/drawing/2014/main" id="{276F0B44-507B-31C5-C786-1119E704151C}"/>
                </a:ext>
              </a:extLst>
            </p:cNvPr>
            <p:cNvSpPr/>
            <p:nvPr/>
          </p:nvSpPr>
          <p:spPr>
            <a:xfrm>
              <a:off x="4454981" y="1419123"/>
              <a:ext cx="20719" cy="20719"/>
            </a:xfrm>
            <a:prstGeom prst="ellipse">
              <a:avLst/>
            </a:prstGeom>
            <a:gradFill flip="none" rotWithShape="1">
              <a:gsLst>
                <a:gs pos="0">
                  <a:srgbClr val="FBF3F4"/>
                </a:gs>
                <a:gs pos="43000">
                  <a:srgbClr val="EDC5C9"/>
                </a:gs>
                <a:gs pos="100000">
                  <a:srgbClr val="C89EA5"/>
                </a:gs>
              </a:gsLst>
              <a:lin ang="2700000" scaled="1"/>
              <a:tileRect/>
            </a:gradFill>
            <a:ln w="2540" cap="rnd" cmpd="sng" algn="ctr">
              <a:noFill/>
              <a:prstDash val="solid"/>
              <a:round/>
              <a:headEnd type="none" w="med" len="med"/>
              <a:tailEnd type="none" w="med" len="med"/>
            </a:ln>
            <a:effectLst/>
          </p:spPr>
        </p:sp>
        <p:sp>
          <p:nvSpPr>
            <p:cNvPr id="305" name="ellipse_2125">
              <a:extLst>
                <a:ext uri="{FF2B5EF4-FFF2-40B4-BE49-F238E27FC236}">
                  <a16:creationId xmlns:a16="http://schemas.microsoft.com/office/drawing/2014/main" id="{40B18D8B-E1CA-81DD-0025-83D9F5B9B79C}"/>
                </a:ext>
              </a:extLst>
            </p:cNvPr>
            <p:cNvSpPr/>
            <p:nvPr/>
          </p:nvSpPr>
          <p:spPr>
            <a:xfrm>
              <a:off x="4213951" y="1613938"/>
              <a:ext cx="30623" cy="30623"/>
            </a:xfrm>
            <a:prstGeom prst="ellipse">
              <a:avLst/>
            </a:prstGeom>
            <a:gradFill flip="none" rotWithShape="1">
              <a:gsLst>
                <a:gs pos="0">
                  <a:srgbClr val="F1F6FA"/>
                </a:gs>
                <a:gs pos="43000">
                  <a:srgbClr val="BCD3E9"/>
                </a:gs>
                <a:gs pos="100000">
                  <a:srgbClr val="90AECA"/>
                </a:gs>
              </a:gsLst>
              <a:lin ang="2700000" scaled="1"/>
              <a:tileRect/>
            </a:gradFill>
            <a:ln w="2540" cap="rnd" cmpd="sng" algn="ctr">
              <a:noFill/>
              <a:prstDash val="solid"/>
              <a:round/>
              <a:headEnd type="none" w="med" len="med"/>
              <a:tailEnd type="none" w="med" len="med"/>
            </a:ln>
            <a:effectLst/>
          </p:spPr>
        </p:sp>
        <p:sp>
          <p:nvSpPr>
            <p:cNvPr id="306" name="ellipse_2126">
              <a:extLst>
                <a:ext uri="{FF2B5EF4-FFF2-40B4-BE49-F238E27FC236}">
                  <a16:creationId xmlns:a16="http://schemas.microsoft.com/office/drawing/2014/main" id="{DF024F9A-4C76-48B1-7BAD-E6162B35C38E}"/>
                </a:ext>
              </a:extLst>
            </p:cNvPr>
            <p:cNvSpPr/>
            <p:nvPr/>
          </p:nvSpPr>
          <p:spPr>
            <a:xfrm>
              <a:off x="4448861" y="1530866"/>
              <a:ext cx="30010" cy="30010"/>
            </a:xfrm>
            <a:prstGeom prst="ellipse">
              <a:avLst/>
            </a:prstGeom>
            <a:gradFill flip="none" rotWithShape="1">
              <a:gsLst>
                <a:gs pos="0">
                  <a:srgbClr val="FBF1F2"/>
                </a:gs>
                <a:gs pos="43000">
                  <a:srgbClr val="EBBDC0"/>
                </a:gs>
                <a:gs pos="100000">
                  <a:srgbClr val="C6949A"/>
                </a:gs>
              </a:gsLst>
              <a:lin ang="2700000" scaled="1"/>
              <a:tileRect/>
            </a:gradFill>
            <a:ln w="2540" cap="rnd" cmpd="sng" algn="ctr">
              <a:noFill/>
              <a:prstDash val="solid"/>
              <a:round/>
              <a:headEnd type="none" w="med" len="med"/>
              <a:tailEnd type="none" w="med" len="med"/>
            </a:ln>
            <a:effectLst/>
          </p:spPr>
        </p:sp>
        <p:sp>
          <p:nvSpPr>
            <p:cNvPr id="307" name="ellipse_2127">
              <a:extLst>
                <a:ext uri="{FF2B5EF4-FFF2-40B4-BE49-F238E27FC236}">
                  <a16:creationId xmlns:a16="http://schemas.microsoft.com/office/drawing/2014/main" id="{D11FD325-60A4-A938-D014-05D6B586A2C3}"/>
                </a:ext>
              </a:extLst>
            </p:cNvPr>
            <p:cNvSpPr/>
            <p:nvPr/>
          </p:nvSpPr>
          <p:spPr>
            <a:xfrm>
              <a:off x="4187439" y="1437250"/>
              <a:ext cx="22091" cy="22091"/>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08" name="ellipse_2128">
              <a:extLst>
                <a:ext uri="{FF2B5EF4-FFF2-40B4-BE49-F238E27FC236}">
                  <a16:creationId xmlns:a16="http://schemas.microsoft.com/office/drawing/2014/main" id="{9F589DC5-07B2-D58D-F462-2A7277B79610}"/>
                </a:ext>
              </a:extLst>
            </p:cNvPr>
            <p:cNvSpPr/>
            <p:nvPr/>
          </p:nvSpPr>
          <p:spPr>
            <a:xfrm>
              <a:off x="4156267" y="1447360"/>
              <a:ext cx="27517" cy="27517"/>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09" name="ellipse_2129">
              <a:extLst>
                <a:ext uri="{FF2B5EF4-FFF2-40B4-BE49-F238E27FC236}">
                  <a16:creationId xmlns:a16="http://schemas.microsoft.com/office/drawing/2014/main" id="{6200D936-ECFA-A1EC-3976-90A295990247}"/>
                </a:ext>
              </a:extLst>
            </p:cNvPr>
            <p:cNvSpPr/>
            <p:nvPr/>
          </p:nvSpPr>
          <p:spPr>
            <a:xfrm>
              <a:off x="4513687" y="1593956"/>
              <a:ext cx="26924" cy="26924"/>
            </a:xfrm>
            <a:prstGeom prst="ellipse">
              <a:avLst/>
            </a:prstGeom>
            <a:gradFill flip="none" rotWithShape="1">
              <a:gsLst>
                <a:gs pos="0">
                  <a:srgbClr val="E6EFF7"/>
                </a:gs>
                <a:gs pos="43000">
                  <a:srgbClr val="87B2DA"/>
                </a:gs>
                <a:gs pos="100000">
                  <a:srgbClr val="5387B8"/>
                </a:gs>
              </a:gsLst>
              <a:lin ang="2700000" scaled="1"/>
              <a:tileRect/>
            </a:gradFill>
            <a:ln w="2540" cap="rnd" cmpd="sng" algn="ctr">
              <a:noFill/>
              <a:prstDash val="solid"/>
              <a:round/>
              <a:headEnd type="none" w="med" len="med"/>
              <a:tailEnd type="none" w="med" len="med"/>
            </a:ln>
            <a:effectLst/>
          </p:spPr>
        </p:sp>
        <p:sp>
          <p:nvSpPr>
            <p:cNvPr id="310" name="ellipse_2130">
              <a:extLst>
                <a:ext uri="{FF2B5EF4-FFF2-40B4-BE49-F238E27FC236}">
                  <a16:creationId xmlns:a16="http://schemas.microsoft.com/office/drawing/2014/main" id="{5679C4A3-A590-F320-CA55-EFC0FEB3A3FD}"/>
                </a:ext>
              </a:extLst>
            </p:cNvPr>
            <p:cNvSpPr/>
            <p:nvPr/>
          </p:nvSpPr>
          <p:spPr>
            <a:xfrm>
              <a:off x="4475672" y="1534775"/>
              <a:ext cx="19735" cy="19735"/>
            </a:xfrm>
            <a:prstGeom prst="ellipse">
              <a:avLst/>
            </a:prstGeom>
            <a:gradFill flip="none" rotWithShape="1">
              <a:gsLst>
                <a:gs pos="0">
                  <a:srgbClr val="FBF3F4"/>
                </a:gs>
                <a:gs pos="43000">
                  <a:srgbClr val="ECC5C8"/>
                </a:gs>
                <a:gs pos="100000">
                  <a:srgbClr val="C79DA4"/>
                </a:gs>
              </a:gsLst>
              <a:lin ang="2700000" scaled="1"/>
              <a:tileRect/>
            </a:gradFill>
            <a:ln w="2540" cap="rnd" cmpd="sng" algn="ctr">
              <a:noFill/>
              <a:prstDash val="solid"/>
              <a:round/>
              <a:headEnd type="none" w="med" len="med"/>
              <a:tailEnd type="none" w="med" len="med"/>
            </a:ln>
            <a:effectLst/>
          </p:spPr>
        </p:sp>
        <p:sp>
          <p:nvSpPr>
            <p:cNvPr id="311" name="ellipse_2131">
              <a:extLst>
                <a:ext uri="{FF2B5EF4-FFF2-40B4-BE49-F238E27FC236}">
                  <a16:creationId xmlns:a16="http://schemas.microsoft.com/office/drawing/2014/main" id="{8360672F-84DC-D8A3-D83A-1989AA5BAF61}"/>
                </a:ext>
              </a:extLst>
            </p:cNvPr>
            <p:cNvSpPr/>
            <p:nvPr/>
          </p:nvSpPr>
          <p:spPr>
            <a:xfrm>
              <a:off x="4177150" y="1479714"/>
              <a:ext cx="34047" cy="34047"/>
            </a:xfrm>
            <a:prstGeom prst="ellipse">
              <a:avLst/>
            </a:prstGeom>
            <a:gradFill flip="none" rotWithShape="1">
              <a:gsLst>
                <a:gs pos="0">
                  <a:srgbClr val="E4EDF7"/>
                </a:gs>
                <a:gs pos="43000">
                  <a:srgbClr val="7BAAD7"/>
                </a:gs>
                <a:gs pos="100000">
                  <a:srgbClr val="457EB4"/>
                </a:gs>
              </a:gsLst>
              <a:lin ang="2700000" scaled="1"/>
              <a:tileRect/>
            </a:gradFill>
            <a:ln w="2540" cap="rnd" cmpd="sng" algn="ctr">
              <a:noFill/>
              <a:prstDash val="solid"/>
              <a:round/>
              <a:headEnd type="none" w="med" len="med"/>
              <a:tailEnd type="none" w="med" len="med"/>
            </a:ln>
            <a:effectLst/>
          </p:spPr>
        </p:sp>
        <p:sp>
          <p:nvSpPr>
            <p:cNvPr id="312" name="ellipse_2132">
              <a:extLst>
                <a:ext uri="{FF2B5EF4-FFF2-40B4-BE49-F238E27FC236}">
                  <a16:creationId xmlns:a16="http://schemas.microsoft.com/office/drawing/2014/main" id="{470B6575-1946-A9F8-FC08-85241C868957}"/>
                </a:ext>
              </a:extLst>
            </p:cNvPr>
            <p:cNvSpPr/>
            <p:nvPr/>
          </p:nvSpPr>
          <p:spPr>
            <a:xfrm>
              <a:off x="4169230" y="1457714"/>
              <a:ext cx="24475" cy="24475"/>
            </a:xfrm>
            <a:prstGeom prst="ellipse">
              <a:avLst/>
            </a:prstGeom>
            <a:gradFill flip="none" rotWithShape="1">
              <a:gsLst>
                <a:gs pos="0">
                  <a:srgbClr val="E2ECF6"/>
                </a:gs>
                <a:gs pos="43000">
                  <a:srgbClr val="73A5D4"/>
                </a:gs>
                <a:gs pos="100000">
                  <a:srgbClr val="3B78B1"/>
                </a:gs>
              </a:gsLst>
              <a:lin ang="2700000" scaled="1"/>
              <a:tileRect/>
            </a:gradFill>
            <a:ln w="2540" cap="rnd" cmpd="sng" algn="ctr">
              <a:noFill/>
              <a:prstDash val="solid"/>
              <a:round/>
              <a:headEnd type="none" w="med" len="med"/>
              <a:tailEnd type="none" w="med" len="med"/>
            </a:ln>
            <a:effectLst/>
          </p:spPr>
        </p:sp>
        <p:sp>
          <p:nvSpPr>
            <p:cNvPr id="313" name="ellipse_2133">
              <a:extLst>
                <a:ext uri="{FF2B5EF4-FFF2-40B4-BE49-F238E27FC236}">
                  <a16:creationId xmlns:a16="http://schemas.microsoft.com/office/drawing/2014/main" id="{DFF9378C-C513-EE52-BE77-7C4D53173188}"/>
                </a:ext>
              </a:extLst>
            </p:cNvPr>
            <p:cNvSpPr/>
            <p:nvPr/>
          </p:nvSpPr>
          <p:spPr>
            <a:xfrm>
              <a:off x="4250267" y="1611599"/>
              <a:ext cx="27208" cy="27208"/>
            </a:xfrm>
            <a:prstGeom prst="ellipse">
              <a:avLst/>
            </a:prstGeom>
            <a:gradFill flip="none" rotWithShape="1">
              <a:gsLst>
                <a:gs pos="0">
                  <a:srgbClr val="ECF3F9"/>
                </a:gs>
                <a:gs pos="43000">
                  <a:srgbClr val="A4C5E3"/>
                </a:gs>
                <a:gs pos="100000">
                  <a:srgbClr val="749DC2"/>
                </a:gs>
              </a:gsLst>
              <a:lin ang="2700000" scaled="1"/>
              <a:tileRect/>
            </a:gradFill>
            <a:ln w="2540" cap="rnd" cmpd="sng" algn="ctr">
              <a:noFill/>
              <a:prstDash val="solid"/>
              <a:round/>
              <a:headEnd type="none" w="med" len="med"/>
              <a:tailEnd type="none" w="med" len="med"/>
            </a:ln>
            <a:effectLst/>
          </p:spPr>
        </p:sp>
        <p:sp>
          <p:nvSpPr>
            <p:cNvPr id="314" name="ellipse_2134">
              <a:extLst>
                <a:ext uri="{FF2B5EF4-FFF2-40B4-BE49-F238E27FC236}">
                  <a16:creationId xmlns:a16="http://schemas.microsoft.com/office/drawing/2014/main" id="{88B2AB24-8B7E-3A08-45D1-3EC5BC2A3971}"/>
                </a:ext>
              </a:extLst>
            </p:cNvPr>
            <p:cNvSpPr/>
            <p:nvPr/>
          </p:nvSpPr>
          <p:spPr>
            <a:xfrm>
              <a:off x="4316540" y="1649280"/>
              <a:ext cx="31638" cy="31638"/>
            </a:xfrm>
            <a:prstGeom prst="ellipse">
              <a:avLst/>
            </a:prstGeom>
            <a:gradFill flip="none" rotWithShape="1">
              <a:gsLst>
                <a:gs pos="0">
                  <a:srgbClr val="E2ECF6"/>
                </a:gs>
                <a:gs pos="43000">
                  <a:srgbClr val="75A6D5"/>
                </a:gs>
                <a:gs pos="100000">
                  <a:srgbClr val="3E79B2"/>
                </a:gs>
              </a:gsLst>
              <a:lin ang="2700000" scaled="1"/>
              <a:tileRect/>
            </a:gradFill>
            <a:ln w="2540" cap="rnd" cmpd="sng" algn="ctr">
              <a:noFill/>
              <a:prstDash val="solid"/>
              <a:round/>
              <a:headEnd type="none" w="med" len="med"/>
              <a:tailEnd type="none" w="med" len="med"/>
            </a:ln>
            <a:effectLst/>
          </p:spPr>
        </p:sp>
        <p:sp>
          <p:nvSpPr>
            <p:cNvPr id="315" name="ellipse_2135">
              <a:extLst>
                <a:ext uri="{FF2B5EF4-FFF2-40B4-BE49-F238E27FC236}">
                  <a16:creationId xmlns:a16="http://schemas.microsoft.com/office/drawing/2014/main" id="{0036F3F9-9E6E-793F-4EEB-F9AAFA4A9026}"/>
                </a:ext>
              </a:extLst>
            </p:cNvPr>
            <p:cNvSpPr/>
            <p:nvPr/>
          </p:nvSpPr>
          <p:spPr>
            <a:xfrm>
              <a:off x="4145317" y="1562114"/>
              <a:ext cx="29616" cy="29616"/>
            </a:xfrm>
            <a:prstGeom prst="ellipse">
              <a:avLst/>
            </a:prstGeom>
            <a:gradFill flip="none" rotWithShape="1">
              <a:gsLst>
                <a:gs pos="0">
                  <a:srgbClr val="F8FAFC"/>
                </a:gs>
                <a:gs pos="43000">
                  <a:srgbClr val="DBE7F3"/>
                </a:gs>
                <a:gs pos="100000">
                  <a:srgbClr val="B4C4D5"/>
                </a:gs>
              </a:gsLst>
              <a:lin ang="2700000" scaled="1"/>
              <a:tileRect/>
            </a:gradFill>
            <a:ln w="2540" cap="rnd" cmpd="sng" algn="ctr">
              <a:noFill/>
              <a:prstDash val="solid"/>
              <a:round/>
              <a:headEnd type="none" w="med" len="med"/>
              <a:tailEnd type="none" w="med" len="med"/>
            </a:ln>
            <a:effectLst/>
          </p:spPr>
        </p:sp>
        <p:sp>
          <p:nvSpPr>
            <p:cNvPr id="316" name="ellipse_2136">
              <a:extLst>
                <a:ext uri="{FF2B5EF4-FFF2-40B4-BE49-F238E27FC236}">
                  <a16:creationId xmlns:a16="http://schemas.microsoft.com/office/drawing/2014/main" id="{DE6F2EDB-63ED-2D59-170D-E5566A653C82}"/>
                </a:ext>
              </a:extLst>
            </p:cNvPr>
            <p:cNvSpPr/>
            <p:nvPr/>
          </p:nvSpPr>
          <p:spPr>
            <a:xfrm>
              <a:off x="4212479" y="1534532"/>
              <a:ext cx="21239" cy="21239"/>
            </a:xfrm>
            <a:prstGeom prst="ellipse">
              <a:avLst/>
            </a:prstGeom>
            <a:gradFill flip="none" rotWithShape="1">
              <a:gsLst>
                <a:gs pos="0">
                  <a:srgbClr val="EDF3F9"/>
                </a:gs>
                <a:gs pos="43000">
                  <a:srgbClr val="A9C8E4"/>
                </a:gs>
                <a:gs pos="100000">
                  <a:srgbClr val="7AA0C4"/>
                </a:gs>
              </a:gsLst>
              <a:lin ang="2700000" scaled="1"/>
              <a:tileRect/>
            </a:gradFill>
            <a:ln w="2540" cap="rnd" cmpd="sng" algn="ctr">
              <a:noFill/>
              <a:prstDash val="solid"/>
              <a:round/>
              <a:headEnd type="none" w="med" len="med"/>
              <a:tailEnd type="none" w="med" len="med"/>
            </a:ln>
            <a:effectLst/>
          </p:spPr>
        </p:sp>
        <p:sp>
          <p:nvSpPr>
            <p:cNvPr id="317" name="ellipse_2137">
              <a:extLst>
                <a:ext uri="{FF2B5EF4-FFF2-40B4-BE49-F238E27FC236}">
                  <a16:creationId xmlns:a16="http://schemas.microsoft.com/office/drawing/2014/main" id="{6C22D785-70DD-B1E4-0AA5-5F5B2E582FC7}"/>
                </a:ext>
              </a:extLst>
            </p:cNvPr>
            <p:cNvSpPr/>
            <p:nvPr/>
          </p:nvSpPr>
          <p:spPr>
            <a:xfrm>
              <a:off x="4296928" y="1660530"/>
              <a:ext cx="21078" cy="21078"/>
            </a:xfrm>
            <a:prstGeom prst="ellipse">
              <a:avLst/>
            </a:prstGeom>
            <a:gradFill flip="none" rotWithShape="1">
              <a:gsLst>
                <a:gs pos="0">
                  <a:srgbClr val="E2EDF6"/>
                </a:gs>
                <a:gs pos="43000">
                  <a:srgbClr val="76A7D5"/>
                </a:gs>
                <a:gs pos="100000">
                  <a:srgbClr val="3F7BB3"/>
                </a:gs>
              </a:gsLst>
              <a:lin ang="2700000" scaled="1"/>
              <a:tileRect/>
            </a:gradFill>
            <a:ln w="2540" cap="rnd" cmpd="sng" algn="ctr">
              <a:noFill/>
              <a:prstDash val="solid"/>
              <a:round/>
              <a:headEnd type="none" w="med" len="med"/>
              <a:tailEnd type="none" w="med" len="med"/>
            </a:ln>
            <a:effectLst/>
          </p:spPr>
        </p:sp>
        <p:sp>
          <p:nvSpPr>
            <p:cNvPr id="318" name="ellipse_2138">
              <a:extLst>
                <a:ext uri="{FF2B5EF4-FFF2-40B4-BE49-F238E27FC236}">
                  <a16:creationId xmlns:a16="http://schemas.microsoft.com/office/drawing/2014/main" id="{0D7D27AF-9187-B7E5-E139-FA9D0EC1A0B9}"/>
                </a:ext>
              </a:extLst>
            </p:cNvPr>
            <p:cNvSpPr/>
            <p:nvPr/>
          </p:nvSpPr>
          <p:spPr>
            <a:xfrm>
              <a:off x="4387132" y="1397727"/>
              <a:ext cx="22984" cy="22984"/>
            </a:xfrm>
            <a:prstGeom prst="ellipse">
              <a:avLst/>
            </a:prstGeom>
            <a:gradFill flip="none" rotWithShape="1">
              <a:gsLst>
                <a:gs pos="0">
                  <a:srgbClr val="F5F8FC"/>
                </a:gs>
                <a:gs pos="43000">
                  <a:srgbClr val="CFDFEF"/>
                </a:gs>
                <a:gs pos="100000">
                  <a:srgbClr val="A5BCD1"/>
                </a:gs>
              </a:gsLst>
              <a:lin ang="2700000" scaled="1"/>
              <a:tileRect/>
            </a:gradFill>
            <a:ln w="2540" cap="rnd" cmpd="sng" algn="ctr">
              <a:noFill/>
              <a:prstDash val="solid"/>
              <a:round/>
              <a:headEnd type="none" w="med" len="med"/>
              <a:tailEnd type="none" w="med" len="med"/>
            </a:ln>
            <a:effectLst/>
          </p:spPr>
        </p:sp>
        <p:sp>
          <p:nvSpPr>
            <p:cNvPr id="319" name="ellipse_2139">
              <a:extLst>
                <a:ext uri="{FF2B5EF4-FFF2-40B4-BE49-F238E27FC236}">
                  <a16:creationId xmlns:a16="http://schemas.microsoft.com/office/drawing/2014/main" id="{786629BA-0B6F-6894-EC9D-135EE152806C}"/>
                </a:ext>
              </a:extLst>
            </p:cNvPr>
            <p:cNvSpPr/>
            <p:nvPr/>
          </p:nvSpPr>
          <p:spPr>
            <a:xfrm>
              <a:off x="4423607" y="1603144"/>
              <a:ext cx="26321" cy="26321"/>
            </a:xfrm>
            <a:prstGeom prst="ellipse">
              <a:avLst/>
            </a:prstGeom>
            <a:gradFill flip="none" rotWithShape="1">
              <a:gsLst>
                <a:gs pos="0">
                  <a:srgbClr val="E6EFF7"/>
                </a:gs>
                <a:gs pos="43000">
                  <a:srgbClr val="88B3DA"/>
                </a:gs>
                <a:gs pos="100000">
                  <a:srgbClr val="5488B8"/>
                </a:gs>
              </a:gsLst>
              <a:lin ang="2700000" scaled="1"/>
              <a:tileRect/>
            </a:gradFill>
            <a:ln w="2540" cap="rnd" cmpd="sng" algn="ctr">
              <a:noFill/>
              <a:prstDash val="solid"/>
              <a:round/>
              <a:headEnd type="none" w="med" len="med"/>
              <a:tailEnd type="none" w="med" len="med"/>
            </a:ln>
            <a:effectLst/>
          </p:spPr>
        </p:sp>
        <p:sp>
          <p:nvSpPr>
            <p:cNvPr id="5837" name="ellipse_2140">
              <a:extLst>
                <a:ext uri="{FF2B5EF4-FFF2-40B4-BE49-F238E27FC236}">
                  <a16:creationId xmlns:a16="http://schemas.microsoft.com/office/drawing/2014/main" id="{6A01F0FB-291F-A015-A42A-952B218E4A75}"/>
                </a:ext>
              </a:extLst>
            </p:cNvPr>
            <p:cNvSpPr/>
            <p:nvPr/>
          </p:nvSpPr>
          <p:spPr>
            <a:xfrm>
              <a:off x="4143066" y="1454342"/>
              <a:ext cx="33754" cy="33754"/>
            </a:xfrm>
            <a:prstGeom prst="ellipse">
              <a:avLst/>
            </a:prstGeom>
            <a:gradFill flip="none" rotWithShape="1">
              <a:gsLst>
                <a:gs pos="0">
                  <a:srgbClr val="E2ECF6"/>
                </a:gs>
                <a:gs pos="43000">
                  <a:srgbClr val="73A5D4"/>
                </a:gs>
                <a:gs pos="100000">
                  <a:srgbClr val="3B78B1"/>
                </a:gs>
              </a:gsLst>
              <a:lin ang="2700000" scaled="1"/>
              <a:tileRect/>
            </a:gradFill>
            <a:ln w="2540" cap="rnd" cmpd="sng" algn="ctr">
              <a:noFill/>
              <a:prstDash val="solid"/>
              <a:round/>
              <a:headEnd type="none" w="med" len="med"/>
              <a:tailEnd type="none" w="med" len="med"/>
            </a:ln>
            <a:effectLst/>
          </p:spPr>
        </p:sp>
        <p:sp>
          <p:nvSpPr>
            <p:cNvPr id="5838" name="ellipse_2141">
              <a:extLst>
                <a:ext uri="{FF2B5EF4-FFF2-40B4-BE49-F238E27FC236}">
                  <a16:creationId xmlns:a16="http://schemas.microsoft.com/office/drawing/2014/main" id="{66EBF56F-7E6E-8E8A-7C91-286C56562265}"/>
                </a:ext>
              </a:extLst>
            </p:cNvPr>
            <p:cNvSpPr/>
            <p:nvPr/>
          </p:nvSpPr>
          <p:spPr>
            <a:xfrm>
              <a:off x="4172222" y="1529575"/>
              <a:ext cx="28626" cy="28626"/>
            </a:xfrm>
            <a:prstGeom prst="ellipse">
              <a:avLst/>
            </a:prstGeom>
            <a:gradFill flip="none" rotWithShape="1">
              <a:gsLst>
                <a:gs pos="0">
                  <a:srgbClr val="EEF4FA"/>
                </a:gs>
                <a:gs pos="43000">
                  <a:srgbClr val="AECBE6"/>
                </a:gs>
                <a:gs pos="100000">
                  <a:srgbClr val="80A4C6"/>
                </a:gs>
              </a:gsLst>
              <a:lin ang="2700000" scaled="1"/>
              <a:tileRect/>
            </a:gradFill>
            <a:ln w="2540" cap="rnd" cmpd="sng" algn="ctr">
              <a:noFill/>
              <a:prstDash val="solid"/>
              <a:round/>
              <a:headEnd type="none" w="med" len="med"/>
              <a:tailEnd type="none" w="med" len="med"/>
            </a:ln>
            <a:effectLst/>
          </p:spPr>
        </p:sp>
        <p:sp>
          <p:nvSpPr>
            <p:cNvPr id="5839" name="ellipse_2142">
              <a:extLst>
                <a:ext uri="{FF2B5EF4-FFF2-40B4-BE49-F238E27FC236}">
                  <a16:creationId xmlns:a16="http://schemas.microsoft.com/office/drawing/2014/main" id="{BD3FF831-7852-8545-E02C-59BD458FA2F2}"/>
                </a:ext>
              </a:extLst>
            </p:cNvPr>
            <p:cNvSpPr/>
            <p:nvPr/>
          </p:nvSpPr>
          <p:spPr>
            <a:xfrm>
              <a:off x="4543531" y="1594407"/>
              <a:ext cx="30468" cy="30468"/>
            </a:xfrm>
            <a:prstGeom prst="ellipse">
              <a:avLst/>
            </a:prstGeom>
            <a:gradFill flip="none" rotWithShape="1">
              <a:gsLst>
                <a:gs pos="0">
                  <a:srgbClr val="E4EEF7"/>
                </a:gs>
                <a:gs pos="43000">
                  <a:srgbClr val="7DABD7"/>
                </a:gs>
                <a:gs pos="100000">
                  <a:srgbClr val="4880B4"/>
                </a:gs>
              </a:gsLst>
              <a:lin ang="2700000" scaled="1"/>
              <a:tileRect/>
            </a:gradFill>
            <a:ln w="2540" cap="rnd" cmpd="sng" algn="ctr">
              <a:noFill/>
              <a:prstDash val="solid"/>
              <a:round/>
              <a:headEnd type="none" w="med" len="med"/>
              <a:tailEnd type="none" w="med" len="med"/>
            </a:ln>
            <a:effectLst/>
          </p:spPr>
        </p:sp>
        <p:sp>
          <p:nvSpPr>
            <p:cNvPr id="5840" name="ellipse_2143">
              <a:extLst>
                <a:ext uri="{FF2B5EF4-FFF2-40B4-BE49-F238E27FC236}">
                  <a16:creationId xmlns:a16="http://schemas.microsoft.com/office/drawing/2014/main" id="{8DACE373-19FE-D8CA-6A93-44FDB698A44B}"/>
                </a:ext>
              </a:extLst>
            </p:cNvPr>
            <p:cNvSpPr/>
            <p:nvPr/>
          </p:nvSpPr>
          <p:spPr>
            <a:xfrm>
              <a:off x="4485018" y="1527843"/>
              <a:ext cx="27018" cy="27018"/>
            </a:xfrm>
            <a:prstGeom prst="ellipse">
              <a:avLst/>
            </a:prstGeom>
            <a:gradFill flip="none" rotWithShape="1">
              <a:gsLst>
                <a:gs pos="0">
                  <a:srgbClr val="FBF4F4"/>
                </a:gs>
                <a:gs pos="43000">
                  <a:srgbClr val="EDC8CC"/>
                </a:gs>
                <a:gs pos="100000">
                  <a:srgbClr val="C8A1A8"/>
                </a:gs>
              </a:gsLst>
              <a:lin ang="2700000" scaled="1"/>
              <a:tileRect/>
            </a:gradFill>
            <a:ln w="2540" cap="rnd" cmpd="sng" algn="ctr">
              <a:noFill/>
              <a:prstDash val="solid"/>
              <a:round/>
              <a:headEnd type="none" w="med" len="med"/>
              <a:tailEnd type="none" w="med" len="med"/>
            </a:ln>
            <a:effectLst/>
          </p:spPr>
        </p:sp>
        <p:sp>
          <p:nvSpPr>
            <p:cNvPr id="5841" name="ellipse_2144">
              <a:extLst>
                <a:ext uri="{FF2B5EF4-FFF2-40B4-BE49-F238E27FC236}">
                  <a16:creationId xmlns:a16="http://schemas.microsoft.com/office/drawing/2014/main" id="{8021850D-E323-E044-6D74-8104836CB71B}"/>
                </a:ext>
              </a:extLst>
            </p:cNvPr>
            <p:cNvSpPr/>
            <p:nvPr/>
          </p:nvSpPr>
          <p:spPr>
            <a:xfrm>
              <a:off x="4197746" y="1447194"/>
              <a:ext cx="24842" cy="24842"/>
            </a:xfrm>
            <a:prstGeom prst="ellipse">
              <a:avLst/>
            </a:prstGeom>
            <a:gradFill flip="none" rotWithShape="1">
              <a:gsLst>
                <a:gs pos="0">
                  <a:srgbClr val="E2ECF6"/>
                </a:gs>
                <a:gs pos="43000">
                  <a:srgbClr val="73A5D4"/>
                </a:gs>
                <a:gs pos="100000">
                  <a:srgbClr val="3C78B1"/>
                </a:gs>
              </a:gsLst>
              <a:lin ang="2700000" scaled="1"/>
              <a:tileRect/>
            </a:gradFill>
            <a:ln w="2540" cap="rnd" cmpd="sng" algn="ctr">
              <a:noFill/>
              <a:prstDash val="solid"/>
              <a:round/>
              <a:headEnd type="none" w="med" len="med"/>
              <a:tailEnd type="none" w="med" len="med"/>
            </a:ln>
            <a:effectLst/>
          </p:spPr>
        </p:sp>
        <p:sp>
          <p:nvSpPr>
            <p:cNvPr id="5842" name="ellipse_2145">
              <a:extLst>
                <a:ext uri="{FF2B5EF4-FFF2-40B4-BE49-F238E27FC236}">
                  <a16:creationId xmlns:a16="http://schemas.microsoft.com/office/drawing/2014/main" id="{4CCC3730-1D79-698C-023C-914768C6E1B3}"/>
                </a:ext>
              </a:extLst>
            </p:cNvPr>
            <p:cNvSpPr/>
            <p:nvPr/>
          </p:nvSpPr>
          <p:spPr>
            <a:xfrm>
              <a:off x="4457750" y="1465726"/>
              <a:ext cx="30821" cy="30821"/>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843" name="ellipse_2146">
              <a:extLst>
                <a:ext uri="{FF2B5EF4-FFF2-40B4-BE49-F238E27FC236}">
                  <a16:creationId xmlns:a16="http://schemas.microsoft.com/office/drawing/2014/main" id="{A21F4A3C-DD76-1FD4-4DED-424CD358F27D}"/>
                </a:ext>
              </a:extLst>
            </p:cNvPr>
            <p:cNvSpPr/>
            <p:nvPr/>
          </p:nvSpPr>
          <p:spPr>
            <a:xfrm>
              <a:off x="4451010" y="1568162"/>
              <a:ext cx="23766" cy="23766"/>
            </a:xfrm>
            <a:prstGeom prst="ellipse">
              <a:avLst/>
            </a:prstGeom>
            <a:gradFill flip="none" rotWithShape="1">
              <a:gsLst>
                <a:gs pos="0">
                  <a:srgbClr val="F4F8FB"/>
                </a:gs>
                <a:gs pos="43000">
                  <a:srgbClr val="CADCEE"/>
                </a:gs>
                <a:gs pos="100000">
                  <a:srgbClr val="A0B8CF"/>
                </a:gs>
              </a:gsLst>
              <a:lin ang="2700000" scaled="1"/>
              <a:tileRect/>
            </a:gradFill>
            <a:ln w="2540" cap="rnd" cmpd="sng" algn="ctr">
              <a:noFill/>
              <a:prstDash val="solid"/>
              <a:round/>
              <a:headEnd type="none" w="med" len="med"/>
              <a:tailEnd type="none" w="med" len="med"/>
            </a:ln>
            <a:effectLst/>
          </p:spPr>
        </p:sp>
        <p:sp>
          <p:nvSpPr>
            <p:cNvPr id="5844" name="ellipse_2147">
              <a:extLst>
                <a:ext uri="{FF2B5EF4-FFF2-40B4-BE49-F238E27FC236}">
                  <a16:creationId xmlns:a16="http://schemas.microsoft.com/office/drawing/2014/main" id="{9A718C97-5C13-2BA4-F1A4-25D40CBB2172}"/>
                </a:ext>
              </a:extLst>
            </p:cNvPr>
            <p:cNvSpPr/>
            <p:nvPr/>
          </p:nvSpPr>
          <p:spPr>
            <a:xfrm>
              <a:off x="4223815" y="1435525"/>
              <a:ext cx="33315" cy="33315"/>
            </a:xfrm>
            <a:prstGeom prst="ellipse">
              <a:avLst/>
            </a:prstGeom>
            <a:gradFill flip="none" rotWithShape="1">
              <a:gsLst>
                <a:gs pos="0">
                  <a:srgbClr val="E3EDF6"/>
                </a:gs>
                <a:gs pos="43000">
                  <a:srgbClr val="77A7D5"/>
                </a:gs>
                <a:gs pos="100000">
                  <a:srgbClr val="407BB3"/>
                </a:gs>
              </a:gsLst>
              <a:lin ang="2700000" scaled="1"/>
              <a:tileRect/>
            </a:gradFill>
            <a:ln w="2540" cap="rnd" cmpd="sng" algn="ctr">
              <a:noFill/>
              <a:prstDash val="solid"/>
              <a:round/>
              <a:headEnd type="none" w="med" len="med"/>
              <a:tailEnd type="none" w="med" len="med"/>
            </a:ln>
            <a:effectLst/>
          </p:spPr>
        </p:sp>
        <p:sp>
          <p:nvSpPr>
            <p:cNvPr id="5845" name="ellipse_2148">
              <a:extLst>
                <a:ext uri="{FF2B5EF4-FFF2-40B4-BE49-F238E27FC236}">
                  <a16:creationId xmlns:a16="http://schemas.microsoft.com/office/drawing/2014/main" id="{F75CEC6B-2A48-856D-E3CE-137A098A66D8}"/>
                </a:ext>
              </a:extLst>
            </p:cNvPr>
            <p:cNvSpPr/>
            <p:nvPr/>
          </p:nvSpPr>
          <p:spPr>
            <a:xfrm>
              <a:off x="4429682" y="1587437"/>
              <a:ext cx="20909" cy="20909"/>
            </a:xfrm>
            <a:prstGeom prst="ellipse">
              <a:avLst/>
            </a:prstGeom>
            <a:gradFill flip="none" rotWithShape="1">
              <a:gsLst>
                <a:gs pos="0">
                  <a:srgbClr val="ECF2F9"/>
                </a:gs>
                <a:gs pos="43000">
                  <a:srgbClr val="A1C3E1"/>
                </a:gs>
                <a:gs pos="100000">
                  <a:srgbClr val="719BC1"/>
                </a:gs>
              </a:gsLst>
              <a:lin ang="2700000" scaled="1"/>
              <a:tileRect/>
            </a:gradFill>
            <a:ln w="2540" cap="rnd" cmpd="sng" algn="ctr">
              <a:noFill/>
              <a:prstDash val="solid"/>
              <a:round/>
              <a:headEnd type="none" w="med" len="med"/>
              <a:tailEnd type="none" w="med" len="med"/>
            </a:ln>
            <a:effectLst/>
          </p:spPr>
        </p:sp>
        <p:sp>
          <p:nvSpPr>
            <p:cNvPr id="5858" name="ellipse_2149">
              <a:extLst>
                <a:ext uri="{FF2B5EF4-FFF2-40B4-BE49-F238E27FC236}">
                  <a16:creationId xmlns:a16="http://schemas.microsoft.com/office/drawing/2014/main" id="{8D3FD4BA-A651-7935-39D5-4B6D31CE29D5}"/>
                </a:ext>
              </a:extLst>
            </p:cNvPr>
            <p:cNvSpPr/>
            <p:nvPr/>
          </p:nvSpPr>
          <p:spPr>
            <a:xfrm>
              <a:off x="4200321" y="1424891"/>
              <a:ext cx="21059" cy="21059"/>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5859" name="ellipse_2150">
              <a:extLst>
                <a:ext uri="{FF2B5EF4-FFF2-40B4-BE49-F238E27FC236}">
                  <a16:creationId xmlns:a16="http://schemas.microsoft.com/office/drawing/2014/main" id="{83B57BD1-2FA9-4974-76A4-4800784046CE}"/>
                </a:ext>
              </a:extLst>
            </p:cNvPr>
            <p:cNvSpPr/>
            <p:nvPr/>
          </p:nvSpPr>
          <p:spPr>
            <a:xfrm>
              <a:off x="4265269" y="1675294"/>
              <a:ext cx="32963" cy="32963"/>
            </a:xfrm>
            <a:prstGeom prst="ellipse">
              <a:avLst/>
            </a:prstGeom>
            <a:gradFill flip="none" rotWithShape="1">
              <a:gsLst>
                <a:gs pos="0">
                  <a:srgbClr val="E2ECF6"/>
                </a:gs>
                <a:gs pos="43000">
                  <a:srgbClr val="75A6D5"/>
                </a:gs>
                <a:gs pos="100000">
                  <a:srgbClr val="3E79B2"/>
                </a:gs>
              </a:gsLst>
              <a:lin ang="2700000" scaled="1"/>
              <a:tileRect/>
            </a:gradFill>
            <a:ln w="2540" cap="rnd" cmpd="sng" algn="ctr">
              <a:noFill/>
              <a:prstDash val="solid"/>
              <a:round/>
              <a:headEnd type="none" w="med" len="med"/>
              <a:tailEnd type="none" w="med" len="med"/>
            </a:ln>
            <a:effectLst/>
          </p:spPr>
        </p:sp>
        <p:sp>
          <p:nvSpPr>
            <p:cNvPr id="5860" name="ellipse_2151">
              <a:extLst>
                <a:ext uri="{FF2B5EF4-FFF2-40B4-BE49-F238E27FC236}">
                  <a16:creationId xmlns:a16="http://schemas.microsoft.com/office/drawing/2014/main" id="{CA1D9A86-DF9F-CBD9-C656-988081C0A408}"/>
                </a:ext>
              </a:extLst>
            </p:cNvPr>
            <p:cNvSpPr/>
            <p:nvPr/>
          </p:nvSpPr>
          <p:spPr>
            <a:xfrm>
              <a:off x="4255395" y="1464436"/>
              <a:ext cx="30049" cy="30049"/>
            </a:xfrm>
            <a:prstGeom prst="ellipse">
              <a:avLst/>
            </a:prstGeom>
            <a:gradFill flip="none" rotWithShape="1">
              <a:gsLst>
                <a:gs pos="0">
                  <a:srgbClr val="E6EFF7"/>
                </a:gs>
                <a:gs pos="43000">
                  <a:srgbClr val="87B1DA"/>
                </a:gs>
                <a:gs pos="100000">
                  <a:srgbClr val="5287B8"/>
                </a:gs>
              </a:gsLst>
              <a:lin ang="2700000" scaled="1"/>
              <a:tileRect/>
            </a:gradFill>
            <a:ln w="2540" cap="rnd" cmpd="sng" algn="ctr">
              <a:noFill/>
              <a:prstDash val="solid"/>
              <a:round/>
              <a:headEnd type="none" w="med" len="med"/>
              <a:tailEnd type="none" w="med" len="med"/>
            </a:ln>
            <a:effectLst/>
          </p:spPr>
        </p:sp>
        <p:sp>
          <p:nvSpPr>
            <p:cNvPr id="5861" name="ellipse_2152">
              <a:extLst>
                <a:ext uri="{FF2B5EF4-FFF2-40B4-BE49-F238E27FC236}">
                  <a16:creationId xmlns:a16="http://schemas.microsoft.com/office/drawing/2014/main" id="{6C8F6028-4587-3846-21B9-5833E8D4C481}"/>
                </a:ext>
              </a:extLst>
            </p:cNvPr>
            <p:cNvSpPr/>
            <p:nvPr/>
          </p:nvSpPr>
          <p:spPr>
            <a:xfrm>
              <a:off x="4442577" y="1583236"/>
              <a:ext cx="34593" cy="34593"/>
            </a:xfrm>
            <a:prstGeom prst="ellipse">
              <a:avLst/>
            </a:prstGeom>
            <a:gradFill flip="none" rotWithShape="1">
              <a:gsLst>
                <a:gs pos="0">
                  <a:srgbClr val="EBF2F9"/>
                </a:gs>
                <a:gs pos="43000">
                  <a:srgbClr val="9EC0E1"/>
                </a:gs>
                <a:gs pos="100000">
                  <a:srgbClr val="6D98C0"/>
                </a:gs>
              </a:gsLst>
              <a:lin ang="2700000" scaled="1"/>
              <a:tileRect/>
            </a:gradFill>
            <a:ln w="2540" cap="rnd" cmpd="sng" algn="ctr">
              <a:noFill/>
              <a:prstDash val="solid"/>
              <a:round/>
              <a:headEnd type="none" w="med" len="med"/>
              <a:tailEnd type="none" w="med" len="med"/>
            </a:ln>
            <a:effectLst/>
          </p:spPr>
        </p:sp>
        <p:sp>
          <p:nvSpPr>
            <p:cNvPr id="5862" name="ellipse_2153">
              <a:extLst>
                <a:ext uri="{FF2B5EF4-FFF2-40B4-BE49-F238E27FC236}">
                  <a16:creationId xmlns:a16="http://schemas.microsoft.com/office/drawing/2014/main" id="{CDA2AC36-0FCA-C664-0122-B23EA963DE72}"/>
                </a:ext>
              </a:extLst>
            </p:cNvPr>
            <p:cNvSpPr/>
            <p:nvPr/>
          </p:nvSpPr>
          <p:spPr>
            <a:xfrm>
              <a:off x="4487089" y="1605392"/>
              <a:ext cx="21701" cy="21701"/>
            </a:xfrm>
            <a:prstGeom prst="ellipse">
              <a:avLst/>
            </a:prstGeom>
            <a:gradFill flip="none" rotWithShape="1">
              <a:gsLst>
                <a:gs pos="0">
                  <a:srgbClr val="E6EFF7"/>
                </a:gs>
                <a:gs pos="43000">
                  <a:srgbClr val="85B1DA"/>
                </a:gs>
                <a:gs pos="100000">
                  <a:srgbClr val="5186B8"/>
                </a:gs>
              </a:gsLst>
              <a:lin ang="2700000" scaled="1"/>
              <a:tileRect/>
            </a:gradFill>
            <a:ln w="2540" cap="rnd" cmpd="sng" algn="ctr">
              <a:noFill/>
              <a:prstDash val="solid"/>
              <a:round/>
              <a:headEnd type="none" w="med" len="med"/>
              <a:tailEnd type="none" w="med" len="med"/>
            </a:ln>
            <a:effectLst/>
          </p:spPr>
        </p:sp>
        <p:sp>
          <p:nvSpPr>
            <p:cNvPr id="5863" name="ellipse_2154">
              <a:extLst>
                <a:ext uri="{FF2B5EF4-FFF2-40B4-BE49-F238E27FC236}">
                  <a16:creationId xmlns:a16="http://schemas.microsoft.com/office/drawing/2014/main" id="{2AF5E7EF-400D-A8AA-EC6E-CD995996D1D7}"/>
                </a:ext>
              </a:extLst>
            </p:cNvPr>
            <p:cNvSpPr/>
            <p:nvPr/>
          </p:nvSpPr>
          <p:spPr>
            <a:xfrm>
              <a:off x="4496800" y="1560661"/>
              <a:ext cx="29011" cy="29011"/>
            </a:xfrm>
            <a:prstGeom prst="ellipse">
              <a:avLst/>
            </a:prstGeom>
            <a:gradFill flip="none" rotWithShape="1">
              <a:gsLst>
                <a:gs pos="0">
                  <a:srgbClr val="F2F6FB"/>
                </a:gs>
                <a:gs pos="43000">
                  <a:srgbClr val="C0D6EB"/>
                </a:gs>
                <a:gs pos="100000">
                  <a:srgbClr val="95B1CC"/>
                </a:gs>
              </a:gsLst>
              <a:lin ang="2700000" scaled="1"/>
              <a:tileRect/>
            </a:gradFill>
            <a:ln w="2540" cap="rnd" cmpd="sng" algn="ctr">
              <a:noFill/>
              <a:prstDash val="solid"/>
              <a:round/>
              <a:headEnd type="none" w="med" len="med"/>
              <a:tailEnd type="none" w="med" len="med"/>
            </a:ln>
            <a:effectLst/>
          </p:spPr>
        </p:sp>
        <p:sp>
          <p:nvSpPr>
            <p:cNvPr id="5864" name="ellipse_2155">
              <a:extLst>
                <a:ext uri="{FF2B5EF4-FFF2-40B4-BE49-F238E27FC236}">
                  <a16:creationId xmlns:a16="http://schemas.microsoft.com/office/drawing/2014/main" id="{397DCE5A-EC31-D96D-2E9D-0E2A897BA0C3}"/>
                </a:ext>
              </a:extLst>
            </p:cNvPr>
            <p:cNvSpPr/>
            <p:nvPr/>
          </p:nvSpPr>
          <p:spPr>
            <a:xfrm>
              <a:off x="4296447" y="1640205"/>
              <a:ext cx="28855" cy="28855"/>
            </a:xfrm>
            <a:prstGeom prst="ellipse">
              <a:avLst/>
            </a:prstGeom>
            <a:gradFill flip="none" rotWithShape="1">
              <a:gsLst>
                <a:gs pos="0">
                  <a:srgbClr val="E3EDF6"/>
                </a:gs>
                <a:gs pos="43000">
                  <a:srgbClr val="7BAAD6"/>
                </a:gs>
                <a:gs pos="100000">
                  <a:srgbClr val="447EB3"/>
                </a:gs>
              </a:gsLst>
              <a:lin ang="2700000" scaled="1"/>
              <a:tileRect/>
            </a:gradFill>
            <a:ln w="2540" cap="rnd" cmpd="sng" algn="ctr">
              <a:noFill/>
              <a:prstDash val="solid"/>
              <a:round/>
              <a:headEnd type="none" w="med" len="med"/>
              <a:tailEnd type="none" w="med" len="med"/>
            </a:ln>
            <a:effectLst/>
          </p:spPr>
        </p:sp>
        <p:sp>
          <p:nvSpPr>
            <p:cNvPr id="5865" name="ellipse_2156">
              <a:extLst>
                <a:ext uri="{FF2B5EF4-FFF2-40B4-BE49-F238E27FC236}">
                  <a16:creationId xmlns:a16="http://schemas.microsoft.com/office/drawing/2014/main" id="{677EABBB-ADB7-67C0-161F-9D06063CA954}"/>
                </a:ext>
              </a:extLst>
            </p:cNvPr>
            <p:cNvSpPr/>
            <p:nvPr/>
          </p:nvSpPr>
          <p:spPr>
            <a:xfrm>
              <a:off x="4517139" y="1596962"/>
              <a:ext cx="32658" cy="32658"/>
            </a:xfrm>
            <a:prstGeom prst="ellipse">
              <a:avLst/>
            </a:prstGeom>
            <a:gradFill flip="none" rotWithShape="1">
              <a:gsLst>
                <a:gs pos="0">
                  <a:srgbClr val="E5EEF7"/>
                </a:gs>
                <a:gs pos="43000">
                  <a:srgbClr val="81AED8"/>
                </a:gs>
                <a:gs pos="100000">
                  <a:srgbClr val="4C82B6"/>
                </a:gs>
              </a:gsLst>
              <a:lin ang="2700000" scaled="1"/>
              <a:tileRect/>
            </a:gradFill>
            <a:ln w="2540" cap="rnd" cmpd="sng" algn="ctr">
              <a:noFill/>
              <a:prstDash val="solid"/>
              <a:round/>
              <a:headEnd type="none" w="med" len="med"/>
              <a:tailEnd type="none" w="med" len="med"/>
            </a:ln>
            <a:effectLst/>
          </p:spPr>
        </p:sp>
        <p:sp>
          <p:nvSpPr>
            <p:cNvPr id="5866" name="ellipse_2157">
              <a:extLst>
                <a:ext uri="{FF2B5EF4-FFF2-40B4-BE49-F238E27FC236}">
                  <a16:creationId xmlns:a16="http://schemas.microsoft.com/office/drawing/2014/main" id="{B07C6409-156A-41B4-8B38-92418D3328AD}"/>
                </a:ext>
              </a:extLst>
            </p:cNvPr>
            <p:cNvSpPr/>
            <p:nvPr/>
          </p:nvSpPr>
          <p:spPr>
            <a:xfrm>
              <a:off x="4387488" y="1548169"/>
              <a:ext cx="31558" cy="31558"/>
            </a:xfrm>
            <a:prstGeom prst="ellipse">
              <a:avLst/>
            </a:prstGeom>
            <a:gradFill flip="none" rotWithShape="1">
              <a:gsLst>
                <a:gs pos="0">
                  <a:srgbClr val="F9FBFD"/>
                </a:gs>
                <a:gs pos="43000">
                  <a:srgbClr val="E1EAF4"/>
                </a:gs>
                <a:gs pos="100000">
                  <a:srgbClr val="BAC8D6"/>
                </a:gs>
              </a:gsLst>
              <a:lin ang="2700000" scaled="1"/>
              <a:tileRect/>
            </a:gradFill>
            <a:ln w="2540" cap="rnd" cmpd="sng" algn="ctr">
              <a:noFill/>
              <a:prstDash val="solid"/>
              <a:round/>
              <a:headEnd type="none" w="med" len="med"/>
              <a:tailEnd type="none" w="med" len="med"/>
            </a:ln>
            <a:effectLst/>
          </p:spPr>
        </p:sp>
        <p:sp>
          <p:nvSpPr>
            <p:cNvPr id="5867" name="ellipse_2158">
              <a:extLst>
                <a:ext uri="{FF2B5EF4-FFF2-40B4-BE49-F238E27FC236}">
                  <a16:creationId xmlns:a16="http://schemas.microsoft.com/office/drawing/2014/main" id="{CB238420-C8BB-EDDD-1DFE-1E71530E537D}"/>
                </a:ext>
              </a:extLst>
            </p:cNvPr>
            <p:cNvSpPr/>
            <p:nvPr/>
          </p:nvSpPr>
          <p:spPr>
            <a:xfrm>
              <a:off x="4404494" y="1366310"/>
              <a:ext cx="20661" cy="20661"/>
            </a:xfrm>
            <a:prstGeom prst="ellipse">
              <a:avLst/>
            </a:prstGeom>
            <a:gradFill flip="none" rotWithShape="1">
              <a:gsLst>
                <a:gs pos="0">
                  <a:srgbClr val="E9F1F8"/>
                </a:gs>
                <a:gs pos="43000">
                  <a:srgbClr val="97BCDF"/>
                </a:gs>
                <a:gs pos="100000">
                  <a:srgbClr val="6593BD"/>
                </a:gs>
              </a:gsLst>
              <a:lin ang="2700000" scaled="1"/>
              <a:tileRect/>
            </a:gradFill>
            <a:ln w="2540" cap="rnd" cmpd="sng" algn="ctr">
              <a:noFill/>
              <a:prstDash val="solid"/>
              <a:round/>
              <a:headEnd type="none" w="med" len="med"/>
              <a:tailEnd type="none" w="med" len="med"/>
            </a:ln>
            <a:effectLst/>
          </p:spPr>
        </p:sp>
        <p:sp>
          <p:nvSpPr>
            <p:cNvPr id="5868" name="ellipse_2159">
              <a:extLst>
                <a:ext uri="{FF2B5EF4-FFF2-40B4-BE49-F238E27FC236}">
                  <a16:creationId xmlns:a16="http://schemas.microsoft.com/office/drawing/2014/main" id="{1C6307AC-293E-3940-5C38-B7756EA73052}"/>
                </a:ext>
              </a:extLst>
            </p:cNvPr>
            <p:cNvSpPr/>
            <p:nvPr/>
          </p:nvSpPr>
          <p:spPr>
            <a:xfrm>
              <a:off x="4287847" y="1579304"/>
              <a:ext cx="21637" cy="21637"/>
            </a:xfrm>
            <a:prstGeom prst="ellipse">
              <a:avLst/>
            </a:prstGeom>
            <a:gradFill flip="none" rotWithShape="1">
              <a:gsLst>
                <a:gs pos="0">
                  <a:srgbClr val="EAF1F8"/>
                </a:gs>
                <a:gs pos="43000">
                  <a:srgbClr val="99BDDF"/>
                </a:gs>
                <a:gs pos="100000">
                  <a:srgbClr val="6794BE"/>
                </a:gs>
              </a:gsLst>
              <a:lin ang="2700000" scaled="1"/>
              <a:tileRect/>
            </a:gradFill>
            <a:ln w="2540" cap="rnd" cmpd="sng" algn="ctr">
              <a:noFill/>
              <a:prstDash val="solid"/>
              <a:round/>
              <a:headEnd type="none" w="med" len="med"/>
              <a:tailEnd type="none" w="med" len="med"/>
            </a:ln>
            <a:effectLst/>
          </p:spPr>
        </p:sp>
        <p:sp>
          <p:nvSpPr>
            <p:cNvPr id="5869" name="ellipse_2160">
              <a:extLst>
                <a:ext uri="{FF2B5EF4-FFF2-40B4-BE49-F238E27FC236}">
                  <a16:creationId xmlns:a16="http://schemas.microsoft.com/office/drawing/2014/main" id="{1DD9754A-EAB3-FBB4-1EBB-03F2F1FA201F}"/>
                </a:ext>
              </a:extLst>
            </p:cNvPr>
            <p:cNvSpPr/>
            <p:nvPr/>
          </p:nvSpPr>
          <p:spPr>
            <a:xfrm>
              <a:off x="4247333" y="1542048"/>
              <a:ext cx="20042" cy="20042"/>
            </a:xfrm>
            <a:prstGeom prst="ellipse">
              <a:avLst/>
            </a:prstGeom>
            <a:gradFill flip="none" rotWithShape="1">
              <a:gsLst>
                <a:gs pos="0">
                  <a:srgbClr val="ECF3F9"/>
                </a:gs>
                <a:gs pos="43000">
                  <a:srgbClr val="A3C3E2"/>
                </a:gs>
                <a:gs pos="100000">
                  <a:srgbClr val="739BC2"/>
                </a:gs>
              </a:gsLst>
              <a:lin ang="2700000" scaled="1"/>
              <a:tileRect/>
            </a:gradFill>
            <a:ln w="2540" cap="rnd" cmpd="sng" algn="ctr">
              <a:noFill/>
              <a:prstDash val="solid"/>
              <a:round/>
              <a:headEnd type="none" w="med" len="med"/>
              <a:tailEnd type="none" w="med" len="med"/>
            </a:ln>
            <a:effectLst/>
          </p:spPr>
        </p:sp>
        <p:sp>
          <p:nvSpPr>
            <p:cNvPr id="5870" name="ellipse_2161">
              <a:extLst>
                <a:ext uri="{FF2B5EF4-FFF2-40B4-BE49-F238E27FC236}">
                  <a16:creationId xmlns:a16="http://schemas.microsoft.com/office/drawing/2014/main" id="{79E50B0F-4276-42C8-2E7C-F5329F37D17C}"/>
                </a:ext>
              </a:extLst>
            </p:cNvPr>
            <p:cNvSpPr/>
            <p:nvPr/>
          </p:nvSpPr>
          <p:spPr>
            <a:xfrm>
              <a:off x="4457286" y="1441037"/>
              <a:ext cx="30843" cy="30843"/>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871" name="ellipse_2162">
              <a:extLst>
                <a:ext uri="{FF2B5EF4-FFF2-40B4-BE49-F238E27FC236}">
                  <a16:creationId xmlns:a16="http://schemas.microsoft.com/office/drawing/2014/main" id="{FB51459F-DCE8-B404-C7A3-094370E22E6F}"/>
                </a:ext>
              </a:extLst>
            </p:cNvPr>
            <p:cNvSpPr/>
            <p:nvPr/>
          </p:nvSpPr>
          <p:spPr>
            <a:xfrm>
              <a:off x="4174540" y="1565987"/>
              <a:ext cx="25424" cy="25424"/>
            </a:xfrm>
            <a:prstGeom prst="ellipse">
              <a:avLst/>
            </a:prstGeom>
            <a:gradFill flip="none" rotWithShape="1">
              <a:gsLst>
                <a:gs pos="0">
                  <a:srgbClr val="F9FBFD"/>
                </a:gs>
                <a:gs pos="43000">
                  <a:srgbClr val="E3ECF5"/>
                </a:gs>
                <a:gs pos="100000">
                  <a:srgbClr val="BDCBD7"/>
                </a:gs>
              </a:gsLst>
              <a:lin ang="2700000" scaled="1"/>
              <a:tileRect/>
            </a:gradFill>
            <a:ln w="2540" cap="rnd" cmpd="sng" algn="ctr">
              <a:noFill/>
              <a:prstDash val="solid"/>
              <a:round/>
              <a:headEnd type="none" w="med" len="med"/>
              <a:tailEnd type="none" w="med" len="med"/>
            </a:ln>
            <a:effectLst/>
          </p:spPr>
        </p:sp>
        <p:sp>
          <p:nvSpPr>
            <p:cNvPr id="5872" name="ellipse_2163">
              <a:extLst>
                <a:ext uri="{FF2B5EF4-FFF2-40B4-BE49-F238E27FC236}">
                  <a16:creationId xmlns:a16="http://schemas.microsoft.com/office/drawing/2014/main" id="{E755F9AB-A8CF-972C-EB2D-552C0D3A7C84}"/>
                </a:ext>
              </a:extLst>
            </p:cNvPr>
            <p:cNvSpPr/>
            <p:nvPr/>
          </p:nvSpPr>
          <p:spPr>
            <a:xfrm>
              <a:off x="4283446" y="1527651"/>
              <a:ext cx="34254" cy="34254"/>
            </a:xfrm>
            <a:prstGeom prst="ellipse">
              <a:avLst/>
            </a:prstGeom>
            <a:gradFill flip="none" rotWithShape="1">
              <a:gsLst>
                <a:gs pos="0">
                  <a:srgbClr val="EBF2F9"/>
                </a:gs>
                <a:gs pos="43000">
                  <a:srgbClr val="9DC0E1"/>
                </a:gs>
                <a:gs pos="100000">
                  <a:srgbClr val="6C97C0"/>
                </a:gs>
              </a:gsLst>
              <a:lin ang="2700000" scaled="1"/>
              <a:tileRect/>
            </a:gradFill>
            <a:ln w="2540" cap="rnd" cmpd="sng" algn="ctr">
              <a:noFill/>
              <a:prstDash val="solid"/>
              <a:round/>
              <a:headEnd type="none" w="med" len="med"/>
              <a:tailEnd type="none" w="med" len="med"/>
            </a:ln>
            <a:effectLst/>
          </p:spPr>
        </p:sp>
        <p:sp>
          <p:nvSpPr>
            <p:cNvPr id="5873" name="ellipse_2164">
              <a:extLst>
                <a:ext uri="{FF2B5EF4-FFF2-40B4-BE49-F238E27FC236}">
                  <a16:creationId xmlns:a16="http://schemas.microsoft.com/office/drawing/2014/main" id="{CE907A41-D518-3F1D-C3A0-57F9EF26CE65}"/>
                </a:ext>
              </a:extLst>
            </p:cNvPr>
            <p:cNvSpPr/>
            <p:nvPr/>
          </p:nvSpPr>
          <p:spPr>
            <a:xfrm>
              <a:off x="4643589" y="1587283"/>
              <a:ext cx="23827" cy="23827"/>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5874" name="ellipse_2165">
              <a:extLst>
                <a:ext uri="{FF2B5EF4-FFF2-40B4-BE49-F238E27FC236}">
                  <a16:creationId xmlns:a16="http://schemas.microsoft.com/office/drawing/2014/main" id="{3A2118F1-6704-133C-F78E-531A4A008CC0}"/>
                </a:ext>
              </a:extLst>
            </p:cNvPr>
            <p:cNvSpPr/>
            <p:nvPr/>
          </p:nvSpPr>
          <p:spPr>
            <a:xfrm>
              <a:off x="4362350" y="1394370"/>
              <a:ext cx="36100" cy="36100"/>
            </a:xfrm>
            <a:prstGeom prst="ellipse">
              <a:avLst/>
            </a:prstGeom>
            <a:gradFill flip="none" rotWithShape="1">
              <a:gsLst>
                <a:gs pos="0">
                  <a:srgbClr val="F3F7FB"/>
                </a:gs>
                <a:gs pos="43000">
                  <a:srgbClr val="C5D9EC"/>
                </a:gs>
                <a:gs pos="100000">
                  <a:srgbClr val="9AB4CD"/>
                </a:gs>
              </a:gsLst>
              <a:lin ang="2700000" scaled="1"/>
              <a:tileRect/>
            </a:gradFill>
            <a:ln w="2540" cap="rnd" cmpd="sng" algn="ctr">
              <a:noFill/>
              <a:prstDash val="solid"/>
              <a:round/>
              <a:headEnd type="none" w="med" len="med"/>
              <a:tailEnd type="none" w="med" len="med"/>
            </a:ln>
            <a:effectLst/>
          </p:spPr>
        </p:sp>
        <p:sp>
          <p:nvSpPr>
            <p:cNvPr id="5875" name="ellipse_2166">
              <a:extLst>
                <a:ext uri="{FF2B5EF4-FFF2-40B4-BE49-F238E27FC236}">
                  <a16:creationId xmlns:a16="http://schemas.microsoft.com/office/drawing/2014/main" id="{A5681E39-4D00-C532-F7B4-24598D832801}"/>
                </a:ext>
              </a:extLst>
            </p:cNvPr>
            <p:cNvSpPr/>
            <p:nvPr/>
          </p:nvSpPr>
          <p:spPr>
            <a:xfrm>
              <a:off x="4308980" y="1614559"/>
              <a:ext cx="24285" cy="24285"/>
            </a:xfrm>
            <a:prstGeom prst="ellipse">
              <a:avLst/>
            </a:prstGeom>
            <a:gradFill flip="none" rotWithShape="1">
              <a:gsLst>
                <a:gs pos="0">
                  <a:srgbClr val="E5EEF7"/>
                </a:gs>
                <a:gs pos="43000">
                  <a:srgbClr val="82AED8"/>
                </a:gs>
                <a:gs pos="100000">
                  <a:srgbClr val="4D83B6"/>
                </a:gs>
              </a:gsLst>
              <a:lin ang="2700000" scaled="1"/>
              <a:tileRect/>
            </a:gradFill>
            <a:ln w="2540" cap="rnd" cmpd="sng" algn="ctr">
              <a:noFill/>
              <a:prstDash val="solid"/>
              <a:round/>
              <a:headEnd type="none" w="med" len="med"/>
              <a:tailEnd type="none" w="med" len="med"/>
            </a:ln>
            <a:effectLst/>
          </p:spPr>
        </p:sp>
        <p:sp>
          <p:nvSpPr>
            <p:cNvPr id="5876" name="ellipse_2167">
              <a:extLst>
                <a:ext uri="{FF2B5EF4-FFF2-40B4-BE49-F238E27FC236}">
                  <a16:creationId xmlns:a16="http://schemas.microsoft.com/office/drawing/2014/main" id="{45AC14A4-6E99-6763-42FF-9F9CDBB73259}"/>
                </a:ext>
              </a:extLst>
            </p:cNvPr>
            <p:cNvSpPr/>
            <p:nvPr/>
          </p:nvSpPr>
          <p:spPr>
            <a:xfrm>
              <a:off x="4258920" y="1604652"/>
              <a:ext cx="35727" cy="35727"/>
            </a:xfrm>
            <a:prstGeom prst="ellipse">
              <a:avLst/>
            </a:prstGeom>
            <a:gradFill flip="none" rotWithShape="1">
              <a:gsLst>
                <a:gs pos="0">
                  <a:srgbClr val="EAF2F9"/>
                </a:gs>
                <a:gs pos="43000">
                  <a:srgbClr val="9CBFE0"/>
                </a:gs>
                <a:gs pos="100000">
                  <a:srgbClr val="6B96BF"/>
                </a:gs>
              </a:gsLst>
              <a:lin ang="2700000" scaled="1"/>
              <a:tileRect/>
            </a:gradFill>
            <a:ln w="2540" cap="rnd" cmpd="sng" algn="ctr">
              <a:noFill/>
              <a:prstDash val="solid"/>
              <a:round/>
              <a:headEnd type="none" w="med" len="med"/>
              <a:tailEnd type="none" w="med" len="med"/>
            </a:ln>
            <a:effectLst/>
          </p:spPr>
        </p:sp>
        <p:sp>
          <p:nvSpPr>
            <p:cNvPr id="5877" name="ellipse_2168">
              <a:extLst>
                <a:ext uri="{FF2B5EF4-FFF2-40B4-BE49-F238E27FC236}">
                  <a16:creationId xmlns:a16="http://schemas.microsoft.com/office/drawing/2014/main" id="{66837522-9230-ACCD-0CF9-C0CD74441BAA}"/>
                </a:ext>
              </a:extLst>
            </p:cNvPr>
            <p:cNvSpPr/>
            <p:nvPr/>
          </p:nvSpPr>
          <p:spPr>
            <a:xfrm>
              <a:off x="4055626" y="1445608"/>
              <a:ext cx="27529" cy="27529"/>
            </a:xfrm>
            <a:prstGeom prst="ellipse">
              <a:avLst/>
            </a:prstGeom>
            <a:gradFill flip="none" rotWithShape="1">
              <a:gsLst>
                <a:gs pos="0">
                  <a:srgbClr val="E1ECF6"/>
                </a:gs>
                <a:gs pos="43000">
                  <a:srgbClr val="70A4D3"/>
                </a:gs>
                <a:gs pos="100000">
                  <a:srgbClr val="3977B0"/>
                </a:gs>
              </a:gsLst>
              <a:lin ang="2700000" scaled="1"/>
              <a:tileRect/>
            </a:gradFill>
            <a:ln w="2540" cap="rnd" cmpd="sng" algn="ctr">
              <a:noFill/>
              <a:prstDash val="solid"/>
              <a:round/>
              <a:headEnd type="none" w="med" len="med"/>
              <a:tailEnd type="none" w="med" len="med"/>
            </a:ln>
            <a:effectLst/>
          </p:spPr>
        </p:sp>
        <p:sp>
          <p:nvSpPr>
            <p:cNvPr id="5878" name="ellipse_2169">
              <a:extLst>
                <a:ext uri="{FF2B5EF4-FFF2-40B4-BE49-F238E27FC236}">
                  <a16:creationId xmlns:a16="http://schemas.microsoft.com/office/drawing/2014/main" id="{EFE77510-B504-D1EA-417F-FA144661A214}"/>
                </a:ext>
              </a:extLst>
            </p:cNvPr>
            <p:cNvSpPr/>
            <p:nvPr/>
          </p:nvSpPr>
          <p:spPr>
            <a:xfrm>
              <a:off x="4246396" y="1460762"/>
              <a:ext cx="31802" cy="31802"/>
            </a:xfrm>
            <a:prstGeom prst="ellipse">
              <a:avLst/>
            </a:prstGeom>
            <a:gradFill flip="none" rotWithShape="1">
              <a:gsLst>
                <a:gs pos="0">
                  <a:srgbClr val="E5EEF7"/>
                </a:gs>
                <a:gs pos="43000">
                  <a:srgbClr val="82AED8"/>
                </a:gs>
                <a:gs pos="100000">
                  <a:srgbClr val="4D83B6"/>
                </a:gs>
              </a:gsLst>
              <a:lin ang="2700000" scaled="1"/>
              <a:tileRect/>
            </a:gradFill>
            <a:ln w="2540" cap="rnd" cmpd="sng" algn="ctr">
              <a:noFill/>
              <a:prstDash val="solid"/>
              <a:round/>
              <a:headEnd type="none" w="med" len="med"/>
              <a:tailEnd type="none" w="med" len="med"/>
            </a:ln>
            <a:effectLst/>
          </p:spPr>
        </p:sp>
        <p:sp>
          <p:nvSpPr>
            <p:cNvPr id="5879" name="ellipse_2170">
              <a:extLst>
                <a:ext uri="{FF2B5EF4-FFF2-40B4-BE49-F238E27FC236}">
                  <a16:creationId xmlns:a16="http://schemas.microsoft.com/office/drawing/2014/main" id="{2D6C5F0E-6E41-961E-F4AE-45DDB067826E}"/>
                </a:ext>
              </a:extLst>
            </p:cNvPr>
            <p:cNvSpPr/>
            <p:nvPr/>
          </p:nvSpPr>
          <p:spPr>
            <a:xfrm>
              <a:off x="4488487" y="1463669"/>
              <a:ext cx="19500" cy="19500"/>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880" name="ellipse_2171">
              <a:extLst>
                <a:ext uri="{FF2B5EF4-FFF2-40B4-BE49-F238E27FC236}">
                  <a16:creationId xmlns:a16="http://schemas.microsoft.com/office/drawing/2014/main" id="{FF980CB9-82B0-8045-C8FE-37FF30E161F4}"/>
                </a:ext>
              </a:extLst>
            </p:cNvPr>
            <p:cNvSpPr/>
            <p:nvPr/>
          </p:nvSpPr>
          <p:spPr>
            <a:xfrm>
              <a:off x="4378658" y="1411914"/>
              <a:ext cx="25207" cy="25207"/>
            </a:xfrm>
            <a:prstGeom prst="ellipse">
              <a:avLst/>
            </a:prstGeom>
            <a:gradFill flip="none" rotWithShape="1">
              <a:gsLst>
                <a:gs pos="0">
                  <a:srgbClr val="FCFDFE"/>
                </a:gs>
                <a:gs pos="43000">
                  <a:srgbClr val="EEF3F9"/>
                </a:gs>
                <a:gs pos="100000">
                  <a:srgbClr val="CAD3DB"/>
                </a:gs>
              </a:gsLst>
              <a:lin ang="2700000" scaled="1"/>
              <a:tileRect/>
            </a:gradFill>
            <a:ln w="2540" cap="rnd" cmpd="sng" algn="ctr">
              <a:noFill/>
              <a:prstDash val="solid"/>
              <a:round/>
              <a:headEnd type="none" w="med" len="med"/>
              <a:tailEnd type="none" w="med" len="med"/>
            </a:ln>
            <a:effectLst/>
          </p:spPr>
        </p:sp>
        <p:sp>
          <p:nvSpPr>
            <p:cNvPr id="5881" name="ellipse_2172">
              <a:extLst>
                <a:ext uri="{FF2B5EF4-FFF2-40B4-BE49-F238E27FC236}">
                  <a16:creationId xmlns:a16="http://schemas.microsoft.com/office/drawing/2014/main" id="{51177189-AC89-A143-8F33-6807DF74ED52}"/>
                </a:ext>
              </a:extLst>
            </p:cNvPr>
            <p:cNvSpPr/>
            <p:nvPr/>
          </p:nvSpPr>
          <p:spPr>
            <a:xfrm>
              <a:off x="4369328" y="1415476"/>
              <a:ext cx="35743" cy="35743"/>
            </a:xfrm>
            <a:prstGeom prst="ellipse">
              <a:avLst/>
            </a:prstGeom>
            <a:gradFill flip="none" rotWithShape="1">
              <a:gsLst>
                <a:gs pos="0">
                  <a:srgbClr val="FDFCFD"/>
                </a:gs>
                <a:gs pos="43000">
                  <a:srgbClr val="F6F2F4"/>
                </a:gs>
                <a:gs pos="100000">
                  <a:srgbClr val="D3D1D6"/>
                </a:gs>
              </a:gsLst>
              <a:lin ang="2700000" scaled="1"/>
              <a:tileRect/>
            </a:gradFill>
            <a:ln w="2540" cap="rnd" cmpd="sng" algn="ctr">
              <a:noFill/>
              <a:prstDash val="solid"/>
              <a:round/>
              <a:headEnd type="none" w="med" len="med"/>
              <a:tailEnd type="none" w="med" len="med"/>
            </a:ln>
            <a:effectLst/>
          </p:spPr>
        </p:sp>
        <p:sp>
          <p:nvSpPr>
            <p:cNvPr id="5882" name="ellipse_2173">
              <a:extLst>
                <a:ext uri="{FF2B5EF4-FFF2-40B4-BE49-F238E27FC236}">
                  <a16:creationId xmlns:a16="http://schemas.microsoft.com/office/drawing/2014/main" id="{977D8148-1E08-C63B-A316-B040FF08E94D}"/>
                </a:ext>
              </a:extLst>
            </p:cNvPr>
            <p:cNvSpPr/>
            <p:nvPr/>
          </p:nvSpPr>
          <p:spPr>
            <a:xfrm>
              <a:off x="4108720" y="1553209"/>
              <a:ext cx="23944" cy="23944"/>
            </a:xfrm>
            <a:prstGeom prst="ellipse">
              <a:avLst/>
            </a:prstGeom>
            <a:gradFill flip="none" rotWithShape="1">
              <a:gsLst>
                <a:gs pos="0">
                  <a:srgbClr val="EFF4FA"/>
                </a:gs>
                <a:gs pos="43000">
                  <a:srgbClr val="B1CCE7"/>
                </a:gs>
                <a:gs pos="100000">
                  <a:srgbClr val="83A5C7"/>
                </a:gs>
              </a:gsLst>
              <a:lin ang="2700000" scaled="1"/>
              <a:tileRect/>
            </a:gradFill>
            <a:ln w="2540" cap="rnd" cmpd="sng" algn="ctr">
              <a:noFill/>
              <a:prstDash val="solid"/>
              <a:round/>
              <a:headEnd type="none" w="med" len="med"/>
              <a:tailEnd type="none" w="med" len="med"/>
            </a:ln>
            <a:effectLst/>
          </p:spPr>
        </p:sp>
        <p:sp>
          <p:nvSpPr>
            <p:cNvPr id="5883" name="ellipse_2174">
              <a:extLst>
                <a:ext uri="{FF2B5EF4-FFF2-40B4-BE49-F238E27FC236}">
                  <a16:creationId xmlns:a16="http://schemas.microsoft.com/office/drawing/2014/main" id="{154D9869-C263-0AC0-22A9-C9E5F29FA103}"/>
                </a:ext>
              </a:extLst>
            </p:cNvPr>
            <p:cNvSpPr/>
            <p:nvPr/>
          </p:nvSpPr>
          <p:spPr>
            <a:xfrm>
              <a:off x="4471741" y="1503867"/>
              <a:ext cx="25632" cy="25632"/>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884" name="ellipse_2175">
              <a:extLst>
                <a:ext uri="{FF2B5EF4-FFF2-40B4-BE49-F238E27FC236}">
                  <a16:creationId xmlns:a16="http://schemas.microsoft.com/office/drawing/2014/main" id="{97E418BF-BECA-3213-63F2-7A6D75E88864}"/>
                </a:ext>
              </a:extLst>
            </p:cNvPr>
            <p:cNvSpPr/>
            <p:nvPr/>
          </p:nvSpPr>
          <p:spPr>
            <a:xfrm>
              <a:off x="4318731" y="1540689"/>
              <a:ext cx="28238" cy="28238"/>
            </a:xfrm>
            <a:prstGeom prst="ellipse">
              <a:avLst/>
            </a:prstGeom>
            <a:gradFill flip="none" rotWithShape="1">
              <a:gsLst>
                <a:gs pos="0">
                  <a:srgbClr val="EDF4F9"/>
                </a:gs>
                <a:gs pos="43000">
                  <a:srgbClr val="ABC8E4"/>
                </a:gs>
                <a:gs pos="100000">
                  <a:srgbClr val="7CA1C4"/>
                </a:gs>
              </a:gsLst>
              <a:lin ang="2700000" scaled="1"/>
              <a:tileRect/>
            </a:gradFill>
            <a:ln w="2540" cap="rnd" cmpd="sng" algn="ctr">
              <a:noFill/>
              <a:prstDash val="solid"/>
              <a:round/>
              <a:headEnd type="none" w="med" len="med"/>
              <a:tailEnd type="none" w="med" len="med"/>
            </a:ln>
            <a:effectLst/>
          </p:spPr>
        </p:sp>
        <p:sp>
          <p:nvSpPr>
            <p:cNvPr id="5885" name="ellipse_2176">
              <a:extLst>
                <a:ext uri="{FF2B5EF4-FFF2-40B4-BE49-F238E27FC236}">
                  <a16:creationId xmlns:a16="http://schemas.microsoft.com/office/drawing/2014/main" id="{3F95D632-402C-5C54-1F85-149625D120FD}"/>
                </a:ext>
              </a:extLst>
            </p:cNvPr>
            <p:cNvSpPr/>
            <p:nvPr/>
          </p:nvSpPr>
          <p:spPr>
            <a:xfrm>
              <a:off x="4264380" y="1516974"/>
              <a:ext cx="22493" cy="22493"/>
            </a:xfrm>
            <a:prstGeom prst="ellipse">
              <a:avLst/>
            </a:prstGeom>
            <a:gradFill flip="none" rotWithShape="1">
              <a:gsLst>
                <a:gs pos="0">
                  <a:srgbClr val="E8F1F8"/>
                </a:gs>
                <a:gs pos="43000">
                  <a:srgbClr val="93BADD"/>
                </a:gs>
                <a:gs pos="100000">
                  <a:srgbClr val="6091BC"/>
                </a:gs>
              </a:gsLst>
              <a:lin ang="2700000" scaled="1"/>
              <a:tileRect/>
            </a:gradFill>
            <a:ln w="2540" cap="rnd" cmpd="sng" algn="ctr">
              <a:noFill/>
              <a:prstDash val="solid"/>
              <a:round/>
              <a:headEnd type="none" w="med" len="med"/>
              <a:tailEnd type="none" w="med" len="med"/>
            </a:ln>
            <a:effectLst/>
          </p:spPr>
        </p:sp>
        <p:sp>
          <p:nvSpPr>
            <p:cNvPr id="5886" name="ellipse_2177">
              <a:extLst>
                <a:ext uri="{FF2B5EF4-FFF2-40B4-BE49-F238E27FC236}">
                  <a16:creationId xmlns:a16="http://schemas.microsoft.com/office/drawing/2014/main" id="{B9FD10CB-A0ED-6D39-A2C1-2B98587469ED}"/>
                </a:ext>
              </a:extLst>
            </p:cNvPr>
            <p:cNvSpPr/>
            <p:nvPr/>
          </p:nvSpPr>
          <p:spPr>
            <a:xfrm>
              <a:off x="4223323" y="1483184"/>
              <a:ext cx="26490" cy="26490"/>
            </a:xfrm>
            <a:prstGeom prst="ellipse">
              <a:avLst/>
            </a:prstGeom>
            <a:gradFill flip="none" rotWithShape="1">
              <a:gsLst>
                <a:gs pos="0">
                  <a:srgbClr val="E4EEF7"/>
                </a:gs>
                <a:gs pos="43000">
                  <a:srgbClr val="7EACD7"/>
                </a:gs>
                <a:gs pos="100000">
                  <a:srgbClr val="4881B5"/>
                </a:gs>
              </a:gsLst>
              <a:lin ang="2700000" scaled="1"/>
              <a:tileRect/>
            </a:gradFill>
            <a:ln w="2540" cap="rnd" cmpd="sng" algn="ctr">
              <a:noFill/>
              <a:prstDash val="solid"/>
              <a:round/>
              <a:headEnd type="none" w="med" len="med"/>
              <a:tailEnd type="none" w="med" len="med"/>
            </a:ln>
            <a:effectLst/>
          </p:spPr>
        </p:sp>
        <p:sp>
          <p:nvSpPr>
            <p:cNvPr id="5887" name="ellipse_2178">
              <a:extLst>
                <a:ext uri="{FF2B5EF4-FFF2-40B4-BE49-F238E27FC236}">
                  <a16:creationId xmlns:a16="http://schemas.microsoft.com/office/drawing/2014/main" id="{E015AC56-4150-1EA0-A4E9-E0D250349EB1}"/>
                </a:ext>
              </a:extLst>
            </p:cNvPr>
            <p:cNvSpPr/>
            <p:nvPr/>
          </p:nvSpPr>
          <p:spPr>
            <a:xfrm>
              <a:off x="4401541" y="1664126"/>
              <a:ext cx="25319" cy="25319"/>
            </a:xfrm>
            <a:prstGeom prst="ellipse">
              <a:avLst/>
            </a:prstGeom>
            <a:gradFill flip="none" rotWithShape="1">
              <a:gsLst>
                <a:gs pos="0">
                  <a:srgbClr val="E1ECF6"/>
                </a:gs>
                <a:gs pos="43000">
                  <a:srgbClr val="71A4D3"/>
                </a:gs>
                <a:gs pos="100000">
                  <a:srgbClr val="3977B0"/>
                </a:gs>
              </a:gsLst>
              <a:lin ang="2700000" scaled="1"/>
              <a:tileRect/>
            </a:gradFill>
            <a:ln w="2540" cap="rnd" cmpd="sng" algn="ctr">
              <a:noFill/>
              <a:prstDash val="solid"/>
              <a:round/>
              <a:headEnd type="none" w="med" len="med"/>
              <a:tailEnd type="none" w="med" len="med"/>
            </a:ln>
            <a:effectLst/>
          </p:spPr>
        </p:sp>
        <p:sp>
          <p:nvSpPr>
            <p:cNvPr id="384" name="ellipse_2179">
              <a:extLst>
                <a:ext uri="{FF2B5EF4-FFF2-40B4-BE49-F238E27FC236}">
                  <a16:creationId xmlns:a16="http://schemas.microsoft.com/office/drawing/2014/main" id="{D50E4658-464D-CF10-9A82-4ED2E20D9123}"/>
                </a:ext>
              </a:extLst>
            </p:cNvPr>
            <p:cNvSpPr/>
            <p:nvPr/>
          </p:nvSpPr>
          <p:spPr>
            <a:xfrm>
              <a:off x="4339068" y="1457481"/>
              <a:ext cx="35401" cy="35401"/>
            </a:xfrm>
            <a:prstGeom prst="ellipse">
              <a:avLst/>
            </a:prstGeom>
            <a:gradFill flip="none" rotWithShape="1">
              <a:gsLst>
                <a:gs pos="0">
                  <a:srgbClr val="FDFBFB"/>
                </a:gs>
                <a:gs pos="43000">
                  <a:srgbClr val="F5EAED"/>
                </a:gs>
                <a:gs pos="100000">
                  <a:srgbClr val="D1C8CE"/>
                </a:gs>
              </a:gsLst>
              <a:lin ang="2700000" scaled="1"/>
              <a:tileRect/>
            </a:gradFill>
            <a:ln w="2540" cap="rnd" cmpd="sng" algn="ctr">
              <a:noFill/>
              <a:prstDash val="solid"/>
              <a:round/>
              <a:headEnd type="none" w="med" len="med"/>
              <a:tailEnd type="none" w="med" len="med"/>
            </a:ln>
            <a:effectLst/>
          </p:spPr>
        </p:sp>
        <p:sp>
          <p:nvSpPr>
            <p:cNvPr id="385" name="ellipse_2180">
              <a:extLst>
                <a:ext uri="{FF2B5EF4-FFF2-40B4-BE49-F238E27FC236}">
                  <a16:creationId xmlns:a16="http://schemas.microsoft.com/office/drawing/2014/main" id="{DCF47F3D-D5FC-9D27-4CB9-6B8DCE96AE57}"/>
                </a:ext>
              </a:extLst>
            </p:cNvPr>
            <p:cNvSpPr/>
            <p:nvPr/>
          </p:nvSpPr>
          <p:spPr>
            <a:xfrm>
              <a:off x="4147487" y="1616286"/>
              <a:ext cx="26099" cy="26099"/>
            </a:xfrm>
            <a:prstGeom prst="ellipse">
              <a:avLst/>
            </a:prstGeom>
            <a:gradFill flip="none" rotWithShape="1">
              <a:gsLst>
                <a:gs pos="0">
                  <a:srgbClr val="F4F8FB"/>
                </a:gs>
                <a:gs pos="43000">
                  <a:srgbClr val="C8DBED"/>
                </a:gs>
                <a:gs pos="100000">
                  <a:srgbClr val="9EB7CE"/>
                </a:gs>
              </a:gsLst>
              <a:lin ang="2700000" scaled="1"/>
              <a:tileRect/>
            </a:gradFill>
            <a:ln w="2540" cap="rnd" cmpd="sng" algn="ctr">
              <a:noFill/>
              <a:prstDash val="solid"/>
              <a:round/>
              <a:headEnd type="none" w="med" len="med"/>
              <a:tailEnd type="none" w="med" len="med"/>
            </a:ln>
            <a:effectLst/>
          </p:spPr>
        </p:sp>
        <p:sp>
          <p:nvSpPr>
            <p:cNvPr id="386" name="ellipse_2181">
              <a:extLst>
                <a:ext uri="{FF2B5EF4-FFF2-40B4-BE49-F238E27FC236}">
                  <a16:creationId xmlns:a16="http://schemas.microsoft.com/office/drawing/2014/main" id="{B8B7E02A-7E8F-2B2F-0BA7-31D39F2B016F}"/>
                </a:ext>
              </a:extLst>
            </p:cNvPr>
            <p:cNvSpPr/>
            <p:nvPr/>
          </p:nvSpPr>
          <p:spPr>
            <a:xfrm>
              <a:off x="4421275" y="1403443"/>
              <a:ext cx="35162" cy="35162"/>
            </a:xfrm>
            <a:prstGeom prst="ellipse">
              <a:avLst/>
            </a:prstGeom>
            <a:gradFill flip="none" rotWithShape="1">
              <a:gsLst>
                <a:gs pos="0">
                  <a:srgbClr val="FCF9FA"/>
                </a:gs>
                <a:gs pos="43000">
                  <a:srgbClr val="F3E3E6"/>
                </a:gs>
                <a:gs pos="100000">
                  <a:srgbClr val="CFC0C6"/>
                </a:gs>
              </a:gsLst>
              <a:lin ang="2700000" scaled="1"/>
              <a:tileRect/>
            </a:gradFill>
            <a:ln w="2540" cap="rnd" cmpd="sng" algn="ctr">
              <a:noFill/>
              <a:prstDash val="solid"/>
              <a:round/>
              <a:headEnd type="none" w="med" len="med"/>
              <a:tailEnd type="none" w="med" len="med"/>
            </a:ln>
            <a:effectLst/>
          </p:spPr>
        </p:sp>
        <p:sp>
          <p:nvSpPr>
            <p:cNvPr id="387" name="ellipse_2182">
              <a:extLst>
                <a:ext uri="{FF2B5EF4-FFF2-40B4-BE49-F238E27FC236}">
                  <a16:creationId xmlns:a16="http://schemas.microsoft.com/office/drawing/2014/main" id="{9B3E2083-2C5A-8D71-EC99-C3AAD0978A85}"/>
                </a:ext>
              </a:extLst>
            </p:cNvPr>
            <p:cNvSpPr/>
            <p:nvPr/>
          </p:nvSpPr>
          <p:spPr>
            <a:xfrm>
              <a:off x="4115470" y="1492277"/>
              <a:ext cx="31229" cy="31229"/>
            </a:xfrm>
            <a:prstGeom prst="ellipse">
              <a:avLst/>
            </a:prstGeom>
            <a:gradFill flip="none" rotWithShape="1">
              <a:gsLst>
                <a:gs pos="0">
                  <a:srgbClr val="E4EEF7"/>
                </a:gs>
                <a:gs pos="43000">
                  <a:srgbClr val="7DABD7"/>
                </a:gs>
                <a:gs pos="100000">
                  <a:srgbClr val="4780B4"/>
                </a:gs>
              </a:gsLst>
              <a:lin ang="2700000" scaled="1"/>
              <a:tileRect/>
            </a:gradFill>
            <a:ln w="2540" cap="rnd" cmpd="sng" algn="ctr">
              <a:noFill/>
              <a:prstDash val="solid"/>
              <a:round/>
              <a:headEnd type="none" w="med" len="med"/>
              <a:tailEnd type="none" w="med" len="med"/>
            </a:ln>
            <a:effectLst/>
          </p:spPr>
        </p:sp>
        <p:sp>
          <p:nvSpPr>
            <p:cNvPr id="388" name="ellipse_2183">
              <a:extLst>
                <a:ext uri="{FF2B5EF4-FFF2-40B4-BE49-F238E27FC236}">
                  <a16:creationId xmlns:a16="http://schemas.microsoft.com/office/drawing/2014/main" id="{6415A768-D8A5-5EEA-6A0F-2FAADBB004C3}"/>
                </a:ext>
              </a:extLst>
            </p:cNvPr>
            <p:cNvSpPr/>
            <p:nvPr/>
          </p:nvSpPr>
          <p:spPr>
            <a:xfrm>
              <a:off x="4091744" y="1552009"/>
              <a:ext cx="22492" cy="22492"/>
            </a:xfrm>
            <a:prstGeom prst="ellipse">
              <a:avLst/>
            </a:prstGeom>
            <a:gradFill flip="none" rotWithShape="1">
              <a:gsLst>
                <a:gs pos="0">
                  <a:srgbClr val="EBF2F9"/>
                </a:gs>
                <a:gs pos="43000">
                  <a:srgbClr val="A0C2E1"/>
                </a:gs>
                <a:gs pos="100000">
                  <a:srgbClr val="6F9AC1"/>
                </a:gs>
              </a:gsLst>
              <a:lin ang="2700000" scaled="1"/>
              <a:tileRect/>
            </a:gradFill>
            <a:ln w="2540" cap="rnd" cmpd="sng" algn="ctr">
              <a:noFill/>
              <a:prstDash val="solid"/>
              <a:round/>
              <a:headEnd type="none" w="med" len="med"/>
              <a:tailEnd type="none" w="med" len="med"/>
            </a:ln>
            <a:effectLst/>
          </p:spPr>
        </p:sp>
        <p:sp>
          <p:nvSpPr>
            <p:cNvPr id="389" name="ellipse_2184">
              <a:extLst>
                <a:ext uri="{FF2B5EF4-FFF2-40B4-BE49-F238E27FC236}">
                  <a16:creationId xmlns:a16="http://schemas.microsoft.com/office/drawing/2014/main" id="{1D9B5F8D-7CBB-5605-2908-158E53F29E19}"/>
                </a:ext>
              </a:extLst>
            </p:cNvPr>
            <p:cNvSpPr/>
            <p:nvPr/>
          </p:nvSpPr>
          <p:spPr>
            <a:xfrm>
              <a:off x="4133493" y="1548733"/>
              <a:ext cx="25991" cy="25991"/>
            </a:xfrm>
            <a:prstGeom prst="ellipse">
              <a:avLst/>
            </a:prstGeom>
            <a:gradFill flip="none" rotWithShape="1">
              <a:gsLst>
                <a:gs pos="0">
                  <a:srgbClr val="F2F6FB"/>
                </a:gs>
                <a:gs pos="43000">
                  <a:srgbClr val="C0D6EB"/>
                </a:gs>
                <a:gs pos="100000">
                  <a:srgbClr val="94B1CC"/>
                </a:gs>
              </a:gsLst>
              <a:lin ang="2700000" scaled="1"/>
              <a:tileRect/>
            </a:gradFill>
            <a:ln w="2540" cap="rnd" cmpd="sng" algn="ctr">
              <a:noFill/>
              <a:prstDash val="solid"/>
              <a:round/>
              <a:headEnd type="none" w="med" len="med"/>
              <a:tailEnd type="none" w="med" len="med"/>
            </a:ln>
            <a:effectLst/>
          </p:spPr>
        </p:sp>
        <p:sp>
          <p:nvSpPr>
            <p:cNvPr id="390" name="ellipse_2185">
              <a:extLst>
                <a:ext uri="{FF2B5EF4-FFF2-40B4-BE49-F238E27FC236}">
                  <a16:creationId xmlns:a16="http://schemas.microsoft.com/office/drawing/2014/main" id="{DB325903-7737-DE33-C84B-1EB938A88303}"/>
                </a:ext>
              </a:extLst>
            </p:cNvPr>
            <p:cNvSpPr/>
            <p:nvPr/>
          </p:nvSpPr>
          <p:spPr>
            <a:xfrm>
              <a:off x="4250858" y="1579120"/>
              <a:ext cx="23959" cy="23959"/>
            </a:xfrm>
            <a:prstGeom prst="ellipse">
              <a:avLst/>
            </a:prstGeom>
            <a:gradFill flip="none" rotWithShape="1">
              <a:gsLst>
                <a:gs pos="0">
                  <a:srgbClr val="EFF5FA"/>
                </a:gs>
                <a:gs pos="43000">
                  <a:srgbClr val="B4CEE7"/>
                </a:gs>
                <a:gs pos="100000">
                  <a:srgbClr val="87A8C7"/>
                </a:gs>
              </a:gsLst>
              <a:lin ang="2700000" scaled="1"/>
              <a:tileRect/>
            </a:gradFill>
            <a:ln w="2540" cap="rnd" cmpd="sng" algn="ctr">
              <a:noFill/>
              <a:prstDash val="solid"/>
              <a:round/>
              <a:headEnd type="none" w="med" len="med"/>
              <a:tailEnd type="none" w="med" len="med"/>
            </a:ln>
            <a:effectLst/>
          </p:spPr>
        </p:sp>
        <p:sp>
          <p:nvSpPr>
            <p:cNvPr id="391" name="ellipse_2186">
              <a:extLst>
                <a:ext uri="{FF2B5EF4-FFF2-40B4-BE49-F238E27FC236}">
                  <a16:creationId xmlns:a16="http://schemas.microsoft.com/office/drawing/2014/main" id="{67E85818-9BB0-4B1C-07E3-B92D8C5357FE}"/>
                </a:ext>
              </a:extLst>
            </p:cNvPr>
            <p:cNvSpPr/>
            <p:nvPr/>
          </p:nvSpPr>
          <p:spPr>
            <a:xfrm>
              <a:off x="4273408" y="1643014"/>
              <a:ext cx="27291" cy="27291"/>
            </a:xfrm>
            <a:prstGeom prst="ellipse">
              <a:avLst/>
            </a:prstGeom>
            <a:gradFill flip="none" rotWithShape="1">
              <a:gsLst>
                <a:gs pos="0">
                  <a:srgbClr val="E5EEF7"/>
                </a:gs>
                <a:gs pos="43000">
                  <a:srgbClr val="80AED8"/>
                </a:gs>
                <a:gs pos="100000">
                  <a:srgbClr val="4B82B6"/>
                </a:gs>
              </a:gsLst>
              <a:lin ang="2700000" scaled="1"/>
              <a:tileRect/>
            </a:gradFill>
            <a:ln w="2540" cap="rnd" cmpd="sng" algn="ctr">
              <a:noFill/>
              <a:prstDash val="solid"/>
              <a:round/>
              <a:headEnd type="none" w="med" len="med"/>
              <a:tailEnd type="none" w="med" len="med"/>
            </a:ln>
            <a:effectLst/>
          </p:spPr>
        </p:sp>
        <p:sp>
          <p:nvSpPr>
            <p:cNvPr id="392" name="ellipse_2187">
              <a:extLst>
                <a:ext uri="{FF2B5EF4-FFF2-40B4-BE49-F238E27FC236}">
                  <a16:creationId xmlns:a16="http://schemas.microsoft.com/office/drawing/2014/main" id="{A31CC5D7-2CB3-E755-D408-8536212D53D3}"/>
                </a:ext>
              </a:extLst>
            </p:cNvPr>
            <p:cNvSpPr/>
            <p:nvPr/>
          </p:nvSpPr>
          <p:spPr>
            <a:xfrm>
              <a:off x="4321059" y="1463010"/>
              <a:ext cx="28730" cy="28730"/>
            </a:xfrm>
            <a:prstGeom prst="ellipse">
              <a:avLst/>
            </a:prstGeom>
            <a:gradFill flip="none" rotWithShape="1">
              <a:gsLst>
                <a:gs pos="0">
                  <a:srgbClr val="F7FAFC"/>
                </a:gs>
                <a:gs pos="43000">
                  <a:srgbClr val="D9E6F2"/>
                </a:gs>
                <a:gs pos="100000">
                  <a:srgbClr val="B1C3D4"/>
                </a:gs>
              </a:gsLst>
              <a:lin ang="2700000" scaled="1"/>
              <a:tileRect/>
            </a:gradFill>
            <a:ln w="2540" cap="rnd" cmpd="sng" algn="ctr">
              <a:noFill/>
              <a:prstDash val="solid"/>
              <a:round/>
              <a:headEnd type="none" w="med" len="med"/>
              <a:tailEnd type="none" w="med" len="med"/>
            </a:ln>
            <a:effectLst/>
          </p:spPr>
        </p:sp>
        <p:sp>
          <p:nvSpPr>
            <p:cNvPr id="393" name="ellipse_2188">
              <a:extLst>
                <a:ext uri="{FF2B5EF4-FFF2-40B4-BE49-F238E27FC236}">
                  <a16:creationId xmlns:a16="http://schemas.microsoft.com/office/drawing/2014/main" id="{F5496B1D-7813-7819-E6C4-541971155E50}"/>
                </a:ext>
              </a:extLst>
            </p:cNvPr>
            <p:cNvSpPr/>
            <p:nvPr/>
          </p:nvSpPr>
          <p:spPr>
            <a:xfrm>
              <a:off x="4421172" y="1439570"/>
              <a:ext cx="30726" cy="30726"/>
            </a:xfrm>
            <a:prstGeom prst="ellipse">
              <a:avLst/>
            </a:prstGeom>
            <a:gradFill flip="none" rotWithShape="1">
              <a:gsLst>
                <a:gs pos="0">
                  <a:srgbClr val="F8E3E4"/>
                </a:gs>
                <a:gs pos="43000">
                  <a:srgbClr val="DC797E"/>
                </a:gs>
                <a:gs pos="100000">
                  <a:srgbClr val="B5464E"/>
                </a:gs>
              </a:gsLst>
              <a:lin ang="2700000" scaled="1"/>
              <a:tileRect/>
            </a:gradFill>
            <a:ln w="2540" cap="rnd" cmpd="sng" algn="ctr">
              <a:noFill/>
              <a:prstDash val="solid"/>
              <a:round/>
              <a:headEnd type="none" w="med" len="med"/>
              <a:tailEnd type="none" w="med" len="med"/>
            </a:ln>
            <a:effectLst/>
          </p:spPr>
        </p:sp>
        <p:sp>
          <p:nvSpPr>
            <p:cNvPr id="395" name="ellipse_2189">
              <a:extLst>
                <a:ext uri="{FF2B5EF4-FFF2-40B4-BE49-F238E27FC236}">
                  <a16:creationId xmlns:a16="http://schemas.microsoft.com/office/drawing/2014/main" id="{8A326DF7-7326-8A15-7473-69D2CCFABF5B}"/>
                </a:ext>
              </a:extLst>
            </p:cNvPr>
            <p:cNvSpPr/>
            <p:nvPr/>
          </p:nvSpPr>
          <p:spPr>
            <a:xfrm>
              <a:off x="4229887" y="1669778"/>
              <a:ext cx="23937" cy="23937"/>
            </a:xfrm>
            <a:prstGeom prst="ellipse">
              <a:avLst/>
            </a:prstGeom>
            <a:gradFill flip="none" rotWithShape="1">
              <a:gsLst>
                <a:gs pos="0">
                  <a:srgbClr val="E4EEF7"/>
                </a:gs>
                <a:gs pos="43000">
                  <a:srgbClr val="7DABD7"/>
                </a:gs>
                <a:gs pos="100000">
                  <a:srgbClr val="4880B4"/>
                </a:gs>
              </a:gsLst>
              <a:lin ang="2700000" scaled="1"/>
              <a:tileRect/>
            </a:gradFill>
            <a:ln w="2540" cap="rnd" cmpd="sng" algn="ctr">
              <a:noFill/>
              <a:prstDash val="solid"/>
              <a:round/>
              <a:headEnd type="none" w="med" len="med"/>
              <a:tailEnd type="none" w="med" len="med"/>
            </a:ln>
            <a:effectLst/>
          </p:spPr>
        </p:sp>
        <p:sp>
          <p:nvSpPr>
            <p:cNvPr id="396" name="ellipse_2190">
              <a:extLst>
                <a:ext uri="{FF2B5EF4-FFF2-40B4-BE49-F238E27FC236}">
                  <a16:creationId xmlns:a16="http://schemas.microsoft.com/office/drawing/2014/main" id="{045C20BE-D428-E4E3-2816-B271D7DE5BCC}"/>
                </a:ext>
              </a:extLst>
            </p:cNvPr>
            <p:cNvSpPr/>
            <p:nvPr/>
          </p:nvSpPr>
          <p:spPr>
            <a:xfrm>
              <a:off x="4374353" y="1632975"/>
              <a:ext cx="24495" cy="24495"/>
            </a:xfrm>
            <a:prstGeom prst="ellipse">
              <a:avLst/>
            </a:prstGeom>
            <a:gradFill flip="none" rotWithShape="1">
              <a:gsLst>
                <a:gs pos="0">
                  <a:srgbClr val="E2EDF6"/>
                </a:gs>
                <a:gs pos="43000">
                  <a:srgbClr val="75A6D5"/>
                </a:gs>
                <a:gs pos="100000">
                  <a:srgbClr val="3E7AB2"/>
                </a:gs>
              </a:gsLst>
              <a:lin ang="2700000" scaled="1"/>
              <a:tileRect/>
            </a:gradFill>
            <a:ln w="2540" cap="rnd" cmpd="sng" algn="ctr">
              <a:noFill/>
              <a:prstDash val="solid"/>
              <a:round/>
              <a:headEnd type="none" w="med" len="med"/>
              <a:tailEnd type="none" w="med" len="med"/>
            </a:ln>
            <a:effectLst/>
          </p:spPr>
        </p:sp>
        <p:sp>
          <p:nvSpPr>
            <p:cNvPr id="397" name="ellipse_2191">
              <a:extLst>
                <a:ext uri="{FF2B5EF4-FFF2-40B4-BE49-F238E27FC236}">
                  <a16:creationId xmlns:a16="http://schemas.microsoft.com/office/drawing/2014/main" id="{28661607-30E7-7D8C-B454-D0F74231E68A}"/>
                </a:ext>
              </a:extLst>
            </p:cNvPr>
            <p:cNvSpPr/>
            <p:nvPr/>
          </p:nvSpPr>
          <p:spPr>
            <a:xfrm>
              <a:off x="4300902" y="1684368"/>
              <a:ext cx="24743" cy="24743"/>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98" name="ellipse_2192">
              <a:extLst>
                <a:ext uri="{FF2B5EF4-FFF2-40B4-BE49-F238E27FC236}">
                  <a16:creationId xmlns:a16="http://schemas.microsoft.com/office/drawing/2014/main" id="{093D10E6-6AA5-F110-E451-AA1D4FC68AF3}"/>
                </a:ext>
              </a:extLst>
            </p:cNvPr>
            <p:cNvSpPr/>
            <p:nvPr/>
          </p:nvSpPr>
          <p:spPr>
            <a:xfrm>
              <a:off x="4211047" y="1622071"/>
              <a:ext cx="27475" cy="27475"/>
            </a:xfrm>
            <a:prstGeom prst="ellipse">
              <a:avLst/>
            </a:prstGeom>
            <a:gradFill flip="none" rotWithShape="1">
              <a:gsLst>
                <a:gs pos="0">
                  <a:srgbClr val="F0F5FA"/>
                </a:gs>
                <a:gs pos="43000">
                  <a:srgbClr val="B6CFE8"/>
                </a:gs>
                <a:gs pos="100000">
                  <a:srgbClr val="88A9C8"/>
                </a:gs>
              </a:gsLst>
              <a:lin ang="2700000" scaled="1"/>
              <a:tileRect/>
            </a:gradFill>
            <a:ln w="2540" cap="rnd" cmpd="sng" algn="ctr">
              <a:noFill/>
              <a:prstDash val="solid"/>
              <a:round/>
              <a:headEnd type="none" w="med" len="med"/>
              <a:tailEnd type="none" w="med" len="med"/>
            </a:ln>
            <a:effectLst/>
          </p:spPr>
        </p:sp>
        <p:sp>
          <p:nvSpPr>
            <p:cNvPr id="399" name="ellipse_2193">
              <a:extLst>
                <a:ext uri="{FF2B5EF4-FFF2-40B4-BE49-F238E27FC236}">
                  <a16:creationId xmlns:a16="http://schemas.microsoft.com/office/drawing/2014/main" id="{9A0145ED-11CB-9566-CBB0-8F12E93872F5}"/>
                </a:ext>
              </a:extLst>
            </p:cNvPr>
            <p:cNvSpPr/>
            <p:nvPr/>
          </p:nvSpPr>
          <p:spPr>
            <a:xfrm>
              <a:off x="4395435" y="1581312"/>
              <a:ext cx="29624" cy="29624"/>
            </a:xfrm>
            <a:prstGeom prst="ellipse">
              <a:avLst/>
            </a:prstGeom>
            <a:gradFill flip="none" rotWithShape="1">
              <a:gsLst>
                <a:gs pos="0">
                  <a:srgbClr val="EBF2F9"/>
                </a:gs>
                <a:gs pos="43000">
                  <a:srgbClr val="9EC0E1"/>
                </a:gs>
                <a:gs pos="100000">
                  <a:srgbClr val="6D98C0"/>
                </a:gs>
              </a:gsLst>
              <a:lin ang="2700000" scaled="1"/>
              <a:tileRect/>
            </a:gradFill>
            <a:ln w="2540" cap="rnd" cmpd="sng" algn="ctr">
              <a:noFill/>
              <a:prstDash val="solid"/>
              <a:round/>
              <a:headEnd type="none" w="med" len="med"/>
              <a:tailEnd type="none" w="med" len="med"/>
            </a:ln>
            <a:effectLst/>
          </p:spPr>
        </p:sp>
        <p:sp>
          <p:nvSpPr>
            <p:cNvPr id="400" name="ellipse_2194">
              <a:extLst>
                <a:ext uri="{FF2B5EF4-FFF2-40B4-BE49-F238E27FC236}">
                  <a16:creationId xmlns:a16="http://schemas.microsoft.com/office/drawing/2014/main" id="{18DD055C-8BB1-ADE0-3DA3-2480A91F168C}"/>
                </a:ext>
              </a:extLst>
            </p:cNvPr>
            <p:cNvSpPr/>
            <p:nvPr/>
          </p:nvSpPr>
          <p:spPr>
            <a:xfrm>
              <a:off x="4048258" y="1480126"/>
              <a:ext cx="35829" cy="35829"/>
            </a:xfrm>
            <a:prstGeom prst="ellipse">
              <a:avLst/>
            </a:prstGeom>
            <a:gradFill flip="none" rotWithShape="1">
              <a:gsLst>
                <a:gs pos="0">
                  <a:srgbClr val="E2ECF6"/>
                </a:gs>
                <a:gs pos="43000">
                  <a:srgbClr val="73A5D4"/>
                </a:gs>
                <a:gs pos="100000">
                  <a:srgbClr val="3B78B1"/>
                </a:gs>
              </a:gsLst>
              <a:lin ang="2700000" scaled="1"/>
              <a:tileRect/>
            </a:gradFill>
            <a:ln w="2540" cap="rnd" cmpd="sng" algn="ctr">
              <a:noFill/>
              <a:prstDash val="solid"/>
              <a:round/>
              <a:headEnd type="none" w="med" len="med"/>
              <a:tailEnd type="none" w="med" len="med"/>
            </a:ln>
            <a:effectLst/>
          </p:spPr>
        </p:sp>
        <p:sp>
          <p:nvSpPr>
            <p:cNvPr id="401" name="ellipse_2195">
              <a:extLst>
                <a:ext uri="{FF2B5EF4-FFF2-40B4-BE49-F238E27FC236}">
                  <a16:creationId xmlns:a16="http://schemas.microsoft.com/office/drawing/2014/main" id="{5CC8139A-27F9-82CA-467C-608BCAE58535}"/>
                </a:ext>
              </a:extLst>
            </p:cNvPr>
            <p:cNvSpPr/>
            <p:nvPr/>
          </p:nvSpPr>
          <p:spPr>
            <a:xfrm>
              <a:off x="4492338" y="1548882"/>
              <a:ext cx="24345" cy="24345"/>
            </a:xfrm>
            <a:prstGeom prst="ellipse">
              <a:avLst/>
            </a:prstGeom>
            <a:gradFill flip="none" rotWithShape="1">
              <a:gsLst>
                <a:gs pos="0">
                  <a:srgbClr val="FBFCFD"/>
                </a:gs>
                <a:gs pos="43000">
                  <a:srgbClr val="EAF1F7"/>
                </a:gs>
                <a:gs pos="100000">
                  <a:srgbClr val="C5D0DA"/>
                </a:gs>
              </a:gsLst>
              <a:lin ang="2700000" scaled="1"/>
              <a:tileRect/>
            </a:gradFill>
            <a:ln w="2540" cap="rnd" cmpd="sng" algn="ctr">
              <a:noFill/>
              <a:prstDash val="solid"/>
              <a:round/>
              <a:headEnd type="none" w="med" len="med"/>
              <a:tailEnd type="none" w="med" len="med"/>
            </a:ln>
            <a:effectLst/>
          </p:spPr>
        </p:sp>
        <p:sp>
          <p:nvSpPr>
            <p:cNvPr id="402" name="ellipse_2196">
              <a:extLst>
                <a:ext uri="{FF2B5EF4-FFF2-40B4-BE49-F238E27FC236}">
                  <a16:creationId xmlns:a16="http://schemas.microsoft.com/office/drawing/2014/main" id="{5B6161FC-0F84-BE6F-173C-95F9CAEFBB21}"/>
                </a:ext>
              </a:extLst>
            </p:cNvPr>
            <p:cNvSpPr/>
            <p:nvPr/>
          </p:nvSpPr>
          <p:spPr>
            <a:xfrm>
              <a:off x="4303160" y="1607853"/>
              <a:ext cx="30281" cy="30281"/>
            </a:xfrm>
            <a:prstGeom prst="ellipse">
              <a:avLst/>
            </a:prstGeom>
            <a:gradFill flip="none" rotWithShape="1">
              <a:gsLst>
                <a:gs pos="0">
                  <a:srgbClr val="E5EEF7"/>
                </a:gs>
                <a:gs pos="43000">
                  <a:srgbClr val="84B0D9"/>
                </a:gs>
                <a:gs pos="100000">
                  <a:srgbClr val="4F85B7"/>
                </a:gs>
              </a:gsLst>
              <a:lin ang="2700000" scaled="1"/>
              <a:tileRect/>
            </a:gradFill>
            <a:ln w="2540" cap="rnd" cmpd="sng" algn="ctr">
              <a:noFill/>
              <a:prstDash val="solid"/>
              <a:round/>
              <a:headEnd type="none" w="med" len="med"/>
              <a:tailEnd type="none" w="med" len="med"/>
            </a:ln>
            <a:effectLst/>
          </p:spPr>
        </p:sp>
        <p:sp>
          <p:nvSpPr>
            <p:cNvPr id="403" name="ellipse_2197">
              <a:extLst>
                <a:ext uri="{FF2B5EF4-FFF2-40B4-BE49-F238E27FC236}">
                  <a16:creationId xmlns:a16="http://schemas.microsoft.com/office/drawing/2014/main" id="{A0DA4961-E012-8DD3-1D95-31EE488AC6C0}"/>
                </a:ext>
              </a:extLst>
            </p:cNvPr>
            <p:cNvSpPr/>
            <p:nvPr/>
          </p:nvSpPr>
          <p:spPr>
            <a:xfrm>
              <a:off x="4353888" y="1597620"/>
              <a:ext cx="20715" cy="20715"/>
            </a:xfrm>
            <a:prstGeom prst="ellipse">
              <a:avLst/>
            </a:prstGeom>
            <a:gradFill flip="none" rotWithShape="1">
              <a:gsLst>
                <a:gs pos="0">
                  <a:srgbClr val="E6EFF7"/>
                </a:gs>
                <a:gs pos="43000">
                  <a:srgbClr val="86B1DA"/>
                </a:gs>
                <a:gs pos="100000">
                  <a:srgbClr val="5287B8"/>
                </a:gs>
              </a:gsLst>
              <a:lin ang="2700000" scaled="1"/>
              <a:tileRect/>
            </a:gradFill>
            <a:ln w="2540" cap="rnd" cmpd="sng" algn="ctr">
              <a:noFill/>
              <a:prstDash val="solid"/>
              <a:round/>
              <a:headEnd type="none" w="med" len="med"/>
              <a:tailEnd type="none" w="med" len="med"/>
            </a:ln>
            <a:effectLst/>
          </p:spPr>
        </p:sp>
        <p:sp>
          <p:nvSpPr>
            <p:cNvPr id="404" name="ellipse_2198">
              <a:extLst>
                <a:ext uri="{FF2B5EF4-FFF2-40B4-BE49-F238E27FC236}">
                  <a16:creationId xmlns:a16="http://schemas.microsoft.com/office/drawing/2014/main" id="{916DBC23-8425-B63F-7261-5E1BCD1520CB}"/>
                </a:ext>
              </a:extLst>
            </p:cNvPr>
            <p:cNvSpPr/>
            <p:nvPr/>
          </p:nvSpPr>
          <p:spPr>
            <a:xfrm>
              <a:off x="4339685" y="1653492"/>
              <a:ext cx="30582" cy="30582"/>
            </a:xfrm>
            <a:prstGeom prst="ellipse">
              <a:avLst/>
            </a:prstGeom>
            <a:gradFill flip="none" rotWithShape="1">
              <a:gsLst>
                <a:gs pos="0">
                  <a:srgbClr val="E2ECF6"/>
                </a:gs>
                <a:gs pos="43000">
                  <a:srgbClr val="73A4D4"/>
                </a:gs>
                <a:gs pos="100000">
                  <a:srgbClr val="3B78B1"/>
                </a:gs>
              </a:gsLst>
              <a:lin ang="2700000" scaled="1"/>
              <a:tileRect/>
            </a:gradFill>
            <a:ln w="2540" cap="rnd" cmpd="sng" algn="ctr">
              <a:noFill/>
              <a:prstDash val="solid"/>
              <a:round/>
              <a:headEnd type="none" w="med" len="med"/>
              <a:tailEnd type="none" w="med" len="med"/>
            </a:ln>
            <a:effectLst/>
          </p:spPr>
        </p:sp>
        <p:sp>
          <p:nvSpPr>
            <p:cNvPr id="405" name="ellipse_2199">
              <a:extLst>
                <a:ext uri="{FF2B5EF4-FFF2-40B4-BE49-F238E27FC236}">
                  <a16:creationId xmlns:a16="http://schemas.microsoft.com/office/drawing/2014/main" id="{C19E57D3-C822-45BF-E88B-53B9D7571DD2}"/>
                </a:ext>
              </a:extLst>
            </p:cNvPr>
            <p:cNvSpPr/>
            <p:nvPr/>
          </p:nvSpPr>
          <p:spPr>
            <a:xfrm>
              <a:off x="4211176" y="1555263"/>
              <a:ext cx="22426" cy="22426"/>
            </a:xfrm>
            <a:prstGeom prst="ellipse">
              <a:avLst/>
            </a:prstGeom>
            <a:gradFill flip="none" rotWithShape="1">
              <a:gsLst>
                <a:gs pos="0">
                  <a:srgbClr val="F3F7FB"/>
                </a:gs>
                <a:gs pos="43000">
                  <a:srgbClr val="C7DAED"/>
                </a:gs>
                <a:gs pos="100000">
                  <a:srgbClr val="9CB6CE"/>
                </a:gs>
              </a:gsLst>
              <a:lin ang="2700000" scaled="1"/>
              <a:tileRect/>
            </a:gradFill>
            <a:ln w="2540" cap="rnd" cmpd="sng" algn="ctr">
              <a:noFill/>
              <a:prstDash val="solid"/>
              <a:round/>
              <a:headEnd type="none" w="med" len="med"/>
              <a:tailEnd type="none" w="med" len="med"/>
            </a:ln>
            <a:effectLst/>
          </p:spPr>
        </p:sp>
        <p:sp>
          <p:nvSpPr>
            <p:cNvPr id="406" name="ellipse_2200">
              <a:extLst>
                <a:ext uri="{FF2B5EF4-FFF2-40B4-BE49-F238E27FC236}">
                  <a16:creationId xmlns:a16="http://schemas.microsoft.com/office/drawing/2014/main" id="{8FB3E88D-BB1A-2A49-29F3-C3ECBDD4F0AE}"/>
                </a:ext>
              </a:extLst>
            </p:cNvPr>
            <p:cNvSpPr/>
            <p:nvPr/>
          </p:nvSpPr>
          <p:spPr>
            <a:xfrm>
              <a:off x="4462884" y="1435914"/>
              <a:ext cx="31220" cy="31220"/>
            </a:xfrm>
            <a:prstGeom prst="ellipse">
              <a:avLst/>
            </a:prstGeom>
            <a:gradFill flip="none" rotWithShape="1">
              <a:gsLst>
                <a:gs pos="0">
                  <a:srgbClr val="F8E6E7"/>
                </a:gs>
                <a:gs pos="43000">
                  <a:srgbClr val="DF878B"/>
                </a:gs>
                <a:gs pos="100000">
                  <a:srgbClr val="B8565D"/>
                </a:gs>
              </a:gsLst>
              <a:lin ang="2700000" scaled="1"/>
              <a:tileRect/>
            </a:gradFill>
            <a:ln w="2540" cap="rnd" cmpd="sng" algn="ctr">
              <a:noFill/>
              <a:prstDash val="solid"/>
              <a:round/>
              <a:headEnd type="none" w="med" len="med"/>
              <a:tailEnd type="none" w="med" len="med"/>
            </a:ln>
            <a:effectLst/>
          </p:spPr>
        </p:sp>
        <p:sp>
          <p:nvSpPr>
            <p:cNvPr id="407" name="ellipse_2201">
              <a:extLst>
                <a:ext uri="{FF2B5EF4-FFF2-40B4-BE49-F238E27FC236}">
                  <a16:creationId xmlns:a16="http://schemas.microsoft.com/office/drawing/2014/main" id="{C5AF456F-11B0-664C-9F3C-75F181A11802}"/>
                </a:ext>
              </a:extLst>
            </p:cNvPr>
            <p:cNvSpPr/>
            <p:nvPr/>
          </p:nvSpPr>
          <p:spPr>
            <a:xfrm>
              <a:off x="4266414" y="1692646"/>
              <a:ext cx="20268" cy="20268"/>
            </a:xfrm>
            <a:prstGeom prst="ellipse">
              <a:avLst/>
            </a:prstGeom>
            <a:gradFill flip="none" rotWithShape="1">
              <a:gsLst>
                <a:gs pos="0">
                  <a:srgbClr val="E2ECF6"/>
                </a:gs>
                <a:gs pos="43000">
                  <a:srgbClr val="73A5D4"/>
                </a:gs>
                <a:gs pos="100000">
                  <a:srgbClr val="3B78B1"/>
                </a:gs>
              </a:gsLst>
              <a:lin ang="2700000" scaled="1"/>
              <a:tileRect/>
            </a:gradFill>
            <a:ln w="2540" cap="rnd" cmpd="sng" algn="ctr">
              <a:noFill/>
              <a:prstDash val="solid"/>
              <a:round/>
              <a:headEnd type="none" w="med" len="med"/>
              <a:tailEnd type="none" w="med" len="med"/>
            </a:ln>
            <a:effectLst/>
          </p:spPr>
        </p:sp>
        <p:sp>
          <p:nvSpPr>
            <p:cNvPr id="408" name="ellipse_2202">
              <a:extLst>
                <a:ext uri="{FF2B5EF4-FFF2-40B4-BE49-F238E27FC236}">
                  <a16:creationId xmlns:a16="http://schemas.microsoft.com/office/drawing/2014/main" id="{1B231F3B-0D17-D381-D49C-DB17F332DD18}"/>
                </a:ext>
              </a:extLst>
            </p:cNvPr>
            <p:cNvSpPr/>
            <p:nvPr/>
          </p:nvSpPr>
          <p:spPr>
            <a:xfrm>
              <a:off x="4483555" y="1615434"/>
              <a:ext cx="25340" cy="25340"/>
            </a:xfrm>
            <a:prstGeom prst="ellipse">
              <a:avLst/>
            </a:prstGeom>
            <a:gradFill flip="none" rotWithShape="1">
              <a:gsLst>
                <a:gs pos="0">
                  <a:srgbClr val="E4EEF7"/>
                </a:gs>
                <a:gs pos="43000">
                  <a:srgbClr val="7DABD7"/>
                </a:gs>
                <a:gs pos="100000">
                  <a:srgbClr val="4780B4"/>
                </a:gs>
              </a:gsLst>
              <a:lin ang="2700000" scaled="1"/>
              <a:tileRect/>
            </a:gradFill>
            <a:ln w="2540" cap="rnd" cmpd="sng" algn="ctr">
              <a:noFill/>
              <a:prstDash val="solid"/>
              <a:round/>
              <a:headEnd type="none" w="med" len="med"/>
              <a:tailEnd type="none" w="med" len="med"/>
            </a:ln>
            <a:effectLst/>
          </p:spPr>
        </p:sp>
        <p:sp>
          <p:nvSpPr>
            <p:cNvPr id="409" name="ellipse_2203">
              <a:extLst>
                <a:ext uri="{FF2B5EF4-FFF2-40B4-BE49-F238E27FC236}">
                  <a16:creationId xmlns:a16="http://schemas.microsoft.com/office/drawing/2014/main" id="{29664548-5D33-AAA0-4C00-DF8968D90B4B}"/>
                </a:ext>
              </a:extLst>
            </p:cNvPr>
            <p:cNvSpPr/>
            <p:nvPr/>
          </p:nvSpPr>
          <p:spPr>
            <a:xfrm>
              <a:off x="4529828" y="1504880"/>
              <a:ext cx="34733" cy="34733"/>
            </a:xfrm>
            <a:prstGeom prst="ellipse">
              <a:avLst/>
            </a:prstGeom>
            <a:gradFill flip="none" rotWithShape="1">
              <a:gsLst>
                <a:gs pos="0">
                  <a:srgbClr val="FDFCFD"/>
                </a:gs>
                <a:gs pos="43000">
                  <a:srgbClr val="F6F1F3"/>
                </a:gs>
                <a:gs pos="100000">
                  <a:srgbClr val="D3D0D6"/>
                </a:gs>
              </a:gsLst>
              <a:lin ang="2700000" scaled="1"/>
              <a:tileRect/>
            </a:gradFill>
            <a:ln w="2540" cap="rnd" cmpd="sng" algn="ctr">
              <a:noFill/>
              <a:prstDash val="solid"/>
              <a:round/>
              <a:headEnd type="none" w="med" len="med"/>
              <a:tailEnd type="none" w="med" len="med"/>
            </a:ln>
            <a:effectLst/>
          </p:spPr>
        </p:sp>
        <p:sp>
          <p:nvSpPr>
            <p:cNvPr id="410" name="ellipse_2204">
              <a:extLst>
                <a:ext uri="{FF2B5EF4-FFF2-40B4-BE49-F238E27FC236}">
                  <a16:creationId xmlns:a16="http://schemas.microsoft.com/office/drawing/2014/main" id="{44973C32-FDDD-BF8B-C0C7-3B0CD2FFF6A1}"/>
                </a:ext>
              </a:extLst>
            </p:cNvPr>
            <p:cNvSpPr/>
            <p:nvPr/>
          </p:nvSpPr>
          <p:spPr>
            <a:xfrm>
              <a:off x="4259420" y="1662443"/>
              <a:ext cx="32679" cy="32679"/>
            </a:xfrm>
            <a:prstGeom prst="ellipse">
              <a:avLst/>
            </a:prstGeom>
            <a:gradFill flip="none" rotWithShape="1">
              <a:gsLst>
                <a:gs pos="0">
                  <a:srgbClr val="E3EDF6"/>
                </a:gs>
                <a:gs pos="43000">
                  <a:srgbClr val="79A9D6"/>
                </a:gs>
                <a:gs pos="100000">
                  <a:srgbClr val="437DB3"/>
                </a:gs>
              </a:gsLst>
              <a:lin ang="2700000" scaled="1"/>
              <a:tileRect/>
            </a:gradFill>
            <a:ln w="2540" cap="rnd" cmpd="sng" algn="ctr">
              <a:noFill/>
              <a:prstDash val="solid"/>
              <a:round/>
              <a:headEnd type="none" w="med" len="med"/>
              <a:tailEnd type="none" w="med" len="med"/>
            </a:ln>
            <a:effectLst/>
          </p:spPr>
        </p:sp>
        <p:sp>
          <p:nvSpPr>
            <p:cNvPr id="411" name="ellipse_2205">
              <a:extLst>
                <a:ext uri="{FF2B5EF4-FFF2-40B4-BE49-F238E27FC236}">
                  <a16:creationId xmlns:a16="http://schemas.microsoft.com/office/drawing/2014/main" id="{06DE724D-3730-2454-33C2-5B4C46451AF2}"/>
                </a:ext>
              </a:extLst>
            </p:cNvPr>
            <p:cNvSpPr/>
            <p:nvPr/>
          </p:nvSpPr>
          <p:spPr>
            <a:xfrm>
              <a:off x="4164350" y="1623047"/>
              <a:ext cx="36365" cy="36365"/>
            </a:xfrm>
            <a:prstGeom prst="ellipse">
              <a:avLst/>
            </a:prstGeom>
            <a:gradFill flip="none" rotWithShape="1">
              <a:gsLst>
                <a:gs pos="0">
                  <a:srgbClr val="F0F6FA"/>
                </a:gs>
                <a:gs pos="43000">
                  <a:srgbClr val="B9D2E9"/>
                </a:gs>
                <a:gs pos="100000">
                  <a:srgbClr val="8CACC9"/>
                </a:gs>
              </a:gsLst>
              <a:lin ang="2700000" scaled="1"/>
              <a:tileRect/>
            </a:gradFill>
            <a:ln w="2540" cap="rnd" cmpd="sng" algn="ctr">
              <a:noFill/>
              <a:prstDash val="solid"/>
              <a:round/>
              <a:headEnd type="none" w="med" len="med"/>
              <a:tailEnd type="none" w="med" len="med"/>
            </a:ln>
            <a:effectLst/>
          </p:spPr>
        </p:sp>
        <p:sp>
          <p:nvSpPr>
            <p:cNvPr id="412" name="ellipse_2206">
              <a:extLst>
                <a:ext uri="{FF2B5EF4-FFF2-40B4-BE49-F238E27FC236}">
                  <a16:creationId xmlns:a16="http://schemas.microsoft.com/office/drawing/2014/main" id="{CFCBC54A-C11E-268A-9173-DBFD610DEFFD}"/>
                </a:ext>
              </a:extLst>
            </p:cNvPr>
            <p:cNvSpPr/>
            <p:nvPr/>
          </p:nvSpPr>
          <p:spPr>
            <a:xfrm>
              <a:off x="4174720" y="1571707"/>
              <a:ext cx="20339" cy="20339"/>
            </a:xfrm>
            <a:prstGeom prst="ellipse">
              <a:avLst/>
            </a:prstGeom>
            <a:gradFill flip="none" rotWithShape="1">
              <a:gsLst>
                <a:gs pos="0">
                  <a:srgbClr val="FAFBFD"/>
                </a:gs>
                <a:gs pos="43000">
                  <a:srgbClr val="E6EEF6"/>
                </a:gs>
                <a:gs pos="100000">
                  <a:srgbClr val="C0CCD9"/>
                </a:gs>
              </a:gsLst>
              <a:lin ang="2700000" scaled="1"/>
              <a:tileRect/>
            </a:gradFill>
            <a:ln w="2540" cap="rnd" cmpd="sng" algn="ctr">
              <a:noFill/>
              <a:prstDash val="solid"/>
              <a:round/>
              <a:headEnd type="none" w="med" len="med"/>
              <a:tailEnd type="none" w="med" len="med"/>
            </a:ln>
            <a:effectLst/>
          </p:spPr>
        </p:sp>
        <p:sp>
          <p:nvSpPr>
            <p:cNvPr id="413" name="ellipse_2207">
              <a:extLst>
                <a:ext uri="{FF2B5EF4-FFF2-40B4-BE49-F238E27FC236}">
                  <a16:creationId xmlns:a16="http://schemas.microsoft.com/office/drawing/2014/main" id="{DDF5B957-3674-63C9-2AF4-FB333720CD9C}"/>
                </a:ext>
              </a:extLst>
            </p:cNvPr>
            <p:cNvSpPr/>
            <p:nvPr/>
          </p:nvSpPr>
          <p:spPr>
            <a:xfrm>
              <a:off x="4442759" y="1467880"/>
              <a:ext cx="28267" cy="28267"/>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414" name="ellipse_2208">
              <a:extLst>
                <a:ext uri="{FF2B5EF4-FFF2-40B4-BE49-F238E27FC236}">
                  <a16:creationId xmlns:a16="http://schemas.microsoft.com/office/drawing/2014/main" id="{AC6A2CFD-C898-20A5-D310-626F0DDD711B}"/>
                </a:ext>
              </a:extLst>
            </p:cNvPr>
            <p:cNvSpPr/>
            <p:nvPr/>
          </p:nvSpPr>
          <p:spPr>
            <a:xfrm>
              <a:off x="4216943" y="1625920"/>
              <a:ext cx="35489" cy="35489"/>
            </a:xfrm>
            <a:prstGeom prst="ellipse">
              <a:avLst/>
            </a:prstGeom>
            <a:gradFill flip="none" rotWithShape="1">
              <a:gsLst>
                <a:gs pos="0">
                  <a:srgbClr val="ECF3F9"/>
                </a:gs>
                <a:gs pos="43000">
                  <a:srgbClr val="A5C5E3"/>
                </a:gs>
                <a:gs pos="100000">
                  <a:srgbClr val="759DC2"/>
                </a:gs>
              </a:gsLst>
              <a:lin ang="2700000" scaled="1"/>
              <a:tileRect/>
            </a:gradFill>
            <a:ln w="2540" cap="rnd" cmpd="sng" algn="ctr">
              <a:noFill/>
              <a:prstDash val="solid"/>
              <a:round/>
              <a:headEnd type="none" w="med" len="med"/>
              <a:tailEnd type="none" w="med" len="med"/>
            </a:ln>
            <a:effectLst/>
          </p:spPr>
        </p:sp>
        <p:sp>
          <p:nvSpPr>
            <p:cNvPr id="415" name="ellipse_2209">
              <a:extLst>
                <a:ext uri="{FF2B5EF4-FFF2-40B4-BE49-F238E27FC236}">
                  <a16:creationId xmlns:a16="http://schemas.microsoft.com/office/drawing/2014/main" id="{3F52F3CC-E37E-6053-566B-1A97F0EAA024}"/>
                </a:ext>
              </a:extLst>
            </p:cNvPr>
            <p:cNvSpPr/>
            <p:nvPr/>
          </p:nvSpPr>
          <p:spPr>
            <a:xfrm>
              <a:off x="4372327" y="1669257"/>
              <a:ext cx="36395" cy="36395"/>
            </a:xfrm>
            <a:prstGeom prst="ellipse">
              <a:avLst/>
            </a:prstGeom>
            <a:gradFill flip="none" rotWithShape="1">
              <a:gsLst>
                <a:gs pos="0">
                  <a:srgbClr val="E1ECF6"/>
                </a:gs>
                <a:gs pos="43000">
                  <a:srgbClr val="70A4D3"/>
                </a:gs>
                <a:gs pos="100000">
                  <a:srgbClr val="3977B0"/>
                </a:gs>
              </a:gsLst>
              <a:lin ang="2700000" scaled="1"/>
              <a:tileRect/>
            </a:gradFill>
            <a:ln w="2540" cap="rnd" cmpd="sng" algn="ctr">
              <a:noFill/>
              <a:prstDash val="solid"/>
              <a:round/>
              <a:headEnd type="none" w="med" len="med"/>
              <a:tailEnd type="none" w="med" len="med"/>
            </a:ln>
            <a:effectLst/>
          </p:spPr>
        </p:sp>
        <p:sp>
          <p:nvSpPr>
            <p:cNvPr id="416" name="ellipse_2210">
              <a:extLst>
                <a:ext uri="{FF2B5EF4-FFF2-40B4-BE49-F238E27FC236}">
                  <a16:creationId xmlns:a16="http://schemas.microsoft.com/office/drawing/2014/main" id="{2D1B9971-65C9-64CA-7ED2-FE0F93CB5055}"/>
                </a:ext>
              </a:extLst>
            </p:cNvPr>
            <p:cNvSpPr/>
            <p:nvPr/>
          </p:nvSpPr>
          <p:spPr>
            <a:xfrm>
              <a:off x="4169640" y="1618732"/>
              <a:ext cx="34055" cy="34055"/>
            </a:xfrm>
            <a:prstGeom prst="ellipse">
              <a:avLst/>
            </a:prstGeom>
            <a:gradFill flip="none" rotWithShape="1">
              <a:gsLst>
                <a:gs pos="0">
                  <a:srgbClr val="F2F7FB"/>
                </a:gs>
                <a:gs pos="43000">
                  <a:srgbClr val="C3D7EC"/>
                </a:gs>
                <a:gs pos="100000">
                  <a:srgbClr val="97B3CC"/>
                </a:gs>
              </a:gsLst>
              <a:lin ang="2700000" scaled="1"/>
              <a:tileRect/>
            </a:gradFill>
            <a:ln w="2540" cap="rnd" cmpd="sng" algn="ctr">
              <a:noFill/>
              <a:prstDash val="solid"/>
              <a:round/>
              <a:headEnd type="none" w="med" len="med"/>
              <a:tailEnd type="none" w="med" len="med"/>
            </a:ln>
            <a:effectLst/>
          </p:spPr>
        </p:sp>
        <p:sp>
          <p:nvSpPr>
            <p:cNvPr id="417" name="ellipse_2211">
              <a:extLst>
                <a:ext uri="{FF2B5EF4-FFF2-40B4-BE49-F238E27FC236}">
                  <a16:creationId xmlns:a16="http://schemas.microsoft.com/office/drawing/2014/main" id="{EEEFA362-EBAA-A495-DB83-240E0BEFA041}"/>
                </a:ext>
              </a:extLst>
            </p:cNvPr>
            <p:cNvSpPr/>
            <p:nvPr/>
          </p:nvSpPr>
          <p:spPr>
            <a:xfrm>
              <a:off x="4313792" y="1396283"/>
              <a:ext cx="29270" cy="29270"/>
            </a:xfrm>
            <a:prstGeom prst="ellipse">
              <a:avLst/>
            </a:prstGeom>
            <a:gradFill flip="none" rotWithShape="1">
              <a:gsLst>
                <a:gs pos="0">
                  <a:srgbClr val="E8F0F8"/>
                </a:gs>
                <a:gs pos="43000">
                  <a:srgbClr val="92B9DD"/>
                </a:gs>
                <a:gs pos="100000">
                  <a:srgbClr val="6090BC"/>
                </a:gs>
              </a:gsLst>
              <a:lin ang="2700000" scaled="1"/>
              <a:tileRect/>
            </a:gradFill>
            <a:ln w="2540" cap="rnd" cmpd="sng" algn="ctr">
              <a:noFill/>
              <a:prstDash val="solid"/>
              <a:round/>
              <a:headEnd type="none" w="med" len="med"/>
              <a:tailEnd type="none" w="med" len="med"/>
            </a:ln>
            <a:effectLst/>
          </p:spPr>
        </p:sp>
        <p:sp>
          <p:nvSpPr>
            <p:cNvPr id="418" name="ellipse_2212">
              <a:extLst>
                <a:ext uri="{FF2B5EF4-FFF2-40B4-BE49-F238E27FC236}">
                  <a16:creationId xmlns:a16="http://schemas.microsoft.com/office/drawing/2014/main" id="{1553B031-2533-0EF3-B11E-A3A298DD2527}"/>
                </a:ext>
              </a:extLst>
            </p:cNvPr>
            <p:cNvSpPr/>
            <p:nvPr/>
          </p:nvSpPr>
          <p:spPr>
            <a:xfrm>
              <a:off x="4179309" y="1432837"/>
              <a:ext cx="30914" cy="30914"/>
            </a:xfrm>
            <a:prstGeom prst="ellipse">
              <a:avLst/>
            </a:prstGeom>
            <a:gradFill flip="none" rotWithShape="1">
              <a:gsLst>
                <a:gs pos="0">
                  <a:srgbClr val="E1ECF6"/>
                </a:gs>
                <a:gs pos="43000">
                  <a:srgbClr val="71A4D3"/>
                </a:gs>
                <a:gs pos="100000">
                  <a:srgbClr val="3978B0"/>
                </a:gs>
              </a:gsLst>
              <a:lin ang="2700000" scaled="1"/>
              <a:tileRect/>
            </a:gradFill>
            <a:ln w="2540" cap="rnd" cmpd="sng" algn="ctr">
              <a:noFill/>
              <a:prstDash val="solid"/>
              <a:round/>
              <a:headEnd type="none" w="med" len="med"/>
              <a:tailEnd type="none" w="med" len="med"/>
            </a:ln>
            <a:effectLst/>
          </p:spPr>
        </p:sp>
        <p:sp>
          <p:nvSpPr>
            <p:cNvPr id="419" name="ellipse_2213">
              <a:extLst>
                <a:ext uri="{FF2B5EF4-FFF2-40B4-BE49-F238E27FC236}">
                  <a16:creationId xmlns:a16="http://schemas.microsoft.com/office/drawing/2014/main" id="{C0F9C2B7-008A-7843-CE1C-9E9BAEF7F34B}"/>
                </a:ext>
              </a:extLst>
            </p:cNvPr>
            <p:cNvSpPr/>
            <p:nvPr/>
          </p:nvSpPr>
          <p:spPr>
            <a:xfrm>
              <a:off x="4119488" y="1533108"/>
              <a:ext cx="29184" cy="29184"/>
            </a:xfrm>
            <a:prstGeom prst="ellipse">
              <a:avLst/>
            </a:prstGeom>
            <a:gradFill flip="none" rotWithShape="1">
              <a:gsLst>
                <a:gs pos="0">
                  <a:srgbClr val="ECF3F9"/>
                </a:gs>
                <a:gs pos="43000">
                  <a:srgbClr val="A5C5E3"/>
                </a:gs>
                <a:gs pos="100000">
                  <a:srgbClr val="759DC2"/>
                </a:gs>
              </a:gsLst>
              <a:lin ang="2700000" scaled="1"/>
              <a:tileRect/>
            </a:gradFill>
            <a:ln w="2540" cap="rnd" cmpd="sng" algn="ctr">
              <a:noFill/>
              <a:prstDash val="solid"/>
              <a:round/>
              <a:headEnd type="none" w="med" len="med"/>
              <a:tailEnd type="none" w="med" len="med"/>
            </a:ln>
            <a:effectLst/>
          </p:spPr>
        </p:sp>
        <p:sp>
          <p:nvSpPr>
            <p:cNvPr id="420" name="ellipse_2214">
              <a:extLst>
                <a:ext uri="{FF2B5EF4-FFF2-40B4-BE49-F238E27FC236}">
                  <a16:creationId xmlns:a16="http://schemas.microsoft.com/office/drawing/2014/main" id="{63FB8A4A-CCEC-018E-F048-FF786CAE8F5F}"/>
                </a:ext>
              </a:extLst>
            </p:cNvPr>
            <p:cNvSpPr/>
            <p:nvPr/>
          </p:nvSpPr>
          <p:spPr>
            <a:xfrm>
              <a:off x="4374279" y="1463343"/>
              <a:ext cx="31808" cy="31808"/>
            </a:xfrm>
            <a:prstGeom prst="ellipse">
              <a:avLst/>
            </a:prstGeom>
            <a:gradFill flip="none" rotWithShape="1">
              <a:gsLst>
                <a:gs pos="0">
                  <a:srgbClr val="F9EAEB"/>
                </a:gs>
                <a:gs pos="43000">
                  <a:srgbClr val="E49A9F"/>
                </a:gs>
                <a:gs pos="100000">
                  <a:srgbClr val="BD6C74"/>
                </a:gs>
              </a:gsLst>
              <a:lin ang="2700000" scaled="1"/>
              <a:tileRect/>
            </a:gradFill>
            <a:ln w="2540" cap="rnd" cmpd="sng" algn="ctr">
              <a:noFill/>
              <a:prstDash val="solid"/>
              <a:round/>
              <a:headEnd type="none" w="med" len="med"/>
              <a:tailEnd type="none" w="med" len="med"/>
            </a:ln>
            <a:effectLst/>
          </p:spPr>
        </p:sp>
        <p:sp>
          <p:nvSpPr>
            <p:cNvPr id="421" name="ellipse_2215">
              <a:extLst>
                <a:ext uri="{FF2B5EF4-FFF2-40B4-BE49-F238E27FC236}">
                  <a16:creationId xmlns:a16="http://schemas.microsoft.com/office/drawing/2014/main" id="{8677DA1D-78C0-1225-6703-6001EB9854F6}"/>
                </a:ext>
              </a:extLst>
            </p:cNvPr>
            <p:cNvSpPr/>
            <p:nvPr/>
          </p:nvSpPr>
          <p:spPr>
            <a:xfrm>
              <a:off x="4554980" y="1612685"/>
              <a:ext cx="33803" cy="33803"/>
            </a:xfrm>
            <a:prstGeom prst="ellipse">
              <a:avLst/>
            </a:prstGeom>
            <a:gradFill flip="none" rotWithShape="1">
              <a:gsLst>
                <a:gs pos="0">
                  <a:srgbClr val="E2ECF6"/>
                </a:gs>
                <a:gs pos="43000">
                  <a:srgbClr val="75A6D5"/>
                </a:gs>
                <a:gs pos="100000">
                  <a:srgbClr val="3E79B2"/>
                </a:gs>
              </a:gsLst>
              <a:lin ang="2700000" scaled="1"/>
              <a:tileRect/>
            </a:gradFill>
            <a:ln w="2540" cap="rnd" cmpd="sng" algn="ctr">
              <a:noFill/>
              <a:prstDash val="solid"/>
              <a:round/>
              <a:headEnd type="none" w="med" len="med"/>
              <a:tailEnd type="none" w="med" len="med"/>
            </a:ln>
            <a:effectLst/>
          </p:spPr>
        </p:sp>
        <p:sp>
          <p:nvSpPr>
            <p:cNvPr id="422" name="ellipse_2216">
              <a:extLst>
                <a:ext uri="{FF2B5EF4-FFF2-40B4-BE49-F238E27FC236}">
                  <a16:creationId xmlns:a16="http://schemas.microsoft.com/office/drawing/2014/main" id="{EA6717CB-0E34-8D0F-0DDC-B24FC59B912D}"/>
                </a:ext>
              </a:extLst>
            </p:cNvPr>
            <p:cNvSpPr/>
            <p:nvPr/>
          </p:nvSpPr>
          <p:spPr>
            <a:xfrm>
              <a:off x="4259972" y="1386621"/>
              <a:ext cx="36239" cy="36239"/>
            </a:xfrm>
            <a:prstGeom prst="ellipse">
              <a:avLst/>
            </a:prstGeom>
            <a:gradFill flip="none" rotWithShape="1">
              <a:gsLst>
                <a:gs pos="0">
                  <a:srgbClr val="E3EDF6"/>
                </a:gs>
                <a:gs pos="43000">
                  <a:srgbClr val="78A9D5"/>
                </a:gs>
                <a:gs pos="100000">
                  <a:srgbClr val="427DB3"/>
                </a:gs>
              </a:gsLst>
              <a:lin ang="2700000" scaled="1"/>
              <a:tileRect/>
            </a:gradFill>
            <a:ln w="2540" cap="rnd" cmpd="sng" algn="ctr">
              <a:noFill/>
              <a:prstDash val="solid"/>
              <a:round/>
              <a:headEnd type="none" w="med" len="med"/>
              <a:tailEnd type="none" w="med" len="med"/>
            </a:ln>
            <a:effectLst/>
          </p:spPr>
        </p:sp>
        <p:sp>
          <p:nvSpPr>
            <p:cNvPr id="423" name="ellipse_2217">
              <a:extLst>
                <a:ext uri="{FF2B5EF4-FFF2-40B4-BE49-F238E27FC236}">
                  <a16:creationId xmlns:a16="http://schemas.microsoft.com/office/drawing/2014/main" id="{3C6AA9F5-99B5-8881-4B36-BA7C0B634BB4}"/>
                </a:ext>
              </a:extLst>
            </p:cNvPr>
            <p:cNvSpPr/>
            <p:nvPr/>
          </p:nvSpPr>
          <p:spPr>
            <a:xfrm>
              <a:off x="4388705" y="1575308"/>
              <a:ext cx="32684" cy="32684"/>
            </a:xfrm>
            <a:prstGeom prst="ellipse">
              <a:avLst/>
            </a:prstGeom>
            <a:gradFill flip="none" rotWithShape="1">
              <a:gsLst>
                <a:gs pos="0">
                  <a:srgbClr val="ECF3F9"/>
                </a:gs>
                <a:gs pos="43000">
                  <a:srgbClr val="A4C4E2"/>
                </a:gs>
                <a:gs pos="100000">
                  <a:srgbClr val="749CC2"/>
                </a:gs>
              </a:gsLst>
              <a:lin ang="2700000" scaled="1"/>
              <a:tileRect/>
            </a:gradFill>
            <a:ln w="2540" cap="rnd" cmpd="sng" algn="ctr">
              <a:noFill/>
              <a:prstDash val="solid"/>
              <a:round/>
              <a:headEnd type="none" w="med" len="med"/>
              <a:tailEnd type="none" w="med" len="med"/>
            </a:ln>
            <a:effectLst/>
          </p:spPr>
        </p:sp>
        <p:sp>
          <p:nvSpPr>
            <p:cNvPr id="424" name="ellipse_2218">
              <a:extLst>
                <a:ext uri="{FF2B5EF4-FFF2-40B4-BE49-F238E27FC236}">
                  <a16:creationId xmlns:a16="http://schemas.microsoft.com/office/drawing/2014/main" id="{A8D61B11-A05C-902D-366B-0152463D89F1}"/>
                </a:ext>
              </a:extLst>
            </p:cNvPr>
            <p:cNvSpPr/>
            <p:nvPr/>
          </p:nvSpPr>
          <p:spPr>
            <a:xfrm>
              <a:off x="4479568" y="1395923"/>
              <a:ext cx="34044" cy="34044"/>
            </a:xfrm>
            <a:prstGeom prst="ellipse">
              <a:avLst/>
            </a:prstGeom>
            <a:gradFill flip="none" rotWithShape="1">
              <a:gsLst>
                <a:gs pos="0">
                  <a:srgbClr val="FAFBFD"/>
                </a:gs>
                <a:gs pos="43000">
                  <a:srgbClr val="E6EEF6"/>
                </a:gs>
                <a:gs pos="100000">
                  <a:srgbClr val="C0CCD9"/>
                </a:gs>
              </a:gsLst>
              <a:lin ang="2700000" scaled="1"/>
              <a:tileRect/>
            </a:gradFill>
            <a:ln w="2540" cap="rnd" cmpd="sng" algn="ctr">
              <a:noFill/>
              <a:prstDash val="solid"/>
              <a:round/>
              <a:headEnd type="none" w="med" len="med"/>
              <a:tailEnd type="none" w="med" len="med"/>
            </a:ln>
            <a:effectLst/>
          </p:spPr>
        </p:sp>
        <p:sp>
          <p:nvSpPr>
            <p:cNvPr id="425" name="ellipse_2219">
              <a:extLst>
                <a:ext uri="{FF2B5EF4-FFF2-40B4-BE49-F238E27FC236}">
                  <a16:creationId xmlns:a16="http://schemas.microsoft.com/office/drawing/2014/main" id="{98373FAE-A0E6-ED00-FE82-60C5A290D38A}"/>
                </a:ext>
              </a:extLst>
            </p:cNvPr>
            <p:cNvSpPr/>
            <p:nvPr/>
          </p:nvSpPr>
          <p:spPr>
            <a:xfrm>
              <a:off x="4284660" y="1602255"/>
              <a:ext cx="21197" cy="21197"/>
            </a:xfrm>
            <a:prstGeom prst="ellipse">
              <a:avLst/>
            </a:prstGeom>
            <a:gradFill flip="none" rotWithShape="1">
              <a:gsLst>
                <a:gs pos="0">
                  <a:srgbClr val="E9F1F8"/>
                </a:gs>
                <a:gs pos="43000">
                  <a:srgbClr val="94BADE"/>
                </a:gs>
                <a:gs pos="100000">
                  <a:srgbClr val="6191BD"/>
                </a:gs>
              </a:gsLst>
              <a:lin ang="2700000" scaled="1"/>
              <a:tileRect/>
            </a:gradFill>
            <a:ln w="2540" cap="rnd" cmpd="sng" algn="ctr">
              <a:noFill/>
              <a:prstDash val="solid"/>
              <a:round/>
              <a:headEnd type="none" w="med" len="med"/>
              <a:tailEnd type="none" w="med" len="med"/>
            </a:ln>
            <a:effectLst/>
          </p:spPr>
        </p:sp>
        <p:sp>
          <p:nvSpPr>
            <p:cNvPr id="426" name="ellipse_2220">
              <a:extLst>
                <a:ext uri="{FF2B5EF4-FFF2-40B4-BE49-F238E27FC236}">
                  <a16:creationId xmlns:a16="http://schemas.microsoft.com/office/drawing/2014/main" id="{47053A4A-0686-F8A2-C02A-81B821290D1C}"/>
                </a:ext>
              </a:extLst>
            </p:cNvPr>
            <p:cNvSpPr/>
            <p:nvPr/>
          </p:nvSpPr>
          <p:spPr>
            <a:xfrm>
              <a:off x="4165774" y="1531813"/>
              <a:ext cx="25912" cy="25912"/>
            </a:xfrm>
            <a:prstGeom prst="ellipse">
              <a:avLst/>
            </a:prstGeom>
            <a:gradFill flip="none" rotWithShape="1">
              <a:gsLst>
                <a:gs pos="0">
                  <a:srgbClr val="EEF4FA"/>
                </a:gs>
                <a:gs pos="43000">
                  <a:srgbClr val="B0CCE6"/>
                </a:gs>
                <a:gs pos="100000">
                  <a:srgbClr val="82A5C6"/>
                </a:gs>
              </a:gsLst>
              <a:lin ang="2700000" scaled="1"/>
              <a:tileRect/>
            </a:gradFill>
            <a:ln w="2540" cap="rnd" cmpd="sng" algn="ctr">
              <a:noFill/>
              <a:prstDash val="solid"/>
              <a:round/>
              <a:headEnd type="none" w="med" len="med"/>
              <a:tailEnd type="none" w="med" len="med"/>
            </a:ln>
            <a:effectLst/>
          </p:spPr>
        </p:sp>
        <p:sp>
          <p:nvSpPr>
            <p:cNvPr id="427" name="ellipse_2221">
              <a:extLst>
                <a:ext uri="{FF2B5EF4-FFF2-40B4-BE49-F238E27FC236}">
                  <a16:creationId xmlns:a16="http://schemas.microsoft.com/office/drawing/2014/main" id="{84ABBA91-7890-B5FD-9EFC-4B56985B9971}"/>
                </a:ext>
              </a:extLst>
            </p:cNvPr>
            <p:cNvSpPr/>
            <p:nvPr/>
          </p:nvSpPr>
          <p:spPr>
            <a:xfrm>
              <a:off x="4496640" y="1596997"/>
              <a:ext cx="32682" cy="32682"/>
            </a:xfrm>
            <a:prstGeom prst="ellipse">
              <a:avLst/>
            </a:prstGeom>
            <a:gradFill flip="none" rotWithShape="1">
              <a:gsLst>
                <a:gs pos="0">
                  <a:srgbClr val="E6EFF7"/>
                </a:gs>
                <a:gs pos="43000">
                  <a:srgbClr val="85B1DA"/>
                </a:gs>
                <a:gs pos="100000">
                  <a:srgbClr val="5186B8"/>
                </a:gs>
              </a:gsLst>
              <a:lin ang="2700000" scaled="1"/>
              <a:tileRect/>
            </a:gradFill>
            <a:ln w="2540" cap="rnd" cmpd="sng" algn="ctr">
              <a:noFill/>
              <a:prstDash val="solid"/>
              <a:round/>
              <a:headEnd type="none" w="med" len="med"/>
              <a:tailEnd type="none" w="med" len="med"/>
            </a:ln>
            <a:effectLst/>
          </p:spPr>
        </p:sp>
        <p:sp>
          <p:nvSpPr>
            <p:cNvPr id="428" name="ellipse_2222">
              <a:extLst>
                <a:ext uri="{FF2B5EF4-FFF2-40B4-BE49-F238E27FC236}">
                  <a16:creationId xmlns:a16="http://schemas.microsoft.com/office/drawing/2014/main" id="{21832E51-9E5F-92DE-DAC8-CD53B84A55CD}"/>
                </a:ext>
              </a:extLst>
            </p:cNvPr>
            <p:cNvSpPr/>
            <p:nvPr/>
          </p:nvSpPr>
          <p:spPr>
            <a:xfrm>
              <a:off x="4080569" y="1562154"/>
              <a:ext cx="29306" cy="29306"/>
            </a:xfrm>
            <a:prstGeom prst="ellipse">
              <a:avLst/>
            </a:prstGeom>
            <a:gradFill flip="none" rotWithShape="1">
              <a:gsLst>
                <a:gs pos="0">
                  <a:srgbClr val="ECF3F9"/>
                </a:gs>
                <a:gs pos="43000">
                  <a:srgbClr val="A2C3E2"/>
                </a:gs>
                <a:gs pos="100000">
                  <a:srgbClr val="729BC2"/>
                </a:gs>
              </a:gsLst>
              <a:lin ang="2700000" scaled="1"/>
              <a:tileRect/>
            </a:gradFill>
            <a:ln w="2540" cap="rnd" cmpd="sng" algn="ctr">
              <a:noFill/>
              <a:prstDash val="solid"/>
              <a:round/>
              <a:headEnd type="none" w="med" len="med"/>
              <a:tailEnd type="none" w="med" len="med"/>
            </a:ln>
            <a:effectLst/>
          </p:spPr>
        </p:sp>
        <p:sp>
          <p:nvSpPr>
            <p:cNvPr id="429" name="ellipse_2223">
              <a:extLst>
                <a:ext uri="{FF2B5EF4-FFF2-40B4-BE49-F238E27FC236}">
                  <a16:creationId xmlns:a16="http://schemas.microsoft.com/office/drawing/2014/main" id="{279931E7-BDA8-0938-0C09-93B0843FB81F}"/>
                </a:ext>
              </a:extLst>
            </p:cNvPr>
            <p:cNvSpPr/>
            <p:nvPr/>
          </p:nvSpPr>
          <p:spPr>
            <a:xfrm>
              <a:off x="4109818" y="1517906"/>
              <a:ext cx="20219" cy="20219"/>
            </a:xfrm>
            <a:prstGeom prst="ellipse">
              <a:avLst/>
            </a:prstGeom>
            <a:gradFill flip="none" rotWithShape="1">
              <a:gsLst>
                <a:gs pos="0">
                  <a:srgbClr val="E6EFF7"/>
                </a:gs>
                <a:gs pos="43000">
                  <a:srgbClr val="89B3DA"/>
                </a:gs>
                <a:gs pos="100000">
                  <a:srgbClr val="5588B8"/>
                </a:gs>
              </a:gsLst>
              <a:lin ang="2700000" scaled="1"/>
              <a:tileRect/>
            </a:gradFill>
            <a:ln w="2540" cap="rnd" cmpd="sng" algn="ctr">
              <a:noFill/>
              <a:prstDash val="solid"/>
              <a:round/>
              <a:headEnd type="none" w="med" len="med"/>
              <a:tailEnd type="none" w="med" len="med"/>
            </a:ln>
            <a:effectLst/>
          </p:spPr>
        </p:sp>
        <p:sp>
          <p:nvSpPr>
            <p:cNvPr id="430" name="ellipse_2224">
              <a:extLst>
                <a:ext uri="{FF2B5EF4-FFF2-40B4-BE49-F238E27FC236}">
                  <a16:creationId xmlns:a16="http://schemas.microsoft.com/office/drawing/2014/main" id="{3E46A9EE-C8E8-B173-C3AF-5DEBFE1F3FD2}"/>
                </a:ext>
              </a:extLst>
            </p:cNvPr>
            <p:cNvSpPr/>
            <p:nvPr/>
          </p:nvSpPr>
          <p:spPr>
            <a:xfrm>
              <a:off x="4485896" y="1407592"/>
              <a:ext cx="26944" cy="26944"/>
            </a:xfrm>
            <a:prstGeom prst="ellipse">
              <a:avLst/>
            </a:prstGeom>
            <a:gradFill flip="none" rotWithShape="1">
              <a:gsLst>
                <a:gs pos="0">
                  <a:srgbClr val="FDFDFE"/>
                </a:gs>
                <a:gs pos="43000">
                  <a:srgbClr val="F7F6F8"/>
                </a:gs>
                <a:gs pos="100000">
                  <a:srgbClr val="D4D5DA"/>
                </a:gs>
              </a:gsLst>
              <a:lin ang="2700000" scaled="1"/>
              <a:tileRect/>
            </a:gradFill>
            <a:ln w="2540" cap="rnd" cmpd="sng" algn="ctr">
              <a:noFill/>
              <a:prstDash val="solid"/>
              <a:round/>
              <a:headEnd type="none" w="med" len="med"/>
              <a:tailEnd type="none" w="med" len="med"/>
            </a:ln>
            <a:effectLst/>
          </p:spPr>
        </p:sp>
        <p:sp>
          <p:nvSpPr>
            <p:cNvPr id="431" name="ellipse_2225">
              <a:extLst>
                <a:ext uri="{FF2B5EF4-FFF2-40B4-BE49-F238E27FC236}">
                  <a16:creationId xmlns:a16="http://schemas.microsoft.com/office/drawing/2014/main" id="{24352E1A-34D8-2B52-E4C0-198A50D3C837}"/>
                </a:ext>
              </a:extLst>
            </p:cNvPr>
            <p:cNvSpPr/>
            <p:nvPr/>
          </p:nvSpPr>
          <p:spPr>
            <a:xfrm>
              <a:off x="4195814" y="1538945"/>
              <a:ext cx="28500" cy="28500"/>
            </a:xfrm>
            <a:prstGeom prst="ellipse">
              <a:avLst/>
            </a:prstGeom>
            <a:gradFill flip="none" rotWithShape="1">
              <a:gsLst>
                <a:gs pos="0">
                  <a:srgbClr val="F1F6FA"/>
                </a:gs>
                <a:gs pos="43000">
                  <a:srgbClr val="BAD2E9"/>
                </a:gs>
                <a:gs pos="100000">
                  <a:srgbClr val="8DACC9"/>
                </a:gs>
              </a:gsLst>
              <a:lin ang="2700000" scaled="1"/>
              <a:tileRect/>
            </a:gradFill>
            <a:ln w="2540" cap="rnd" cmpd="sng" algn="ctr">
              <a:noFill/>
              <a:prstDash val="solid"/>
              <a:round/>
              <a:headEnd type="none" w="med" len="med"/>
              <a:tailEnd type="none" w="med" len="med"/>
            </a:ln>
            <a:effectLst/>
          </p:spPr>
        </p:sp>
        <p:sp>
          <p:nvSpPr>
            <p:cNvPr id="432" name="ellipse_2226">
              <a:extLst>
                <a:ext uri="{FF2B5EF4-FFF2-40B4-BE49-F238E27FC236}">
                  <a16:creationId xmlns:a16="http://schemas.microsoft.com/office/drawing/2014/main" id="{E5D48CD9-2230-5EB5-B610-D47A04327C9E}"/>
                </a:ext>
              </a:extLst>
            </p:cNvPr>
            <p:cNvSpPr/>
            <p:nvPr/>
          </p:nvSpPr>
          <p:spPr>
            <a:xfrm>
              <a:off x="4140216" y="1445463"/>
              <a:ext cx="30909" cy="30909"/>
            </a:xfrm>
            <a:prstGeom prst="ellipse">
              <a:avLst/>
            </a:prstGeom>
            <a:gradFill flip="none" rotWithShape="1">
              <a:gsLst>
                <a:gs pos="0">
                  <a:srgbClr val="E1ECF6"/>
                </a:gs>
                <a:gs pos="43000">
                  <a:srgbClr val="71A4D3"/>
                </a:gs>
                <a:gs pos="100000">
                  <a:srgbClr val="3978B0"/>
                </a:gs>
              </a:gsLst>
              <a:lin ang="2700000" scaled="1"/>
              <a:tileRect/>
            </a:gradFill>
            <a:ln w="2540" cap="rnd" cmpd="sng" algn="ctr">
              <a:noFill/>
              <a:prstDash val="solid"/>
              <a:round/>
              <a:headEnd type="none" w="med" len="med"/>
              <a:tailEnd type="none" w="med" len="med"/>
            </a:ln>
            <a:effectLst/>
          </p:spPr>
        </p:sp>
        <p:sp>
          <p:nvSpPr>
            <p:cNvPr id="433" name="ellipse_2227">
              <a:extLst>
                <a:ext uri="{FF2B5EF4-FFF2-40B4-BE49-F238E27FC236}">
                  <a16:creationId xmlns:a16="http://schemas.microsoft.com/office/drawing/2014/main" id="{3EF779CB-D095-7406-8F2F-74892CADA272}"/>
                </a:ext>
              </a:extLst>
            </p:cNvPr>
            <p:cNvSpPr/>
            <p:nvPr/>
          </p:nvSpPr>
          <p:spPr>
            <a:xfrm>
              <a:off x="4218177" y="1435070"/>
              <a:ext cx="24835" cy="24835"/>
            </a:xfrm>
            <a:prstGeom prst="ellipse">
              <a:avLst/>
            </a:prstGeom>
            <a:gradFill flip="none" rotWithShape="1">
              <a:gsLst>
                <a:gs pos="0">
                  <a:srgbClr val="E2ECF6"/>
                </a:gs>
                <a:gs pos="43000">
                  <a:srgbClr val="75A6D5"/>
                </a:gs>
                <a:gs pos="100000">
                  <a:srgbClr val="3E79B2"/>
                </a:gs>
              </a:gsLst>
              <a:lin ang="2700000" scaled="1"/>
              <a:tileRect/>
            </a:gradFill>
            <a:ln w="2540" cap="rnd" cmpd="sng" algn="ctr">
              <a:noFill/>
              <a:prstDash val="solid"/>
              <a:round/>
              <a:headEnd type="none" w="med" len="med"/>
              <a:tailEnd type="none" w="med" len="med"/>
            </a:ln>
            <a:effectLst/>
          </p:spPr>
        </p:sp>
        <p:sp>
          <p:nvSpPr>
            <p:cNvPr id="434" name="ellipse_2228">
              <a:extLst>
                <a:ext uri="{FF2B5EF4-FFF2-40B4-BE49-F238E27FC236}">
                  <a16:creationId xmlns:a16="http://schemas.microsoft.com/office/drawing/2014/main" id="{4D3CAC82-F853-5C4A-D9F5-0C2E5CA0749B}"/>
                </a:ext>
              </a:extLst>
            </p:cNvPr>
            <p:cNvSpPr/>
            <p:nvPr/>
          </p:nvSpPr>
          <p:spPr>
            <a:xfrm>
              <a:off x="4396992" y="1424174"/>
              <a:ext cx="31572" cy="31572"/>
            </a:xfrm>
            <a:prstGeom prst="ellipse">
              <a:avLst/>
            </a:prstGeom>
            <a:gradFill flip="none" rotWithShape="1">
              <a:gsLst>
                <a:gs pos="0">
                  <a:srgbClr val="FBF1F2"/>
                </a:gs>
                <a:gs pos="43000">
                  <a:srgbClr val="EBBDC1"/>
                </a:gs>
                <a:gs pos="100000">
                  <a:srgbClr val="C6959B"/>
                </a:gs>
              </a:gsLst>
              <a:lin ang="2700000" scaled="1"/>
              <a:tileRect/>
            </a:gradFill>
            <a:ln w="2540" cap="rnd" cmpd="sng" algn="ctr">
              <a:noFill/>
              <a:prstDash val="solid"/>
              <a:round/>
              <a:headEnd type="none" w="med" len="med"/>
              <a:tailEnd type="none" w="med" len="med"/>
            </a:ln>
            <a:effectLst/>
          </p:spPr>
        </p:sp>
        <p:sp>
          <p:nvSpPr>
            <p:cNvPr id="435" name="ellipse_2229">
              <a:extLst>
                <a:ext uri="{FF2B5EF4-FFF2-40B4-BE49-F238E27FC236}">
                  <a16:creationId xmlns:a16="http://schemas.microsoft.com/office/drawing/2014/main" id="{B506E05B-DC28-FB4A-D484-317B3A7CB57C}"/>
                </a:ext>
              </a:extLst>
            </p:cNvPr>
            <p:cNvSpPr/>
            <p:nvPr/>
          </p:nvSpPr>
          <p:spPr>
            <a:xfrm>
              <a:off x="4450606" y="1519243"/>
              <a:ext cx="22570" cy="22570"/>
            </a:xfrm>
            <a:prstGeom prst="ellipse">
              <a:avLst/>
            </a:prstGeom>
            <a:gradFill flip="none" rotWithShape="1">
              <a:gsLst>
                <a:gs pos="0">
                  <a:srgbClr val="F9E6E7"/>
                </a:gs>
                <a:gs pos="43000">
                  <a:srgbClr val="E0898E"/>
                </a:gs>
                <a:gs pos="100000">
                  <a:srgbClr val="B95860"/>
                </a:gs>
              </a:gsLst>
              <a:lin ang="2700000" scaled="1"/>
              <a:tileRect/>
            </a:gradFill>
            <a:ln w="2540" cap="rnd" cmpd="sng" algn="ctr">
              <a:noFill/>
              <a:prstDash val="solid"/>
              <a:round/>
              <a:headEnd type="none" w="med" len="med"/>
              <a:tailEnd type="none" w="med" len="med"/>
            </a:ln>
            <a:effectLst/>
          </p:spPr>
        </p:sp>
        <p:sp>
          <p:nvSpPr>
            <p:cNvPr id="436" name="ellipse_2230">
              <a:extLst>
                <a:ext uri="{FF2B5EF4-FFF2-40B4-BE49-F238E27FC236}">
                  <a16:creationId xmlns:a16="http://schemas.microsoft.com/office/drawing/2014/main" id="{EB20075A-8AD8-A1C3-4877-86E04812BC75}"/>
                </a:ext>
              </a:extLst>
            </p:cNvPr>
            <p:cNvSpPr/>
            <p:nvPr/>
          </p:nvSpPr>
          <p:spPr>
            <a:xfrm>
              <a:off x="4493511" y="1391803"/>
              <a:ext cx="30887" cy="30887"/>
            </a:xfrm>
            <a:prstGeom prst="ellipse">
              <a:avLst/>
            </a:prstGeom>
            <a:gradFill flip="none" rotWithShape="1">
              <a:gsLst>
                <a:gs pos="0">
                  <a:srgbClr val="F4F8FC"/>
                </a:gs>
                <a:gs pos="43000">
                  <a:srgbClr val="CDDEEE"/>
                </a:gs>
                <a:gs pos="100000">
                  <a:srgbClr val="A3BAD0"/>
                </a:gs>
              </a:gsLst>
              <a:lin ang="2700000" scaled="1"/>
              <a:tileRect/>
            </a:gradFill>
            <a:ln w="2540" cap="rnd" cmpd="sng" algn="ctr">
              <a:noFill/>
              <a:prstDash val="solid"/>
              <a:round/>
              <a:headEnd type="none" w="med" len="med"/>
              <a:tailEnd type="none" w="med" len="med"/>
            </a:ln>
            <a:effectLst/>
          </p:spPr>
        </p:sp>
        <p:sp>
          <p:nvSpPr>
            <p:cNvPr id="437" name="ellipse_2231">
              <a:extLst>
                <a:ext uri="{FF2B5EF4-FFF2-40B4-BE49-F238E27FC236}">
                  <a16:creationId xmlns:a16="http://schemas.microsoft.com/office/drawing/2014/main" id="{4D309287-A947-CBEB-193B-F66350B13CCF}"/>
                </a:ext>
              </a:extLst>
            </p:cNvPr>
            <p:cNvSpPr/>
            <p:nvPr/>
          </p:nvSpPr>
          <p:spPr>
            <a:xfrm>
              <a:off x="4365893" y="1649463"/>
              <a:ext cx="23524" cy="23524"/>
            </a:xfrm>
            <a:prstGeom prst="ellipse">
              <a:avLst/>
            </a:prstGeom>
            <a:gradFill flip="none" rotWithShape="1">
              <a:gsLst>
                <a:gs pos="0">
                  <a:srgbClr val="E2ECF6"/>
                </a:gs>
                <a:gs pos="43000">
                  <a:srgbClr val="73A5D4"/>
                </a:gs>
                <a:gs pos="100000">
                  <a:srgbClr val="3B78B1"/>
                </a:gs>
              </a:gsLst>
              <a:lin ang="2700000" scaled="1"/>
              <a:tileRect/>
            </a:gradFill>
            <a:ln w="2540" cap="rnd" cmpd="sng" algn="ctr">
              <a:noFill/>
              <a:prstDash val="solid"/>
              <a:round/>
              <a:headEnd type="none" w="med" len="med"/>
              <a:tailEnd type="none" w="med" len="med"/>
            </a:ln>
            <a:effectLst/>
          </p:spPr>
        </p:sp>
        <p:sp>
          <p:nvSpPr>
            <p:cNvPr id="438" name="ellipse_2232">
              <a:extLst>
                <a:ext uri="{FF2B5EF4-FFF2-40B4-BE49-F238E27FC236}">
                  <a16:creationId xmlns:a16="http://schemas.microsoft.com/office/drawing/2014/main" id="{C7004E38-E65B-1FF3-C9DA-B9F1D8134E06}"/>
                </a:ext>
              </a:extLst>
            </p:cNvPr>
            <p:cNvSpPr/>
            <p:nvPr/>
          </p:nvSpPr>
          <p:spPr>
            <a:xfrm>
              <a:off x="4343626" y="1628381"/>
              <a:ext cx="24226" cy="24226"/>
            </a:xfrm>
            <a:prstGeom prst="ellipse">
              <a:avLst/>
            </a:prstGeom>
            <a:gradFill flip="none" rotWithShape="1">
              <a:gsLst>
                <a:gs pos="0">
                  <a:srgbClr val="E3EDF6"/>
                </a:gs>
                <a:gs pos="43000">
                  <a:srgbClr val="77A8D5"/>
                </a:gs>
                <a:gs pos="100000">
                  <a:srgbClr val="407CB3"/>
                </a:gs>
              </a:gsLst>
              <a:lin ang="2700000" scaled="1"/>
              <a:tileRect/>
            </a:gradFill>
            <a:ln w="2540" cap="rnd" cmpd="sng" algn="ctr">
              <a:noFill/>
              <a:prstDash val="solid"/>
              <a:round/>
              <a:headEnd type="none" w="med" len="med"/>
              <a:tailEnd type="none" w="med" len="med"/>
            </a:ln>
            <a:effectLst/>
          </p:spPr>
        </p:sp>
        <p:sp>
          <p:nvSpPr>
            <p:cNvPr id="439" name="ellipse_2233">
              <a:extLst>
                <a:ext uri="{FF2B5EF4-FFF2-40B4-BE49-F238E27FC236}">
                  <a16:creationId xmlns:a16="http://schemas.microsoft.com/office/drawing/2014/main" id="{B80EC19B-3113-671C-BC50-EF6C73D0115C}"/>
                </a:ext>
              </a:extLst>
            </p:cNvPr>
            <p:cNvSpPr/>
            <p:nvPr/>
          </p:nvSpPr>
          <p:spPr>
            <a:xfrm>
              <a:off x="4369163" y="1423006"/>
              <a:ext cx="20129" cy="20129"/>
            </a:xfrm>
            <a:prstGeom prst="ellipse">
              <a:avLst/>
            </a:prstGeom>
            <a:gradFill flip="none" rotWithShape="1">
              <a:gsLst>
                <a:gs pos="0">
                  <a:srgbClr val="FCFDFE"/>
                </a:gs>
                <a:gs pos="43000">
                  <a:srgbClr val="F2F6FA"/>
                </a:gs>
                <a:gs pos="100000">
                  <a:srgbClr val="CED5DD"/>
                </a:gs>
              </a:gsLst>
              <a:lin ang="2700000" scaled="1"/>
              <a:tileRect/>
            </a:gradFill>
            <a:ln w="2540" cap="rnd" cmpd="sng" algn="ctr">
              <a:noFill/>
              <a:prstDash val="solid"/>
              <a:round/>
              <a:headEnd type="none" w="med" len="med"/>
              <a:tailEnd type="none" w="med" len="med"/>
            </a:ln>
            <a:effectLst/>
          </p:spPr>
        </p:sp>
        <p:sp>
          <p:nvSpPr>
            <p:cNvPr id="440" name="ellipse_2234">
              <a:extLst>
                <a:ext uri="{FF2B5EF4-FFF2-40B4-BE49-F238E27FC236}">
                  <a16:creationId xmlns:a16="http://schemas.microsoft.com/office/drawing/2014/main" id="{1A72FD43-D587-E27C-14DC-B16661879BBC}"/>
                </a:ext>
              </a:extLst>
            </p:cNvPr>
            <p:cNvSpPr/>
            <p:nvPr/>
          </p:nvSpPr>
          <p:spPr>
            <a:xfrm>
              <a:off x="4319544" y="1450468"/>
              <a:ext cx="22903" cy="22903"/>
            </a:xfrm>
            <a:prstGeom prst="ellipse">
              <a:avLst/>
            </a:prstGeom>
            <a:gradFill flip="none" rotWithShape="1">
              <a:gsLst>
                <a:gs pos="0">
                  <a:srgbClr val="F3F7FB"/>
                </a:gs>
                <a:gs pos="43000">
                  <a:srgbClr val="C7DAED"/>
                </a:gs>
                <a:gs pos="100000">
                  <a:srgbClr val="9CB6CE"/>
                </a:gs>
              </a:gsLst>
              <a:lin ang="2700000" scaled="1"/>
              <a:tileRect/>
            </a:gradFill>
            <a:ln w="2540" cap="rnd" cmpd="sng" algn="ctr">
              <a:noFill/>
              <a:prstDash val="solid"/>
              <a:round/>
              <a:headEnd type="none" w="med" len="med"/>
              <a:tailEnd type="none" w="med" len="med"/>
            </a:ln>
            <a:effectLst/>
          </p:spPr>
        </p:sp>
        <p:sp>
          <p:nvSpPr>
            <p:cNvPr id="441" name="ellipse_2235">
              <a:extLst>
                <a:ext uri="{FF2B5EF4-FFF2-40B4-BE49-F238E27FC236}">
                  <a16:creationId xmlns:a16="http://schemas.microsoft.com/office/drawing/2014/main" id="{3E6C1AE9-91E1-4CE5-4B6A-E47EF04AFA52}"/>
                </a:ext>
              </a:extLst>
            </p:cNvPr>
            <p:cNvSpPr/>
            <p:nvPr/>
          </p:nvSpPr>
          <p:spPr>
            <a:xfrm>
              <a:off x="4341136" y="1630187"/>
              <a:ext cx="33821" cy="33821"/>
            </a:xfrm>
            <a:prstGeom prst="ellipse">
              <a:avLst/>
            </a:prstGeom>
            <a:gradFill flip="none" rotWithShape="1">
              <a:gsLst>
                <a:gs pos="0">
                  <a:srgbClr val="E2EDF6"/>
                </a:gs>
                <a:gs pos="43000">
                  <a:srgbClr val="75A6D5"/>
                </a:gs>
                <a:gs pos="100000">
                  <a:srgbClr val="3E7AB2"/>
                </a:gs>
              </a:gsLst>
              <a:lin ang="2700000" scaled="1"/>
              <a:tileRect/>
            </a:gradFill>
            <a:ln w="2540" cap="rnd" cmpd="sng" algn="ctr">
              <a:noFill/>
              <a:prstDash val="solid"/>
              <a:round/>
              <a:headEnd type="none" w="med" len="med"/>
              <a:tailEnd type="none" w="med" len="med"/>
            </a:ln>
            <a:effectLst/>
          </p:spPr>
        </p:sp>
        <p:sp>
          <p:nvSpPr>
            <p:cNvPr id="442" name="ellipse_2236">
              <a:extLst>
                <a:ext uri="{FF2B5EF4-FFF2-40B4-BE49-F238E27FC236}">
                  <a16:creationId xmlns:a16="http://schemas.microsoft.com/office/drawing/2014/main" id="{EB9D2C39-474F-6C68-6555-F50089E5B0C9}"/>
                </a:ext>
              </a:extLst>
            </p:cNvPr>
            <p:cNvSpPr/>
            <p:nvPr/>
          </p:nvSpPr>
          <p:spPr>
            <a:xfrm>
              <a:off x="4161225" y="1530942"/>
              <a:ext cx="25121" cy="25121"/>
            </a:xfrm>
            <a:prstGeom prst="ellipse">
              <a:avLst/>
            </a:prstGeom>
            <a:gradFill flip="none" rotWithShape="1">
              <a:gsLst>
                <a:gs pos="0">
                  <a:srgbClr val="EEF4FA"/>
                </a:gs>
                <a:gs pos="43000">
                  <a:srgbClr val="ADCAE5"/>
                </a:gs>
                <a:gs pos="100000">
                  <a:srgbClr val="7EA3C5"/>
                </a:gs>
              </a:gsLst>
              <a:lin ang="2700000" scaled="1"/>
              <a:tileRect/>
            </a:gradFill>
            <a:ln w="2540" cap="rnd" cmpd="sng" algn="ctr">
              <a:noFill/>
              <a:prstDash val="solid"/>
              <a:round/>
              <a:headEnd type="none" w="med" len="med"/>
              <a:tailEnd type="none" w="med" len="med"/>
            </a:ln>
            <a:effectLst/>
          </p:spPr>
        </p:sp>
        <p:sp>
          <p:nvSpPr>
            <p:cNvPr id="443" name="ellipse_2237">
              <a:extLst>
                <a:ext uri="{FF2B5EF4-FFF2-40B4-BE49-F238E27FC236}">
                  <a16:creationId xmlns:a16="http://schemas.microsoft.com/office/drawing/2014/main" id="{DB980468-3491-11A5-DE34-ED12AFAEE91B}"/>
                </a:ext>
              </a:extLst>
            </p:cNvPr>
            <p:cNvSpPr/>
            <p:nvPr/>
          </p:nvSpPr>
          <p:spPr>
            <a:xfrm>
              <a:off x="4203426" y="1536802"/>
              <a:ext cx="26566" cy="26566"/>
            </a:xfrm>
            <a:prstGeom prst="ellipse">
              <a:avLst/>
            </a:prstGeom>
            <a:gradFill flip="none" rotWithShape="1">
              <a:gsLst>
                <a:gs pos="0">
                  <a:srgbClr val="EFF5FA"/>
                </a:gs>
                <a:gs pos="43000">
                  <a:srgbClr val="B3CDE7"/>
                </a:gs>
                <a:gs pos="100000">
                  <a:srgbClr val="85A7C7"/>
                </a:gs>
              </a:gsLst>
              <a:lin ang="2700000" scaled="1"/>
              <a:tileRect/>
            </a:gradFill>
            <a:ln w="2540" cap="rnd" cmpd="sng" algn="ctr">
              <a:noFill/>
              <a:prstDash val="solid"/>
              <a:round/>
              <a:headEnd type="none" w="med" len="med"/>
              <a:tailEnd type="none" w="med" len="med"/>
            </a:ln>
            <a:effectLst/>
          </p:spPr>
        </p:sp>
        <p:sp>
          <p:nvSpPr>
            <p:cNvPr id="444" name="ellipse_2238">
              <a:extLst>
                <a:ext uri="{FF2B5EF4-FFF2-40B4-BE49-F238E27FC236}">
                  <a16:creationId xmlns:a16="http://schemas.microsoft.com/office/drawing/2014/main" id="{8E17EA45-1136-FEAC-C65F-0E6508CB01F3}"/>
                </a:ext>
              </a:extLst>
            </p:cNvPr>
            <p:cNvSpPr/>
            <p:nvPr/>
          </p:nvSpPr>
          <p:spPr>
            <a:xfrm>
              <a:off x="4482696" y="1603333"/>
              <a:ext cx="28320" cy="28320"/>
            </a:xfrm>
            <a:prstGeom prst="ellipse">
              <a:avLst/>
            </a:prstGeom>
            <a:gradFill flip="none" rotWithShape="1">
              <a:gsLst>
                <a:gs pos="0">
                  <a:srgbClr val="E6EEF7"/>
                </a:gs>
                <a:gs pos="43000">
                  <a:srgbClr val="85B0D9"/>
                </a:gs>
                <a:gs pos="100000">
                  <a:srgbClr val="5085B7"/>
                </a:gs>
              </a:gsLst>
              <a:lin ang="2700000" scaled="1"/>
              <a:tileRect/>
            </a:gradFill>
            <a:ln w="2540" cap="rnd" cmpd="sng" algn="ctr">
              <a:noFill/>
              <a:prstDash val="solid"/>
              <a:round/>
              <a:headEnd type="none" w="med" len="med"/>
              <a:tailEnd type="none" w="med" len="med"/>
            </a:ln>
            <a:effectLst/>
          </p:spPr>
        </p:sp>
        <p:sp>
          <p:nvSpPr>
            <p:cNvPr id="445" name="ellipse_2239">
              <a:extLst>
                <a:ext uri="{FF2B5EF4-FFF2-40B4-BE49-F238E27FC236}">
                  <a16:creationId xmlns:a16="http://schemas.microsoft.com/office/drawing/2014/main" id="{3F298802-FC4A-60AC-8577-0284DFFFD6F3}"/>
                </a:ext>
              </a:extLst>
            </p:cNvPr>
            <p:cNvSpPr/>
            <p:nvPr/>
          </p:nvSpPr>
          <p:spPr>
            <a:xfrm>
              <a:off x="4197066" y="1522229"/>
              <a:ext cx="22601" cy="22601"/>
            </a:xfrm>
            <a:prstGeom prst="ellipse">
              <a:avLst/>
            </a:prstGeom>
            <a:gradFill flip="none" rotWithShape="1">
              <a:gsLst>
                <a:gs pos="0">
                  <a:srgbClr val="EBF2F9"/>
                </a:gs>
                <a:gs pos="43000">
                  <a:srgbClr val="9DC0E0"/>
                </a:gs>
                <a:gs pos="100000">
                  <a:srgbClr val="6C97BF"/>
                </a:gs>
              </a:gsLst>
              <a:lin ang="2700000" scaled="1"/>
              <a:tileRect/>
            </a:gradFill>
            <a:ln w="2540" cap="rnd" cmpd="sng" algn="ctr">
              <a:noFill/>
              <a:prstDash val="solid"/>
              <a:round/>
              <a:headEnd type="none" w="med" len="med"/>
              <a:tailEnd type="none" w="med" len="med"/>
            </a:ln>
            <a:effectLst/>
          </p:spPr>
        </p:sp>
        <p:sp>
          <p:nvSpPr>
            <p:cNvPr id="446" name="ellipse_2240">
              <a:extLst>
                <a:ext uri="{FF2B5EF4-FFF2-40B4-BE49-F238E27FC236}">
                  <a16:creationId xmlns:a16="http://schemas.microsoft.com/office/drawing/2014/main" id="{918AFC04-A779-96A4-64A7-5788FA94E0D6}"/>
                </a:ext>
              </a:extLst>
            </p:cNvPr>
            <p:cNvSpPr/>
            <p:nvPr/>
          </p:nvSpPr>
          <p:spPr>
            <a:xfrm>
              <a:off x="4144638" y="1578773"/>
              <a:ext cx="26817" cy="26817"/>
            </a:xfrm>
            <a:prstGeom prst="ellipse">
              <a:avLst/>
            </a:prstGeom>
            <a:gradFill flip="none" rotWithShape="1">
              <a:gsLst>
                <a:gs pos="0">
                  <a:srgbClr val="F9FBFD"/>
                </a:gs>
                <a:gs pos="43000">
                  <a:srgbClr val="E4ECF6"/>
                </a:gs>
                <a:gs pos="100000">
                  <a:srgbClr val="BDCBD8"/>
                </a:gs>
              </a:gsLst>
              <a:lin ang="2700000" scaled="1"/>
              <a:tileRect/>
            </a:gradFill>
            <a:ln w="2540" cap="rnd" cmpd="sng" algn="ctr">
              <a:noFill/>
              <a:prstDash val="solid"/>
              <a:round/>
              <a:headEnd type="none" w="med" len="med"/>
              <a:tailEnd type="none" w="med" len="med"/>
            </a:ln>
            <a:effectLst/>
          </p:spPr>
        </p:sp>
        <p:sp>
          <p:nvSpPr>
            <p:cNvPr id="447" name="ellipse_2241">
              <a:extLst>
                <a:ext uri="{FF2B5EF4-FFF2-40B4-BE49-F238E27FC236}">
                  <a16:creationId xmlns:a16="http://schemas.microsoft.com/office/drawing/2014/main" id="{0477F0B2-C26F-BF20-ED5F-4626A7B91A43}"/>
                </a:ext>
              </a:extLst>
            </p:cNvPr>
            <p:cNvSpPr/>
            <p:nvPr/>
          </p:nvSpPr>
          <p:spPr>
            <a:xfrm>
              <a:off x="4441221" y="1606601"/>
              <a:ext cx="26804" cy="26804"/>
            </a:xfrm>
            <a:prstGeom prst="ellipse">
              <a:avLst/>
            </a:prstGeom>
            <a:gradFill flip="none" rotWithShape="1">
              <a:gsLst>
                <a:gs pos="0">
                  <a:srgbClr val="E6EFF7"/>
                </a:gs>
                <a:gs pos="43000">
                  <a:srgbClr val="85B1DA"/>
                </a:gs>
                <a:gs pos="100000">
                  <a:srgbClr val="5186B8"/>
                </a:gs>
              </a:gsLst>
              <a:lin ang="2700000" scaled="1"/>
              <a:tileRect/>
            </a:gradFill>
            <a:ln w="2540" cap="rnd" cmpd="sng" algn="ctr">
              <a:noFill/>
              <a:prstDash val="solid"/>
              <a:round/>
              <a:headEnd type="none" w="med" len="med"/>
              <a:tailEnd type="none" w="med" len="med"/>
            </a:ln>
            <a:effectLst/>
          </p:spPr>
        </p:sp>
        <p:sp>
          <p:nvSpPr>
            <p:cNvPr id="3162" name="ellipse_2242">
              <a:extLst>
                <a:ext uri="{FF2B5EF4-FFF2-40B4-BE49-F238E27FC236}">
                  <a16:creationId xmlns:a16="http://schemas.microsoft.com/office/drawing/2014/main" id="{F1FC3FD9-B686-6342-26C3-352AFF4B8C55}"/>
                </a:ext>
              </a:extLst>
            </p:cNvPr>
            <p:cNvSpPr/>
            <p:nvPr/>
          </p:nvSpPr>
          <p:spPr>
            <a:xfrm>
              <a:off x="4334837" y="1431903"/>
              <a:ext cx="27902" cy="27902"/>
            </a:xfrm>
            <a:prstGeom prst="ellipse">
              <a:avLst/>
            </a:prstGeom>
            <a:gradFill flip="none" rotWithShape="1">
              <a:gsLst>
                <a:gs pos="0">
                  <a:srgbClr val="F6F9FC"/>
                </a:gs>
                <a:gs pos="43000">
                  <a:srgbClr val="D5E4F1"/>
                </a:gs>
                <a:gs pos="100000">
                  <a:srgbClr val="ADC1D3"/>
                </a:gs>
              </a:gsLst>
              <a:lin ang="2700000" scaled="1"/>
              <a:tileRect/>
            </a:gradFill>
            <a:ln w="2540" cap="rnd" cmpd="sng" algn="ctr">
              <a:noFill/>
              <a:prstDash val="solid"/>
              <a:round/>
              <a:headEnd type="none" w="med" len="med"/>
              <a:tailEnd type="none" w="med" len="med"/>
            </a:ln>
            <a:effectLst/>
          </p:spPr>
        </p:sp>
        <p:sp>
          <p:nvSpPr>
            <p:cNvPr id="3163" name="ellipse_2243">
              <a:extLst>
                <a:ext uri="{FF2B5EF4-FFF2-40B4-BE49-F238E27FC236}">
                  <a16:creationId xmlns:a16="http://schemas.microsoft.com/office/drawing/2014/main" id="{AA378CEF-E3C5-18D9-28F8-158260A0061D}"/>
                </a:ext>
              </a:extLst>
            </p:cNvPr>
            <p:cNvSpPr/>
            <p:nvPr/>
          </p:nvSpPr>
          <p:spPr>
            <a:xfrm>
              <a:off x="4400306" y="1450110"/>
              <a:ext cx="32534" cy="32534"/>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3164" name="ellipse_2244">
              <a:extLst>
                <a:ext uri="{FF2B5EF4-FFF2-40B4-BE49-F238E27FC236}">
                  <a16:creationId xmlns:a16="http://schemas.microsoft.com/office/drawing/2014/main" id="{7B50744A-6D9A-043F-D7E7-0F7288434828}"/>
                </a:ext>
              </a:extLst>
            </p:cNvPr>
            <p:cNvSpPr/>
            <p:nvPr/>
          </p:nvSpPr>
          <p:spPr>
            <a:xfrm>
              <a:off x="4216796" y="1447370"/>
              <a:ext cx="23756" cy="23756"/>
            </a:xfrm>
            <a:prstGeom prst="ellipse">
              <a:avLst/>
            </a:prstGeom>
            <a:gradFill flip="none" rotWithShape="1">
              <a:gsLst>
                <a:gs pos="0">
                  <a:srgbClr val="E2EDF6"/>
                </a:gs>
                <a:gs pos="43000">
                  <a:srgbClr val="75A6D5"/>
                </a:gs>
                <a:gs pos="100000">
                  <a:srgbClr val="3E7AB2"/>
                </a:gs>
              </a:gsLst>
              <a:lin ang="2700000" scaled="1"/>
              <a:tileRect/>
            </a:gradFill>
            <a:ln w="2540" cap="rnd" cmpd="sng" algn="ctr">
              <a:noFill/>
              <a:prstDash val="solid"/>
              <a:round/>
              <a:headEnd type="none" w="med" len="med"/>
              <a:tailEnd type="none" w="med" len="med"/>
            </a:ln>
            <a:effectLst/>
          </p:spPr>
        </p:sp>
        <p:sp>
          <p:nvSpPr>
            <p:cNvPr id="3165" name="ellipse_2245">
              <a:extLst>
                <a:ext uri="{FF2B5EF4-FFF2-40B4-BE49-F238E27FC236}">
                  <a16:creationId xmlns:a16="http://schemas.microsoft.com/office/drawing/2014/main" id="{17A394B8-5DE3-F3D9-2F7F-57C5BC529DBE}"/>
                </a:ext>
              </a:extLst>
            </p:cNvPr>
            <p:cNvSpPr/>
            <p:nvPr/>
          </p:nvSpPr>
          <p:spPr>
            <a:xfrm>
              <a:off x="4370480" y="1659527"/>
              <a:ext cx="19803" cy="19803"/>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166" name="ellipse_2246">
              <a:extLst>
                <a:ext uri="{FF2B5EF4-FFF2-40B4-BE49-F238E27FC236}">
                  <a16:creationId xmlns:a16="http://schemas.microsoft.com/office/drawing/2014/main" id="{43B68530-5A46-B707-8B34-D5A65C2CD3DD}"/>
                </a:ext>
              </a:extLst>
            </p:cNvPr>
            <p:cNvSpPr/>
            <p:nvPr/>
          </p:nvSpPr>
          <p:spPr>
            <a:xfrm>
              <a:off x="4529718" y="1436043"/>
              <a:ext cx="27552" cy="27552"/>
            </a:xfrm>
            <a:prstGeom prst="ellipse">
              <a:avLst/>
            </a:prstGeom>
            <a:gradFill flip="none" rotWithShape="1">
              <a:gsLst>
                <a:gs pos="0">
                  <a:srgbClr val="FDFCFD"/>
                </a:gs>
                <a:gs pos="43000">
                  <a:srgbClr val="F6F3F6"/>
                </a:gs>
                <a:gs pos="100000">
                  <a:srgbClr val="D3D2D8"/>
                </a:gs>
              </a:gsLst>
              <a:lin ang="2700000" scaled="1"/>
              <a:tileRect/>
            </a:gradFill>
            <a:ln w="2540" cap="rnd" cmpd="sng" algn="ctr">
              <a:noFill/>
              <a:prstDash val="solid"/>
              <a:round/>
              <a:headEnd type="none" w="med" len="med"/>
              <a:tailEnd type="none" w="med" len="med"/>
            </a:ln>
            <a:effectLst/>
          </p:spPr>
        </p:sp>
        <p:sp>
          <p:nvSpPr>
            <p:cNvPr id="3167" name="ellipse_2247">
              <a:extLst>
                <a:ext uri="{FF2B5EF4-FFF2-40B4-BE49-F238E27FC236}">
                  <a16:creationId xmlns:a16="http://schemas.microsoft.com/office/drawing/2014/main" id="{466DB010-E058-126C-3239-E32516346232}"/>
                </a:ext>
              </a:extLst>
            </p:cNvPr>
            <p:cNvSpPr/>
            <p:nvPr/>
          </p:nvSpPr>
          <p:spPr>
            <a:xfrm>
              <a:off x="4155808" y="1608147"/>
              <a:ext cx="21024" cy="21024"/>
            </a:xfrm>
            <a:prstGeom prst="ellipse">
              <a:avLst/>
            </a:prstGeom>
            <a:gradFill flip="none" rotWithShape="1">
              <a:gsLst>
                <a:gs pos="0">
                  <a:srgbClr val="F7FAFC"/>
                </a:gs>
                <a:gs pos="43000">
                  <a:srgbClr val="D9E6F2"/>
                </a:gs>
                <a:gs pos="100000">
                  <a:srgbClr val="B1C3D4"/>
                </a:gs>
              </a:gsLst>
              <a:lin ang="2700000" scaled="1"/>
              <a:tileRect/>
            </a:gradFill>
            <a:ln w="2540" cap="rnd" cmpd="sng" algn="ctr">
              <a:noFill/>
              <a:prstDash val="solid"/>
              <a:round/>
              <a:headEnd type="none" w="med" len="med"/>
              <a:tailEnd type="none" w="med" len="med"/>
            </a:ln>
            <a:effectLst/>
          </p:spPr>
        </p:sp>
        <p:sp>
          <p:nvSpPr>
            <p:cNvPr id="3169" name="ellipse_2248">
              <a:extLst>
                <a:ext uri="{FF2B5EF4-FFF2-40B4-BE49-F238E27FC236}">
                  <a16:creationId xmlns:a16="http://schemas.microsoft.com/office/drawing/2014/main" id="{0DAA6709-BEA1-9625-CF63-12B0C7BA4688}"/>
                </a:ext>
              </a:extLst>
            </p:cNvPr>
            <p:cNvSpPr/>
            <p:nvPr/>
          </p:nvSpPr>
          <p:spPr>
            <a:xfrm>
              <a:off x="4430114" y="1433963"/>
              <a:ext cx="19388" cy="19388"/>
            </a:xfrm>
            <a:prstGeom prst="ellipse">
              <a:avLst/>
            </a:prstGeom>
            <a:gradFill flip="none" rotWithShape="1">
              <a:gsLst>
                <a:gs pos="0">
                  <a:srgbClr val="F9EAEB"/>
                </a:gs>
                <a:gs pos="43000">
                  <a:srgbClr val="E3999D"/>
                </a:gs>
                <a:gs pos="100000">
                  <a:srgbClr val="BD6A72"/>
                </a:gs>
              </a:gsLst>
              <a:lin ang="2700000" scaled="1"/>
              <a:tileRect/>
            </a:gradFill>
            <a:ln w="2540" cap="rnd" cmpd="sng" algn="ctr">
              <a:noFill/>
              <a:prstDash val="solid"/>
              <a:round/>
              <a:headEnd type="none" w="med" len="med"/>
              <a:tailEnd type="none" w="med" len="med"/>
            </a:ln>
            <a:effectLst/>
          </p:spPr>
        </p:sp>
        <p:sp>
          <p:nvSpPr>
            <p:cNvPr id="3170" name="ellipse_2249">
              <a:extLst>
                <a:ext uri="{FF2B5EF4-FFF2-40B4-BE49-F238E27FC236}">
                  <a16:creationId xmlns:a16="http://schemas.microsoft.com/office/drawing/2014/main" id="{3D91868B-F433-B949-10BC-17C562F275F3}"/>
                </a:ext>
              </a:extLst>
            </p:cNvPr>
            <p:cNvSpPr/>
            <p:nvPr/>
          </p:nvSpPr>
          <p:spPr>
            <a:xfrm>
              <a:off x="4348582" y="1617385"/>
              <a:ext cx="30384" cy="30384"/>
            </a:xfrm>
            <a:prstGeom prst="ellipse">
              <a:avLst/>
            </a:prstGeom>
            <a:gradFill flip="none" rotWithShape="1">
              <a:gsLst>
                <a:gs pos="0">
                  <a:srgbClr val="E3EDF6"/>
                </a:gs>
                <a:gs pos="43000">
                  <a:srgbClr val="79A9D6"/>
                </a:gs>
                <a:gs pos="100000">
                  <a:srgbClr val="437DB3"/>
                </a:gs>
              </a:gsLst>
              <a:lin ang="2700000" scaled="1"/>
              <a:tileRect/>
            </a:gradFill>
            <a:ln w="2540" cap="rnd" cmpd="sng" algn="ctr">
              <a:noFill/>
              <a:prstDash val="solid"/>
              <a:round/>
              <a:headEnd type="none" w="med" len="med"/>
              <a:tailEnd type="none" w="med" len="med"/>
            </a:ln>
            <a:effectLst/>
          </p:spPr>
        </p:sp>
        <p:sp>
          <p:nvSpPr>
            <p:cNvPr id="3171" name="ellipse_2250">
              <a:extLst>
                <a:ext uri="{FF2B5EF4-FFF2-40B4-BE49-F238E27FC236}">
                  <a16:creationId xmlns:a16="http://schemas.microsoft.com/office/drawing/2014/main" id="{D06AA5D7-CA78-95E8-883A-66655566DC5E}"/>
                </a:ext>
              </a:extLst>
            </p:cNvPr>
            <p:cNvSpPr/>
            <p:nvPr/>
          </p:nvSpPr>
          <p:spPr>
            <a:xfrm>
              <a:off x="4463319" y="1574688"/>
              <a:ext cx="25872" cy="25872"/>
            </a:xfrm>
            <a:prstGeom prst="ellipse">
              <a:avLst/>
            </a:prstGeom>
            <a:gradFill flip="none" rotWithShape="1">
              <a:gsLst>
                <a:gs pos="0">
                  <a:srgbClr val="F0F5FA"/>
                </a:gs>
                <a:gs pos="43000">
                  <a:srgbClr val="B5CFE7"/>
                </a:gs>
                <a:gs pos="100000">
                  <a:srgbClr val="88A9C7"/>
                </a:gs>
              </a:gsLst>
              <a:lin ang="2700000" scaled="1"/>
              <a:tileRect/>
            </a:gradFill>
            <a:ln w="2540" cap="rnd" cmpd="sng" algn="ctr">
              <a:noFill/>
              <a:prstDash val="solid"/>
              <a:round/>
              <a:headEnd type="none" w="med" len="med"/>
              <a:tailEnd type="none" w="med" len="med"/>
            </a:ln>
            <a:effectLst/>
          </p:spPr>
        </p:sp>
        <p:sp>
          <p:nvSpPr>
            <p:cNvPr id="3172" name="ellipse_2251">
              <a:extLst>
                <a:ext uri="{FF2B5EF4-FFF2-40B4-BE49-F238E27FC236}">
                  <a16:creationId xmlns:a16="http://schemas.microsoft.com/office/drawing/2014/main" id="{D036FC62-92CC-B774-21CA-93CDC5A1E207}"/>
                </a:ext>
              </a:extLst>
            </p:cNvPr>
            <p:cNvSpPr/>
            <p:nvPr/>
          </p:nvSpPr>
          <p:spPr>
            <a:xfrm>
              <a:off x="4531596" y="1568921"/>
              <a:ext cx="28919" cy="28919"/>
            </a:xfrm>
            <a:prstGeom prst="ellipse">
              <a:avLst/>
            </a:prstGeom>
            <a:gradFill flip="none" rotWithShape="1">
              <a:gsLst>
                <a:gs pos="0">
                  <a:srgbClr val="EAF1F8"/>
                </a:gs>
                <a:gs pos="43000">
                  <a:srgbClr val="99BDDF"/>
                </a:gs>
                <a:gs pos="100000">
                  <a:srgbClr val="6895BE"/>
                </a:gs>
              </a:gsLst>
              <a:lin ang="2700000" scaled="1"/>
              <a:tileRect/>
            </a:gradFill>
            <a:ln w="2540" cap="rnd" cmpd="sng" algn="ctr">
              <a:noFill/>
              <a:prstDash val="solid"/>
              <a:round/>
              <a:headEnd type="none" w="med" len="med"/>
              <a:tailEnd type="none" w="med" len="med"/>
            </a:ln>
            <a:effectLst/>
          </p:spPr>
        </p:sp>
        <p:sp>
          <p:nvSpPr>
            <p:cNvPr id="3173" name="ellipse_2252">
              <a:extLst>
                <a:ext uri="{FF2B5EF4-FFF2-40B4-BE49-F238E27FC236}">
                  <a16:creationId xmlns:a16="http://schemas.microsoft.com/office/drawing/2014/main" id="{054F3B6E-FFCA-9294-A608-ECC45732754F}"/>
                </a:ext>
              </a:extLst>
            </p:cNvPr>
            <p:cNvSpPr/>
            <p:nvPr/>
          </p:nvSpPr>
          <p:spPr>
            <a:xfrm>
              <a:off x="4374229" y="1660093"/>
              <a:ext cx="34954" cy="34954"/>
            </a:xfrm>
            <a:prstGeom prst="ellipse">
              <a:avLst/>
            </a:prstGeom>
            <a:gradFill flip="none" rotWithShape="1">
              <a:gsLst>
                <a:gs pos="0">
                  <a:srgbClr val="E1ECF6"/>
                </a:gs>
                <a:gs pos="43000">
                  <a:srgbClr val="71A4D3"/>
                </a:gs>
                <a:gs pos="100000">
                  <a:srgbClr val="3977B0"/>
                </a:gs>
              </a:gsLst>
              <a:lin ang="2700000" scaled="1"/>
              <a:tileRect/>
            </a:gradFill>
            <a:ln w="2540" cap="rnd" cmpd="sng" algn="ctr">
              <a:noFill/>
              <a:prstDash val="solid"/>
              <a:round/>
              <a:headEnd type="none" w="med" len="med"/>
              <a:tailEnd type="none" w="med" len="med"/>
            </a:ln>
            <a:effectLst/>
          </p:spPr>
        </p:sp>
        <p:sp>
          <p:nvSpPr>
            <p:cNvPr id="3174" name="ellipse_2253">
              <a:extLst>
                <a:ext uri="{FF2B5EF4-FFF2-40B4-BE49-F238E27FC236}">
                  <a16:creationId xmlns:a16="http://schemas.microsoft.com/office/drawing/2014/main" id="{3C33DCDD-97D8-0CF9-45D3-FB38CCC98243}"/>
                </a:ext>
              </a:extLst>
            </p:cNvPr>
            <p:cNvSpPr/>
            <p:nvPr/>
          </p:nvSpPr>
          <p:spPr>
            <a:xfrm>
              <a:off x="4263352" y="1508604"/>
              <a:ext cx="27274" cy="27274"/>
            </a:xfrm>
            <a:prstGeom prst="ellipse">
              <a:avLst/>
            </a:prstGeom>
            <a:gradFill flip="none" rotWithShape="1">
              <a:gsLst>
                <a:gs pos="0">
                  <a:srgbClr val="E8F0F8"/>
                </a:gs>
                <a:gs pos="43000">
                  <a:srgbClr val="92B8DD"/>
                </a:gs>
                <a:gs pos="100000">
                  <a:srgbClr val="608FBC"/>
                </a:gs>
              </a:gsLst>
              <a:lin ang="2700000" scaled="1"/>
              <a:tileRect/>
            </a:gradFill>
            <a:ln w="2540" cap="rnd" cmpd="sng" algn="ctr">
              <a:noFill/>
              <a:prstDash val="solid"/>
              <a:round/>
              <a:headEnd type="none" w="med" len="med"/>
              <a:tailEnd type="none" w="med" len="med"/>
            </a:ln>
            <a:effectLst/>
          </p:spPr>
        </p:sp>
        <p:sp>
          <p:nvSpPr>
            <p:cNvPr id="3175" name="ellipse_2254">
              <a:extLst>
                <a:ext uri="{FF2B5EF4-FFF2-40B4-BE49-F238E27FC236}">
                  <a16:creationId xmlns:a16="http://schemas.microsoft.com/office/drawing/2014/main" id="{45440191-CB8E-0282-F392-BF49B80D002C}"/>
                </a:ext>
              </a:extLst>
            </p:cNvPr>
            <p:cNvSpPr/>
            <p:nvPr/>
          </p:nvSpPr>
          <p:spPr>
            <a:xfrm>
              <a:off x="4379064" y="1465078"/>
              <a:ext cx="29615" cy="29615"/>
            </a:xfrm>
            <a:prstGeom prst="ellipse">
              <a:avLst/>
            </a:prstGeom>
            <a:gradFill flip="none" rotWithShape="1">
              <a:gsLst>
                <a:gs pos="0">
                  <a:srgbClr val="F9E8E9"/>
                </a:gs>
                <a:gs pos="43000">
                  <a:srgbClr val="E19296"/>
                </a:gs>
                <a:gs pos="100000">
                  <a:srgbClr val="BB626A"/>
                </a:gs>
              </a:gsLst>
              <a:lin ang="2700000" scaled="1"/>
              <a:tileRect/>
            </a:gradFill>
            <a:ln w="2540" cap="rnd" cmpd="sng" algn="ctr">
              <a:noFill/>
              <a:prstDash val="solid"/>
              <a:round/>
              <a:headEnd type="none" w="med" len="med"/>
              <a:tailEnd type="none" w="med" len="med"/>
            </a:ln>
            <a:effectLst/>
          </p:spPr>
        </p:sp>
        <p:sp>
          <p:nvSpPr>
            <p:cNvPr id="3176" name="ellipse_2255">
              <a:extLst>
                <a:ext uri="{FF2B5EF4-FFF2-40B4-BE49-F238E27FC236}">
                  <a16:creationId xmlns:a16="http://schemas.microsoft.com/office/drawing/2014/main" id="{ED46A7AD-7F70-4753-E76D-02E312665A17}"/>
                </a:ext>
              </a:extLst>
            </p:cNvPr>
            <p:cNvSpPr/>
            <p:nvPr/>
          </p:nvSpPr>
          <p:spPr>
            <a:xfrm>
              <a:off x="4333679" y="1393440"/>
              <a:ext cx="26335" cy="26335"/>
            </a:xfrm>
            <a:prstGeom prst="ellipse">
              <a:avLst/>
            </a:prstGeom>
            <a:gradFill flip="none" rotWithShape="1">
              <a:gsLst>
                <a:gs pos="0">
                  <a:srgbClr val="EAF2F9"/>
                </a:gs>
                <a:gs pos="43000">
                  <a:srgbClr val="9CBFE0"/>
                </a:gs>
                <a:gs pos="100000">
                  <a:srgbClr val="6A96BF"/>
                </a:gs>
              </a:gsLst>
              <a:lin ang="2700000" scaled="1"/>
              <a:tileRect/>
            </a:gradFill>
            <a:ln w="2540" cap="rnd" cmpd="sng" algn="ctr">
              <a:noFill/>
              <a:prstDash val="solid"/>
              <a:round/>
              <a:headEnd type="none" w="med" len="med"/>
              <a:tailEnd type="none" w="med" len="med"/>
            </a:ln>
            <a:effectLst/>
          </p:spPr>
        </p:sp>
        <p:sp>
          <p:nvSpPr>
            <p:cNvPr id="3177" name="ellipse_2256">
              <a:extLst>
                <a:ext uri="{FF2B5EF4-FFF2-40B4-BE49-F238E27FC236}">
                  <a16:creationId xmlns:a16="http://schemas.microsoft.com/office/drawing/2014/main" id="{91CDD69E-AFC2-3EC5-DE24-94A57FC5E4CA}"/>
                </a:ext>
              </a:extLst>
            </p:cNvPr>
            <p:cNvSpPr/>
            <p:nvPr/>
          </p:nvSpPr>
          <p:spPr>
            <a:xfrm>
              <a:off x="4603700" y="1511648"/>
              <a:ext cx="33300" cy="33300"/>
            </a:xfrm>
            <a:prstGeom prst="ellipse">
              <a:avLst/>
            </a:prstGeom>
            <a:gradFill flip="none" rotWithShape="1">
              <a:gsLst>
                <a:gs pos="0">
                  <a:srgbClr val="E7F0F8"/>
                </a:gs>
                <a:gs pos="43000">
                  <a:srgbClr val="8DB6DC"/>
                </a:gs>
                <a:gs pos="100000">
                  <a:srgbClr val="598CBA"/>
                </a:gs>
              </a:gsLst>
              <a:lin ang="2700000" scaled="1"/>
              <a:tileRect/>
            </a:gradFill>
            <a:ln w="2540" cap="rnd" cmpd="sng" algn="ctr">
              <a:noFill/>
              <a:prstDash val="solid"/>
              <a:round/>
              <a:headEnd type="none" w="med" len="med"/>
              <a:tailEnd type="none" w="med" len="med"/>
            </a:ln>
            <a:effectLst/>
          </p:spPr>
        </p:sp>
        <p:sp>
          <p:nvSpPr>
            <p:cNvPr id="3178" name="ellipse_2257">
              <a:extLst>
                <a:ext uri="{FF2B5EF4-FFF2-40B4-BE49-F238E27FC236}">
                  <a16:creationId xmlns:a16="http://schemas.microsoft.com/office/drawing/2014/main" id="{E7AE554C-5C09-7013-2831-E60314E85504}"/>
                </a:ext>
              </a:extLst>
            </p:cNvPr>
            <p:cNvSpPr/>
            <p:nvPr/>
          </p:nvSpPr>
          <p:spPr>
            <a:xfrm>
              <a:off x="4612515" y="1554699"/>
              <a:ext cx="35513" cy="35513"/>
            </a:xfrm>
            <a:prstGeom prst="ellipse">
              <a:avLst/>
            </a:prstGeom>
            <a:gradFill flip="none" rotWithShape="1">
              <a:gsLst>
                <a:gs pos="0">
                  <a:srgbClr val="E3EDF6"/>
                </a:gs>
                <a:gs pos="43000">
                  <a:srgbClr val="79A9D6"/>
                </a:gs>
                <a:gs pos="100000">
                  <a:srgbClr val="437DB3"/>
                </a:gs>
              </a:gsLst>
              <a:lin ang="2700000" scaled="1"/>
              <a:tileRect/>
            </a:gradFill>
            <a:ln w="2540" cap="rnd" cmpd="sng" algn="ctr">
              <a:noFill/>
              <a:prstDash val="solid"/>
              <a:round/>
              <a:headEnd type="none" w="med" len="med"/>
              <a:tailEnd type="none" w="med" len="med"/>
            </a:ln>
            <a:effectLst/>
          </p:spPr>
        </p:sp>
        <p:sp>
          <p:nvSpPr>
            <p:cNvPr id="3179" name="ellipse_2258">
              <a:extLst>
                <a:ext uri="{FF2B5EF4-FFF2-40B4-BE49-F238E27FC236}">
                  <a16:creationId xmlns:a16="http://schemas.microsoft.com/office/drawing/2014/main" id="{16795F78-F22B-94B3-45AB-DA03FB9E1157}"/>
                </a:ext>
              </a:extLst>
            </p:cNvPr>
            <p:cNvSpPr/>
            <p:nvPr/>
          </p:nvSpPr>
          <p:spPr>
            <a:xfrm>
              <a:off x="4293316" y="1609491"/>
              <a:ext cx="35894" cy="35894"/>
            </a:xfrm>
            <a:prstGeom prst="ellipse">
              <a:avLst/>
            </a:prstGeom>
            <a:gradFill flip="none" rotWithShape="1">
              <a:gsLst>
                <a:gs pos="0">
                  <a:srgbClr val="E6EFF7"/>
                </a:gs>
                <a:gs pos="43000">
                  <a:srgbClr val="85B1DA"/>
                </a:gs>
                <a:gs pos="100000">
                  <a:srgbClr val="5186B8"/>
                </a:gs>
              </a:gsLst>
              <a:lin ang="2700000" scaled="1"/>
              <a:tileRect/>
            </a:gradFill>
            <a:ln w="2540" cap="rnd" cmpd="sng" algn="ctr">
              <a:noFill/>
              <a:prstDash val="solid"/>
              <a:round/>
              <a:headEnd type="none" w="med" len="med"/>
              <a:tailEnd type="none" w="med" len="med"/>
            </a:ln>
            <a:effectLst/>
          </p:spPr>
        </p:sp>
        <p:sp>
          <p:nvSpPr>
            <p:cNvPr id="3180" name="ellipse_2259">
              <a:extLst>
                <a:ext uri="{FF2B5EF4-FFF2-40B4-BE49-F238E27FC236}">
                  <a16:creationId xmlns:a16="http://schemas.microsoft.com/office/drawing/2014/main" id="{08962B8B-EAF2-969C-088B-844C58C79206}"/>
                </a:ext>
              </a:extLst>
            </p:cNvPr>
            <p:cNvSpPr/>
            <p:nvPr/>
          </p:nvSpPr>
          <p:spPr>
            <a:xfrm>
              <a:off x="4465841" y="1446603"/>
              <a:ext cx="29343" cy="29343"/>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3181" name="ellipse_2260">
              <a:extLst>
                <a:ext uri="{FF2B5EF4-FFF2-40B4-BE49-F238E27FC236}">
                  <a16:creationId xmlns:a16="http://schemas.microsoft.com/office/drawing/2014/main" id="{D54EC136-A3C0-3BB4-0E4B-94C6B9CD505B}"/>
                </a:ext>
              </a:extLst>
            </p:cNvPr>
            <p:cNvSpPr/>
            <p:nvPr/>
          </p:nvSpPr>
          <p:spPr>
            <a:xfrm>
              <a:off x="4395565" y="1451343"/>
              <a:ext cx="34062" cy="34062"/>
            </a:xfrm>
            <a:prstGeom prst="ellipse">
              <a:avLst/>
            </a:prstGeom>
            <a:gradFill flip="none" rotWithShape="1">
              <a:gsLst>
                <a:gs pos="0">
                  <a:srgbClr val="F8E3E4"/>
                </a:gs>
                <a:gs pos="43000">
                  <a:srgbClr val="DC797E"/>
                </a:gs>
                <a:gs pos="100000">
                  <a:srgbClr val="B5464E"/>
                </a:gs>
              </a:gsLst>
              <a:lin ang="2700000" scaled="1"/>
              <a:tileRect/>
            </a:gradFill>
            <a:ln w="2540" cap="rnd" cmpd="sng" algn="ctr">
              <a:noFill/>
              <a:prstDash val="solid"/>
              <a:round/>
              <a:headEnd type="none" w="med" len="med"/>
              <a:tailEnd type="none" w="med" len="med"/>
            </a:ln>
            <a:effectLst/>
          </p:spPr>
        </p:sp>
        <p:sp>
          <p:nvSpPr>
            <p:cNvPr id="3182" name="ellipse_2261">
              <a:extLst>
                <a:ext uri="{FF2B5EF4-FFF2-40B4-BE49-F238E27FC236}">
                  <a16:creationId xmlns:a16="http://schemas.microsoft.com/office/drawing/2014/main" id="{910AC8AB-E534-BC7D-7D26-1DF7703C9F9B}"/>
                </a:ext>
              </a:extLst>
            </p:cNvPr>
            <p:cNvSpPr/>
            <p:nvPr/>
          </p:nvSpPr>
          <p:spPr>
            <a:xfrm>
              <a:off x="4447971" y="1453977"/>
              <a:ext cx="20526" cy="20526"/>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3183" name="ellipse_2262">
              <a:extLst>
                <a:ext uri="{FF2B5EF4-FFF2-40B4-BE49-F238E27FC236}">
                  <a16:creationId xmlns:a16="http://schemas.microsoft.com/office/drawing/2014/main" id="{9D6A813D-23DE-D94E-B24E-CC0472E9F498}"/>
                </a:ext>
              </a:extLst>
            </p:cNvPr>
            <p:cNvSpPr/>
            <p:nvPr/>
          </p:nvSpPr>
          <p:spPr>
            <a:xfrm>
              <a:off x="4414105" y="1439212"/>
              <a:ext cx="23231" cy="23231"/>
            </a:xfrm>
            <a:prstGeom prst="ellipse">
              <a:avLst/>
            </a:prstGeom>
            <a:gradFill flip="none" rotWithShape="1">
              <a:gsLst>
                <a:gs pos="0">
                  <a:srgbClr val="F9E8E8"/>
                </a:gs>
                <a:gs pos="43000">
                  <a:srgbClr val="E18F93"/>
                </a:gs>
                <a:gs pos="100000">
                  <a:srgbClr val="BA5F66"/>
                </a:gs>
              </a:gsLst>
              <a:lin ang="2700000" scaled="1"/>
              <a:tileRect/>
            </a:gradFill>
            <a:ln w="2540" cap="rnd" cmpd="sng" algn="ctr">
              <a:noFill/>
              <a:prstDash val="solid"/>
              <a:round/>
              <a:headEnd type="none" w="med" len="med"/>
              <a:tailEnd type="none" w="med" len="med"/>
            </a:ln>
            <a:effectLst/>
          </p:spPr>
        </p:sp>
        <p:sp>
          <p:nvSpPr>
            <p:cNvPr id="3184" name="ellipse_2263">
              <a:extLst>
                <a:ext uri="{FF2B5EF4-FFF2-40B4-BE49-F238E27FC236}">
                  <a16:creationId xmlns:a16="http://schemas.microsoft.com/office/drawing/2014/main" id="{7E503169-E20F-FBFD-EC10-E06E332126CF}"/>
                </a:ext>
              </a:extLst>
            </p:cNvPr>
            <p:cNvSpPr/>
            <p:nvPr/>
          </p:nvSpPr>
          <p:spPr>
            <a:xfrm>
              <a:off x="4382949" y="1613377"/>
              <a:ext cx="25360" cy="25360"/>
            </a:xfrm>
            <a:prstGeom prst="ellipse">
              <a:avLst/>
            </a:prstGeom>
            <a:gradFill flip="none" rotWithShape="1">
              <a:gsLst>
                <a:gs pos="0">
                  <a:srgbClr val="E4EEF7"/>
                </a:gs>
                <a:gs pos="43000">
                  <a:srgbClr val="7DABD7"/>
                </a:gs>
                <a:gs pos="100000">
                  <a:srgbClr val="4880B4"/>
                </a:gs>
              </a:gsLst>
              <a:lin ang="2700000" scaled="1"/>
              <a:tileRect/>
            </a:gradFill>
            <a:ln w="2540" cap="rnd" cmpd="sng" algn="ctr">
              <a:noFill/>
              <a:prstDash val="solid"/>
              <a:round/>
              <a:headEnd type="none" w="med" len="med"/>
              <a:tailEnd type="none" w="med" len="med"/>
            </a:ln>
            <a:effectLst/>
          </p:spPr>
        </p:sp>
        <p:sp>
          <p:nvSpPr>
            <p:cNvPr id="3185" name="ellipse_2264">
              <a:extLst>
                <a:ext uri="{FF2B5EF4-FFF2-40B4-BE49-F238E27FC236}">
                  <a16:creationId xmlns:a16="http://schemas.microsoft.com/office/drawing/2014/main" id="{7A0B2A4C-4B15-955A-87D5-CB1D5DB1278B}"/>
                </a:ext>
              </a:extLst>
            </p:cNvPr>
            <p:cNvSpPr/>
            <p:nvPr/>
          </p:nvSpPr>
          <p:spPr>
            <a:xfrm>
              <a:off x="4431400" y="1599480"/>
              <a:ext cx="21660" cy="21660"/>
            </a:xfrm>
            <a:prstGeom prst="ellipse">
              <a:avLst/>
            </a:prstGeom>
            <a:gradFill flip="none" rotWithShape="1">
              <a:gsLst>
                <a:gs pos="0">
                  <a:srgbClr val="E8F0F8"/>
                </a:gs>
                <a:gs pos="43000">
                  <a:srgbClr val="8FB7DC"/>
                </a:gs>
                <a:gs pos="100000">
                  <a:srgbClr val="5C8DBB"/>
                </a:gs>
              </a:gsLst>
              <a:lin ang="2700000" scaled="1"/>
              <a:tileRect/>
            </a:gradFill>
            <a:ln w="2540" cap="rnd" cmpd="sng" algn="ctr">
              <a:noFill/>
              <a:prstDash val="solid"/>
              <a:round/>
              <a:headEnd type="none" w="med" len="med"/>
              <a:tailEnd type="none" w="med" len="med"/>
            </a:ln>
            <a:effectLst/>
          </p:spPr>
        </p:sp>
        <p:sp>
          <p:nvSpPr>
            <p:cNvPr id="3186" name="ellipse_2265">
              <a:extLst>
                <a:ext uri="{FF2B5EF4-FFF2-40B4-BE49-F238E27FC236}">
                  <a16:creationId xmlns:a16="http://schemas.microsoft.com/office/drawing/2014/main" id="{19E09C88-4D2A-27FD-87BC-6B2B7A995E92}"/>
                </a:ext>
              </a:extLst>
            </p:cNvPr>
            <p:cNvSpPr/>
            <p:nvPr/>
          </p:nvSpPr>
          <p:spPr>
            <a:xfrm>
              <a:off x="4137969" y="1490081"/>
              <a:ext cx="25196" cy="25196"/>
            </a:xfrm>
            <a:prstGeom prst="ellipse">
              <a:avLst/>
            </a:prstGeom>
            <a:gradFill flip="none" rotWithShape="1">
              <a:gsLst>
                <a:gs pos="0">
                  <a:srgbClr val="E4EDF7"/>
                </a:gs>
                <a:gs pos="43000">
                  <a:srgbClr val="7CABD7"/>
                </a:gs>
                <a:gs pos="100000">
                  <a:srgbClr val="467FB4"/>
                </a:gs>
              </a:gsLst>
              <a:lin ang="2700000" scaled="1"/>
              <a:tileRect/>
            </a:gradFill>
            <a:ln w="2540" cap="rnd" cmpd="sng" algn="ctr">
              <a:noFill/>
              <a:prstDash val="solid"/>
              <a:round/>
              <a:headEnd type="none" w="med" len="med"/>
              <a:tailEnd type="none" w="med" len="med"/>
            </a:ln>
            <a:effectLst/>
          </p:spPr>
        </p:sp>
        <p:sp>
          <p:nvSpPr>
            <p:cNvPr id="3187" name="ellipse_2266">
              <a:extLst>
                <a:ext uri="{FF2B5EF4-FFF2-40B4-BE49-F238E27FC236}">
                  <a16:creationId xmlns:a16="http://schemas.microsoft.com/office/drawing/2014/main" id="{3AE80D41-CA7A-DA50-10D0-DFBE2E98DD84}"/>
                </a:ext>
              </a:extLst>
            </p:cNvPr>
            <p:cNvSpPr/>
            <p:nvPr/>
          </p:nvSpPr>
          <p:spPr>
            <a:xfrm>
              <a:off x="4390923" y="1523400"/>
              <a:ext cx="28756" cy="28756"/>
            </a:xfrm>
            <a:prstGeom prst="ellipse">
              <a:avLst/>
            </a:prstGeom>
            <a:gradFill flip="none" rotWithShape="1">
              <a:gsLst>
                <a:gs pos="0">
                  <a:srgbClr val="FBF3F4"/>
                </a:gs>
                <a:gs pos="43000">
                  <a:srgbClr val="EDC6CA"/>
                </a:gs>
                <a:gs pos="100000">
                  <a:srgbClr val="C89FA5"/>
                </a:gs>
              </a:gsLst>
              <a:lin ang="2700000" scaled="1"/>
              <a:tileRect/>
            </a:gradFill>
            <a:ln w="2540" cap="rnd" cmpd="sng" algn="ctr">
              <a:noFill/>
              <a:prstDash val="solid"/>
              <a:round/>
              <a:headEnd type="none" w="med" len="med"/>
              <a:tailEnd type="none" w="med" len="med"/>
            </a:ln>
            <a:effectLst/>
          </p:spPr>
        </p:sp>
        <p:sp>
          <p:nvSpPr>
            <p:cNvPr id="3188" name="ellipse_2267">
              <a:extLst>
                <a:ext uri="{FF2B5EF4-FFF2-40B4-BE49-F238E27FC236}">
                  <a16:creationId xmlns:a16="http://schemas.microsoft.com/office/drawing/2014/main" id="{FA732ED8-5127-2DEF-E938-D9DBC0CD80D1}"/>
                </a:ext>
              </a:extLst>
            </p:cNvPr>
            <p:cNvSpPr/>
            <p:nvPr/>
          </p:nvSpPr>
          <p:spPr>
            <a:xfrm>
              <a:off x="4421907" y="1413437"/>
              <a:ext cx="21785" cy="21785"/>
            </a:xfrm>
            <a:prstGeom prst="ellipse">
              <a:avLst/>
            </a:prstGeom>
            <a:gradFill flip="none" rotWithShape="1">
              <a:gsLst>
                <a:gs pos="0">
                  <a:srgbClr val="FCF8F8"/>
                </a:gs>
                <a:gs pos="43000">
                  <a:srgbClr val="F1DCDF"/>
                </a:gs>
                <a:gs pos="100000">
                  <a:srgbClr val="CDB8BD"/>
                </a:gs>
              </a:gsLst>
              <a:lin ang="2700000" scaled="1"/>
              <a:tileRect/>
            </a:gradFill>
            <a:ln w="2540" cap="rnd" cmpd="sng" algn="ctr">
              <a:noFill/>
              <a:prstDash val="solid"/>
              <a:round/>
              <a:headEnd type="none" w="med" len="med"/>
              <a:tailEnd type="none" w="med" len="med"/>
            </a:ln>
            <a:effectLst/>
          </p:spPr>
        </p:sp>
        <p:sp>
          <p:nvSpPr>
            <p:cNvPr id="3189" name="ellipse_2268">
              <a:extLst>
                <a:ext uri="{FF2B5EF4-FFF2-40B4-BE49-F238E27FC236}">
                  <a16:creationId xmlns:a16="http://schemas.microsoft.com/office/drawing/2014/main" id="{4441F2C1-DD8A-3A5B-9C30-49482C3CFA98}"/>
                </a:ext>
              </a:extLst>
            </p:cNvPr>
            <p:cNvSpPr/>
            <p:nvPr/>
          </p:nvSpPr>
          <p:spPr>
            <a:xfrm>
              <a:off x="4389016" y="1638974"/>
              <a:ext cx="32977" cy="32977"/>
            </a:xfrm>
            <a:prstGeom prst="ellipse">
              <a:avLst/>
            </a:prstGeom>
            <a:gradFill flip="none" rotWithShape="1">
              <a:gsLst>
                <a:gs pos="0">
                  <a:srgbClr val="E2ECF6"/>
                </a:gs>
                <a:gs pos="43000">
                  <a:srgbClr val="73A5D4"/>
                </a:gs>
                <a:gs pos="100000">
                  <a:srgbClr val="3C78B1"/>
                </a:gs>
              </a:gsLst>
              <a:lin ang="2700000" scaled="1"/>
              <a:tileRect/>
            </a:gradFill>
            <a:ln w="2540" cap="rnd" cmpd="sng" algn="ctr">
              <a:noFill/>
              <a:prstDash val="solid"/>
              <a:round/>
              <a:headEnd type="none" w="med" len="med"/>
              <a:tailEnd type="none" w="med" len="med"/>
            </a:ln>
            <a:effectLst/>
          </p:spPr>
        </p:sp>
        <p:sp>
          <p:nvSpPr>
            <p:cNvPr id="3190" name="ellipse_2269">
              <a:extLst>
                <a:ext uri="{FF2B5EF4-FFF2-40B4-BE49-F238E27FC236}">
                  <a16:creationId xmlns:a16="http://schemas.microsoft.com/office/drawing/2014/main" id="{2C915FCD-7904-E870-2184-FB0E8CD6CE52}"/>
                </a:ext>
              </a:extLst>
            </p:cNvPr>
            <p:cNvSpPr/>
            <p:nvPr/>
          </p:nvSpPr>
          <p:spPr>
            <a:xfrm>
              <a:off x="4134968" y="1559389"/>
              <a:ext cx="34498" cy="34498"/>
            </a:xfrm>
            <a:prstGeom prst="ellipse">
              <a:avLst/>
            </a:prstGeom>
            <a:gradFill flip="none" rotWithShape="1">
              <a:gsLst>
                <a:gs pos="0">
                  <a:srgbClr val="F6F9FC"/>
                </a:gs>
                <a:gs pos="43000">
                  <a:srgbClr val="D6E4F1"/>
                </a:gs>
                <a:gs pos="100000">
                  <a:srgbClr val="AEC1D3"/>
                </a:gs>
              </a:gsLst>
              <a:lin ang="2700000" scaled="1"/>
              <a:tileRect/>
            </a:gradFill>
            <a:ln w="2540" cap="rnd" cmpd="sng" algn="ctr">
              <a:noFill/>
              <a:prstDash val="solid"/>
              <a:round/>
              <a:headEnd type="none" w="med" len="med"/>
              <a:tailEnd type="none" w="med" len="med"/>
            </a:ln>
            <a:effectLst/>
          </p:spPr>
        </p:sp>
        <p:sp>
          <p:nvSpPr>
            <p:cNvPr id="3191" name="ellipse_2270">
              <a:extLst>
                <a:ext uri="{FF2B5EF4-FFF2-40B4-BE49-F238E27FC236}">
                  <a16:creationId xmlns:a16="http://schemas.microsoft.com/office/drawing/2014/main" id="{C6B06455-438A-ACF7-9746-4438D3574D7F}"/>
                </a:ext>
              </a:extLst>
            </p:cNvPr>
            <p:cNvSpPr/>
            <p:nvPr/>
          </p:nvSpPr>
          <p:spPr>
            <a:xfrm>
              <a:off x="4362437" y="1655067"/>
              <a:ext cx="32745" cy="32745"/>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192" name="ellipse_2271">
              <a:extLst>
                <a:ext uri="{FF2B5EF4-FFF2-40B4-BE49-F238E27FC236}">
                  <a16:creationId xmlns:a16="http://schemas.microsoft.com/office/drawing/2014/main" id="{8C0D56D1-245B-C812-89DB-D0DAB6869849}"/>
                </a:ext>
              </a:extLst>
            </p:cNvPr>
            <p:cNvSpPr/>
            <p:nvPr/>
          </p:nvSpPr>
          <p:spPr>
            <a:xfrm>
              <a:off x="4190384" y="1452612"/>
              <a:ext cx="23442" cy="23442"/>
            </a:xfrm>
            <a:prstGeom prst="ellipse">
              <a:avLst/>
            </a:prstGeom>
            <a:gradFill flip="none" rotWithShape="1">
              <a:gsLst>
                <a:gs pos="0">
                  <a:srgbClr val="E2ECF6"/>
                </a:gs>
                <a:gs pos="43000">
                  <a:srgbClr val="73A5D4"/>
                </a:gs>
                <a:gs pos="100000">
                  <a:srgbClr val="3C78B1"/>
                </a:gs>
              </a:gsLst>
              <a:lin ang="2700000" scaled="1"/>
              <a:tileRect/>
            </a:gradFill>
            <a:ln w="2540" cap="rnd" cmpd="sng" algn="ctr">
              <a:noFill/>
              <a:prstDash val="solid"/>
              <a:round/>
              <a:headEnd type="none" w="med" len="med"/>
              <a:tailEnd type="none" w="med" len="med"/>
            </a:ln>
            <a:effectLst/>
          </p:spPr>
        </p:sp>
        <p:sp>
          <p:nvSpPr>
            <p:cNvPr id="3193" name="ellipse_2272">
              <a:extLst>
                <a:ext uri="{FF2B5EF4-FFF2-40B4-BE49-F238E27FC236}">
                  <a16:creationId xmlns:a16="http://schemas.microsoft.com/office/drawing/2014/main" id="{9E974A03-00D6-BB33-D94B-55BA03CE914B}"/>
                </a:ext>
              </a:extLst>
            </p:cNvPr>
            <p:cNvSpPr/>
            <p:nvPr/>
          </p:nvSpPr>
          <p:spPr>
            <a:xfrm>
              <a:off x="4191528" y="1431318"/>
              <a:ext cx="28918" cy="28918"/>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194" name="ellipse_2273">
              <a:extLst>
                <a:ext uri="{FF2B5EF4-FFF2-40B4-BE49-F238E27FC236}">
                  <a16:creationId xmlns:a16="http://schemas.microsoft.com/office/drawing/2014/main" id="{13BF07EA-316C-776C-AAF5-C1B119A49C34}"/>
                </a:ext>
              </a:extLst>
            </p:cNvPr>
            <p:cNvSpPr/>
            <p:nvPr/>
          </p:nvSpPr>
          <p:spPr>
            <a:xfrm>
              <a:off x="4069030" y="1464721"/>
              <a:ext cx="29833" cy="29833"/>
            </a:xfrm>
            <a:prstGeom prst="ellipse">
              <a:avLst/>
            </a:prstGeom>
            <a:gradFill flip="none" rotWithShape="1">
              <a:gsLst>
                <a:gs pos="0">
                  <a:srgbClr val="E1ECF6"/>
                </a:gs>
                <a:gs pos="43000">
                  <a:srgbClr val="71A4D3"/>
                </a:gs>
                <a:gs pos="100000">
                  <a:srgbClr val="3978B0"/>
                </a:gs>
              </a:gsLst>
              <a:lin ang="2700000" scaled="1"/>
              <a:tileRect/>
            </a:gradFill>
            <a:ln w="2540" cap="rnd" cmpd="sng" algn="ctr">
              <a:noFill/>
              <a:prstDash val="solid"/>
              <a:round/>
              <a:headEnd type="none" w="med" len="med"/>
              <a:tailEnd type="none" w="med" len="med"/>
            </a:ln>
            <a:effectLst/>
          </p:spPr>
        </p:sp>
        <p:sp>
          <p:nvSpPr>
            <p:cNvPr id="3195" name="ellipse_2274">
              <a:extLst>
                <a:ext uri="{FF2B5EF4-FFF2-40B4-BE49-F238E27FC236}">
                  <a16:creationId xmlns:a16="http://schemas.microsoft.com/office/drawing/2014/main" id="{12054A0F-7086-40B6-B84E-B092D3ED98AA}"/>
                </a:ext>
              </a:extLst>
            </p:cNvPr>
            <p:cNvSpPr/>
            <p:nvPr/>
          </p:nvSpPr>
          <p:spPr>
            <a:xfrm>
              <a:off x="4366890" y="1406820"/>
              <a:ext cx="36480" cy="36480"/>
            </a:xfrm>
            <a:prstGeom prst="ellipse">
              <a:avLst/>
            </a:prstGeom>
            <a:gradFill flip="none" rotWithShape="1">
              <a:gsLst>
                <a:gs pos="0">
                  <a:srgbClr val="FAFCFD"/>
                </a:gs>
                <a:gs pos="43000">
                  <a:srgbClr val="E8EFF6"/>
                </a:gs>
                <a:gs pos="100000">
                  <a:srgbClr val="C2CED9"/>
                </a:gs>
              </a:gsLst>
              <a:lin ang="2700000" scaled="1"/>
              <a:tileRect/>
            </a:gradFill>
            <a:ln w="2540" cap="rnd" cmpd="sng" algn="ctr">
              <a:noFill/>
              <a:prstDash val="solid"/>
              <a:round/>
              <a:headEnd type="none" w="med" len="med"/>
              <a:tailEnd type="none" w="med" len="med"/>
            </a:ln>
            <a:effectLst/>
          </p:spPr>
        </p:sp>
        <p:sp>
          <p:nvSpPr>
            <p:cNvPr id="3196" name="ellipse_2275">
              <a:extLst>
                <a:ext uri="{FF2B5EF4-FFF2-40B4-BE49-F238E27FC236}">
                  <a16:creationId xmlns:a16="http://schemas.microsoft.com/office/drawing/2014/main" id="{F10AC51B-CA7D-9AA5-D0E5-69E0C9EB94F0}"/>
                </a:ext>
              </a:extLst>
            </p:cNvPr>
            <p:cNvSpPr/>
            <p:nvPr/>
          </p:nvSpPr>
          <p:spPr>
            <a:xfrm>
              <a:off x="4539539" y="1639101"/>
              <a:ext cx="31994" cy="31994"/>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197" name="ellipse_2276">
              <a:extLst>
                <a:ext uri="{FF2B5EF4-FFF2-40B4-BE49-F238E27FC236}">
                  <a16:creationId xmlns:a16="http://schemas.microsoft.com/office/drawing/2014/main" id="{7039CEDC-61E8-B28B-333E-AA2E93C89543}"/>
                </a:ext>
              </a:extLst>
            </p:cNvPr>
            <p:cNvSpPr/>
            <p:nvPr/>
          </p:nvSpPr>
          <p:spPr>
            <a:xfrm>
              <a:off x="4549589" y="1539226"/>
              <a:ext cx="29499" cy="29499"/>
            </a:xfrm>
            <a:prstGeom prst="ellipse">
              <a:avLst/>
            </a:prstGeom>
            <a:gradFill flip="none" rotWithShape="1">
              <a:gsLst>
                <a:gs pos="0">
                  <a:srgbClr val="EFF4FA"/>
                </a:gs>
                <a:gs pos="43000">
                  <a:srgbClr val="B2CDE7"/>
                </a:gs>
                <a:gs pos="100000">
                  <a:srgbClr val="84A6C7"/>
                </a:gs>
              </a:gsLst>
              <a:lin ang="2700000" scaled="1"/>
              <a:tileRect/>
            </a:gradFill>
            <a:ln w="2540" cap="rnd" cmpd="sng" algn="ctr">
              <a:noFill/>
              <a:prstDash val="solid"/>
              <a:round/>
              <a:headEnd type="none" w="med" len="med"/>
              <a:tailEnd type="none" w="med" len="med"/>
            </a:ln>
            <a:effectLst/>
          </p:spPr>
        </p:sp>
        <p:sp>
          <p:nvSpPr>
            <p:cNvPr id="3198" name="ellipse_2277">
              <a:extLst>
                <a:ext uri="{FF2B5EF4-FFF2-40B4-BE49-F238E27FC236}">
                  <a16:creationId xmlns:a16="http://schemas.microsoft.com/office/drawing/2014/main" id="{D5CC3D1A-A662-8CDE-0050-CC086E91A290}"/>
                </a:ext>
              </a:extLst>
            </p:cNvPr>
            <p:cNvSpPr/>
            <p:nvPr/>
          </p:nvSpPr>
          <p:spPr>
            <a:xfrm>
              <a:off x="4446293" y="1479918"/>
              <a:ext cx="27511" cy="27511"/>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3199" name="ellipse_2278">
              <a:extLst>
                <a:ext uri="{FF2B5EF4-FFF2-40B4-BE49-F238E27FC236}">
                  <a16:creationId xmlns:a16="http://schemas.microsoft.com/office/drawing/2014/main" id="{C7863D01-65EE-D948-0BA8-EE16F73D378B}"/>
                </a:ext>
              </a:extLst>
            </p:cNvPr>
            <p:cNvSpPr/>
            <p:nvPr/>
          </p:nvSpPr>
          <p:spPr>
            <a:xfrm>
              <a:off x="4355108" y="1592089"/>
              <a:ext cx="22851" cy="22851"/>
            </a:xfrm>
            <a:prstGeom prst="ellipse">
              <a:avLst/>
            </a:prstGeom>
            <a:gradFill flip="none" rotWithShape="1">
              <a:gsLst>
                <a:gs pos="0">
                  <a:srgbClr val="E7EFF7"/>
                </a:gs>
                <a:gs pos="43000">
                  <a:srgbClr val="8AB3DA"/>
                </a:gs>
                <a:gs pos="100000">
                  <a:srgbClr val="5689B8"/>
                </a:gs>
              </a:gsLst>
              <a:lin ang="2700000" scaled="1"/>
              <a:tileRect/>
            </a:gradFill>
            <a:ln w="2540" cap="rnd" cmpd="sng" algn="ctr">
              <a:noFill/>
              <a:prstDash val="solid"/>
              <a:round/>
              <a:headEnd type="none" w="med" len="med"/>
              <a:tailEnd type="none" w="med" len="med"/>
            </a:ln>
            <a:effectLst/>
          </p:spPr>
        </p:sp>
        <p:sp>
          <p:nvSpPr>
            <p:cNvPr id="512" name="ellipse_2279">
              <a:extLst>
                <a:ext uri="{FF2B5EF4-FFF2-40B4-BE49-F238E27FC236}">
                  <a16:creationId xmlns:a16="http://schemas.microsoft.com/office/drawing/2014/main" id="{CBE1FD0E-2CC7-CC08-BD54-CAC8EF44B297}"/>
                </a:ext>
              </a:extLst>
            </p:cNvPr>
            <p:cNvSpPr/>
            <p:nvPr/>
          </p:nvSpPr>
          <p:spPr>
            <a:xfrm>
              <a:off x="4334201" y="1374235"/>
              <a:ext cx="33937" cy="33937"/>
            </a:xfrm>
            <a:prstGeom prst="ellipse">
              <a:avLst/>
            </a:prstGeom>
            <a:gradFill flip="none" rotWithShape="1">
              <a:gsLst>
                <a:gs pos="0">
                  <a:srgbClr val="E7F0F8"/>
                </a:gs>
                <a:gs pos="43000">
                  <a:srgbClr val="8EB6DC"/>
                </a:gs>
                <a:gs pos="100000">
                  <a:srgbClr val="5B8CBA"/>
                </a:gs>
              </a:gsLst>
              <a:lin ang="2700000" scaled="1"/>
              <a:tileRect/>
            </a:gradFill>
            <a:ln w="2540" cap="rnd" cmpd="sng" algn="ctr">
              <a:noFill/>
              <a:prstDash val="solid"/>
              <a:round/>
              <a:headEnd type="none" w="med" len="med"/>
              <a:tailEnd type="none" w="med" len="med"/>
            </a:ln>
            <a:effectLst/>
          </p:spPr>
        </p:sp>
        <p:sp>
          <p:nvSpPr>
            <p:cNvPr id="513" name="ellipse_2280">
              <a:extLst>
                <a:ext uri="{FF2B5EF4-FFF2-40B4-BE49-F238E27FC236}">
                  <a16:creationId xmlns:a16="http://schemas.microsoft.com/office/drawing/2014/main" id="{3617DBD3-0891-88B0-8942-88EAA33306B8}"/>
                </a:ext>
              </a:extLst>
            </p:cNvPr>
            <p:cNvSpPr/>
            <p:nvPr/>
          </p:nvSpPr>
          <p:spPr>
            <a:xfrm>
              <a:off x="4208173" y="1505071"/>
              <a:ext cx="28611" cy="28611"/>
            </a:xfrm>
            <a:prstGeom prst="ellipse">
              <a:avLst/>
            </a:prstGeom>
            <a:gradFill flip="none" rotWithShape="1">
              <a:gsLst>
                <a:gs pos="0">
                  <a:srgbClr val="E7EFF8"/>
                </a:gs>
                <a:gs pos="43000">
                  <a:srgbClr val="8BB4DB"/>
                </a:gs>
                <a:gs pos="100000">
                  <a:srgbClr val="578AB9"/>
                </a:gs>
              </a:gsLst>
              <a:lin ang="2700000" scaled="1"/>
              <a:tileRect/>
            </a:gradFill>
            <a:ln w="2540" cap="rnd" cmpd="sng" algn="ctr">
              <a:noFill/>
              <a:prstDash val="solid"/>
              <a:round/>
              <a:headEnd type="none" w="med" len="med"/>
              <a:tailEnd type="none" w="med" len="med"/>
            </a:ln>
            <a:effectLst/>
          </p:spPr>
        </p:sp>
        <p:sp>
          <p:nvSpPr>
            <p:cNvPr id="514" name="ellipse_2281">
              <a:extLst>
                <a:ext uri="{FF2B5EF4-FFF2-40B4-BE49-F238E27FC236}">
                  <a16:creationId xmlns:a16="http://schemas.microsoft.com/office/drawing/2014/main" id="{7DD60AFB-A1AF-CD64-0589-1EEBBDC19CC0}"/>
                </a:ext>
              </a:extLst>
            </p:cNvPr>
            <p:cNvSpPr/>
            <p:nvPr/>
          </p:nvSpPr>
          <p:spPr>
            <a:xfrm>
              <a:off x="4351038" y="1462430"/>
              <a:ext cx="22124" cy="22124"/>
            </a:xfrm>
            <a:prstGeom prst="ellipse">
              <a:avLst/>
            </a:prstGeom>
            <a:gradFill flip="none" rotWithShape="1">
              <a:gsLst>
                <a:gs pos="0">
                  <a:srgbClr val="FCF9F9"/>
                </a:gs>
                <a:gs pos="43000">
                  <a:srgbClr val="F2E0E2"/>
                </a:gs>
                <a:gs pos="100000">
                  <a:srgbClr val="CEBDC2"/>
                </a:gs>
              </a:gsLst>
              <a:lin ang="2700000" scaled="1"/>
              <a:tileRect/>
            </a:gradFill>
            <a:ln w="2540" cap="rnd" cmpd="sng" algn="ctr">
              <a:noFill/>
              <a:prstDash val="solid"/>
              <a:round/>
              <a:headEnd type="none" w="med" len="med"/>
              <a:tailEnd type="none" w="med" len="med"/>
            </a:ln>
            <a:effectLst/>
          </p:spPr>
        </p:sp>
        <p:sp>
          <p:nvSpPr>
            <p:cNvPr id="515" name="ellipse_2282">
              <a:extLst>
                <a:ext uri="{FF2B5EF4-FFF2-40B4-BE49-F238E27FC236}">
                  <a16:creationId xmlns:a16="http://schemas.microsoft.com/office/drawing/2014/main" id="{7D37AF8E-1E51-3281-5B11-8989E87018E8}"/>
                </a:ext>
              </a:extLst>
            </p:cNvPr>
            <p:cNvSpPr/>
            <p:nvPr/>
          </p:nvSpPr>
          <p:spPr>
            <a:xfrm>
              <a:off x="4165466" y="1438010"/>
              <a:ext cx="20358" cy="20358"/>
            </a:xfrm>
            <a:prstGeom prst="ellipse">
              <a:avLst/>
            </a:prstGeom>
            <a:gradFill flip="none" rotWithShape="1">
              <a:gsLst>
                <a:gs pos="0">
                  <a:srgbClr val="E1ECF6"/>
                </a:gs>
                <a:gs pos="43000">
                  <a:srgbClr val="71A4D3"/>
                </a:gs>
                <a:gs pos="100000">
                  <a:srgbClr val="3977B0"/>
                </a:gs>
              </a:gsLst>
              <a:lin ang="2700000" scaled="1"/>
              <a:tileRect/>
            </a:gradFill>
            <a:ln w="2540" cap="rnd" cmpd="sng" algn="ctr">
              <a:noFill/>
              <a:prstDash val="solid"/>
              <a:round/>
              <a:headEnd type="none" w="med" len="med"/>
              <a:tailEnd type="none" w="med" len="med"/>
            </a:ln>
            <a:effectLst/>
          </p:spPr>
        </p:sp>
        <p:sp>
          <p:nvSpPr>
            <p:cNvPr id="516" name="ellipse_2283">
              <a:extLst>
                <a:ext uri="{FF2B5EF4-FFF2-40B4-BE49-F238E27FC236}">
                  <a16:creationId xmlns:a16="http://schemas.microsoft.com/office/drawing/2014/main" id="{6C4C9841-4E1E-0D69-4A93-F065A4D9687C}"/>
                </a:ext>
              </a:extLst>
            </p:cNvPr>
            <p:cNvSpPr/>
            <p:nvPr/>
          </p:nvSpPr>
          <p:spPr>
            <a:xfrm>
              <a:off x="4536548" y="1543850"/>
              <a:ext cx="20077" cy="20077"/>
            </a:xfrm>
            <a:prstGeom prst="ellipse">
              <a:avLst/>
            </a:prstGeom>
            <a:gradFill flip="none" rotWithShape="1">
              <a:gsLst>
                <a:gs pos="0">
                  <a:srgbClr val="F4F8FB"/>
                </a:gs>
                <a:gs pos="43000">
                  <a:srgbClr val="C8DBED"/>
                </a:gs>
                <a:gs pos="100000">
                  <a:srgbClr val="9EB7CE"/>
                </a:gs>
              </a:gsLst>
              <a:lin ang="2700000" scaled="1"/>
              <a:tileRect/>
            </a:gradFill>
            <a:ln w="2540" cap="rnd" cmpd="sng" algn="ctr">
              <a:noFill/>
              <a:prstDash val="solid"/>
              <a:round/>
              <a:headEnd type="none" w="med" len="med"/>
              <a:tailEnd type="none" w="med" len="med"/>
            </a:ln>
            <a:effectLst/>
          </p:spPr>
        </p:sp>
        <p:sp>
          <p:nvSpPr>
            <p:cNvPr id="517" name="ellipse_2284">
              <a:extLst>
                <a:ext uri="{FF2B5EF4-FFF2-40B4-BE49-F238E27FC236}">
                  <a16:creationId xmlns:a16="http://schemas.microsoft.com/office/drawing/2014/main" id="{E778E66A-8331-D792-E8FF-23567715713E}"/>
                </a:ext>
              </a:extLst>
            </p:cNvPr>
            <p:cNvSpPr/>
            <p:nvPr/>
          </p:nvSpPr>
          <p:spPr>
            <a:xfrm>
              <a:off x="4385205" y="1582957"/>
              <a:ext cx="35418" cy="35418"/>
            </a:xfrm>
            <a:prstGeom prst="ellipse">
              <a:avLst/>
            </a:prstGeom>
            <a:gradFill flip="none" rotWithShape="1">
              <a:gsLst>
                <a:gs pos="0">
                  <a:srgbClr val="E9F1F8"/>
                </a:gs>
                <a:gs pos="43000">
                  <a:srgbClr val="95BBDE"/>
                </a:gs>
                <a:gs pos="100000">
                  <a:srgbClr val="6391BD"/>
                </a:gs>
              </a:gsLst>
              <a:lin ang="2700000" scaled="1"/>
              <a:tileRect/>
            </a:gradFill>
            <a:ln w="2540" cap="rnd" cmpd="sng" algn="ctr">
              <a:noFill/>
              <a:prstDash val="solid"/>
              <a:round/>
              <a:headEnd type="none" w="med" len="med"/>
              <a:tailEnd type="none" w="med" len="med"/>
            </a:ln>
            <a:effectLst/>
          </p:spPr>
        </p:sp>
        <p:sp>
          <p:nvSpPr>
            <p:cNvPr id="518" name="ellipse_2285">
              <a:extLst>
                <a:ext uri="{FF2B5EF4-FFF2-40B4-BE49-F238E27FC236}">
                  <a16:creationId xmlns:a16="http://schemas.microsoft.com/office/drawing/2014/main" id="{C09548FA-F400-7E86-978A-6A0A62EF7EA4}"/>
                </a:ext>
              </a:extLst>
            </p:cNvPr>
            <p:cNvSpPr/>
            <p:nvPr/>
          </p:nvSpPr>
          <p:spPr>
            <a:xfrm>
              <a:off x="4454362" y="1598960"/>
              <a:ext cx="22052" cy="22052"/>
            </a:xfrm>
            <a:prstGeom prst="ellipse">
              <a:avLst/>
            </a:prstGeom>
            <a:gradFill flip="none" rotWithShape="1">
              <a:gsLst>
                <a:gs pos="0">
                  <a:srgbClr val="E8F0F8"/>
                </a:gs>
                <a:gs pos="43000">
                  <a:srgbClr val="90B7DC"/>
                </a:gs>
                <a:gs pos="100000">
                  <a:srgbClr val="5D8DBB"/>
                </a:gs>
              </a:gsLst>
              <a:lin ang="2700000" scaled="1"/>
              <a:tileRect/>
            </a:gradFill>
            <a:ln w="2540" cap="rnd" cmpd="sng" algn="ctr">
              <a:noFill/>
              <a:prstDash val="solid"/>
              <a:round/>
              <a:headEnd type="none" w="med" len="med"/>
              <a:tailEnd type="none" w="med" len="med"/>
            </a:ln>
            <a:effectLst/>
          </p:spPr>
        </p:sp>
        <p:sp>
          <p:nvSpPr>
            <p:cNvPr id="519" name="ellipse_2286">
              <a:extLst>
                <a:ext uri="{FF2B5EF4-FFF2-40B4-BE49-F238E27FC236}">
                  <a16:creationId xmlns:a16="http://schemas.microsoft.com/office/drawing/2014/main" id="{4AF51FED-88DF-2C58-6C13-3A9CB736535D}"/>
                </a:ext>
              </a:extLst>
            </p:cNvPr>
            <p:cNvSpPr/>
            <p:nvPr/>
          </p:nvSpPr>
          <p:spPr>
            <a:xfrm>
              <a:off x="4291069" y="1582444"/>
              <a:ext cx="24245" cy="24245"/>
            </a:xfrm>
            <a:prstGeom prst="ellipse">
              <a:avLst/>
            </a:prstGeom>
            <a:gradFill flip="none" rotWithShape="1">
              <a:gsLst>
                <a:gs pos="0">
                  <a:srgbClr val="E9F1F8"/>
                </a:gs>
                <a:gs pos="43000">
                  <a:srgbClr val="95BBDE"/>
                </a:gs>
                <a:gs pos="100000">
                  <a:srgbClr val="6391BD"/>
                </a:gs>
              </a:gsLst>
              <a:lin ang="2700000" scaled="1"/>
              <a:tileRect/>
            </a:gradFill>
            <a:ln w="2540" cap="rnd" cmpd="sng" algn="ctr">
              <a:noFill/>
              <a:prstDash val="solid"/>
              <a:round/>
              <a:headEnd type="none" w="med" len="med"/>
              <a:tailEnd type="none" w="med" len="med"/>
            </a:ln>
            <a:effectLst/>
          </p:spPr>
        </p:sp>
        <p:sp>
          <p:nvSpPr>
            <p:cNvPr id="520" name="ellipse_2287">
              <a:extLst>
                <a:ext uri="{FF2B5EF4-FFF2-40B4-BE49-F238E27FC236}">
                  <a16:creationId xmlns:a16="http://schemas.microsoft.com/office/drawing/2014/main" id="{972C9A22-790A-19A0-3EE0-8EFC3C46AB07}"/>
                </a:ext>
              </a:extLst>
            </p:cNvPr>
            <p:cNvSpPr/>
            <p:nvPr/>
          </p:nvSpPr>
          <p:spPr>
            <a:xfrm>
              <a:off x="4344184" y="1617285"/>
              <a:ext cx="22334" cy="22334"/>
            </a:xfrm>
            <a:prstGeom prst="ellipse">
              <a:avLst/>
            </a:prstGeom>
            <a:gradFill flip="none" rotWithShape="1">
              <a:gsLst>
                <a:gs pos="0">
                  <a:srgbClr val="E4EDF6"/>
                </a:gs>
                <a:gs pos="43000">
                  <a:srgbClr val="7BAAD6"/>
                </a:gs>
                <a:gs pos="100000">
                  <a:srgbClr val="457EB3"/>
                </a:gs>
              </a:gsLst>
              <a:lin ang="2700000" scaled="1"/>
              <a:tileRect/>
            </a:gradFill>
            <a:ln w="2540" cap="rnd" cmpd="sng" algn="ctr">
              <a:noFill/>
              <a:prstDash val="solid"/>
              <a:round/>
              <a:headEnd type="none" w="med" len="med"/>
              <a:tailEnd type="none" w="med" len="med"/>
            </a:ln>
            <a:effectLst/>
          </p:spPr>
        </p:sp>
        <p:sp>
          <p:nvSpPr>
            <p:cNvPr id="521" name="ellipse_2288">
              <a:extLst>
                <a:ext uri="{FF2B5EF4-FFF2-40B4-BE49-F238E27FC236}">
                  <a16:creationId xmlns:a16="http://schemas.microsoft.com/office/drawing/2014/main" id="{3D34E7C8-2BEB-E157-9366-69A350843A92}"/>
                </a:ext>
              </a:extLst>
            </p:cNvPr>
            <p:cNvSpPr/>
            <p:nvPr/>
          </p:nvSpPr>
          <p:spPr>
            <a:xfrm>
              <a:off x="4426069" y="1482377"/>
              <a:ext cx="19818" cy="19818"/>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33" name="ellipse_2289">
              <a:extLst>
                <a:ext uri="{FF2B5EF4-FFF2-40B4-BE49-F238E27FC236}">
                  <a16:creationId xmlns:a16="http://schemas.microsoft.com/office/drawing/2014/main" id="{C1B8A1E6-9ECD-6D09-6A72-D873D4ECB8F3}"/>
                </a:ext>
              </a:extLst>
            </p:cNvPr>
            <p:cNvSpPr/>
            <p:nvPr/>
          </p:nvSpPr>
          <p:spPr>
            <a:xfrm>
              <a:off x="4442307" y="1575762"/>
              <a:ext cx="27470" cy="27470"/>
            </a:xfrm>
            <a:prstGeom prst="ellipse">
              <a:avLst/>
            </a:prstGeom>
            <a:gradFill flip="none" rotWithShape="1">
              <a:gsLst>
                <a:gs pos="0">
                  <a:srgbClr val="EFF5FA"/>
                </a:gs>
                <a:gs pos="43000">
                  <a:srgbClr val="B3CEE7"/>
                </a:gs>
                <a:gs pos="100000">
                  <a:srgbClr val="86A8C7"/>
                </a:gs>
              </a:gsLst>
              <a:lin ang="2700000" scaled="1"/>
              <a:tileRect/>
            </a:gradFill>
            <a:ln w="2540" cap="rnd" cmpd="sng" algn="ctr">
              <a:noFill/>
              <a:prstDash val="solid"/>
              <a:round/>
              <a:headEnd type="none" w="med" len="med"/>
              <a:tailEnd type="none" w="med" len="med"/>
            </a:ln>
            <a:effectLst/>
          </p:spPr>
        </p:sp>
        <p:sp>
          <p:nvSpPr>
            <p:cNvPr id="534" name="ellipse_2290">
              <a:extLst>
                <a:ext uri="{FF2B5EF4-FFF2-40B4-BE49-F238E27FC236}">
                  <a16:creationId xmlns:a16="http://schemas.microsoft.com/office/drawing/2014/main" id="{197ABEC0-6418-A472-40BB-09F213671F8B}"/>
                </a:ext>
              </a:extLst>
            </p:cNvPr>
            <p:cNvSpPr/>
            <p:nvPr/>
          </p:nvSpPr>
          <p:spPr>
            <a:xfrm>
              <a:off x="4523153" y="1390255"/>
              <a:ext cx="35635" cy="35635"/>
            </a:xfrm>
            <a:prstGeom prst="ellipse">
              <a:avLst/>
            </a:prstGeom>
            <a:gradFill flip="none" rotWithShape="1">
              <a:gsLst>
                <a:gs pos="0">
                  <a:srgbClr val="EFF4FA"/>
                </a:gs>
                <a:gs pos="43000">
                  <a:srgbClr val="B1CDE7"/>
                </a:gs>
                <a:gs pos="100000">
                  <a:srgbClr val="83A6C7"/>
                </a:gs>
              </a:gsLst>
              <a:lin ang="2700000" scaled="1"/>
              <a:tileRect/>
            </a:gradFill>
            <a:ln w="2540" cap="rnd" cmpd="sng" algn="ctr">
              <a:noFill/>
              <a:prstDash val="solid"/>
              <a:round/>
              <a:headEnd type="none" w="med" len="med"/>
              <a:tailEnd type="none" w="med" len="med"/>
            </a:ln>
            <a:effectLst/>
          </p:spPr>
        </p:sp>
        <p:sp>
          <p:nvSpPr>
            <p:cNvPr id="535" name="ellipse_2291">
              <a:extLst>
                <a:ext uri="{FF2B5EF4-FFF2-40B4-BE49-F238E27FC236}">
                  <a16:creationId xmlns:a16="http://schemas.microsoft.com/office/drawing/2014/main" id="{7C4336BA-7172-BAFF-46D7-49EF9B6E588E}"/>
                </a:ext>
              </a:extLst>
            </p:cNvPr>
            <p:cNvSpPr/>
            <p:nvPr/>
          </p:nvSpPr>
          <p:spPr>
            <a:xfrm>
              <a:off x="4236158" y="1526463"/>
              <a:ext cx="28446" cy="28446"/>
            </a:xfrm>
            <a:prstGeom prst="ellipse">
              <a:avLst/>
            </a:prstGeom>
            <a:gradFill flip="none" rotWithShape="1">
              <a:gsLst>
                <a:gs pos="0">
                  <a:srgbClr val="EAF2F9"/>
                </a:gs>
                <a:gs pos="43000">
                  <a:srgbClr val="9CBFE0"/>
                </a:gs>
                <a:gs pos="100000">
                  <a:srgbClr val="6A96BF"/>
                </a:gs>
              </a:gsLst>
              <a:lin ang="2700000" scaled="1"/>
              <a:tileRect/>
            </a:gradFill>
            <a:ln w="2540" cap="rnd" cmpd="sng" algn="ctr">
              <a:noFill/>
              <a:prstDash val="solid"/>
              <a:round/>
              <a:headEnd type="none" w="med" len="med"/>
              <a:tailEnd type="none" w="med" len="med"/>
            </a:ln>
            <a:effectLst/>
          </p:spPr>
        </p:sp>
        <p:sp>
          <p:nvSpPr>
            <p:cNvPr id="536" name="ellipse_2292">
              <a:extLst>
                <a:ext uri="{FF2B5EF4-FFF2-40B4-BE49-F238E27FC236}">
                  <a16:creationId xmlns:a16="http://schemas.microsoft.com/office/drawing/2014/main" id="{70DEEB2C-3827-0F02-21AA-EA0E5A6F9F2E}"/>
                </a:ext>
              </a:extLst>
            </p:cNvPr>
            <p:cNvSpPr/>
            <p:nvPr/>
          </p:nvSpPr>
          <p:spPr>
            <a:xfrm>
              <a:off x="4170501" y="1585016"/>
              <a:ext cx="25613" cy="25613"/>
            </a:xfrm>
            <a:prstGeom prst="ellipse">
              <a:avLst/>
            </a:prstGeom>
            <a:gradFill flip="none" rotWithShape="1">
              <a:gsLst>
                <a:gs pos="0">
                  <a:srgbClr val="FBFCFE"/>
                </a:gs>
                <a:gs pos="43000">
                  <a:srgbClr val="ECF2F8"/>
                </a:gs>
                <a:gs pos="100000">
                  <a:srgbClr val="C7D1DA"/>
                </a:gs>
              </a:gsLst>
              <a:lin ang="2700000" scaled="1"/>
              <a:tileRect/>
            </a:gradFill>
            <a:ln w="2540" cap="rnd" cmpd="sng" algn="ctr">
              <a:noFill/>
              <a:prstDash val="solid"/>
              <a:round/>
              <a:headEnd type="none" w="med" len="med"/>
              <a:tailEnd type="none" w="med" len="med"/>
            </a:ln>
            <a:effectLst/>
          </p:spPr>
        </p:sp>
        <p:sp>
          <p:nvSpPr>
            <p:cNvPr id="537" name="ellipse_2293">
              <a:extLst>
                <a:ext uri="{FF2B5EF4-FFF2-40B4-BE49-F238E27FC236}">
                  <a16:creationId xmlns:a16="http://schemas.microsoft.com/office/drawing/2014/main" id="{26E1CE8D-D081-6157-1618-AABE0DB1EDC7}"/>
                </a:ext>
              </a:extLst>
            </p:cNvPr>
            <p:cNvSpPr/>
            <p:nvPr/>
          </p:nvSpPr>
          <p:spPr>
            <a:xfrm>
              <a:off x="4426597" y="1550333"/>
              <a:ext cx="33399" cy="33399"/>
            </a:xfrm>
            <a:prstGeom prst="ellipse">
              <a:avLst/>
            </a:prstGeom>
            <a:gradFill flip="none" rotWithShape="1">
              <a:gsLst>
                <a:gs pos="0">
                  <a:srgbClr val="FCFDFE"/>
                </a:gs>
                <a:gs pos="43000">
                  <a:srgbClr val="F0F4F9"/>
                </a:gs>
                <a:gs pos="100000">
                  <a:srgbClr val="CCD4DC"/>
                </a:gs>
              </a:gsLst>
              <a:lin ang="2700000" scaled="1"/>
              <a:tileRect/>
            </a:gradFill>
            <a:ln w="2540" cap="rnd" cmpd="sng" algn="ctr">
              <a:noFill/>
              <a:prstDash val="solid"/>
              <a:round/>
              <a:headEnd type="none" w="med" len="med"/>
              <a:tailEnd type="none" w="med" len="med"/>
            </a:ln>
            <a:effectLst/>
          </p:spPr>
        </p:sp>
        <p:sp>
          <p:nvSpPr>
            <p:cNvPr id="538" name="ellipse_2294">
              <a:extLst>
                <a:ext uri="{FF2B5EF4-FFF2-40B4-BE49-F238E27FC236}">
                  <a16:creationId xmlns:a16="http://schemas.microsoft.com/office/drawing/2014/main" id="{AD976E07-C5AE-A0F8-725A-DCFDEE0BABF3}"/>
                </a:ext>
              </a:extLst>
            </p:cNvPr>
            <p:cNvSpPr/>
            <p:nvPr/>
          </p:nvSpPr>
          <p:spPr>
            <a:xfrm>
              <a:off x="4455596" y="1563737"/>
              <a:ext cx="21726" cy="21726"/>
            </a:xfrm>
            <a:prstGeom prst="ellipse">
              <a:avLst/>
            </a:prstGeom>
            <a:gradFill flip="none" rotWithShape="1">
              <a:gsLst>
                <a:gs pos="0">
                  <a:srgbClr val="F7FAFC"/>
                </a:gs>
                <a:gs pos="43000">
                  <a:srgbClr val="D8E5F2"/>
                </a:gs>
                <a:gs pos="100000">
                  <a:srgbClr val="B0C2D4"/>
                </a:gs>
              </a:gsLst>
              <a:lin ang="2700000" scaled="1"/>
              <a:tileRect/>
            </a:gradFill>
            <a:ln w="2540" cap="rnd" cmpd="sng" algn="ctr">
              <a:noFill/>
              <a:prstDash val="solid"/>
              <a:round/>
              <a:headEnd type="none" w="med" len="med"/>
              <a:tailEnd type="none" w="med" len="med"/>
            </a:ln>
            <a:effectLst/>
          </p:spPr>
        </p:sp>
        <p:sp>
          <p:nvSpPr>
            <p:cNvPr id="539" name="ellipse_2295">
              <a:extLst>
                <a:ext uri="{FF2B5EF4-FFF2-40B4-BE49-F238E27FC236}">
                  <a16:creationId xmlns:a16="http://schemas.microsoft.com/office/drawing/2014/main" id="{DD05A4F6-8A17-88A2-5943-8D95F1D90561}"/>
                </a:ext>
              </a:extLst>
            </p:cNvPr>
            <p:cNvSpPr/>
            <p:nvPr/>
          </p:nvSpPr>
          <p:spPr>
            <a:xfrm>
              <a:off x="4206873" y="1503948"/>
              <a:ext cx="19608" cy="19608"/>
            </a:xfrm>
            <a:prstGeom prst="ellipse">
              <a:avLst/>
            </a:prstGeom>
            <a:gradFill flip="none" rotWithShape="1">
              <a:gsLst>
                <a:gs pos="0">
                  <a:srgbClr val="E6EFF7"/>
                </a:gs>
                <a:gs pos="43000">
                  <a:srgbClr val="87B1DA"/>
                </a:gs>
                <a:gs pos="100000">
                  <a:srgbClr val="5287B8"/>
                </a:gs>
              </a:gsLst>
              <a:lin ang="2700000" scaled="1"/>
              <a:tileRect/>
            </a:gradFill>
            <a:ln w="2540" cap="rnd" cmpd="sng" algn="ctr">
              <a:noFill/>
              <a:prstDash val="solid"/>
              <a:round/>
              <a:headEnd type="none" w="med" len="med"/>
              <a:tailEnd type="none" w="med" len="med"/>
            </a:ln>
            <a:effectLst/>
          </p:spPr>
        </p:sp>
        <p:sp>
          <p:nvSpPr>
            <p:cNvPr id="540" name="ellipse_2296">
              <a:extLst>
                <a:ext uri="{FF2B5EF4-FFF2-40B4-BE49-F238E27FC236}">
                  <a16:creationId xmlns:a16="http://schemas.microsoft.com/office/drawing/2014/main" id="{F9EAA4E7-A0DF-94F2-C3E4-9F3C50FC4FC1}"/>
                </a:ext>
              </a:extLst>
            </p:cNvPr>
            <p:cNvSpPr/>
            <p:nvPr/>
          </p:nvSpPr>
          <p:spPr>
            <a:xfrm>
              <a:off x="4164462" y="1485793"/>
              <a:ext cx="22000" cy="22000"/>
            </a:xfrm>
            <a:prstGeom prst="ellipse">
              <a:avLst/>
            </a:prstGeom>
            <a:gradFill flip="none" rotWithShape="1">
              <a:gsLst>
                <a:gs pos="0">
                  <a:srgbClr val="E3EDF6"/>
                </a:gs>
                <a:gs pos="43000">
                  <a:srgbClr val="7BAAD6"/>
                </a:gs>
                <a:gs pos="100000">
                  <a:srgbClr val="447EB3"/>
                </a:gs>
              </a:gsLst>
              <a:lin ang="2700000" scaled="1"/>
              <a:tileRect/>
            </a:gradFill>
            <a:ln w="2540" cap="rnd" cmpd="sng" algn="ctr">
              <a:noFill/>
              <a:prstDash val="solid"/>
              <a:round/>
              <a:headEnd type="none" w="med" len="med"/>
              <a:tailEnd type="none" w="med" len="med"/>
            </a:ln>
            <a:effectLst/>
          </p:spPr>
        </p:sp>
        <p:sp>
          <p:nvSpPr>
            <p:cNvPr id="541" name="ellipse_2297">
              <a:extLst>
                <a:ext uri="{FF2B5EF4-FFF2-40B4-BE49-F238E27FC236}">
                  <a16:creationId xmlns:a16="http://schemas.microsoft.com/office/drawing/2014/main" id="{AAFE1DF8-AFB8-32D9-8C4A-AC59C48E4D5C}"/>
                </a:ext>
              </a:extLst>
            </p:cNvPr>
            <p:cNvSpPr/>
            <p:nvPr/>
          </p:nvSpPr>
          <p:spPr>
            <a:xfrm>
              <a:off x="4121930" y="1427187"/>
              <a:ext cx="36580" cy="36580"/>
            </a:xfrm>
            <a:prstGeom prst="ellipse">
              <a:avLst/>
            </a:prstGeom>
            <a:gradFill flip="none" rotWithShape="1">
              <a:gsLst>
                <a:gs pos="0">
                  <a:srgbClr val="E1ECF6"/>
                </a:gs>
                <a:gs pos="43000">
                  <a:srgbClr val="70A4D3"/>
                </a:gs>
                <a:gs pos="100000">
                  <a:srgbClr val="3977B0"/>
                </a:gs>
              </a:gsLst>
              <a:lin ang="2700000" scaled="1"/>
              <a:tileRect/>
            </a:gradFill>
            <a:ln w="2540" cap="rnd" cmpd="sng" algn="ctr">
              <a:noFill/>
              <a:prstDash val="solid"/>
              <a:round/>
              <a:headEnd type="none" w="med" len="med"/>
              <a:tailEnd type="none" w="med" len="med"/>
            </a:ln>
            <a:effectLst/>
          </p:spPr>
        </p:sp>
        <p:sp>
          <p:nvSpPr>
            <p:cNvPr id="542" name="ellipse_2298">
              <a:extLst>
                <a:ext uri="{FF2B5EF4-FFF2-40B4-BE49-F238E27FC236}">
                  <a16:creationId xmlns:a16="http://schemas.microsoft.com/office/drawing/2014/main" id="{08351075-568A-2CE4-EB86-6C2764FF41DA}"/>
                </a:ext>
              </a:extLst>
            </p:cNvPr>
            <p:cNvSpPr/>
            <p:nvPr/>
          </p:nvSpPr>
          <p:spPr>
            <a:xfrm>
              <a:off x="4439517" y="1446263"/>
              <a:ext cx="30433" cy="30433"/>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43" name="ellipse_2299">
              <a:extLst>
                <a:ext uri="{FF2B5EF4-FFF2-40B4-BE49-F238E27FC236}">
                  <a16:creationId xmlns:a16="http://schemas.microsoft.com/office/drawing/2014/main" id="{2D073169-7852-F10D-6BFC-AA912F86DFAC}"/>
                </a:ext>
              </a:extLst>
            </p:cNvPr>
            <p:cNvSpPr/>
            <p:nvPr/>
          </p:nvSpPr>
          <p:spPr>
            <a:xfrm>
              <a:off x="4187240" y="1542165"/>
              <a:ext cx="30589" cy="30589"/>
            </a:xfrm>
            <a:prstGeom prst="ellipse">
              <a:avLst/>
            </a:prstGeom>
            <a:gradFill flip="none" rotWithShape="1">
              <a:gsLst>
                <a:gs pos="0">
                  <a:srgbClr val="F3F7FB"/>
                </a:gs>
                <a:gs pos="43000">
                  <a:srgbClr val="C3D7EC"/>
                </a:gs>
                <a:gs pos="100000">
                  <a:srgbClr val="98B3CC"/>
                </a:gs>
              </a:gsLst>
              <a:lin ang="2700000" scaled="1"/>
              <a:tileRect/>
            </a:gradFill>
            <a:ln w="2540" cap="rnd" cmpd="sng" algn="ctr">
              <a:noFill/>
              <a:prstDash val="solid"/>
              <a:round/>
              <a:headEnd type="none" w="med" len="med"/>
              <a:tailEnd type="none" w="med" len="med"/>
            </a:ln>
            <a:effectLst/>
          </p:spPr>
        </p:sp>
        <p:sp>
          <p:nvSpPr>
            <p:cNvPr id="544" name="ellipse_2300">
              <a:extLst>
                <a:ext uri="{FF2B5EF4-FFF2-40B4-BE49-F238E27FC236}">
                  <a16:creationId xmlns:a16="http://schemas.microsoft.com/office/drawing/2014/main" id="{E3CE4D72-E951-2AB9-6BA2-925380B464B0}"/>
                </a:ext>
              </a:extLst>
            </p:cNvPr>
            <p:cNvSpPr/>
            <p:nvPr/>
          </p:nvSpPr>
          <p:spPr>
            <a:xfrm>
              <a:off x="4382159" y="1608073"/>
              <a:ext cx="23377" cy="23377"/>
            </a:xfrm>
            <a:prstGeom prst="ellipse">
              <a:avLst/>
            </a:prstGeom>
            <a:gradFill flip="none" rotWithShape="1">
              <a:gsLst>
                <a:gs pos="0">
                  <a:srgbClr val="E5EEF7"/>
                </a:gs>
                <a:gs pos="43000">
                  <a:srgbClr val="81AED8"/>
                </a:gs>
                <a:gs pos="100000">
                  <a:srgbClr val="4C82B6"/>
                </a:gs>
              </a:gsLst>
              <a:lin ang="2700000" scaled="1"/>
              <a:tileRect/>
            </a:gradFill>
            <a:ln w="2540" cap="rnd" cmpd="sng" algn="ctr">
              <a:noFill/>
              <a:prstDash val="solid"/>
              <a:round/>
              <a:headEnd type="none" w="med" len="med"/>
              <a:tailEnd type="none" w="med" len="med"/>
            </a:ln>
            <a:effectLst/>
          </p:spPr>
        </p:sp>
        <p:sp>
          <p:nvSpPr>
            <p:cNvPr id="545" name="ellipse_2301">
              <a:extLst>
                <a:ext uri="{FF2B5EF4-FFF2-40B4-BE49-F238E27FC236}">
                  <a16:creationId xmlns:a16="http://schemas.microsoft.com/office/drawing/2014/main" id="{1C0C7E08-1F08-10E3-64B0-BCF55164889E}"/>
                </a:ext>
              </a:extLst>
            </p:cNvPr>
            <p:cNvSpPr/>
            <p:nvPr/>
          </p:nvSpPr>
          <p:spPr>
            <a:xfrm>
              <a:off x="4245686" y="1551510"/>
              <a:ext cx="28620" cy="28620"/>
            </a:xfrm>
            <a:prstGeom prst="ellipse">
              <a:avLst/>
            </a:prstGeom>
            <a:gradFill flip="none" rotWithShape="1">
              <a:gsLst>
                <a:gs pos="0">
                  <a:srgbClr val="EEF4FA"/>
                </a:gs>
                <a:gs pos="43000">
                  <a:srgbClr val="ACC9E5"/>
                </a:gs>
                <a:gs pos="100000">
                  <a:srgbClr val="7EA2C5"/>
                </a:gs>
              </a:gsLst>
              <a:lin ang="2700000" scaled="1"/>
              <a:tileRect/>
            </a:gradFill>
            <a:ln w="2540" cap="rnd" cmpd="sng" algn="ctr">
              <a:noFill/>
              <a:prstDash val="solid"/>
              <a:round/>
              <a:headEnd type="none" w="med" len="med"/>
              <a:tailEnd type="none" w="med" len="med"/>
            </a:ln>
            <a:effectLst/>
          </p:spPr>
        </p:sp>
        <p:sp>
          <p:nvSpPr>
            <p:cNvPr id="546" name="ellipse_2302">
              <a:extLst>
                <a:ext uri="{FF2B5EF4-FFF2-40B4-BE49-F238E27FC236}">
                  <a16:creationId xmlns:a16="http://schemas.microsoft.com/office/drawing/2014/main" id="{35D6AF95-D0DB-EBC5-5AA3-57963DC0108B}"/>
                </a:ext>
              </a:extLst>
            </p:cNvPr>
            <p:cNvSpPr/>
            <p:nvPr/>
          </p:nvSpPr>
          <p:spPr>
            <a:xfrm>
              <a:off x="4125026" y="1435844"/>
              <a:ext cx="31657" cy="31657"/>
            </a:xfrm>
            <a:prstGeom prst="ellipse">
              <a:avLst/>
            </a:prstGeom>
            <a:gradFill flip="none" rotWithShape="1">
              <a:gsLst>
                <a:gs pos="0">
                  <a:srgbClr val="E1ECF6"/>
                </a:gs>
                <a:gs pos="43000">
                  <a:srgbClr val="70A4D3"/>
                </a:gs>
                <a:gs pos="100000">
                  <a:srgbClr val="3977B0"/>
                </a:gs>
              </a:gsLst>
              <a:lin ang="2700000" scaled="1"/>
              <a:tileRect/>
            </a:gradFill>
            <a:ln w="2540" cap="rnd" cmpd="sng" algn="ctr">
              <a:noFill/>
              <a:prstDash val="solid"/>
              <a:round/>
              <a:headEnd type="none" w="med" len="med"/>
              <a:tailEnd type="none" w="med" len="med"/>
            </a:ln>
            <a:effectLst/>
          </p:spPr>
        </p:sp>
        <p:sp>
          <p:nvSpPr>
            <p:cNvPr id="547" name="ellipse_2303">
              <a:extLst>
                <a:ext uri="{FF2B5EF4-FFF2-40B4-BE49-F238E27FC236}">
                  <a16:creationId xmlns:a16="http://schemas.microsoft.com/office/drawing/2014/main" id="{73E71806-192C-055E-3DCF-12CBF86FB1EF}"/>
                </a:ext>
              </a:extLst>
            </p:cNvPr>
            <p:cNvSpPr/>
            <p:nvPr/>
          </p:nvSpPr>
          <p:spPr>
            <a:xfrm>
              <a:off x="4319199" y="1400240"/>
              <a:ext cx="22469" cy="22469"/>
            </a:xfrm>
            <a:prstGeom prst="ellipse">
              <a:avLst/>
            </a:prstGeom>
            <a:gradFill flip="none" rotWithShape="1">
              <a:gsLst>
                <a:gs pos="0">
                  <a:srgbClr val="E9F1F8"/>
                </a:gs>
                <a:gs pos="43000">
                  <a:srgbClr val="94BBDE"/>
                </a:gs>
                <a:gs pos="100000">
                  <a:srgbClr val="6291BD"/>
                </a:gs>
              </a:gsLst>
              <a:lin ang="2700000" scaled="1"/>
              <a:tileRect/>
            </a:gradFill>
            <a:ln w="2540" cap="rnd" cmpd="sng" algn="ctr">
              <a:noFill/>
              <a:prstDash val="solid"/>
              <a:round/>
              <a:headEnd type="none" w="med" len="med"/>
              <a:tailEnd type="none" w="med" len="med"/>
            </a:ln>
            <a:effectLst/>
          </p:spPr>
        </p:sp>
        <p:sp>
          <p:nvSpPr>
            <p:cNvPr id="548" name="ellipse_2304">
              <a:extLst>
                <a:ext uri="{FF2B5EF4-FFF2-40B4-BE49-F238E27FC236}">
                  <a16:creationId xmlns:a16="http://schemas.microsoft.com/office/drawing/2014/main" id="{86007247-D7C3-7D98-6CE2-11B1D4CC0EB3}"/>
                </a:ext>
              </a:extLst>
            </p:cNvPr>
            <p:cNvSpPr/>
            <p:nvPr/>
          </p:nvSpPr>
          <p:spPr>
            <a:xfrm>
              <a:off x="4310408" y="1650641"/>
              <a:ext cx="33967" cy="33967"/>
            </a:xfrm>
            <a:prstGeom prst="ellipse">
              <a:avLst/>
            </a:prstGeom>
            <a:gradFill flip="none" rotWithShape="1">
              <a:gsLst>
                <a:gs pos="0">
                  <a:srgbClr val="E2ECF6"/>
                </a:gs>
                <a:gs pos="43000">
                  <a:srgbClr val="75A6D5"/>
                </a:gs>
                <a:gs pos="100000">
                  <a:srgbClr val="3E79B2"/>
                </a:gs>
              </a:gsLst>
              <a:lin ang="2700000" scaled="1"/>
              <a:tileRect/>
            </a:gradFill>
            <a:ln w="2540" cap="rnd" cmpd="sng" algn="ctr">
              <a:noFill/>
              <a:prstDash val="solid"/>
              <a:round/>
              <a:headEnd type="none" w="med" len="med"/>
              <a:tailEnd type="none" w="med" len="med"/>
            </a:ln>
            <a:effectLst/>
          </p:spPr>
        </p:sp>
        <p:sp>
          <p:nvSpPr>
            <p:cNvPr id="549" name="ellipse_2305">
              <a:extLst>
                <a:ext uri="{FF2B5EF4-FFF2-40B4-BE49-F238E27FC236}">
                  <a16:creationId xmlns:a16="http://schemas.microsoft.com/office/drawing/2014/main" id="{D4179FDF-49BE-BA4B-89B9-E66F7F110C85}"/>
                </a:ext>
              </a:extLst>
            </p:cNvPr>
            <p:cNvSpPr/>
            <p:nvPr/>
          </p:nvSpPr>
          <p:spPr>
            <a:xfrm>
              <a:off x="4296212" y="1597039"/>
              <a:ext cx="25772" cy="25772"/>
            </a:xfrm>
            <a:prstGeom prst="ellipse">
              <a:avLst/>
            </a:prstGeom>
            <a:gradFill flip="none" rotWithShape="1">
              <a:gsLst>
                <a:gs pos="0">
                  <a:srgbClr val="E7F0F8"/>
                </a:gs>
                <a:gs pos="43000">
                  <a:srgbClr val="8DB6DC"/>
                </a:gs>
                <a:gs pos="100000">
                  <a:srgbClr val="5A8CBA"/>
                </a:gs>
              </a:gsLst>
              <a:lin ang="2700000" scaled="1"/>
              <a:tileRect/>
            </a:gradFill>
            <a:ln w="2540" cap="rnd" cmpd="sng" algn="ctr">
              <a:noFill/>
              <a:prstDash val="solid"/>
              <a:round/>
              <a:headEnd type="none" w="med" len="med"/>
              <a:tailEnd type="none" w="med" len="med"/>
            </a:ln>
            <a:effectLst/>
          </p:spPr>
        </p:sp>
        <p:sp>
          <p:nvSpPr>
            <p:cNvPr id="550" name="ellipse_2306">
              <a:extLst>
                <a:ext uri="{FF2B5EF4-FFF2-40B4-BE49-F238E27FC236}">
                  <a16:creationId xmlns:a16="http://schemas.microsoft.com/office/drawing/2014/main" id="{48412C41-3C16-DD70-7A94-250DF10CACB6}"/>
                </a:ext>
              </a:extLst>
            </p:cNvPr>
            <p:cNvSpPr/>
            <p:nvPr/>
          </p:nvSpPr>
          <p:spPr>
            <a:xfrm>
              <a:off x="4408152" y="1634290"/>
              <a:ext cx="19526" cy="19526"/>
            </a:xfrm>
            <a:prstGeom prst="ellipse">
              <a:avLst/>
            </a:prstGeom>
            <a:gradFill flip="none" rotWithShape="1">
              <a:gsLst>
                <a:gs pos="0">
                  <a:srgbClr val="E2EDF6"/>
                </a:gs>
                <a:gs pos="43000">
                  <a:srgbClr val="76A7D5"/>
                </a:gs>
                <a:gs pos="100000">
                  <a:srgbClr val="3F7BB3"/>
                </a:gs>
              </a:gsLst>
              <a:lin ang="2700000" scaled="1"/>
              <a:tileRect/>
            </a:gradFill>
            <a:ln w="2540" cap="rnd" cmpd="sng" algn="ctr">
              <a:noFill/>
              <a:prstDash val="solid"/>
              <a:round/>
              <a:headEnd type="none" w="med" len="med"/>
              <a:tailEnd type="none" w="med" len="med"/>
            </a:ln>
            <a:effectLst/>
          </p:spPr>
        </p:sp>
        <p:sp>
          <p:nvSpPr>
            <p:cNvPr id="551" name="ellipse_2307">
              <a:extLst>
                <a:ext uri="{FF2B5EF4-FFF2-40B4-BE49-F238E27FC236}">
                  <a16:creationId xmlns:a16="http://schemas.microsoft.com/office/drawing/2014/main" id="{C5143DB6-743C-B66F-D40F-A0FDE4760BEF}"/>
                </a:ext>
              </a:extLst>
            </p:cNvPr>
            <p:cNvSpPr/>
            <p:nvPr/>
          </p:nvSpPr>
          <p:spPr>
            <a:xfrm>
              <a:off x="4292052" y="1602925"/>
              <a:ext cx="27039" cy="27039"/>
            </a:xfrm>
            <a:prstGeom prst="ellipse">
              <a:avLst/>
            </a:prstGeom>
            <a:gradFill flip="none" rotWithShape="1">
              <a:gsLst>
                <a:gs pos="0">
                  <a:srgbClr val="E7F0F8"/>
                </a:gs>
                <a:gs pos="43000">
                  <a:srgbClr val="8DB5DC"/>
                </a:gs>
                <a:gs pos="100000">
                  <a:srgbClr val="598BBA"/>
                </a:gs>
              </a:gsLst>
              <a:lin ang="2700000" scaled="1"/>
              <a:tileRect/>
            </a:gradFill>
            <a:ln w="2540" cap="rnd" cmpd="sng" algn="ctr">
              <a:noFill/>
              <a:prstDash val="solid"/>
              <a:round/>
              <a:headEnd type="none" w="med" len="med"/>
              <a:tailEnd type="none" w="med" len="med"/>
            </a:ln>
            <a:effectLst/>
          </p:spPr>
        </p:sp>
        <p:sp>
          <p:nvSpPr>
            <p:cNvPr id="552" name="ellipse_2308">
              <a:extLst>
                <a:ext uri="{FF2B5EF4-FFF2-40B4-BE49-F238E27FC236}">
                  <a16:creationId xmlns:a16="http://schemas.microsoft.com/office/drawing/2014/main" id="{E3DDAD64-BBB6-1104-D847-E3E76181934F}"/>
                </a:ext>
              </a:extLst>
            </p:cNvPr>
            <p:cNvSpPr/>
            <p:nvPr/>
          </p:nvSpPr>
          <p:spPr>
            <a:xfrm>
              <a:off x="4487851" y="1368093"/>
              <a:ext cx="29410" cy="29410"/>
            </a:xfrm>
            <a:prstGeom prst="ellipse">
              <a:avLst/>
            </a:prstGeom>
            <a:gradFill flip="none" rotWithShape="1">
              <a:gsLst>
                <a:gs pos="0">
                  <a:srgbClr val="EBF2F9"/>
                </a:gs>
                <a:gs pos="43000">
                  <a:srgbClr val="9FC0E1"/>
                </a:gs>
                <a:gs pos="100000">
                  <a:srgbClr val="6E98C0"/>
                </a:gs>
              </a:gsLst>
              <a:lin ang="2700000" scaled="1"/>
              <a:tileRect/>
            </a:gradFill>
            <a:ln w="2540" cap="rnd" cmpd="sng" algn="ctr">
              <a:noFill/>
              <a:prstDash val="solid"/>
              <a:round/>
              <a:headEnd type="none" w="med" len="med"/>
              <a:tailEnd type="none" w="med" len="med"/>
            </a:ln>
            <a:effectLst/>
          </p:spPr>
        </p:sp>
        <p:sp>
          <p:nvSpPr>
            <p:cNvPr id="553" name="ellipse_2309">
              <a:extLst>
                <a:ext uri="{FF2B5EF4-FFF2-40B4-BE49-F238E27FC236}">
                  <a16:creationId xmlns:a16="http://schemas.microsoft.com/office/drawing/2014/main" id="{E38EA753-EDF6-0DD6-E6E9-5702A0B893B3}"/>
                </a:ext>
              </a:extLst>
            </p:cNvPr>
            <p:cNvSpPr/>
            <p:nvPr/>
          </p:nvSpPr>
          <p:spPr>
            <a:xfrm>
              <a:off x="4373452" y="1624571"/>
              <a:ext cx="28823" cy="28823"/>
            </a:xfrm>
            <a:prstGeom prst="ellipse">
              <a:avLst/>
            </a:prstGeom>
            <a:gradFill flip="none" rotWithShape="1">
              <a:gsLst>
                <a:gs pos="0">
                  <a:srgbClr val="E3EDF6"/>
                </a:gs>
                <a:gs pos="43000">
                  <a:srgbClr val="77A8D5"/>
                </a:gs>
                <a:gs pos="100000">
                  <a:srgbClr val="407CB3"/>
                </a:gs>
              </a:gsLst>
              <a:lin ang="2700000" scaled="1"/>
              <a:tileRect/>
            </a:gradFill>
            <a:ln w="2540" cap="rnd" cmpd="sng" algn="ctr">
              <a:noFill/>
              <a:prstDash val="solid"/>
              <a:round/>
              <a:headEnd type="none" w="med" len="med"/>
              <a:tailEnd type="none" w="med" len="med"/>
            </a:ln>
            <a:effectLst/>
          </p:spPr>
        </p:sp>
        <p:sp>
          <p:nvSpPr>
            <p:cNvPr id="554" name="ellipse_2310">
              <a:extLst>
                <a:ext uri="{FF2B5EF4-FFF2-40B4-BE49-F238E27FC236}">
                  <a16:creationId xmlns:a16="http://schemas.microsoft.com/office/drawing/2014/main" id="{2FFCC27D-3E9A-99B1-990D-D43ED24A4089}"/>
                </a:ext>
              </a:extLst>
            </p:cNvPr>
            <p:cNvSpPr/>
            <p:nvPr/>
          </p:nvSpPr>
          <p:spPr>
            <a:xfrm>
              <a:off x="4442845" y="1573986"/>
              <a:ext cx="33095" cy="33095"/>
            </a:xfrm>
            <a:prstGeom prst="ellipse">
              <a:avLst/>
            </a:prstGeom>
            <a:gradFill flip="none" rotWithShape="1">
              <a:gsLst>
                <a:gs pos="0">
                  <a:srgbClr val="EFF4FA"/>
                </a:gs>
                <a:gs pos="43000">
                  <a:srgbClr val="B1CDE7"/>
                </a:gs>
                <a:gs pos="100000">
                  <a:srgbClr val="83A6C7"/>
                </a:gs>
              </a:gsLst>
              <a:lin ang="2700000" scaled="1"/>
              <a:tileRect/>
            </a:gradFill>
            <a:ln w="2540" cap="rnd" cmpd="sng" algn="ctr">
              <a:noFill/>
              <a:prstDash val="solid"/>
              <a:round/>
              <a:headEnd type="none" w="med" len="med"/>
              <a:tailEnd type="none" w="med" len="med"/>
            </a:ln>
            <a:effectLst/>
          </p:spPr>
        </p:sp>
        <p:sp>
          <p:nvSpPr>
            <p:cNvPr id="555" name="ellipse_2311">
              <a:extLst>
                <a:ext uri="{FF2B5EF4-FFF2-40B4-BE49-F238E27FC236}">
                  <a16:creationId xmlns:a16="http://schemas.microsoft.com/office/drawing/2014/main" id="{4BCDD434-5423-8744-2313-6E5257C55799}"/>
                </a:ext>
              </a:extLst>
            </p:cNvPr>
            <p:cNvSpPr/>
            <p:nvPr/>
          </p:nvSpPr>
          <p:spPr>
            <a:xfrm>
              <a:off x="4142514" y="1474122"/>
              <a:ext cx="33416" cy="33416"/>
            </a:xfrm>
            <a:prstGeom prst="ellipse">
              <a:avLst/>
            </a:prstGeom>
            <a:gradFill flip="none" rotWithShape="1">
              <a:gsLst>
                <a:gs pos="0">
                  <a:srgbClr val="E3EDF6"/>
                </a:gs>
                <a:gs pos="43000">
                  <a:srgbClr val="77A8D5"/>
                </a:gs>
                <a:gs pos="100000">
                  <a:srgbClr val="407CB3"/>
                </a:gs>
              </a:gsLst>
              <a:lin ang="2700000" scaled="1"/>
              <a:tileRect/>
            </a:gradFill>
            <a:ln w="2540" cap="rnd" cmpd="sng" algn="ctr">
              <a:noFill/>
              <a:prstDash val="solid"/>
              <a:round/>
              <a:headEnd type="none" w="med" len="med"/>
              <a:tailEnd type="none" w="med" len="med"/>
            </a:ln>
            <a:effectLst/>
          </p:spPr>
        </p:sp>
        <p:sp>
          <p:nvSpPr>
            <p:cNvPr id="556" name="ellipse_2312">
              <a:extLst>
                <a:ext uri="{FF2B5EF4-FFF2-40B4-BE49-F238E27FC236}">
                  <a16:creationId xmlns:a16="http://schemas.microsoft.com/office/drawing/2014/main" id="{6346EFBB-6261-E524-F774-855E1F985380}"/>
                </a:ext>
              </a:extLst>
            </p:cNvPr>
            <p:cNvSpPr/>
            <p:nvPr/>
          </p:nvSpPr>
          <p:spPr>
            <a:xfrm>
              <a:off x="4441787" y="1628137"/>
              <a:ext cx="24264" cy="24264"/>
            </a:xfrm>
            <a:prstGeom prst="ellipse">
              <a:avLst/>
            </a:prstGeom>
            <a:gradFill flip="none" rotWithShape="1">
              <a:gsLst>
                <a:gs pos="0">
                  <a:srgbClr val="E3EDF6"/>
                </a:gs>
                <a:gs pos="43000">
                  <a:srgbClr val="78A9D5"/>
                </a:gs>
                <a:gs pos="100000">
                  <a:srgbClr val="427DB3"/>
                </a:gs>
              </a:gsLst>
              <a:lin ang="2700000" scaled="1"/>
              <a:tileRect/>
            </a:gradFill>
            <a:ln w="2540" cap="rnd" cmpd="sng" algn="ctr">
              <a:noFill/>
              <a:prstDash val="solid"/>
              <a:round/>
              <a:headEnd type="none" w="med" len="med"/>
              <a:tailEnd type="none" w="med" len="med"/>
            </a:ln>
            <a:effectLst/>
          </p:spPr>
        </p:sp>
        <p:sp>
          <p:nvSpPr>
            <p:cNvPr id="557" name="ellipse_2313">
              <a:extLst>
                <a:ext uri="{FF2B5EF4-FFF2-40B4-BE49-F238E27FC236}">
                  <a16:creationId xmlns:a16="http://schemas.microsoft.com/office/drawing/2014/main" id="{C006413C-EC86-1E47-9E99-D1580C2E3614}"/>
                </a:ext>
              </a:extLst>
            </p:cNvPr>
            <p:cNvSpPr/>
            <p:nvPr/>
          </p:nvSpPr>
          <p:spPr>
            <a:xfrm>
              <a:off x="4210200" y="1605956"/>
              <a:ext cx="25913" cy="25913"/>
            </a:xfrm>
            <a:prstGeom prst="ellipse">
              <a:avLst/>
            </a:prstGeom>
            <a:gradFill flip="none" rotWithShape="1">
              <a:gsLst>
                <a:gs pos="0">
                  <a:srgbClr val="F4F8FC"/>
                </a:gs>
                <a:gs pos="43000">
                  <a:srgbClr val="CDDEEE"/>
                </a:gs>
                <a:gs pos="100000">
                  <a:srgbClr val="A3BAD0"/>
                </a:gs>
              </a:gsLst>
              <a:lin ang="2700000" scaled="1"/>
              <a:tileRect/>
            </a:gradFill>
            <a:ln w="2540" cap="rnd" cmpd="sng" algn="ctr">
              <a:noFill/>
              <a:prstDash val="solid"/>
              <a:round/>
              <a:headEnd type="none" w="med" len="med"/>
              <a:tailEnd type="none" w="med" len="med"/>
            </a:ln>
            <a:effectLst/>
          </p:spPr>
        </p:sp>
        <p:sp>
          <p:nvSpPr>
            <p:cNvPr id="558" name="ellipse_2314">
              <a:extLst>
                <a:ext uri="{FF2B5EF4-FFF2-40B4-BE49-F238E27FC236}">
                  <a16:creationId xmlns:a16="http://schemas.microsoft.com/office/drawing/2014/main" id="{6FFF3B98-FE59-6071-A537-F3E8022E2E93}"/>
                </a:ext>
              </a:extLst>
            </p:cNvPr>
            <p:cNvSpPr/>
            <p:nvPr/>
          </p:nvSpPr>
          <p:spPr>
            <a:xfrm>
              <a:off x="4389420" y="1621757"/>
              <a:ext cx="29758" cy="29758"/>
            </a:xfrm>
            <a:prstGeom prst="ellipse">
              <a:avLst/>
            </a:prstGeom>
            <a:gradFill flip="none" rotWithShape="1">
              <a:gsLst>
                <a:gs pos="0">
                  <a:srgbClr val="E3EDF6"/>
                </a:gs>
                <a:gs pos="43000">
                  <a:srgbClr val="78A9D5"/>
                </a:gs>
                <a:gs pos="100000">
                  <a:srgbClr val="427DB3"/>
                </a:gs>
              </a:gsLst>
              <a:lin ang="2700000" scaled="1"/>
              <a:tileRect/>
            </a:gradFill>
            <a:ln w="2540" cap="rnd" cmpd="sng" algn="ctr">
              <a:noFill/>
              <a:prstDash val="solid"/>
              <a:round/>
              <a:headEnd type="none" w="med" len="med"/>
              <a:tailEnd type="none" w="med" len="med"/>
            </a:ln>
            <a:effectLst/>
          </p:spPr>
        </p:sp>
        <p:sp>
          <p:nvSpPr>
            <p:cNvPr id="559" name="ellipse_2315">
              <a:extLst>
                <a:ext uri="{FF2B5EF4-FFF2-40B4-BE49-F238E27FC236}">
                  <a16:creationId xmlns:a16="http://schemas.microsoft.com/office/drawing/2014/main" id="{910423FF-ACE9-B6B5-671D-7D011550A527}"/>
                </a:ext>
              </a:extLst>
            </p:cNvPr>
            <p:cNvSpPr/>
            <p:nvPr/>
          </p:nvSpPr>
          <p:spPr>
            <a:xfrm>
              <a:off x="4357703" y="1564816"/>
              <a:ext cx="31476" cy="31476"/>
            </a:xfrm>
            <a:prstGeom prst="ellipse">
              <a:avLst/>
            </a:prstGeom>
            <a:gradFill flip="none" rotWithShape="1">
              <a:gsLst>
                <a:gs pos="0">
                  <a:srgbClr val="EDF3F9"/>
                </a:gs>
                <a:gs pos="43000">
                  <a:srgbClr val="A6C5E3"/>
                </a:gs>
                <a:gs pos="100000">
                  <a:srgbClr val="779EC2"/>
                </a:gs>
              </a:gsLst>
              <a:lin ang="2700000" scaled="1"/>
              <a:tileRect/>
            </a:gradFill>
            <a:ln w="2540" cap="rnd" cmpd="sng" algn="ctr">
              <a:noFill/>
              <a:prstDash val="solid"/>
              <a:round/>
              <a:headEnd type="none" w="med" len="med"/>
              <a:tailEnd type="none" w="med" len="med"/>
            </a:ln>
            <a:effectLst/>
          </p:spPr>
        </p:sp>
        <p:sp>
          <p:nvSpPr>
            <p:cNvPr id="560" name="ellipse_2316">
              <a:extLst>
                <a:ext uri="{FF2B5EF4-FFF2-40B4-BE49-F238E27FC236}">
                  <a16:creationId xmlns:a16="http://schemas.microsoft.com/office/drawing/2014/main" id="{FDD6706A-0D35-546D-DEC2-49F40EF69EA4}"/>
                </a:ext>
              </a:extLst>
            </p:cNvPr>
            <p:cNvSpPr/>
            <p:nvPr/>
          </p:nvSpPr>
          <p:spPr>
            <a:xfrm>
              <a:off x="4551183" y="1555710"/>
              <a:ext cx="19732" cy="19732"/>
            </a:xfrm>
            <a:prstGeom prst="ellipse">
              <a:avLst/>
            </a:prstGeom>
            <a:gradFill flip="none" rotWithShape="1">
              <a:gsLst>
                <a:gs pos="0">
                  <a:srgbClr val="ECF3F9"/>
                </a:gs>
                <a:gs pos="43000">
                  <a:srgbClr val="A5C5E3"/>
                </a:gs>
                <a:gs pos="100000">
                  <a:srgbClr val="759DC2"/>
                </a:gs>
              </a:gsLst>
              <a:lin ang="2700000" scaled="1"/>
              <a:tileRect/>
            </a:gradFill>
            <a:ln w="2540" cap="rnd" cmpd="sng" algn="ctr">
              <a:noFill/>
              <a:prstDash val="solid"/>
              <a:round/>
              <a:headEnd type="none" w="med" len="med"/>
              <a:tailEnd type="none" w="med" len="med"/>
            </a:ln>
            <a:effectLst/>
          </p:spPr>
        </p:sp>
        <p:sp>
          <p:nvSpPr>
            <p:cNvPr id="561" name="ellipse_2317">
              <a:extLst>
                <a:ext uri="{FF2B5EF4-FFF2-40B4-BE49-F238E27FC236}">
                  <a16:creationId xmlns:a16="http://schemas.microsoft.com/office/drawing/2014/main" id="{B89D60B7-D934-CD15-7589-C4465545FF6B}"/>
                </a:ext>
              </a:extLst>
            </p:cNvPr>
            <p:cNvSpPr/>
            <p:nvPr/>
          </p:nvSpPr>
          <p:spPr>
            <a:xfrm>
              <a:off x="4268846" y="1396019"/>
              <a:ext cx="29486" cy="29486"/>
            </a:xfrm>
            <a:prstGeom prst="ellipse">
              <a:avLst/>
            </a:prstGeom>
            <a:gradFill flip="none" rotWithShape="1">
              <a:gsLst>
                <a:gs pos="0">
                  <a:srgbClr val="E4EDF7"/>
                </a:gs>
                <a:gs pos="43000">
                  <a:srgbClr val="7BAAD7"/>
                </a:gs>
                <a:gs pos="100000">
                  <a:srgbClr val="457EB4"/>
                </a:gs>
              </a:gsLst>
              <a:lin ang="2700000" scaled="1"/>
              <a:tileRect/>
            </a:gradFill>
            <a:ln w="2540" cap="rnd" cmpd="sng" algn="ctr">
              <a:noFill/>
              <a:prstDash val="solid"/>
              <a:round/>
              <a:headEnd type="none" w="med" len="med"/>
              <a:tailEnd type="none" w="med" len="med"/>
            </a:ln>
            <a:effectLst/>
          </p:spPr>
        </p:sp>
        <p:sp>
          <p:nvSpPr>
            <p:cNvPr id="562" name="ellipse_2318">
              <a:extLst>
                <a:ext uri="{FF2B5EF4-FFF2-40B4-BE49-F238E27FC236}">
                  <a16:creationId xmlns:a16="http://schemas.microsoft.com/office/drawing/2014/main" id="{CFE5D82E-CAAB-A38B-F8E0-2F0554CBC096}"/>
                </a:ext>
              </a:extLst>
            </p:cNvPr>
            <p:cNvSpPr/>
            <p:nvPr/>
          </p:nvSpPr>
          <p:spPr>
            <a:xfrm>
              <a:off x="4147675" y="1517892"/>
              <a:ext cx="26511" cy="26511"/>
            </a:xfrm>
            <a:prstGeom prst="ellipse">
              <a:avLst/>
            </a:prstGeom>
            <a:gradFill flip="none" rotWithShape="1">
              <a:gsLst>
                <a:gs pos="0">
                  <a:srgbClr val="EAF1F8"/>
                </a:gs>
                <a:gs pos="43000">
                  <a:srgbClr val="98BDDF"/>
                </a:gs>
                <a:gs pos="100000">
                  <a:srgbClr val="6694BE"/>
                </a:gs>
              </a:gsLst>
              <a:lin ang="2700000" scaled="1"/>
              <a:tileRect/>
            </a:gradFill>
            <a:ln w="2540" cap="rnd" cmpd="sng" algn="ctr">
              <a:noFill/>
              <a:prstDash val="solid"/>
              <a:round/>
              <a:headEnd type="none" w="med" len="med"/>
              <a:tailEnd type="none" w="med" len="med"/>
            </a:ln>
            <a:effectLst/>
          </p:spPr>
        </p:sp>
        <p:sp>
          <p:nvSpPr>
            <p:cNvPr id="563" name="ellipse_2319">
              <a:extLst>
                <a:ext uri="{FF2B5EF4-FFF2-40B4-BE49-F238E27FC236}">
                  <a16:creationId xmlns:a16="http://schemas.microsoft.com/office/drawing/2014/main" id="{83398342-48E8-D135-3FD1-B26887E19A65}"/>
                </a:ext>
              </a:extLst>
            </p:cNvPr>
            <p:cNvSpPr/>
            <p:nvPr/>
          </p:nvSpPr>
          <p:spPr>
            <a:xfrm>
              <a:off x="4181039" y="1509495"/>
              <a:ext cx="31700" cy="31700"/>
            </a:xfrm>
            <a:prstGeom prst="ellipse">
              <a:avLst/>
            </a:prstGeom>
            <a:gradFill flip="none" rotWithShape="1">
              <a:gsLst>
                <a:gs pos="0">
                  <a:srgbClr val="E8F0F8"/>
                </a:gs>
                <a:gs pos="43000">
                  <a:srgbClr val="93B9DD"/>
                </a:gs>
                <a:gs pos="100000">
                  <a:srgbClr val="6090BC"/>
                </a:gs>
              </a:gsLst>
              <a:lin ang="2700000" scaled="1"/>
              <a:tileRect/>
            </a:gradFill>
            <a:ln w="2540" cap="rnd" cmpd="sng" algn="ctr">
              <a:noFill/>
              <a:prstDash val="solid"/>
              <a:round/>
              <a:headEnd type="none" w="med" len="med"/>
              <a:tailEnd type="none" w="med" len="med"/>
            </a:ln>
            <a:effectLst/>
          </p:spPr>
        </p:sp>
      </p:grpSp>
      <p:sp>
        <p:nvSpPr>
          <p:cNvPr id="564" name="Voxel-to-point fusion">
            <a:extLst>
              <a:ext uri="{FF2B5EF4-FFF2-40B4-BE49-F238E27FC236}">
                <a16:creationId xmlns:a16="http://schemas.microsoft.com/office/drawing/2014/main" id="{4B09A963-E0DD-99D8-6981-3F1072C103F1}"/>
              </a:ext>
            </a:extLst>
          </p:cNvPr>
          <p:cNvSpPr>
            <a:spLocks noGrp="1"/>
          </p:cNvSpPr>
          <p:nvPr/>
        </p:nvSpPr>
        <p:spPr>
          <a:xfrm>
            <a:off x="3012660" y="880241"/>
            <a:ext cx="92" cy="294465"/>
          </a:xfrm>
          <a:custGeom>
            <a:avLst/>
            <a:gdLst/>
            <a:ahLst/>
            <a:cxnLst/>
            <a:rect l="0" t="0" r="0" b="0"/>
            <a:pathLst>
              <a:path w="476" h="1514475">
                <a:moveTo>
                  <a:pt x="0" y="0"/>
                </a:moveTo>
                <a:lnTo>
                  <a:pt x="0" y="1514475"/>
                </a:lnTo>
              </a:path>
            </a:pathLst>
          </a:custGeom>
          <a:noFill/>
          <a:ln w="8537">
            <a:solidFill>
              <a:srgbClr val="388BBE"/>
            </a:solidFill>
            <a:prstDash val="solid"/>
          </a:ln>
        </p:spPr>
      </p:sp>
      <p:sp>
        <p:nvSpPr>
          <p:cNvPr id="565" name="Voxel-to-point fusion | arrowhead">
            <a:extLst>
              <a:ext uri="{FF2B5EF4-FFF2-40B4-BE49-F238E27FC236}">
                <a16:creationId xmlns:a16="http://schemas.microsoft.com/office/drawing/2014/main" id="{7425A5C2-1D05-AAC6-505F-B6929033C762}"/>
              </a:ext>
            </a:extLst>
          </p:cNvPr>
          <p:cNvSpPr>
            <a:spLocks noGrp="1"/>
          </p:cNvSpPr>
          <p:nvPr/>
        </p:nvSpPr>
        <p:spPr>
          <a:xfrm>
            <a:off x="3003616" y="1171609"/>
            <a:ext cx="17113" cy="19446"/>
          </a:xfrm>
          <a:custGeom>
            <a:avLst/>
            <a:gdLst/>
            <a:ahLst/>
            <a:cxnLst/>
            <a:rect l="0" t="0" r="0" b="0"/>
            <a:pathLst>
              <a:path w="88011" h="100013">
                <a:moveTo>
                  <a:pt x="44006" y="100013"/>
                </a:moveTo>
                <a:lnTo>
                  <a:pt x="88011" y="0"/>
                </a:lnTo>
                <a:lnTo>
                  <a:pt x="0" y="0"/>
                </a:lnTo>
                <a:close/>
              </a:path>
            </a:pathLst>
          </a:custGeom>
          <a:solidFill>
            <a:srgbClr val="388BBE"/>
          </a:solidFill>
          <a:ln w="0">
            <a:noFill/>
          </a:ln>
        </p:spPr>
      </p:sp>
      <p:sp>
        <p:nvSpPr>
          <p:cNvPr id="566" name="Voxel-to-point fusion">
            <a:extLst>
              <a:ext uri="{FF2B5EF4-FFF2-40B4-BE49-F238E27FC236}">
                <a16:creationId xmlns:a16="http://schemas.microsoft.com/office/drawing/2014/main" id="{66955A30-2204-2769-C099-433F4F7203C8}"/>
              </a:ext>
            </a:extLst>
          </p:cNvPr>
          <p:cNvSpPr>
            <a:spLocks noGrp="1"/>
          </p:cNvSpPr>
          <p:nvPr/>
        </p:nvSpPr>
        <p:spPr>
          <a:xfrm>
            <a:off x="3922673" y="878388"/>
            <a:ext cx="92" cy="294465"/>
          </a:xfrm>
          <a:custGeom>
            <a:avLst/>
            <a:gdLst/>
            <a:ahLst/>
            <a:cxnLst/>
            <a:rect l="0" t="0" r="0" b="0"/>
            <a:pathLst>
              <a:path w="476" h="1514475">
                <a:moveTo>
                  <a:pt x="0" y="0"/>
                </a:moveTo>
                <a:lnTo>
                  <a:pt x="0" y="1514475"/>
                </a:lnTo>
              </a:path>
            </a:pathLst>
          </a:custGeom>
          <a:noFill/>
          <a:ln w="8537">
            <a:solidFill>
              <a:srgbClr val="388BBE"/>
            </a:solidFill>
            <a:prstDash val="solid"/>
          </a:ln>
        </p:spPr>
      </p:sp>
      <p:sp>
        <p:nvSpPr>
          <p:cNvPr id="567" name="Voxel-to-point fusion | arrowhead">
            <a:extLst>
              <a:ext uri="{FF2B5EF4-FFF2-40B4-BE49-F238E27FC236}">
                <a16:creationId xmlns:a16="http://schemas.microsoft.com/office/drawing/2014/main" id="{E43614B7-73E2-C7A0-3A75-BFA6199A1701}"/>
              </a:ext>
            </a:extLst>
          </p:cNvPr>
          <p:cNvSpPr>
            <a:spLocks noGrp="1"/>
          </p:cNvSpPr>
          <p:nvPr/>
        </p:nvSpPr>
        <p:spPr>
          <a:xfrm>
            <a:off x="3913629" y="1169756"/>
            <a:ext cx="17113" cy="19446"/>
          </a:xfrm>
          <a:custGeom>
            <a:avLst/>
            <a:gdLst/>
            <a:ahLst/>
            <a:cxnLst/>
            <a:rect l="0" t="0" r="0" b="0"/>
            <a:pathLst>
              <a:path w="88011" h="100013">
                <a:moveTo>
                  <a:pt x="44006" y="100013"/>
                </a:moveTo>
                <a:lnTo>
                  <a:pt x="88011" y="0"/>
                </a:lnTo>
                <a:lnTo>
                  <a:pt x="0" y="0"/>
                </a:lnTo>
                <a:close/>
              </a:path>
            </a:pathLst>
          </a:custGeom>
          <a:solidFill>
            <a:srgbClr val="388BBE"/>
          </a:solidFill>
          <a:ln w="0">
            <a:noFill/>
          </a:ln>
        </p:spPr>
      </p:sp>
      <p:sp>
        <p:nvSpPr>
          <p:cNvPr id="568" name="Voxel-to-point fusion">
            <a:extLst>
              <a:ext uri="{FF2B5EF4-FFF2-40B4-BE49-F238E27FC236}">
                <a16:creationId xmlns:a16="http://schemas.microsoft.com/office/drawing/2014/main" id="{DD6EB5BF-E3B9-4AB8-9D9F-4A7C028E9B72}"/>
              </a:ext>
            </a:extLst>
          </p:cNvPr>
          <p:cNvSpPr>
            <a:spLocks noGrp="1"/>
          </p:cNvSpPr>
          <p:nvPr/>
        </p:nvSpPr>
        <p:spPr>
          <a:xfrm>
            <a:off x="4226018" y="875292"/>
            <a:ext cx="92" cy="294465"/>
          </a:xfrm>
          <a:custGeom>
            <a:avLst/>
            <a:gdLst/>
            <a:ahLst/>
            <a:cxnLst/>
            <a:rect l="0" t="0" r="0" b="0"/>
            <a:pathLst>
              <a:path w="476" h="1514475">
                <a:moveTo>
                  <a:pt x="0" y="0"/>
                </a:moveTo>
                <a:lnTo>
                  <a:pt x="0" y="1514475"/>
                </a:lnTo>
              </a:path>
            </a:pathLst>
          </a:custGeom>
          <a:noFill/>
          <a:ln w="8537">
            <a:solidFill>
              <a:srgbClr val="388BBE"/>
            </a:solidFill>
            <a:prstDash val="solid"/>
          </a:ln>
        </p:spPr>
      </p:sp>
      <p:sp>
        <p:nvSpPr>
          <p:cNvPr id="569" name="Voxel-to-point fusion | arrowhead">
            <a:extLst>
              <a:ext uri="{FF2B5EF4-FFF2-40B4-BE49-F238E27FC236}">
                <a16:creationId xmlns:a16="http://schemas.microsoft.com/office/drawing/2014/main" id="{9DF5DD5B-15CD-D977-95C5-E78BF6656265}"/>
              </a:ext>
            </a:extLst>
          </p:cNvPr>
          <p:cNvSpPr>
            <a:spLocks noGrp="1"/>
          </p:cNvSpPr>
          <p:nvPr/>
        </p:nvSpPr>
        <p:spPr>
          <a:xfrm>
            <a:off x="4216975" y="1166660"/>
            <a:ext cx="17113" cy="19446"/>
          </a:xfrm>
          <a:custGeom>
            <a:avLst/>
            <a:gdLst/>
            <a:ahLst/>
            <a:cxnLst/>
            <a:rect l="0" t="0" r="0" b="0"/>
            <a:pathLst>
              <a:path w="88011" h="100013">
                <a:moveTo>
                  <a:pt x="44006" y="100013"/>
                </a:moveTo>
                <a:lnTo>
                  <a:pt x="88011" y="0"/>
                </a:lnTo>
                <a:lnTo>
                  <a:pt x="0" y="0"/>
                </a:lnTo>
                <a:close/>
              </a:path>
            </a:pathLst>
          </a:custGeom>
          <a:solidFill>
            <a:srgbClr val="388BBE"/>
          </a:solidFill>
          <a:ln w="0">
            <a:noFill/>
          </a:ln>
        </p:spPr>
      </p:sp>
      <p:cxnSp>
        <p:nvCxnSpPr>
          <p:cNvPr id="570" name="连接符: 肘形 569">
            <a:extLst>
              <a:ext uri="{FF2B5EF4-FFF2-40B4-BE49-F238E27FC236}">
                <a16:creationId xmlns:a16="http://schemas.microsoft.com/office/drawing/2014/main" id="{1BE2B009-E1C5-2C5C-2BCD-82A6A62E49EC}"/>
              </a:ext>
            </a:extLst>
          </p:cNvPr>
          <p:cNvCxnSpPr>
            <a:cxnSpLocks/>
          </p:cNvCxnSpPr>
          <p:nvPr/>
        </p:nvCxnSpPr>
        <p:spPr>
          <a:xfrm flipV="1">
            <a:off x="2571949" y="1289054"/>
            <a:ext cx="325996" cy="106954"/>
          </a:xfrm>
          <a:prstGeom prst="bentConnector3">
            <a:avLst>
              <a:gd name="adj1" fmla="val 83601"/>
            </a:avLst>
          </a:prstGeom>
          <a:noFill/>
          <a:ln w="6467">
            <a:solidFill>
              <a:srgbClr val="C78A2B"/>
            </a:solidFill>
            <a:prstDash val="solid"/>
          </a:ln>
        </p:spPr>
      </p:cxnSp>
      <p:grpSp>
        <p:nvGrpSpPr>
          <p:cNvPr id="1708" name="Arrow | shared_input → find_density">
            <a:extLst>
              <a:ext uri="{FF2B5EF4-FFF2-40B4-BE49-F238E27FC236}">
                <a16:creationId xmlns:a16="http://schemas.microsoft.com/office/drawing/2014/main" id="{E225BFF1-E8B4-D5A5-4F95-FE484FB74D08}"/>
              </a:ext>
            </a:extLst>
          </p:cNvPr>
          <p:cNvGrpSpPr/>
          <p:nvPr/>
        </p:nvGrpSpPr>
        <p:grpSpPr>
          <a:xfrm>
            <a:off x="2045298" y="542254"/>
            <a:ext cx="124645" cy="20837"/>
            <a:chOff x="959220" y="757422"/>
            <a:chExt cx="174105" cy="29105"/>
          </a:xfrm>
        </p:grpSpPr>
        <p:cxnSp>
          <p:nvCxnSpPr>
            <p:cNvPr id="1709" name="Arrow | shared_input → find_density | path">
              <a:extLst>
                <a:ext uri="{FF2B5EF4-FFF2-40B4-BE49-F238E27FC236}">
                  <a16:creationId xmlns:a16="http://schemas.microsoft.com/office/drawing/2014/main" id="{F30B4445-4DED-3C79-85E4-46233916FF14}"/>
                </a:ext>
              </a:extLst>
            </p:cNvPr>
            <p:cNvCxnSpPr/>
            <p:nvPr/>
          </p:nvCxnSpPr>
          <p:spPr>
            <a:xfrm>
              <a:off x="959220" y="771975"/>
              <a:ext cx="174105" cy="0"/>
            </a:xfrm>
            <a:prstGeom prst="line">
              <a:avLst/>
            </a:prstGeom>
            <a:noFill/>
            <a:ln w="12700" cap="rnd" cmpd="sng" algn="ctr">
              <a:solidFill>
                <a:srgbClr val="367FB7"/>
              </a:solidFill>
              <a:prstDash val="solid"/>
              <a:round/>
              <a:headEnd type="none" w="med" len="med"/>
              <a:tailEnd type="none" w="med" len="med"/>
            </a:ln>
            <a:effectLst/>
          </p:spPr>
        </p:cxnSp>
        <p:sp>
          <p:nvSpPr>
            <p:cNvPr id="1710" name="Arrow | shared_input → find_density | editable arrowhead">
              <a:extLst>
                <a:ext uri="{FF2B5EF4-FFF2-40B4-BE49-F238E27FC236}">
                  <a16:creationId xmlns:a16="http://schemas.microsoft.com/office/drawing/2014/main" id="{DE325CFF-F12D-F815-216B-225667997DB5}"/>
                </a:ext>
              </a:extLst>
            </p:cNvPr>
            <p:cNvSpPr/>
            <p:nvPr/>
          </p:nvSpPr>
          <p:spPr>
            <a:xfrm>
              <a:off x="1099490" y="757422"/>
              <a:ext cx="33836" cy="29105"/>
            </a:xfrm>
            <a:custGeom>
              <a:avLst/>
              <a:gdLst/>
              <a:ahLst/>
              <a:cxnLst/>
              <a:rect l="0" t="0" r="w" b="h"/>
              <a:pathLst>
                <a:path w="33836" h="29105" stroke="0" extrusionOk="0">
                  <a:moveTo>
                    <a:pt x="33836" y="14553"/>
                  </a:moveTo>
                  <a:lnTo>
                    <a:pt x="0" y="29105"/>
                  </a:lnTo>
                  <a:lnTo>
                    <a:pt x="0" y="0"/>
                  </a:lnTo>
                  <a:close/>
                </a:path>
              </a:pathLst>
            </a:custGeom>
            <a:solidFill>
              <a:srgbClr val="367FB7"/>
            </a:solidFill>
            <a:ln w="13970" cap="rnd" cmpd="sng" algn="ctr">
              <a:noFill/>
              <a:prstDash val="solid"/>
              <a:round/>
              <a:headEnd type="none" w="med" len="med"/>
              <a:tailEnd type="none" w="med" len="med"/>
            </a:ln>
            <a:effectLst/>
          </p:spPr>
        </p:sp>
      </p:grpSp>
      <p:sp>
        <p:nvSpPr>
          <p:cNvPr id="2796" name="Arrow 56">
            <a:extLst>
              <a:ext uri="{FF2B5EF4-FFF2-40B4-BE49-F238E27FC236}">
                <a16:creationId xmlns:a16="http://schemas.microsoft.com/office/drawing/2014/main" id="{E02DD7B0-AF91-A31E-8E21-3A4E0A7DEB77}"/>
              </a:ext>
            </a:extLst>
          </p:cNvPr>
          <p:cNvSpPr>
            <a:spLocks noGrp="1"/>
          </p:cNvSpPr>
          <p:nvPr/>
        </p:nvSpPr>
        <p:spPr>
          <a:xfrm>
            <a:off x="3815547" y="2682497"/>
            <a:ext cx="20" cy="30651"/>
          </a:xfrm>
          <a:custGeom>
            <a:avLst/>
            <a:gdLst/>
            <a:ahLst/>
            <a:cxnLst/>
            <a:rect l="0" t="0" r="0" b="0"/>
            <a:pathLst>
              <a:path w="95" h="142875">
                <a:moveTo>
                  <a:pt x="0" y="0"/>
                </a:moveTo>
                <a:lnTo>
                  <a:pt x="0" y="142875"/>
                </a:lnTo>
              </a:path>
            </a:pathLst>
          </a:custGeom>
          <a:noFill/>
          <a:ln w="3474">
            <a:solidFill>
              <a:srgbClr val="2B887C"/>
            </a:solidFill>
            <a:prstDash val="solid"/>
          </a:ln>
        </p:spPr>
      </p:sp>
      <p:sp>
        <p:nvSpPr>
          <p:cNvPr id="2798" name="Arrow 56 | proportional arrowhead">
            <a:extLst>
              <a:ext uri="{FF2B5EF4-FFF2-40B4-BE49-F238E27FC236}">
                <a16:creationId xmlns:a16="http://schemas.microsoft.com/office/drawing/2014/main" id="{BB2A553E-6157-AB0C-0937-E9B2ED8BEB4F}"/>
              </a:ext>
            </a:extLst>
          </p:cNvPr>
          <p:cNvSpPr/>
          <p:nvPr/>
        </p:nvSpPr>
        <p:spPr>
          <a:xfrm>
            <a:off x="3808394" y="2694757"/>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36" name="Atom encoding to point input | arrowhead">
            <a:extLst>
              <a:ext uri="{FF2B5EF4-FFF2-40B4-BE49-F238E27FC236}">
                <a16:creationId xmlns:a16="http://schemas.microsoft.com/office/drawing/2014/main" id="{BEB38505-637B-D3AE-A7DA-6A5C3BFAC485}"/>
              </a:ext>
            </a:extLst>
          </p:cNvPr>
          <p:cNvSpPr>
            <a:spLocks noGrp="1"/>
          </p:cNvSpPr>
          <p:nvPr/>
        </p:nvSpPr>
        <p:spPr>
          <a:xfrm>
            <a:off x="2893015" y="1238638"/>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Tree>
    <p:extLst>
      <p:ext uri="{BB962C8B-B14F-4D97-AF65-F5344CB8AC3E}">
        <p14:creationId xmlns:p14="http://schemas.microsoft.com/office/powerpoint/2010/main" val="137497982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C31FD-1901-8B13-44AF-B07A6155D8AF}"/>
            </a:ext>
          </a:extLst>
        </p:cNvPr>
        <p:cNvGrpSpPr/>
        <p:nvPr/>
      </p:nvGrpSpPr>
      <p:grpSpPr>
        <a:xfrm>
          <a:off x="0" y="0"/>
          <a:ext cx="0" cy="0"/>
          <a:chOff x="0" y="0"/>
          <a:chExt cx="0" cy="0"/>
        </a:xfrm>
      </p:grpSpPr>
      <p:sp>
        <p:nvSpPr>
          <p:cNvPr id="3" name="rect_0001">
            <a:extLst>
              <a:ext uri="{FF2B5EF4-FFF2-40B4-BE49-F238E27FC236}">
                <a16:creationId xmlns:a16="http://schemas.microsoft.com/office/drawing/2014/main" id="{B36FAD86-B0FD-5042-1A37-B67033EF8086}"/>
              </a:ext>
            </a:extLst>
          </p:cNvPr>
          <p:cNvSpPr/>
          <p:nvPr/>
        </p:nvSpPr>
        <p:spPr>
          <a:xfrm>
            <a:off x="1405608" y="47036"/>
            <a:ext cx="639689" cy="3774638"/>
          </a:xfrm>
          <a:prstGeom prst="roundRect">
            <a:avLst>
              <a:gd name="adj" fmla="val 4412"/>
            </a:avLst>
          </a:prstGeom>
          <a:solidFill>
            <a:srgbClr val="F9FBFD"/>
          </a:solidFill>
          <a:ln w="6480" cap="rnd" cmpd="sng" algn="ctr">
            <a:solidFill>
              <a:srgbClr val="C3D2E0"/>
            </a:solidFill>
            <a:prstDash val="solid"/>
            <a:round/>
            <a:headEnd type="none" w="med" len="med"/>
            <a:tailEnd type="none" w="med" len="med"/>
          </a:ln>
          <a:effectLst/>
        </p:spPr>
      </p:sp>
      <p:sp>
        <p:nvSpPr>
          <p:cNvPr id="4" name="a | panel label">
            <a:extLst>
              <a:ext uri="{FF2B5EF4-FFF2-40B4-BE49-F238E27FC236}">
                <a16:creationId xmlns:a16="http://schemas.microsoft.com/office/drawing/2014/main" id="{21CE521F-5950-4FD0-E6AA-A7DFB3616BFE}"/>
              </a:ext>
            </a:extLst>
          </p:cNvPr>
          <p:cNvSpPr txBox="1"/>
          <p:nvPr/>
        </p:nvSpPr>
        <p:spPr>
          <a:xfrm>
            <a:off x="1450292" y="61147"/>
            <a:ext cx="98818" cy="136922"/>
          </a:xfrm>
          <a:prstGeom prst="rect">
            <a:avLst/>
          </a:prstGeom>
          <a:noFill/>
          <a:ln>
            <a:noFill/>
          </a:ln>
          <a:effectLst/>
        </p:spPr>
        <p:txBody>
          <a:bodyPr vertOverflow="overflow" horzOverflow="overflow" wrap="none" lIns="0" tIns="0" rIns="0" bIns="0" anchor="t" anchorCtr="0">
            <a:noAutofit/>
          </a:bodyPr>
          <a:lstStyle/>
          <a:p>
            <a:r>
              <a:rPr lang="en-US" sz="760" b="1" dirty="0">
                <a:solidFill>
                  <a:srgbClr val="1D3043"/>
                </a:solidFill>
                <a:latin typeface="Arial"/>
                <a:ea typeface="Arial"/>
                <a:cs typeface="Arial"/>
              </a:rPr>
              <a:t>a</a:t>
            </a:r>
            <a:endParaRPr lang="en-US" sz="760" dirty="0"/>
          </a:p>
        </p:txBody>
      </p:sp>
      <p:grpSp>
        <p:nvGrpSpPr>
          <p:cNvPr id="5" name="Text | Shared input / representation">
            <a:extLst>
              <a:ext uri="{FF2B5EF4-FFF2-40B4-BE49-F238E27FC236}">
                <a16:creationId xmlns:a16="http://schemas.microsoft.com/office/drawing/2014/main" id="{1279A1CA-1E92-6BFC-F354-824BEE668745}"/>
              </a:ext>
            </a:extLst>
          </p:cNvPr>
          <p:cNvGrpSpPr/>
          <p:nvPr/>
        </p:nvGrpSpPr>
        <p:grpSpPr>
          <a:xfrm>
            <a:off x="1549068" y="77610"/>
            <a:ext cx="597912" cy="183863"/>
            <a:chOff x="266085" y="108405"/>
            <a:chExt cx="835165" cy="256821"/>
          </a:xfrm>
        </p:grpSpPr>
        <p:sp>
          <p:nvSpPr>
            <p:cNvPr id="6" name="Text | Shared input">
              <a:extLst>
                <a:ext uri="{FF2B5EF4-FFF2-40B4-BE49-F238E27FC236}">
                  <a16:creationId xmlns:a16="http://schemas.microsoft.com/office/drawing/2014/main" id="{23AB9D6D-CA7D-63F5-03F0-1B376CC8F4EE}"/>
                </a:ext>
              </a:extLst>
            </p:cNvPr>
            <p:cNvSpPr txBox="1"/>
            <p:nvPr/>
          </p:nvSpPr>
          <p:spPr>
            <a:xfrm>
              <a:off x="266085" y="108405"/>
              <a:ext cx="729063" cy="135276"/>
            </a:xfrm>
            <a:prstGeom prst="rect">
              <a:avLst/>
            </a:prstGeom>
            <a:noFill/>
            <a:ln>
              <a:noFill/>
            </a:ln>
            <a:effectLst/>
          </p:spPr>
          <p:txBody>
            <a:bodyPr vertOverflow="overflow" horzOverflow="overflow" wrap="none" lIns="0" tIns="0" rIns="0" bIns="0" anchor="t" anchorCtr="0">
              <a:noAutofit/>
            </a:bodyPr>
            <a:lstStyle/>
            <a:p>
              <a:r>
                <a:rPr lang="en-US" sz="537" b="1" dirty="0">
                  <a:solidFill>
                    <a:srgbClr val="1D3043"/>
                  </a:solidFill>
                  <a:latin typeface="Arial"/>
                  <a:ea typeface="Arial"/>
                  <a:cs typeface="Arial"/>
                </a:rPr>
                <a:t>Shared input</a:t>
              </a:r>
              <a:endParaRPr lang="en-US" sz="537"/>
            </a:p>
          </p:txBody>
        </p:sp>
        <p:sp>
          <p:nvSpPr>
            <p:cNvPr id="7" name="Text | representation">
              <a:extLst>
                <a:ext uri="{FF2B5EF4-FFF2-40B4-BE49-F238E27FC236}">
                  <a16:creationId xmlns:a16="http://schemas.microsoft.com/office/drawing/2014/main" id="{CB00AF98-FC6D-F74D-DC39-ACCEC9419D98}"/>
                </a:ext>
              </a:extLst>
            </p:cNvPr>
            <p:cNvSpPr txBox="1"/>
            <p:nvPr/>
          </p:nvSpPr>
          <p:spPr>
            <a:xfrm>
              <a:off x="266085" y="229950"/>
              <a:ext cx="835165" cy="135276"/>
            </a:xfrm>
            <a:prstGeom prst="rect">
              <a:avLst/>
            </a:prstGeom>
            <a:noFill/>
            <a:ln>
              <a:noFill/>
            </a:ln>
            <a:effectLst/>
          </p:spPr>
          <p:txBody>
            <a:bodyPr vertOverflow="overflow" horzOverflow="overflow" wrap="none" lIns="0" tIns="0" rIns="0" bIns="0" anchor="t" anchorCtr="0">
              <a:noAutofit/>
            </a:bodyPr>
            <a:lstStyle/>
            <a:p>
              <a:r>
                <a:rPr lang="en-US" sz="537" b="1" dirty="0">
                  <a:solidFill>
                    <a:srgbClr val="1D3043"/>
                  </a:solidFill>
                  <a:latin typeface="Arial"/>
                  <a:ea typeface="Arial"/>
                  <a:cs typeface="Arial"/>
                </a:rPr>
                <a:t>representation</a:t>
              </a:r>
              <a:endParaRPr lang="en-US" sz="537" dirty="0"/>
            </a:p>
          </p:txBody>
        </p:sp>
      </p:grpSp>
      <p:sp>
        <p:nvSpPr>
          <p:cNvPr id="9" name="Text | Density bank">
            <a:extLst>
              <a:ext uri="{FF2B5EF4-FFF2-40B4-BE49-F238E27FC236}">
                <a16:creationId xmlns:a16="http://schemas.microsoft.com/office/drawing/2014/main" id="{BC75F581-50EC-70DB-5D62-BD3186BB3869}"/>
              </a:ext>
            </a:extLst>
          </p:cNvPr>
          <p:cNvSpPr txBox="1"/>
          <p:nvPr/>
        </p:nvSpPr>
        <p:spPr>
          <a:xfrm>
            <a:off x="1457798" y="335050"/>
            <a:ext cx="535308" cy="103093"/>
          </a:xfrm>
          <a:prstGeom prst="rect">
            <a:avLst/>
          </a:prstGeom>
          <a:noFill/>
          <a:ln>
            <a:noFill/>
          </a:ln>
          <a:effectLst/>
        </p:spPr>
        <p:txBody>
          <a:bodyPr vertOverflow="overflow" horzOverflow="overflow" wrap="none" lIns="0" tIns="0" rIns="0" bIns="0" anchor="t" anchorCtr="0">
            <a:noAutofit/>
          </a:bodyPr>
          <a:lstStyle/>
          <a:p>
            <a:pPr algn="ctr"/>
            <a:r>
              <a:rPr lang="en-US" sz="530" b="1" dirty="0">
                <a:solidFill>
                  <a:srgbClr val="1D3043"/>
                </a:solidFill>
                <a:latin typeface="Arial"/>
                <a:ea typeface="Arial"/>
                <a:cs typeface="Arial"/>
              </a:rPr>
              <a:t>Density bank</a:t>
            </a:r>
            <a:endParaRPr lang="en-US" sz="530" dirty="0"/>
          </a:p>
        </p:txBody>
      </p:sp>
      <p:sp>
        <p:nvSpPr>
          <p:cNvPr id="138" name="Text | M">
            <a:extLst>
              <a:ext uri="{FF2B5EF4-FFF2-40B4-BE49-F238E27FC236}">
                <a16:creationId xmlns:a16="http://schemas.microsoft.com/office/drawing/2014/main" id="{A74DB18D-7B63-C940-66EA-DC8DA9402B0F}"/>
              </a:ext>
            </a:extLst>
          </p:cNvPr>
          <p:cNvSpPr txBox="1"/>
          <p:nvPr/>
        </p:nvSpPr>
        <p:spPr>
          <a:xfrm>
            <a:off x="1450067" y="711339"/>
            <a:ext cx="257731" cy="82474"/>
          </a:xfrm>
          <a:prstGeom prst="rect">
            <a:avLst/>
          </a:prstGeom>
          <a:noFill/>
          <a:ln>
            <a:noFill/>
          </a:ln>
          <a:effectLst/>
        </p:spPr>
        <p:txBody>
          <a:bodyPr vertOverflow="overflow" horzOverflow="overflow" wrap="none" lIns="0" tIns="0" rIns="0" bIns="0" anchor="t" anchorCtr="0">
            <a:noAutofit/>
          </a:bodyPr>
          <a:lstStyle/>
          <a:p>
            <a:pPr algn="ctr"/>
            <a:r>
              <a:rPr lang="en-US" sz="472" i="1" dirty="0">
                <a:solidFill>
                  <a:srgbClr val="1D3043"/>
                </a:solidFill>
                <a:latin typeface="Arial"/>
                <a:ea typeface="Arial"/>
                <a:cs typeface="Arial"/>
              </a:rPr>
              <a:t>M</a:t>
            </a:r>
            <a:r>
              <a:rPr lang="en-US" sz="379" baseline="-25000" dirty="0">
                <a:solidFill>
                  <a:srgbClr val="1D3043"/>
                </a:solidFill>
                <a:latin typeface="Arial"/>
                <a:ea typeface="Arial"/>
                <a:cs typeface="Arial"/>
              </a:rPr>
              <a:t>exp</a:t>
            </a:r>
            <a:endParaRPr lang="en-US" sz="472" dirty="0"/>
          </a:p>
        </p:txBody>
      </p:sp>
      <p:sp>
        <p:nvSpPr>
          <p:cNvPr id="266" name="Text | M">
            <a:extLst>
              <a:ext uri="{FF2B5EF4-FFF2-40B4-BE49-F238E27FC236}">
                <a16:creationId xmlns:a16="http://schemas.microsoft.com/office/drawing/2014/main" id="{F7C1CB98-131C-E336-2EC6-EAF5ED6EFC2C}"/>
              </a:ext>
            </a:extLst>
          </p:cNvPr>
          <p:cNvSpPr txBox="1"/>
          <p:nvPr/>
        </p:nvSpPr>
        <p:spPr>
          <a:xfrm>
            <a:off x="1743107" y="711339"/>
            <a:ext cx="257731" cy="82474"/>
          </a:xfrm>
          <a:prstGeom prst="rect">
            <a:avLst/>
          </a:prstGeom>
          <a:noFill/>
          <a:ln>
            <a:noFill/>
          </a:ln>
          <a:effectLst/>
        </p:spPr>
        <p:txBody>
          <a:bodyPr vertOverflow="overflow" horzOverflow="overflow" wrap="none" lIns="0" tIns="0" rIns="0" bIns="0" anchor="t" anchorCtr="0">
            <a:noAutofit/>
          </a:bodyPr>
          <a:lstStyle/>
          <a:p>
            <a:pPr algn="ctr"/>
            <a:r>
              <a:rPr lang="en-US" sz="472" i="1" dirty="0">
                <a:solidFill>
                  <a:srgbClr val="1D3043"/>
                </a:solidFill>
                <a:latin typeface="Arial"/>
                <a:ea typeface="Arial"/>
                <a:cs typeface="Arial"/>
              </a:rPr>
              <a:t>M</a:t>
            </a:r>
            <a:r>
              <a:rPr lang="en-US" sz="379" baseline="-25000" dirty="0">
                <a:solidFill>
                  <a:srgbClr val="1D3043"/>
                </a:solidFill>
                <a:latin typeface="Arial"/>
                <a:ea typeface="Arial"/>
                <a:cs typeface="Arial"/>
              </a:rPr>
              <a:t>sim</a:t>
            </a:r>
            <a:endParaRPr lang="en-US" sz="472" dirty="0"/>
          </a:p>
        </p:txBody>
      </p:sp>
      <p:sp>
        <p:nvSpPr>
          <p:cNvPr id="394" name="Text | M">
            <a:extLst>
              <a:ext uri="{FF2B5EF4-FFF2-40B4-BE49-F238E27FC236}">
                <a16:creationId xmlns:a16="http://schemas.microsoft.com/office/drawing/2014/main" id="{C1D13194-00CE-54CF-E04B-BF202044A2F8}"/>
              </a:ext>
            </a:extLst>
          </p:cNvPr>
          <p:cNvSpPr txBox="1"/>
          <p:nvPr/>
        </p:nvSpPr>
        <p:spPr>
          <a:xfrm>
            <a:off x="1450067" y="1046389"/>
            <a:ext cx="257731" cy="82474"/>
          </a:xfrm>
          <a:prstGeom prst="rect">
            <a:avLst/>
          </a:prstGeom>
          <a:noFill/>
          <a:ln>
            <a:noFill/>
          </a:ln>
          <a:effectLst/>
        </p:spPr>
        <p:txBody>
          <a:bodyPr vertOverflow="overflow" horzOverflow="overflow" wrap="none" lIns="0" tIns="0" rIns="0" bIns="0" anchor="t" anchorCtr="0">
            <a:noAutofit/>
          </a:bodyPr>
          <a:lstStyle/>
          <a:p>
            <a:pPr algn="ctr"/>
            <a:r>
              <a:rPr lang="en-US" sz="472" i="1" dirty="0">
                <a:solidFill>
                  <a:srgbClr val="1D3043"/>
                </a:solidFill>
                <a:latin typeface="Arial"/>
                <a:ea typeface="Arial"/>
                <a:cs typeface="Arial"/>
              </a:rPr>
              <a:t>M</a:t>
            </a:r>
            <a:r>
              <a:rPr lang="en-US" sz="379" baseline="-25000" dirty="0">
                <a:solidFill>
                  <a:srgbClr val="1D3043"/>
                </a:solidFill>
                <a:latin typeface="Arial"/>
                <a:ea typeface="Arial"/>
                <a:cs typeface="Arial"/>
              </a:rPr>
              <a:t>diff</a:t>
            </a:r>
            <a:endParaRPr lang="en-US" sz="472" dirty="0"/>
          </a:p>
        </p:txBody>
      </p:sp>
      <p:sp>
        <p:nvSpPr>
          <p:cNvPr id="522" name="Text | M">
            <a:extLst>
              <a:ext uri="{FF2B5EF4-FFF2-40B4-BE49-F238E27FC236}">
                <a16:creationId xmlns:a16="http://schemas.microsoft.com/office/drawing/2014/main" id="{7B952108-BF7E-70B8-746B-A9D06A34DD54}"/>
              </a:ext>
            </a:extLst>
          </p:cNvPr>
          <p:cNvSpPr txBox="1"/>
          <p:nvPr/>
        </p:nvSpPr>
        <p:spPr>
          <a:xfrm>
            <a:off x="1743107" y="1046389"/>
            <a:ext cx="257731" cy="82474"/>
          </a:xfrm>
          <a:prstGeom prst="rect">
            <a:avLst/>
          </a:prstGeom>
          <a:noFill/>
          <a:ln>
            <a:noFill/>
          </a:ln>
          <a:effectLst/>
        </p:spPr>
        <p:txBody>
          <a:bodyPr vertOverflow="overflow" horzOverflow="overflow" wrap="none" lIns="0" tIns="0" rIns="0" bIns="0" anchor="t" anchorCtr="0">
            <a:noAutofit/>
          </a:bodyPr>
          <a:lstStyle/>
          <a:p>
            <a:pPr algn="ctr"/>
            <a:r>
              <a:rPr lang="en-US" sz="472" i="1" dirty="0">
                <a:solidFill>
                  <a:srgbClr val="1D3043"/>
                </a:solidFill>
                <a:latin typeface="Arial"/>
                <a:ea typeface="Arial"/>
                <a:cs typeface="Arial"/>
              </a:rPr>
              <a:t>M</a:t>
            </a:r>
            <a:r>
              <a:rPr lang="en-US" sz="379" baseline="-25000" dirty="0">
                <a:solidFill>
                  <a:srgbClr val="1D3043"/>
                </a:solidFill>
                <a:latin typeface="Arial"/>
                <a:ea typeface="Arial"/>
                <a:cs typeface="Arial"/>
              </a:rPr>
              <a:t>diff</a:t>
            </a:r>
            <a:r>
              <a:rPr lang="en-US" sz="379" baseline="30000" dirty="0">
                <a:solidFill>
                  <a:srgbClr val="1D3043"/>
                </a:solidFill>
                <a:latin typeface="Arial"/>
                <a:ea typeface="Arial"/>
                <a:cs typeface="Arial"/>
              </a:rPr>
              <a:t>+</a:t>
            </a:r>
            <a:endParaRPr lang="en-US" sz="472" dirty="0"/>
          </a:p>
        </p:txBody>
      </p:sp>
      <p:cxnSp>
        <p:nvCxnSpPr>
          <p:cNvPr id="523" name="path_0515">
            <a:extLst>
              <a:ext uri="{FF2B5EF4-FFF2-40B4-BE49-F238E27FC236}">
                <a16:creationId xmlns:a16="http://schemas.microsoft.com/office/drawing/2014/main" id="{2727D012-6400-D751-37B2-319BCDA13BCE}"/>
              </a:ext>
            </a:extLst>
          </p:cNvPr>
          <p:cNvCxnSpPr/>
          <p:nvPr/>
        </p:nvCxnSpPr>
        <p:spPr>
          <a:xfrm>
            <a:off x="1492624" y="1152381"/>
            <a:ext cx="465656" cy="0"/>
          </a:xfrm>
          <a:prstGeom prst="line">
            <a:avLst/>
          </a:prstGeom>
          <a:noFill/>
          <a:ln w="12700" cap="rnd" cmpd="sng" algn="ctr">
            <a:solidFill>
              <a:srgbClr val="5E7180"/>
            </a:solidFill>
            <a:prstDash val="solid"/>
            <a:round/>
            <a:headEnd type="none" w="med" len="med"/>
            <a:tailEnd type="none" w="med" len="med"/>
          </a:ln>
          <a:effectLst/>
        </p:spPr>
      </p:cxnSp>
      <p:cxnSp>
        <p:nvCxnSpPr>
          <p:cNvPr id="524" name="path_0516">
            <a:extLst>
              <a:ext uri="{FF2B5EF4-FFF2-40B4-BE49-F238E27FC236}">
                <a16:creationId xmlns:a16="http://schemas.microsoft.com/office/drawing/2014/main" id="{0416E660-788B-5BA9-273C-6EAA0BBB2618}"/>
              </a:ext>
            </a:extLst>
          </p:cNvPr>
          <p:cNvCxnSpPr/>
          <p:nvPr/>
        </p:nvCxnSpPr>
        <p:spPr>
          <a:xfrm>
            <a:off x="1492624" y="1131216"/>
            <a:ext cx="0" cy="21166"/>
          </a:xfrm>
          <a:prstGeom prst="line">
            <a:avLst/>
          </a:prstGeom>
          <a:noFill/>
          <a:ln w="12700" cap="rnd" cmpd="sng" algn="ctr">
            <a:solidFill>
              <a:srgbClr val="5E7180"/>
            </a:solidFill>
            <a:prstDash val="solid"/>
            <a:round/>
            <a:headEnd type="none" w="med" len="med"/>
            <a:tailEnd type="none" w="med" len="med"/>
          </a:ln>
          <a:effectLst/>
        </p:spPr>
      </p:cxnSp>
      <p:cxnSp>
        <p:nvCxnSpPr>
          <p:cNvPr id="525" name="path_0517">
            <a:extLst>
              <a:ext uri="{FF2B5EF4-FFF2-40B4-BE49-F238E27FC236}">
                <a16:creationId xmlns:a16="http://schemas.microsoft.com/office/drawing/2014/main" id="{72BC25DB-3807-9E6D-B6DA-ECDE8C04E188}"/>
              </a:ext>
            </a:extLst>
          </p:cNvPr>
          <p:cNvCxnSpPr/>
          <p:nvPr/>
        </p:nvCxnSpPr>
        <p:spPr>
          <a:xfrm>
            <a:off x="1958280" y="1131216"/>
            <a:ext cx="0" cy="21166"/>
          </a:xfrm>
          <a:prstGeom prst="line">
            <a:avLst/>
          </a:prstGeom>
          <a:noFill/>
          <a:ln w="12700" cap="rnd" cmpd="sng" algn="ctr">
            <a:solidFill>
              <a:srgbClr val="5E7180"/>
            </a:solidFill>
            <a:prstDash val="solid"/>
            <a:round/>
            <a:headEnd type="none" w="med" len="med"/>
            <a:tailEnd type="none" w="med" len="med"/>
          </a:ln>
          <a:effectLst/>
        </p:spPr>
      </p:cxnSp>
      <p:sp>
        <p:nvSpPr>
          <p:cNvPr id="526" name="Text | 4 base fields">
            <a:extLst>
              <a:ext uri="{FF2B5EF4-FFF2-40B4-BE49-F238E27FC236}">
                <a16:creationId xmlns:a16="http://schemas.microsoft.com/office/drawing/2014/main" id="{410F9551-E3E7-1493-8C19-E222FC0FBAAF}"/>
              </a:ext>
            </a:extLst>
          </p:cNvPr>
          <p:cNvSpPr txBox="1"/>
          <p:nvPr/>
        </p:nvSpPr>
        <p:spPr>
          <a:xfrm>
            <a:off x="1457798" y="1172678"/>
            <a:ext cx="535308" cy="90206"/>
          </a:xfrm>
          <a:prstGeom prst="rect">
            <a:avLst/>
          </a:prstGeom>
          <a:noFill/>
          <a:ln>
            <a:noFill/>
          </a:ln>
          <a:effectLst/>
        </p:spPr>
        <p:txBody>
          <a:bodyPr vertOverflow="overflow" horzOverflow="overflow" wrap="none" lIns="0" tIns="0" rIns="0" bIns="0" anchor="t" anchorCtr="0">
            <a:noAutofit/>
          </a:bodyPr>
          <a:lstStyle/>
          <a:p>
            <a:pPr algn="ctr"/>
            <a:r>
              <a:rPr lang="en-US" sz="494" b="1" dirty="0">
                <a:solidFill>
                  <a:srgbClr val="1D3043"/>
                </a:solidFill>
                <a:latin typeface="Arial"/>
                <a:ea typeface="Arial"/>
                <a:cs typeface="Arial"/>
              </a:rPr>
              <a:t>4 base fields</a:t>
            </a:r>
            <a:endParaRPr lang="en-US" sz="494" dirty="0"/>
          </a:p>
        </p:txBody>
      </p:sp>
      <p:grpSp>
        <p:nvGrpSpPr>
          <p:cNvPr id="527" name="a | arrow base fields to normalizations">
            <a:extLst>
              <a:ext uri="{FF2B5EF4-FFF2-40B4-BE49-F238E27FC236}">
                <a16:creationId xmlns:a16="http://schemas.microsoft.com/office/drawing/2014/main" id="{BEB6ECDC-5BEC-9272-2646-B297ABF5D83D}"/>
              </a:ext>
            </a:extLst>
          </p:cNvPr>
          <p:cNvGrpSpPr/>
          <p:nvPr/>
        </p:nvGrpSpPr>
        <p:grpSpPr>
          <a:xfrm>
            <a:off x="1715492" y="1265268"/>
            <a:ext cx="19920" cy="68202"/>
            <a:chOff x="498548" y="1767330"/>
            <a:chExt cx="27824" cy="95265"/>
          </a:xfrm>
        </p:grpSpPr>
        <p:cxnSp>
          <p:nvCxnSpPr>
            <p:cNvPr id="528" name="Arrow |  →  | path">
              <a:extLst>
                <a:ext uri="{FF2B5EF4-FFF2-40B4-BE49-F238E27FC236}">
                  <a16:creationId xmlns:a16="http://schemas.microsoft.com/office/drawing/2014/main" id="{5B29B249-4CD4-5219-B41E-7EFD74C20992}"/>
                </a:ext>
              </a:extLst>
            </p:cNvPr>
            <p:cNvCxnSpPr/>
            <p:nvPr/>
          </p:nvCxnSpPr>
          <p:spPr>
            <a:xfrm>
              <a:off x="512460" y="1767330"/>
              <a:ext cx="0" cy="95265"/>
            </a:xfrm>
            <a:prstGeom prst="line">
              <a:avLst/>
            </a:prstGeom>
            <a:noFill/>
            <a:ln w="12700" cap="rnd" cmpd="sng" algn="ctr">
              <a:solidFill>
                <a:srgbClr val="5E7180"/>
              </a:solidFill>
              <a:prstDash val="solid"/>
              <a:round/>
              <a:headEnd type="none" w="med" len="med"/>
              <a:tailEnd type="none" w="med" len="med"/>
            </a:ln>
            <a:effectLst/>
          </p:spPr>
        </p:cxnSp>
        <p:sp>
          <p:nvSpPr>
            <p:cNvPr id="529" name="Arrow |  →  | editable arrowhead">
              <a:extLst>
                <a:ext uri="{FF2B5EF4-FFF2-40B4-BE49-F238E27FC236}">
                  <a16:creationId xmlns:a16="http://schemas.microsoft.com/office/drawing/2014/main" id="{D06F18E8-63B9-1838-ADB6-38F44015830B}"/>
                </a:ext>
              </a:extLst>
            </p:cNvPr>
            <p:cNvSpPr/>
            <p:nvPr/>
          </p:nvSpPr>
          <p:spPr>
            <a:xfrm>
              <a:off x="498548" y="1830238"/>
              <a:ext cx="27824" cy="32357"/>
            </a:xfrm>
            <a:custGeom>
              <a:avLst/>
              <a:gdLst/>
              <a:ahLst/>
              <a:cxnLst/>
              <a:rect l="0" t="0" r="w" b="h"/>
              <a:pathLst>
                <a:path w="27824" h="32357" stroke="0" extrusionOk="0">
                  <a:moveTo>
                    <a:pt x="13912" y="32357"/>
                  </a:moveTo>
                  <a:lnTo>
                    <a:pt x="0" y="0"/>
                  </a:lnTo>
                  <a:lnTo>
                    <a:pt x="27824" y="0"/>
                  </a:lnTo>
                  <a:close/>
                </a:path>
              </a:pathLst>
            </a:custGeom>
            <a:solidFill>
              <a:srgbClr val="5E7180"/>
            </a:solidFill>
            <a:ln w="1" cap="rnd" cmpd="sng" algn="ctr">
              <a:noFill/>
              <a:prstDash val="solid"/>
              <a:round/>
              <a:headEnd type="none" w="med" len="med"/>
              <a:tailEnd type="none" w="med" len="med"/>
            </a:ln>
            <a:effectLst/>
          </p:spPr>
        </p:sp>
      </p:grpSp>
      <p:sp>
        <p:nvSpPr>
          <p:cNvPr id="530" name="Text | 2 normalizations">
            <a:extLst>
              <a:ext uri="{FF2B5EF4-FFF2-40B4-BE49-F238E27FC236}">
                <a16:creationId xmlns:a16="http://schemas.microsoft.com/office/drawing/2014/main" id="{CE38FEF6-B383-30EA-4024-E05234BB3977}"/>
              </a:ext>
            </a:extLst>
          </p:cNvPr>
          <p:cNvSpPr txBox="1"/>
          <p:nvPr/>
        </p:nvSpPr>
        <p:spPr>
          <a:xfrm>
            <a:off x="1457798" y="1340203"/>
            <a:ext cx="535308" cy="92783"/>
          </a:xfrm>
          <a:prstGeom prst="rect">
            <a:avLst/>
          </a:prstGeom>
          <a:noFill/>
          <a:ln>
            <a:noFill/>
          </a:ln>
          <a:effectLst/>
        </p:spPr>
        <p:txBody>
          <a:bodyPr vertOverflow="overflow" horzOverflow="overflow" wrap="none" lIns="0" tIns="0" rIns="0" bIns="0" anchor="t" anchorCtr="0">
            <a:noAutofit/>
          </a:bodyPr>
          <a:lstStyle/>
          <a:p>
            <a:pPr algn="ctr"/>
            <a:r>
              <a:rPr lang="en-US" sz="487" b="1" dirty="0">
                <a:solidFill>
                  <a:srgbClr val="1D3043"/>
                </a:solidFill>
                <a:latin typeface="Arial"/>
                <a:ea typeface="Arial"/>
                <a:cs typeface="Arial"/>
              </a:rPr>
              <a:t>2 normalizations</a:t>
            </a:r>
            <a:endParaRPr lang="en-US" sz="487" dirty="0"/>
          </a:p>
        </p:txBody>
      </p:sp>
      <p:sp>
        <p:nvSpPr>
          <p:cNvPr id="531" name="Text | Raw">
            <a:extLst>
              <a:ext uri="{FF2B5EF4-FFF2-40B4-BE49-F238E27FC236}">
                <a16:creationId xmlns:a16="http://schemas.microsoft.com/office/drawing/2014/main" id="{E42DD071-68C9-51BA-6603-7BDC76D5992C}"/>
              </a:ext>
            </a:extLst>
          </p:cNvPr>
          <p:cNvSpPr txBox="1"/>
          <p:nvPr/>
        </p:nvSpPr>
        <p:spPr>
          <a:xfrm>
            <a:off x="1452644" y="1460049"/>
            <a:ext cx="252577" cy="81185"/>
          </a:xfrm>
          <a:prstGeom prst="rect">
            <a:avLst/>
          </a:prstGeom>
          <a:noFill/>
          <a:ln>
            <a:noFill/>
          </a:ln>
          <a:effectLst/>
        </p:spPr>
        <p:txBody>
          <a:bodyPr vertOverflow="overflow" horzOverflow="overflow" wrap="none" lIns="0" tIns="0" rIns="0" bIns="0" anchor="t" anchorCtr="0">
            <a:noAutofit/>
          </a:bodyPr>
          <a:lstStyle/>
          <a:p>
            <a:pPr algn="ctr"/>
            <a:r>
              <a:rPr lang="en-US" sz="444" dirty="0">
                <a:solidFill>
                  <a:srgbClr val="1D3043"/>
                </a:solidFill>
                <a:latin typeface="Arial"/>
                <a:ea typeface="Arial"/>
                <a:cs typeface="Arial"/>
              </a:rPr>
              <a:t>Raw</a:t>
            </a:r>
            <a:endParaRPr lang="en-US" sz="444" dirty="0"/>
          </a:p>
        </p:txBody>
      </p:sp>
      <p:sp>
        <p:nvSpPr>
          <p:cNvPr id="532" name="Text | Z-score">
            <a:extLst>
              <a:ext uri="{FF2B5EF4-FFF2-40B4-BE49-F238E27FC236}">
                <a16:creationId xmlns:a16="http://schemas.microsoft.com/office/drawing/2014/main" id="{8A6D94C7-F1C1-8E20-E845-A23346C9AA0B}"/>
              </a:ext>
            </a:extLst>
          </p:cNvPr>
          <p:cNvSpPr txBox="1"/>
          <p:nvPr/>
        </p:nvSpPr>
        <p:spPr>
          <a:xfrm>
            <a:off x="1745684" y="1460049"/>
            <a:ext cx="252577" cy="81185"/>
          </a:xfrm>
          <a:prstGeom prst="rect">
            <a:avLst/>
          </a:prstGeom>
          <a:noFill/>
          <a:ln>
            <a:noFill/>
          </a:ln>
          <a:effectLst/>
        </p:spPr>
        <p:txBody>
          <a:bodyPr vertOverflow="overflow" horzOverflow="overflow" wrap="none" lIns="0" tIns="0" rIns="0" bIns="0" anchor="t" anchorCtr="0">
            <a:noAutofit/>
          </a:bodyPr>
          <a:lstStyle/>
          <a:p>
            <a:pPr algn="ctr"/>
            <a:r>
              <a:rPr lang="en-US" sz="444" dirty="0">
                <a:solidFill>
                  <a:srgbClr val="1D3043"/>
                </a:solidFill>
                <a:latin typeface="Arial"/>
                <a:ea typeface="Arial"/>
                <a:cs typeface="Arial"/>
              </a:rPr>
              <a:t>Z-score</a:t>
            </a:r>
            <a:endParaRPr lang="en-US" sz="444" dirty="0"/>
          </a:p>
        </p:txBody>
      </p:sp>
      <p:grpSp>
        <p:nvGrpSpPr>
          <p:cNvPr id="789" name="a | arrow normalizations to views">
            <a:extLst>
              <a:ext uri="{FF2B5EF4-FFF2-40B4-BE49-F238E27FC236}">
                <a16:creationId xmlns:a16="http://schemas.microsoft.com/office/drawing/2014/main" id="{F9E95F12-8D86-B071-8347-39DDE420A94F}"/>
              </a:ext>
            </a:extLst>
          </p:cNvPr>
          <p:cNvGrpSpPr/>
          <p:nvPr/>
        </p:nvGrpSpPr>
        <p:grpSpPr>
          <a:xfrm>
            <a:off x="1715492" y="1768553"/>
            <a:ext cx="19920" cy="79961"/>
            <a:chOff x="498548" y="2470320"/>
            <a:chExt cx="27824" cy="111690"/>
          </a:xfrm>
        </p:grpSpPr>
        <p:cxnSp>
          <p:nvCxnSpPr>
            <p:cNvPr id="790" name="Arrow |  →  | path">
              <a:extLst>
                <a:ext uri="{FF2B5EF4-FFF2-40B4-BE49-F238E27FC236}">
                  <a16:creationId xmlns:a16="http://schemas.microsoft.com/office/drawing/2014/main" id="{D3A99DC7-9D0B-BD26-DFE9-27EC54451CF6}"/>
                </a:ext>
              </a:extLst>
            </p:cNvPr>
            <p:cNvCxnSpPr/>
            <p:nvPr/>
          </p:nvCxnSpPr>
          <p:spPr>
            <a:xfrm>
              <a:off x="512460" y="2470320"/>
              <a:ext cx="0" cy="111690"/>
            </a:xfrm>
            <a:prstGeom prst="line">
              <a:avLst/>
            </a:prstGeom>
            <a:noFill/>
            <a:ln w="12700" cap="rnd" cmpd="sng" algn="ctr">
              <a:solidFill>
                <a:srgbClr val="5E7180"/>
              </a:solidFill>
              <a:prstDash val="solid"/>
              <a:round/>
              <a:headEnd type="none" w="med" len="med"/>
              <a:tailEnd type="none" w="med" len="med"/>
            </a:ln>
            <a:effectLst/>
          </p:spPr>
        </p:cxnSp>
        <p:sp>
          <p:nvSpPr>
            <p:cNvPr id="791" name="Arrow |  →  | editable arrowhead">
              <a:extLst>
                <a:ext uri="{FF2B5EF4-FFF2-40B4-BE49-F238E27FC236}">
                  <a16:creationId xmlns:a16="http://schemas.microsoft.com/office/drawing/2014/main" id="{FDAB360A-28E2-196C-7AD9-AC7872528A52}"/>
                </a:ext>
              </a:extLst>
            </p:cNvPr>
            <p:cNvSpPr/>
            <p:nvPr/>
          </p:nvSpPr>
          <p:spPr>
            <a:xfrm>
              <a:off x="498548" y="2549653"/>
              <a:ext cx="27824" cy="32357"/>
            </a:xfrm>
            <a:custGeom>
              <a:avLst/>
              <a:gdLst/>
              <a:ahLst/>
              <a:cxnLst/>
              <a:rect l="0" t="0" r="w" b="h"/>
              <a:pathLst>
                <a:path w="27824" h="32357" stroke="0" extrusionOk="0">
                  <a:moveTo>
                    <a:pt x="13912" y="32357"/>
                  </a:moveTo>
                  <a:lnTo>
                    <a:pt x="0" y="0"/>
                  </a:lnTo>
                  <a:lnTo>
                    <a:pt x="27824" y="0"/>
                  </a:lnTo>
                  <a:close/>
                </a:path>
              </a:pathLst>
            </a:custGeom>
            <a:solidFill>
              <a:srgbClr val="5E7180"/>
            </a:solidFill>
            <a:ln w="1" cap="rnd" cmpd="sng" algn="ctr">
              <a:noFill/>
              <a:prstDash val="solid"/>
              <a:round/>
              <a:headEnd type="none" w="med" len="med"/>
              <a:tailEnd type="none" w="med" len="med"/>
            </a:ln>
            <a:effectLst/>
          </p:spPr>
        </p:sp>
      </p:grpSp>
      <p:sp>
        <p:nvSpPr>
          <p:cNvPr id="792" name="Text | 7 spatial views">
            <a:extLst>
              <a:ext uri="{FF2B5EF4-FFF2-40B4-BE49-F238E27FC236}">
                <a16:creationId xmlns:a16="http://schemas.microsoft.com/office/drawing/2014/main" id="{65EE2E60-043D-2072-95EE-3FC53EFD6802}"/>
              </a:ext>
            </a:extLst>
          </p:cNvPr>
          <p:cNvSpPr txBox="1"/>
          <p:nvPr/>
        </p:nvSpPr>
        <p:spPr>
          <a:xfrm>
            <a:off x="1457798" y="1876285"/>
            <a:ext cx="535308" cy="92783"/>
          </a:xfrm>
          <a:prstGeom prst="rect">
            <a:avLst/>
          </a:prstGeom>
          <a:noFill/>
          <a:ln>
            <a:noFill/>
          </a:ln>
          <a:effectLst/>
        </p:spPr>
        <p:txBody>
          <a:bodyPr vertOverflow="overflow" horzOverflow="overflow" wrap="none" lIns="0" tIns="0" rIns="0" bIns="0" anchor="t" anchorCtr="0">
            <a:noAutofit/>
          </a:bodyPr>
          <a:lstStyle/>
          <a:p>
            <a:pPr algn="ctr"/>
            <a:r>
              <a:rPr lang="en-US" sz="487" b="1" dirty="0">
                <a:solidFill>
                  <a:srgbClr val="1D3043"/>
                </a:solidFill>
                <a:latin typeface="Arial"/>
                <a:ea typeface="Arial"/>
                <a:cs typeface="Arial"/>
              </a:rPr>
              <a:t>7 spatial views</a:t>
            </a:r>
            <a:endParaRPr lang="en-US" sz="487" dirty="0"/>
          </a:p>
        </p:txBody>
      </p:sp>
      <p:sp>
        <p:nvSpPr>
          <p:cNvPr id="920" name="Text | Identity">
            <a:extLst>
              <a:ext uri="{FF2B5EF4-FFF2-40B4-BE49-F238E27FC236}">
                <a16:creationId xmlns:a16="http://schemas.microsoft.com/office/drawing/2014/main" id="{82A90D68-8E22-9584-D1A8-3591F7B1DE2D}"/>
              </a:ext>
            </a:extLst>
          </p:cNvPr>
          <p:cNvSpPr txBox="1"/>
          <p:nvPr/>
        </p:nvSpPr>
        <p:spPr>
          <a:xfrm>
            <a:off x="1452644" y="2201026"/>
            <a:ext cx="252577" cy="77319"/>
          </a:xfrm>
          <a:prstGeom prst="rect">
            <a:avLst/>
          </a:prstGeom>
          <a:noFill/>
          <a:ln>
            <a:noFill/>
          </a:ln>
          <a:effectLst/>
        </p:spPr>
        <p:txBody>
          <a:bodyPr vertOverflow="overflow" horzOverflow="overflow" wrap="none" lIns="0" tIns="0" rIns="0" bIns="0" anchor="t" anchorCtr="0">
            <a:noAutofit/>
          </a:bodyPr>
          <a:lstStyle/>
          <a:p>
            <a:pPr algn="ctr"/>
            <a:r>
              <a:rPr lang="en-US" sz="419" dirty="0">
                <a:solidFill>
                  <a:srgbClr val="1D3043"/>
                </a:solidFill>
                <a:latin typeface="Arial"/>
                <a:ea typeface="Arial"/>
                <a:cs typeface="Arial"/>
              </a:rPr>
              <a:t>Identity</a:t>
            </a:r>
            <a:endParaRPr lang="en-US" sz="419" dirty="0"/>
          </a:p>
        </p:txBody>
      </p:sp>
      <p:sp>
        <p:nvSpPr>
          <p:cNvPr id="1049" name="Text | Gaussian ×2">
            <a:extLst>
              <a:ext uri="{FF2B5EF4-FFF2-40B4-BE49-F238E27FC236}">
                <a16:creationId xmlns:a16="http://schemas.microsoft.com/office/drawing/2014/main" id="{CA1226D3-E967-948C-47C7-5F96A824968E}"/>
              </a:ext>
            </a:extLst>
          </p:cNvPr>
          <p:cNvSpPr txBox="1"/>
          <p:nvPr/>
        </p:nvSpPr>
        <p:spPr>
          <a:xfrm>
            <a:off x="1732798" y="2201026"/>
            <a:ext cx="278350" cy="77319"/>
          </a:xfrm>
          <a:prstGeom prst="rect">
            <a:avLst/>
          </a:prstGeom>
          <a:noFill/>
          <a:ln>
            <a:noFill/>
          </a:ln>
          <a:effectLst/>
        </p:spPr>
        <p:txBody>
          <a:bodyPr vertOverflow="overflow" horzOverflow="overflow" wrap="none" lIns="0" tIns="0" rIns="0" bIns="0" anchor="t" anchorCtr="0">
            <a:noAutofit/>
          </a:bodyPr>
          <a:lstStyle/>
          <a:p>
            <a:pPr algn="ctr"/>
            <a:r>
              <a:rPr lang="en-US" sz="404" dirty="0">
                <a:solidFill>
                  <a:srgbClr val="1D3043"/>
                </a:solidFill>
                <a:latin typeface="Arial"/>
                <a:ea typeface="Arial"/>
                <a:cs typeface="Arial"/>
              </a:rPr>
              <a:t>Gaussian ×2</a:t>
            </a:r>
            <a:endParaRPr lang="en-US" sz="404" dirty="0"/>
          </a:p>
        </p:txBody>
      </p:sp>
      <p:sp>
        <p:nvSpPr>
          <p:cNvPr id="1178" name="Text | DoG ×2">
            <a:extLst>
              <a:ext uri="{FF2B5EF4-FFF2-40B4-BE49-F238E27FC236}">
                <a16:creationId xmlns:a16="http://schemas.microsoft.com/office/drawing/2014/main" id="{E8E4B6CD-C2C0-8476-DE23-481EA45DE4E1}"/>
              </a:ext>
            </a:extLst>
          </p:cNvPr>
          <p:cNvSpPr txBox="1"/>
          <p:nvPr/>
        </p:nvSpPr>
        <p:spPr>
          <a:xfrm>
            <a:off x="1452644" y="2487108"/>
            <a:ext cx="252577" cy="77319"/>
          </a:xfrm>
          <a:prstGeom prst="rect">
            <a:avLst/>
          </a:prstGeom>
          <a:noFill/>
          <a:ln>
            <a:noFill/>
          </a:ln>
          <a:effectLst/>
        </p:spPr>
        <p:txBody>
          <a:bodyPr vertOverflow="overflow" horzOverflow="overflow" wrap="none" lIns="0" tIns="0" rIns="0" bIns="0" anchor="t" anchorCtr="0">
            <a:noAutofit/>
          </a:bodyPr>
          <a:lstStyle/>
          <a:p>
            <a:pPr algn="ctr"/>
            <a:r>
              <a:rPr lang="en-US" sz="419" dirty="0">
                <a:solidFill>
                  <a:srgbClr val="1D3043"/>
                </a:solidFill>
                <a:latin typeface="Arial"/>
                <a:ea typeface="Arial"/>
                <a:cs typeface="Arial"/>
              </a:rPr>
              <a:t>DoG ×2</a:t>
            </a:r>
            <a:endParaRPr lang="en-US" sz="419" dirty="0"/>
          </a:p>
        </p:txBody>
      </p:sp>
      <p:sp>
        <p:nvSpPr>
          <p:cNvPr id="1307" name="Text | Receptor / suppression / ×2">
            <a:extLst>
              <a:ext uri="{FF2B5EF4-FFF2-40B4-BE49-F238E27FC236}">
                <a16:creationId xmlns:a16="http://schemas.microsoft.com/office/drawing/2014/main" id="{79CC1420-BF83-50E5-B7CF-4737E35803E3}"/>
              </a:ext>
            </a:extLst>
          </p:cNvPr>
          <p:cNvSpPr txBox="1"/>
          <p:nvPr/>
        </p:nvSpPr>
        <p:spPr>
          <a:xfrm>
            <a:off x="1732798" y="2484531"/>
            <a:ext cx="278350" cy="185567"/>
          </a:xfrm>
          <a:prstGeom prst="rect">
            <a:avLst/>
          </a:prstGeom>
          <a:noFill/>
          <a:ln>
            <a:noFill/>
          </a:ln>
          <a:effectLst/>
        </p:spPr>
        <p:txBody>
          <a:bodyPr vertOverflow="overflow" horzOverflow="overflow" wrap="none" lIns="0" tIns="0" rIns="0" bIns="0" anchor="t" anchorCtr="0">
            <a:noAutofit/>
          </a:bodyPr>
          <a:lstStyle/>
          <a:p>
            <a:pPr algn="ctr"/>
            <a:r>
              <a:rPr lang="en-US" sz="397" dirty="0">
                <a:solidFill>
                  <a:srgbClr val="1D3043"/>
                </a:solidFill>
                <a:latin typeface="Arial"/>
                <a:ea typeface="Arial"/>
                <a:cs typeface="Arial"/>
              </a:rPr>
              <a:t>Receptor</a:t>
            </a:r>
            <a:endParaRPr lang="en-US" sz="397" dirty="0"/>
          </a:p>
          <a:p>
            <a:pPr algn="ctr"/>
            <a:r>
              <a:rPr lang="en-US" sz="397" dirty="0">
                <a:solidFill>
                  <a:srgbClr val="1D3043"/>
                </a:solidFill>
                <a:latin typeface="Arial"/>
                <a:ea typeface="Arial"/>
                <a:cs typeface="Arial"/>
              </a:rPr>
              <a:t>suppression</a:t>
            </a:r>
            <a:endParaRPr lang="en-US" sz="397" dirty="0"/>
          </a:p>
          <a:p>
            <a:pPr algn="ctr"/>
            <a:r>
              <a:rPr lang="en-US" sz="397" dirty="0">
                <a:solidFill>
                  <a:srgbClr val="1D3043"/>
                </a:solidFill>
                <a:latin typeface="Arial"/>
                <a:ea typeface="Arial"/>
                <a:cs typeface="Arial"/>
              </a:rPr>
              <a:t>×2</a:t>
            </a:r>
            <a:endParaRPr lang="en-US" sz="397" dirty="0"/>
          </a:p>
        </p:txBody>
      </p:sp>
      <p:grpSp>
        <p:nvGrpSpPr>
          <p:cNvPr id="1311" name="a | arrow views to 56 channels">
            <a:extLst>
              <a:ext uri="{FF2B5EF4-FFF2-40B4-BE49-F238E27FC236}">
                <a16:creationId xmlns:a16="http://schemas.microsoft.com/office/drawing/2014/main" id="{6F14452A-2BD1-6873-3F9C-276239A55F81}"/>
              </a:ext>
            </a:extLst>
          </p:cNvPr>
          <p:cNvGrpSpPr/>
          <p:nvPr/>
        </p:nvGrpSpPr>
        <p:grpSpPr>
          <a:xfrm>
            <a:off x="1715530" y="2680407"/>
            <a:ext cx="19845" cy="69587"/>
            <a:chOff x="498548" y="3682485"/>
            <a:chExt cx="27824" cy="101835"/>
          </a:xfrm>
        </p:grpSpPr>
        <p:cxnSp>
          <p:nvCxnSpPr>
            <p:cNvPr id="1312" name="Arrow |  →  | path">
              <a:extLst>
                <a:ext uri="{FF2B5EF4-FFF2-40B4-BE49-F238E27FC236}">
                  <a16:creationId xmlns:a16="http://schemas.microsoft.com/office/drawing/2014/main" id="{C3547DCF-577E-0770-F518-E2C51CA266CF}"/>
                </a:ext>
              </a:extLst>
            </p:cNvPr>
            <p:cNvCxnSpPr/>
            <p:nvPr/>
          </p:nvCxnSpPr>
          <p:spPr>
            <a:xfrm>
              <a:off x="512460" y="3682485"/>
              <a:ext cx="0" cy="101835"/>
            </a:xfrm>
            <a:prstGeom prst="line">
              <a:avLst/>
            </a:prstGeom>
            <a:noFill/>
            <a:ln w="12700" cap="rnd" cmpd="sng" algn="ctr">
              <a:solidFill>
                <a:srgbClr val="5E7180"/>
              </a:solidFill>
              <a:prstDash val="solid"/>
              <a:round/>
              <a:headEnd type="none" w="med" len="med"/>
              <a:tailEnd type="none" w="med" len="med"/>
            </a:ln>
            <a:effectLst/>
          </p:spPr>
        </p:cxnSp>
        <p:sp>
          <p:nvSpPr>
            <p:cNvPr id="1313" name="Arrow |  →  | editable arrowhead">
              <a:extLst>
                <a:ext uri="{FF2B5EF4-FFF2-40B4-BE49-F238E27FC236}">
                  <a16:creationId xmlns:a16="http://schemas.microsoft.com/office/drawing/2014/main" id="{65E77EA6-03FF-F3A0-3FB8-04E08CA4CDBF}"/>
                </a:ext>
              </a:extLst>
            </p:cNvPr>
            <p:cNvSpPr/>
            <p:nvPr/>
          </p:nvSpPr>
          <p:spPr>
            <a:xfrm>
              <a:off x="498548" y="3751963"/>
              <a:ext cx="27824" cy="32357"/>
            </a:xfrm>
            <a:custGeom>
              <a:avLst/>
              <a:gdLst/>
              <a:ahLst/>
              <a:cxnLst/>
              <a:rect l="0" t="0" r="w" b="h"/>
              <a:pathLst>
                <a:path w="27824" h="32357" stroke="0" extrusionOk="0">
                  <a:moveTo>
                    <a:pt x="13912" y="32357"/>
                  </a:moveTo>
                  <a:lnTo>
                    <a:pt x="0" y="0"/>
                  </a:lnTo>
                  <a:lnTo>
                    <a:pt x="27824" y="0"/>
                  </a:lnTo>
                  <a:close/>
                </a:path>
              </a:pathLst>
            </a:custGeom>
            <a:solidFill>
              <a:srgbClr val="5E7180"/>
            </a:solidFill>
            <a:ln w="1" cap="rnd" cmpd="sng" algn="ctr">
              <a:noFill/>
              <a:prstDash val="solid"/>
              <a:round/>
              <a:headEnd type="none" w="med" len="med"/>
              <a:tailEnd type="none" w="med" len="med"/>
            </a:ln>
            <a:effectLst/>
          </p:spPr>
        </p:sp>
      </p:grpSp>
      <p:sp>
        <p:nvSpPr>
          <p:cNvPr id="1447" name="Text | 56 channels">
            <a:extLst>
              <a:ext uri="{FF2B5EF4-FFF2-40B4-BE49-F238E27FC236}">
                <a16:creationId xmlns:a16="http://schemas.microsoft.com/office/drawing/2014/main" id="{84EC432E-B5DC-D3AF-ABF9-BC4813491400}"/>
              </a:ext>
            </a:extLst>
          </p:cNvPr>
          <p:cNvSpPr txBox="1"/>
          <p:nvPr/>
        </p:nvSpPr>
        <p:spPr>
          <a:xfrm>
            <a:off x="1457798" y="3036076"/>
            <a:ext cx="535308" cy="103093"/>
          </a:xfrm>
          <a:prstGeom prst="rect">
            <a:avLst/>
          </a:prstGeom>
          <a:noFill/>
          <a:ln>
            <a:noFill/>
          </a:ln>
          <a:effectLst/>
        </p:spPr>
        <p:txBody>
          <a:bodyPr vertOverflow="overflow" horzOverflow="overflow" wrap="none" lIns="0" tIns="0" rIns="0" bIns="0" anchor="t" anchorCtr="0">
            <a:noAutofit/>
          </a:bodyPr>
          <a:lstStyle/>
          <a:p>
            <a:pPr algn="ctr"/>
            <a:r>
              <a:rPr lang="en-US" sz="537" b="1" dirty="0">
                <a:solidFill>
                  <a:srgbClr val="367FB7"/>
                </a:solidFill>
                <a:latin typeface="Arial"/>
                <a:ea typeface="Arial"/>
                <a:cs typeface="Arial"/>
              </a:rPr>
              <a:t>56 channels</a:t>
            </a:r>
            <a:endParaRPr lang="en-US" sz="537" dirty="0"/>
          </a:p>
        </p:txBody>
      </p:sp>
      <p:sp>
        <p:nvSpPr>
          <p:cNvPr id="1448" name="Text | 4 × 2 × 7">
            <a:extLst>
              <a:ext uri="{FF2B5EF4-FFF2-40B4-BE49-F238E27FC236}">
                <a16:creationId xmlns:a16="http://schemas.microsoft.com/office/drawing/2014/main" id="{FD26B023-E290-86DF-10AD-E3B430FC1C78}"/>
              </a:ext>
            </a:extLst>
          </p:cNvPr>
          <p:cNvSpPr txBox="1"/>
          <p:nvPr/>
        </p:nvSpPr>
        <p:spPr>
          <a:xfrm>
            <a:off x="1457798" y="3144323"/>
            <a:ext cx="535308" cy="82474"/>
          </a:xfrm>
          <a:prstGeom prst="rect">
            <a:avLst/>
          </a:prstGeom>
          <a:noFill/>
          <a:ln>
            <a:noFill/>
          </a:ln>
          <a:effectLst/>
        </p:spPr>
        <p:txBody>
          <a:bodyPr vertOverflow="overflow" horzOverflow="overflow" wrap="none" lIns="0" tIns="0" rIns="0" bIns="0" anchor="t" anchorCtr="0">
            <a:noAutofit/>
          </a:bodyPr>
          <a:lstStyle/>
          <a:p>
            <a:pPr algn="ctr"/>
            <a:r>
              <a:rPr lang="en-US" sz="451" dirty="0">
                <a:solidFill>
                  <a:srgbClr val="1D3043"/>
                </a:solidFill>
                <a:latin typeface="Arial"/>
                <a:ea typeface="Arial"/>
                <a:cs typeface="Arial"/>
              </a:rPr>
              <a:t>4 × 2 × 7</a:t>
            </a:r>
            <a:endParaRPr lang="en-US" sz="451" dirty="0"/>
          </a:p>
        </p:txBody>
      </p:sp>
      <p:cxnSp>
        <p:nvCxnSpPr>
          <p:cNvPr id="1449" name="path_1422">
            <a:extLst>
              <a:ext uri="{FF2B5EF4-FFF2-40B4-BE49-F238E27FC236}">
                <a16:creationId xmlns:a16="http://schemas.microsoft.com/office/drawing/2014/main" id="{7D9E9283-3B7F-37F4-13C3-7A052BC592DF}"/>
              </a:ext>
            </a:extLst>
          </p:cNvPr>
          <p:cNvCxnSpPr/>
          <p:nvPr/>
        </p:nvCxnSpPr>
        <p:spPr>
          <a:xfrm>
            <a:off x="1454996" y="3276056"/>
            <a:ext cx="543266" cy="0"/>
          </a:xfrm>
          <a:prstGeom prst="line">
            <a:avLst/>
          </a:prstGeom>
          <a:noFill/>
          <a:ln w="12700" cap="rnd" cmpd="sng" algn="ctr">
            <a:solidFill>
              <a:srgbClr val="C5D4DE"/>
            </a:solidFill>
            <a:prstDash val="solid"/>
            <a:round/>
            <a:headEnd type="none" w="med" len="med"/>
            <a:tailEnd type="none" w="med" len="med"/>
          </a:ln>
          <a:effectLst/>
        </p:spPr>
      </p:cxnSp>
      <p:sp>
        <p:nvSpPr>
          <p:cNvPr id="1450" name="Text | Receptor atoms">
            <a:extLst>
              <a:ext uri="{FF2B5EF4-FFF2-40B4-BE49-F238E27FC236}">
                <a16:creationId xmlns:a16="http://schemas.microsoft.com/office/drawing/2014/main" id="{950AE1E6-DE65-FC9F-C6DB-24D3CA6293C3}"/>
              </a:ext>
            </a:extLst>
          </p:cNvPr>
          <p:cNvSpPr txBox="1"/>
          <p:nvPr/>
        </p:nvSpPr>
        <p:spPr>
          <a:xfrm>
            <a:off x="1457798" y="3293808"/>
            <a:ext cx="535308" cy="92783"/>
          </a:xfrm>
          <a:prstGeom prst="rect">
            <a:avLst/>
          </a:prstGeom>
          <a:noFill/>
          <a:ln>
            <a:noFill/>
          </a:ln>
          <a:effectLst/>
        </p:spPr>
        <p:txBody>
          <a:bodyPr vertOverflow="overflow" horzOverflow="overflow" wrap="none" lIns="0" tIns="0" rIns="0" bIns="0" anchor="t" anchorCtr="0">
            <a:noAutofit/>
          </a:bodyPr>
          <a:lstStyle/>
          <a:p>
            <a:pPr algn="ctr"/>
            <a:r>
              <a:rPr lang="en-US" sz="487" b="1" dirty="0">
                <a:solidFill>
                  <a:srgbClr val="1D3043"/>
                </a:solidFill>
                <a:latin typeface="Arial"/>
                <a:ea typeface="Arial"/>
                <a:cs typeface="Arial"/>
              </a:rPr>
              <a:t>Receptor atoms</a:t>
            </a:r>
            <a:endParaRPr lang="en-US" sz="487" dirty="0"/>
          </a:p>
        </p:txBody>
      </p:sp>
      <p:grpSp>
        <p:nvGrpSpPr>
          <p:cNvPr id="1563" name="Arrow |  → ">
            <a:extLst>
              <a:ext uri="{FF2B5EF4-FFF2-40B4-BE49-F238E27FC236}">
                <a16:creationId xmlns:a16="http://schemas.microsoft.com/office/drawing/2014/main" id="{0284113F-848F-7FBB-F37E-81E9AAE1D6AF}"/>
              </a:ext>
            </a:extLst>
          </p:cNvPr>
          <p:cNvGrpSpPr/>
          <p:nvPr/>
        </p:nvGrpSpPr>
        <p:grpSpPr>
          <a:xfrm>
            <a:off x="1701935" y="3517892"/>
            <a:ext cx="54091" cy="19614"/>
            <a:chOff x="479610" y="4913802"/>
            <a:chExt cx="75555" cy="27397"/>
          </a:xfrm>
        </p:grpSpPr>
        <p:cxnSp>
          <p:nvCxnSpPr>
            <p:cNvPr id="1564" name="Arrow |  →  | path">
              <a:extLst>
                <a:ext uri="{FF2B5EF4-FFF2-40B4-BE49-F238E27FC236}">
                  <a16:creationId xmlns:a16="http://schemas.microsoft.com/office/drawing/2014/main" id="{52FAF519-8869-1FC1-7F9B-29C9A9013A3F}"/>
                </a:ext>
              </a:extLst>
            </p:cNvPr>
            <p:cNvCxnSpPr/>
            <p:nvPr/>
          </p:nvCxnSpPr>
          <p:spPr>
            <a:xfrm>
              <a:off x="479610" y="4927500"/>
              <a:ext cx="75555" cy="0"/>
            </a:xfrm>
            <a:prstGeom prst="line">
              <a:avLst/>
            </a:prstGeom>
            <a:noFill/>
            <a:ln w="12700" cap="rnd" cmpd="sng" algn="ctr">
              <a:solidFill>
                <a:srgbClr val="5E7180"/>
              </a:solidFill>
              <a:prstDash val="solid"/>
              <a:round/>
              <a:headEnd type="none" w="med" len="med"/>
              <a:tailEnd type="none" w="med" len="med"/>
            </a:ln>
            <a:effectLst/>
          </p:spPr>
        </p:cxnSp>
        <p:sp>
          <p:nvSpPr>
            <p:cNvPr id="1565" name="Arrow |  →  | editable arrowhead">
              <a:extLst>
                <a:ext uri="{FF2B5EF4-FFF2-40B4-BE49-F238E27FC236}">
                  <a16:creationId xmlns:a16="http://schemas.microsoft.com/office/drawing/2014/main" id="{0AC6B7C3-9946-B5EE-5255-80311C1847E6}"/>
                </a:ext>
              </a:extLst>
            </p:cNvPr>
            <p:cNvSpPr/>
            <p:nvPr/>
          </p:nvSpPr>
          <p:spPr>
            <a:xfrm>
              <a:off x="523301" y="4913802"/>
              <a:ext cx="31864" cy="27397"/>
            </a:xfrm>
            <a:custGeom>
              <a:avLst/>
              <a:gdLst/>
              <a:ahLst/>
              <a:cxnLst/>
              <a:rect l="0" t="0" r="w" b="h"/>
              <a:pathLst>
                <a:path w="31864" h="27397" stroke="0" extrusionOk="0">
                  <a:moveTo>
                    <a:pt x="31864" y="13698"/>
                  </a:moveTo>
                  <a:lnTo>
                    <a:pt x="0" y="27397"/>
                  </a:lnTo>
                  <a:lnTo>
                    <a:pt x="0" y="0"/>
                  </a:lnTo>
                  <a:close/>
                </a:path>
              </a:pathLst>
            </a:custGeom>
            <a:solidFill>
              <a:srgbClr val="5E7180"/>
            </a:solidFill>
            <a:ln w="13970" cap="rnd" cmpd="sng" algn="ctr">
              <a:noFill/>
              <a:prstDash val="solid"/>
              <a:round/>
              <a:headEnd type="none" w="med" len="med"/>
              <a:tailEnd type="none" w="med" len="med"/>
            </a:ln>
            <a:effectLst/>
          </p:spPr>
        </p:sp>
      </p:grpSp>
      <p:sp>
        <p:nvSpPr>
          <p:cNvPr id="1573" name="Text | 50 features / atom">
            <a:extLst>
              <a:ext uri="{FF2B5EF4-FFF2-40B4-BE49-F238E27FC236}">
                <a16:creationId xmlns:a16="http://schemas.microsoft.com/office/drawing/2014/main" id="{2A0C8DF1-0B53-E7AF-D93E-F4CA79CB76D3}"/>
              </a:ext>
            </a:extLst>
          </p:cNvPr>
          <p:cNvSpPr txBox="1"/>
          <p:nvPr/>
        </p:nvSpPr>
        <p:spPr>
          <a:xfrm>
            <a:off x="1444912" y="3659786"/>
            <a:ext cx="561081" cy="92783"/>
          </a:xfrm>
          <a:prstGeom prst="rect">
            <a:avLst/>
          </a:prstGeom>
          <a:noFill/>
          <a:ln>
            <a:noFill/>
          </a:ln>
          <a:effectLst/>
        </p:spPr>
        <p:txBody>
          <a:bodyPr vertOverflow="overflow" horzOverflow="overflow" wrap="none" lIns="0" tIns="0" rIns="0" bIns="0" anchor="t" anchorCtr="0">
            <a:noAutofit/>
          </a:bodyPr>
          <a:lstStyle/>
          <a:p>
            <a:pPr algn="ctr"/>
            <a:r>
              <a:rPr lang="en-US" sz="444" b="1" dirty="0">
                <a:solidFill>
                  <a:srgbClr val="1D3043"/>
                </a:solidFill>
                <a:latin typeface="Arial"/>
                <a:ea typeface="Arial"/>
                <a:cs typeface="Arial"/>
              </a:rPr>
              <a:t>50 features / atom</a:t>
            </a:r>
            <a:endParaRPr lang="en-US" sz="444" dirty="0"/>
          </a:p>
        </p:txBody>
      </p:sp>
      <p:grpSp>
        <p:nvGrpSpPr>
          <p:cNvPr id="2800" name="组合 2799">
            <a:extLst>
              <a:ext uri="{FF2B5EF4-FFF2-40B4-BE49-F238E27FC236}">
                <a16:creationId xmlns:a16="http://schemas.microsoft.com/office/drawing/2014/main" id="{FD96942D-ABD6-6D29-E1A8-321C36170CB7}"/>
              </a:ext>
            </a:extLst>
          </p:cNvPr>
          <p:cNvGrpSpPr/>
          <p:nvPr/>
        </p:nvGrpSpPr>
        <p:grpSpPr>
          <a:xfrm>
            <a:off x="2111147" y="1706392"/>
            <a:ext cx="2963268" cy="2118971"/>
            <a:chOff x="2111147" y="1706392"/>
            <a:chExt cx="2963268" cy="2118971"/>
          </a:xfrm>
        </p:grpSpPr>
        <p:sp>
          <p:nvSpPr>
            <p:cNvPr id="2468" name="c | panel background">
              <a:extLst>
                <a:ext uri="{FF2B5EF4-FFF2-40B4-BE49-F238E27FC236}">
                  <a16:creationId xmlns:a16="http://schemas.microsoft.com/office/drawing/2014/main" id="{E890BD37-8651-CF95-036D-6301B4D1AE76}"/>
                </a:ext>
              </a:extLst>
            </p:cNvPr>
            <p:cNvSpPr/>
            <p:nvPr/>
          </p:nvSpPr>
          <p:spPr>
            <a:xfrm>
              <a:off x="2111147" y="1706392"/>
              <a:ext cx="2963268" cy="2118971"/>
            </a:xfrm>
            <a:prstGeom prst="roundRect">
              <a:avLst>
                <a:gd name="adj" fmla="val 1332"/>
              </a:avLst>
            </a:prstGeom>
            <a:solidFill>
              <a:srgbClr val="F5FBF8"/>
            </a:solidFill>
            <a:ln w="6480" cap="rnd" cmpd="sng" algn="ctr">
              <a:solidFill>
                <a:srgbClr val="BFDCCE"/>
              </a:solidFill>
              <a:prstDash val="solid"/>
              <a:round/>
              <a:headEnd type="none" w="med" len="med"/>
              <a:tailEnd type="none" w="med" len="med"/>
            </a:ln>
            <a:effectLst/>
          </p:spPr>
          <p:txBody>
            <a:bodyPr/>
            <a:lstStyle/>
            <a:p>
              <a:endParaRPr lang="zh-CN" altLang="en-US" sz="1289" dirty="0"/>
            </a:p>
          </p:txBody>
        </p:sp>
        <p:sp>
          <p:nvSpPr>
            <p:cNvPr id="2469" name="Text | c">
              <a:extLst>
                <a:ext uri="{FF2B5EF4-FFF2-40B4-BE49-F238E27FC236}">
                  <a16:creationId xmlns:a16="http://schemas.microsoft.com/office/drawing/2014/main" id="{F98B37A9-1EE9-7C4B-803F-D40AF3A45F2B}"/>
                </a:ext>
              </a:extLst>
            </p:cNvPr>
            <p:cNvSpPr txBox="1"/>
            <p:nvPr/>
          </p:nvSpPr>
          <p:spPr>
            <a:xfrm>
              <a:off x="2162887" y="1707407"/>
              <a:ext cx="90908" cy="136922"/>
            </a:xfrm>
            <a:prstGeom prst="rect">
              <a:avLst/>
            </a:prstGeom>
            <a:noFill/>
            <a:ln>
              <a:noFill/>
            </a:ln>
            <a:effectLst/>
          </p:spPr>
          <p:txBody>
            <a:bodyPr vertOverflow="overflow" horzOverflow="overflow" wrap="none" lIns="0" tIns="0" rIns="0" bIns="0" anchor="t" anchorCtr="0">
              <a:noAutofit/>
            </a:bodyPr>
            <a:lstStyle/>
            <a:p>
              <a:r>
                <a:rPr lang="en-US" sz="760" b="1" dirty="0">
                  <a:solidFill>
                    <a:srgbClr val="1D3043"/>
                  </a:solidFill>
                  <a:latin typeface="Arial"/>
                  <a:ea typeface="Arial"/>
                  <a:cs typeface="Arial"/>
                </a:rPr>
                <a:t>c</a:t>
              </a:r>
              <a:endParaRPr lang="en-US" sz="760"/>
            </a:p>
          </p:txBody>
        </p:sp>
        <p:sp>
          <p:nvSpPr>
            <p:cNvPr id="2470" name="Text | Match: candidate-to-identity assignment">
              <a:extLst>
                <a:ext uri="{FF2B5EF4-FFF2-40B4-BE49-F238E27FC236}">
                  <a16:creationId xmlns:a16="http://schemas.microsoft.com/office/drawing/2014/main" id="{F2EB09B3-1D56-470C-F62D-0775174253CF}"/>
                </a:ext>
              </a:extLst>
            </p:cNvPr>
            <p:cNvSpPr txBox="1"/>
            <p:nvPr/>
          </p:nvSpPr>
          <p:spPr>
            <a:xfrm>
              <a:off x="2264014" y="1721517"/>
              <a:ext cx="1873065" cy="113545"/>
            </a:xfrm>
            <a:prstGeom prst="rect">
              <a:avLst/>
            </a:prstGeom>
            <a:noFill/>
            <a:ln>
              <a:noFill/>
            </a:ln>
            <a:effectLst/>
          </p:spPr>
          <p:txBody>
            <a:bodyPr vertOverflow="overflow" horzOverflow="overflow" wrap="none" lIns="0" tIns="0" rIns="0" bIns="0" anchor="t" anchorCtr="0">
              <a:noAutofit/>
            </a:bodyPr>
            <a:lstStyle/>
            <a:p>
              <a:r>
                <a:rPr lang="en-US" sz="629" b="1" dirty="0">
                  <a:solidFill>
                    <a:srgbClr val="1D3043"/>
                  </a:solidFill>
                  <a:latin typeface="Arial"/>
                  <a:ea typeface="Arial"/>
                  <a:cs typeface="Arial"/>
                </a:rPr>
                <a:t>Match: candidate-to-identity assignment</a:t>
              </a:r>
              <a:endParaRPr lang="en-US" sz="629"/>
            </a:p>
          </p:txBody>
        </p:sp>
      </p:grpSp>
      <p:sp>
        <p:nvSpPr>
          <p:cNvPr id="1000001" name="Label 3 Candidate encoder">
            <a:extLst>
              <a:ext uri="{FF2B5EF4-FFF2-40B4-BE49-F238E27FC236}">
                <a16:creationId xmlns:a16="http://schemas.microsoft.com/office/drawing/2014/main" id="{0CF9F24A-5B25-173F-47F3-6FE7E86882C5}"/>
              </a:ext>
            </a:extLst>
          </p:cNvPr>
          <p:cNvSpPr>
            <a:spLocks noGrp="1"/>
          </p:cNvSpPr>
          <p:nvPr/>
        </p:nvSpPr>
        <p:spPr>
          <a:xfrm>
            <a:off x="2217416" y="1911126"/>
            <a:ext cx="1175089" cy="71518"/>
          </a:xfrm>
          <a:prstGeom prst="rect">
            <a:avLst/>
          </a:prstGeom>
          <a:noFill/>
          <a:ln w="0">
            <a:noFill/>
          </a:ln>
        </p:spPr>
        <p:txBody>
          <a:bodyPr wrap="none" lIns="0" tIns="0" rIns="0" bIns="0" anchor="ctr">
            <a:noAutofit/>
          </a:bodyPr>
          <a:lstStyle/>
          <a:p>
            <a:pPr algn="l">
              <a:defRPr sz="486" b="1">
                <a:solidFill>
                  <a:srgbClr val="203646"/>
                </a:solidFill>
                <a:latin typeface="Arial"/>
                <a:ea typeface="Arial"/>
                <a:cs typeface="Arial"/>
              </a:defRPr>
            </a:pPr>
            <a:r>
              <a:rPr sz="486" b="1">
                <a:solidFill>
                  <a:srgbClr val="203646"/>
                </a:solidFill>
                <a:latin typeface="Arial"/>
                <a:ea typeface="Arial"/>
                <a:cs typeface="Arial"/>
              </a:rPr>
              <a:t>Candidate encoder</a:t>
            </a:r>
          </a:p>
        </p:txBody>
      </p:sp>
      <p:sp>
        <p:nvSpPr>
          <p:cNvPr id="1000002" name="Label 4 Identity encoder">
            <a:extLst>
              <a:ext uri="{FF2B5EF4-FFF2-40B4-BE49-F238E27FC236}">
                <a16:creationId xmlns:a16="http://schemas.microsoft.com/office/drawing/2014/main" id="{B9267AEB-D005-CD69-29E6-40FF885C4137}"/>
              </a:ext>
            </a:extLst>
          </p:cNvPr>
          <p:cNvSpPr>
            <a:spLocks noGrp="1"/>
          </p:cNvSpPr>
          <p:nvPr/>
        </p:nvSpPr>
        <p:spPr>
          <a:xfrm>
            <a:off x="3658177" y="1911126"/>
            <a:ext cx="1246616" cy="71518"/>
          </a:xfrm>
          <a:prstGeom prst="rect">
            <a:avLst/>
          </a:prstGeom>
          <a:noFill/>
          <a:ln w="0">
            <a:noFill/>
          </a:ln>
        </p:spPr>
        <p:txBody>
          <a:bodyPr wrap="none" lIns="0" tIns="0" rIns="0" bIns="0" anchor="ctr">
            <a:noAutofit/>
          </a:bodyPr>
          <a:lstStyle/>
          <a:p>
            <a:pPr algn="l">
              <a:defRPr sz="486" b="1">
                <a:solidFill>
                  <a:srgbClr val="203646"/>
                </a:solidFill>
                <a:latin typeface="Arial"/>
                <a:ea typeface="Arial"/>
                <a:cs typeface="Arial"/>
              </a:defRPr>
            </a:pPr>
            <a:r>
              <a:rPr sz="486" b="1">
                <a:solidFill>
                  <a:srgbClr val="203646"/>
                </a:solidFill>
                <a:latin typeface="Arial"/>
                <a:ea typeface="Arial"/>
                <a:cs typeface="Arial"/>
              </a:rPr>
              <a:t>Identity encoder</a:t>
            </a:r>
          </a:p>
        </p:txBody>
      </p:sp>
      <p:sp>
        <p:nvSpPr>
          <p:cNvPr id="1000003" name="Line 5">
            <a:extLst>
              <a:ext uri="{FF2B5EF4-FFF2-40B4-BE49-F238E27FC236}">
                <a16:creationId xmlns:a16="http://schemas.microsoft.com/office/drawing/2014/main" id="{6BF8D09C-3783-E624-866F-7C4D08C528B0}"/>
              </a:ext>
            </a:extLst>
          </p:cNvPr>
          <p:cNvSpPr>
            <a:spLocks noGrp="1"/>
          </p:cNvSpPr>
          <p:nvPr/>
        </p:nvSpPr>
        <p:spPr>
          <a:xfrm>
            <a:off x="3572345" y="1915213"/>
            <a:ext cx="20" cy="1525947"/>
          </a:xfrm>
          <a:custGeom>
            <a:avLst/>
            <a:gdLst/>
            <a:ahLst/>
            <a:cxnLst/>
            <a:rect l="0" t="0" r="0" b="0"/>
            <a:pathLst>
              <a:path w="95" h="6534150">
                <a:moveTo>
                  <a:pt x="0" y="0"/>
                </a:moveTo>
                <a:lnTo>
                  <a:pt x="0" y="6534150"/>
                </a:lnTo>
              </a:path>
            </a:pathLst>
          </a:custGeom>
          <a:noFill/>
          <a:ln w="2452">
            <a:solidFill>
              <a:srgbClr val="DCE6E5"/>
            </a:solidFill>
            <a:prstDash val="solid"/>
          </a:ln>
        </p:spPr>
      </p:sp>
      <p:sp>
        <p:nvSpPr>
          <p:cNvPr id="1000004" name="Label 6 Density + atoms">
            <a:extLst>
              <a:ext uri="{FF2B5EF4-FFF2-40B4-BE49-F238E27FC236}">
                <a16:creationId xmlns:a16="http://schemas.microsoft.com/office/drawing/2014/main" id="{CF84B567-B371-B401-81E9-24EF8B38C813}"/>
              </a:ext>
            </a:extLst>
          </p:cNvPr>
          <p:cNvSpPr>
            <a:spLocks noGrp="1"/>
          </p:cNvSpPr>
          <p:nvPr/>
        </p:nvSpPr>
        <p:spPr>
          <a:xfrm>
            <a:off x="2196980" y="2025555"/>
            <a:ext cx="367854" cy="61301"/>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a:solidFill>
                  <a:srgbClr val="6F8290"/>
                </a:solidFill>
                <a:latin typeface="Arial"/>
                <a:ea typeface="Arial"/>
                <a:cs typeface="Arial"/>
              </a:rPr>
              <a:t>Density + atoms</a:t>
            </a:r>
          </a:p>
        </p:txBody>
      </p:sp>
      <p:sp>
        <p:nvSpPr>
          <p:cNvPr id="1000005" name="Label 7 48³ crop">
            <a:extLst>
              <a:ext uri="{FF2B5EF4-FFF2-40B4-BE49-F238E27FC236}">
                <a16:creationId xmlns:a16="http://schemas.microsoft.com/office/drawing/2014/main" id="{9E763A8E-8464-F9D3-2AEB-F38D2B51179C}"/>
              </a:ext>
            </a:extLst>
          </p:cNvPr>
          <p:cNvSpPr>
            <a:spLocks noGrp="1"/>
          </p:cNvSpPr>
          <p:nvPr/>
        </p:nvSpPr>
        <p:spPr>
          <a:xfrm>
            <a:off x="2184718" y="2305496"/>
            <a:ext cx="322894" cy="61301"/>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a:solidFill>
                  <a:srgbClr val="6F8290"/>
                </a:solidFill>
                <a:latin typeface="Arial"/>
                <a:ea typeface="Arial"/>
                <a:cs typeface="Arial"/>
              </a:rPr>
              <a:t>48³ crop</a:t>
            </a:r>
          </a:p>
        </p:txBody>
      </p:sp>
      <p:sp>
        <p:nvSpPr>
          <p:cNvPr id="1000006" name="Label 8 Base summary">
            <a:extLst>
              <a:ext uri="{FF2B5EF4-FFF2-40B4-BE49-F238E27FC236}">
                <a16:creationId xmlns:a16="http://schemas.microsoft.com/office/drawing/2014/main" id="{84B27301-C99A-7993-0F3D-F46EFD7A897B}"/>
              </a:ext>
            </a:extLst>
          </p:cNvPr>
          <p:cNvSpPr>
            <a:spLocks noGrp="1"/>
          </p:cNvSpPr>
          <p:nvPr/>
        </p:nvSpPr>
        <p:spPr>
          <a:xfrm>
            <a:off x="3165662" y="2023511"/>
            <a:ext cx="363767" cy="59258"/>
          </a:xfrm>
          <a:prstGeom prst="rect">
            <a:avLst/>
          </a:prstGeom>
          <a:noFill/>
          <a:ln w="0">
            <a:noFill/>
          </a:ln>
        </p:spPr>
        <p:txBody>
          <a:bodyPr wrap="none" lIns="0" tIns="0" rIns="0" bIns="0" anchor="ctr">
            <a:noAutofit/>
          </a:bodyPr>
          <a:lstStyle/>
          <a:p>
            <a:pPr algn="ctr">
              <a:defRPr sz="400" b="1">
                <a:solidFill>
                  <a:srgbClr val="203646"/>
                </a:solidFill>
                <a:latin typeface="Arial"/>
                <a:ea typeface="Arial"/>
                <a:cs typeface="Arial"/>
              </a:defRPr>
            </a:pPr>
            <a:r>
              <a:rPr sz="400" b="1">
                <a:solidFill>
                  <a:srgbClr val="203646"/>
                </a:solidFill>
                <a:latin typeface="Arial"/>
                <a:ea typeface="Arial"/>
                <a:cs typeface="Arial"/>
              </a:rPr>
              <a:t>Base summary</a:t>
            </a:r>
          </a:p>
        </p:txBody>
      </p:sp>
      <mc:AlternateContent xmlns:mc="http://schemas.openxmlformats.org/markup-compatibility/2006" xmlns:a14="http://schemas.microsoft.com/office/drawing/2010/main">
        <mc:Choice Requires="a14">
          <p:sp>
            <p:nvSpPr>
              <p:cNvPr id="1000007" name="Label 9 h">
                <a:extLst>
                  <a:ext uri="{FF2B5EF4-FFF2-40B4-BE49-F238E27FC236}">
                    <a16:creationId xmlns:a16="http://schemas.microsoft.com/office/drawing/2014/main" id="{F3D5276C-3152-7ABA-36C3-32F731545FCA}"/>
                  </a:ext>
                </a:extLst>
              </p:cNvPr>
              <p:cNvSpPr>
                <a:spLocks noGrp="1"/>
              </p:cNvSpPr>
              <p:nvPr/>
            </p:nvSpPr>
            <p:spPr>
              <a:xfrm>
                <a:off x="3296454" y="2086856"/>
                <a:ext cx="153272" cy="77648"/>
              </a:xfrm>
              <a:prstGeom prst="rect">
                <a:avLst/>
              </a:prstGeom>
              <a:noFill/>
              <a:ln w="0">
                <a:noFill/>
              </a:ln>
            </p:spPr>
            <p:txBody>
              <a:bodyPr wrap="none" lIns="0" tIns="0" rIns="0" bIns="0" anchor="ctr">
                <a:noAutofit/>
              </a:bodyPr>
              <a:lstStyle/>
              <a:p>
                <a:pPr algn="l"/>
                <a14:m>
                  <m:oMathPara xmlns:m="http://schemas.openxmlformats.org/officeDocument/2006/math">
                    <m:oMathParaPr>
                      <m:jc m:val="left"/>
                    </m:oMathParaPr>
                    <m:oMath>
                      <m:sSubSup>
                        <m:sSubSupPr>
                          <m:ctrlPr>
                            <a:rPr lang="en-US" sz="486">
                              <a:solidFill>
                                <a:srgbClr val="203646"/>
                              </a:solidFill>
                              <a:latin typeface="Cambria Math"/>
                            </a:rPr>
                          </m:ctrlPr>
                        </m:sSubSupPr>
                        <m:e>
                          <m:r>
                            <a:rPr lang="en-US" sz="486">
                              <a:solidFill>
                                <a:srgbClr val="203646"/>
                              </a:solidFill>
                              <a:latin typeface="Cambria Math"/>
                            </a:rPr>
                            <m:t>ℎ</m:t>
                          </m:r>
                        </m:e>
                        <m:sub>
                          <m:r>
                            <a:rPr lang="en-US" sz="486">
                              <a:solidFill>
                                <a:srgbClr val="203646"/>
                              </a:solidFill>
                              <a:latin typeface="Cambria Math"/>
                            </a:rPr>
                            <m:t>𝑗</m:t>
                          </m:r>
                        </m:sub>
                        <m:sup>
                          <m:r>
                            <m:rPr>
                              <m:sty m:val="p"/>
                            </m:rPr>
                            <a:rPr lang="en-US" sz="486">
                              <a:solidFill>
                                <a:srgbClr val="203646"/>
                              </a:solidFill>
                              <a:latin typeface="Cambria Math"/>
                            </a:rPr>
                            <m:t>vox</m:t>
                          </m:r>
                        </m:sup>
                      </m:sSubSup>
                    </m:oMath>
                  </m:oMathPara>
                </a14:m>
                <a:endParaRPr lang="en-US" sz="486"/>
              </a:p>
            </p:txBody>
          </p:sp>
        </mc:Choice>
        <mc:Fallback xmlns="">
          <p:sp>
            <p:nvSpPr>
              <p:cNvPr id="1000007" name="Label 9 h">
                <a:extLst>
                  <a:ext uri="{FF2B5EF4-FFF2-40B4-BE49-F238E27FC236}">
                    <a16:creationId xmlns:a16="http://schemas.microsoft.com/office/drawing/2014/main" id="{5DF582D7-D297-C8BA-AA78-95998ADE495E}"/>
                  </a:ext>
                </a:extLst>
              </p:cNvPr>
              <p:cNvSpPr>
                <a:spLocks noGrp="1" noRot="1" noChangeAspect="1" noMove="1" noResize="1" noEditPoints="1" noAdjustHandles="1" noChangeArrowheads="1" noChangeShapeType="1" noTextEdit="1"/>
              </p:cNvSpPr>
              <p:nvPr/>
            </p:nvSpPr>
            <p:spPr>
              <a:xfrm>
                <a:off x="3296454" y="2086856"/>
                <a:ext cx="153272" cy="77648"/>
              </a:xfrm>
              <a:prstGeom prst="rect">
                <a:avLst/>
              </a:prstGeom>
              <a:blipFill>
                <a:blip r:embed="rId4"/>
                <a:stretch>
                  <a:fillRect l="-16000" b="-38462"/>
                </a:stretch>
              </a:blipFill>
              <a:ln w="0">
                <a:noFill/>
              </a:ln>
            </p:spPr>
            <p:txBody>
              <a:bodyPr/>
              <a:lstStyle/>
              <a:p>
                <a:r>
                  <a:rPr lang="zh-CN" altLang="en-US">
                    <a:noFill/>
                  </a:rPr>
                  <a:t> </a:t>
                </a:r>
              </a:p>
            </p:txBody>
          </p:sp>
        </mc:Fallback>
      </mc:AlternateContent>
      <p:sp>
        <p:nvSpPr>
          <p:cNvPr id="1000008" name="Arrow 10">
            <a:extLst>
              <a:ext uri="{FF2B5EF4-FFF2-40B4-BE49-F238E27FC236}">
                <a16:creationId xmlns:a16="http://schemas.microsoft.com/office/drawing/2014/main" id="{33A020DE-F169-6081-F9B0-B39A2B4D6051}"/>
              </a:ext>
            </a:extLst>
          </p:cNvPr>
          <p:cNvSpPr>
            <a:spLocks noGrp="1"/>
          </p:cNvSpPr>
          <p:nvPr/>
        </p:nvSpPr>
        <p:spPr>
          <a:xfrm>
            <a:off x="2464696" y="2215588"/>
            <a:ext cx="230931" cy="20"/>
          </a:xfrm>
          <a:custGeom>
            <a:avLst/>
            <a:gdLst/>
            <a:ahLst/>
            <a:cxnLst/>
            <a:rect l="0" t="0" r="0" b="0"/>
            <a:pathLst>
              <a:path w="1076325" h="95">
                <a:moveTo>
                  <a:pt x="0" y="0"/>
                </a:moveTo>
                <a:lnTo>
                  <a:pt x="1076325" y="0"/>
                </a:lnTo>
              </a:path>
            </a:pathLst>
          </a:custGeom>
          <a:noFill/>
          <a:ln w="3474">
            <a:solidFill>
              <a:srgbClr val="397FA6"/>
            </a:solidFill>
            <a:prstDash val="solid"/>
          </a:ln>
        </p:spPr>
      </p:sp>
      <p:sp>
        <p:nvSpPr>
          <p:cNvPr id="1000009" name="Arrow 11">
            <a:extLst>
              <a:ext uri="{FF2B5EF4-FFF2-40B4-BE49-F238E27FC236}">
                <a16:creationId xmlns:a16="http://schemas.microsoft.com/office/drawing/2014/main" id="{5AEAE75F-206B-9A4B-CD4A-3A771BE43F72}"/>
              </a:ext>
            </a:extLst>
          </p:cNvPr>
          <p:cNvSpPr>
            <a:spLocks noGrp="1"/>
          </p:cNvSpPr>
          <p:nvPr/>
        </p:nvSpPr>
        <p:spPr>
          <a:xfrm>
            <a:off x="2942906" y="2215588"/>
            <a:ext cx="249323" cy="20"/>
          </a:xfrm>
          <a:custGeom>
            <a:avLst/>
            <a:gdLst/>
            <a:ahLst/>
            <a:cxnLst/>
            <a:rect l="0" t="0" r="0" b="0"/>
            <a:pathLst>
              <a:path w="1162050" h="95">
                <a:moveTo>
                  <a:pt x="0" y="0"/>
                </a:moveTo>
                <a:lnTo>
                  <a:pt x="1162050" y="0"/>
                </a:lnTo>
              </a:path>
            </a:pathLst>
          </a:custGeom>
          <a:noFill/>
          <a:ln w="3474">
            <a:solidFill>
              <a:srgbClr val="397FA6"/>
            </a:solidFill>
            <a:prstDash val="solid"/>
          </a:ln>
        </p:spPr>
      </p:sp>
      <p:sp>
        <p:nvSpPr>
          <p:cNvPr id="1000010" name="Arrow 12">
            <a:extLst>
              <a:ext uri="{FF2B5EF4-FFF2-40B4-BE49-F238E27FC236}">
                <a16:creationId xmlns:a16="http://schemas.microsoft.com/office/drawing/2014/main" id="{E4AC67B4-46F6-187D-E24C-2A6BB4B977E5}"/>
              </a:ext>
            </a:extLst>
          </p:cNvPr>
          <p:cNvSpPr>
            <a:spLocks noGrp="1"/>
          </p:cNvSpPr>
          <p:nvPr/>
        </p:nvSpPr>
        <p:spPr>
          <a:xfrm>
            <a:off x="3347545" y="2242151"/>
            <a:ext cx="20" cy="914066"/>
          </a:xfrm>
          <a:custGeom>
            <a:avLst/>
            <a:gdLst/>
            <a:ahLst/>
            <a:cxnLst/>
            <a:rect l="0" t="0" r="0" b="0"/>
            <a:pathLst>
              <a:path w="95" h="3609975">
                <a:moveTo>
                  <a:pt x="0" y="0"/>
                </a:moveTo>
                <a:lnTo>
                  <a:pt x="0" y="3609975"/>
                </a:lnTo>
              </a:path>
            </a:pathLst>
          </a:custGeom>
          <a:noFill/>
          <a:ln w="3474">
            <a:solidFill>
              <a:srgbClr val="397FA6"/>
            </a:solidFill>
            <a:prstDash val="solid"/>
          </a:ln>
        </p:spPr>
      </p:sp>
      <p:sp>
        <p:nvSpPr>
          <p:cNvPr id="1000011" name="Operator ">
            <a:extLst>
              <a:ext uri="{FF2B5EF4-FFF2-40B4-BE49-F238E27FC236}">
                <a16:creationId xmlns:a16="http://schemas.microsoft.com/office/drawing/2014/main" id="{FBC9CFD3-AA63-D908-9ABE-9032530554BA}"/>
              </a:ext>
            </a:extLst>
          </p:cNvPr>
          <p:cNvSpPr>
            <a:spLocks noGrp="1"/>
          </p:cNvSpPr>
          <p:nvPr/>
        </p:nvSpPr>
        <p:spPr>
          <a:xfrm>
            <a:off x="2250114" y="2483269"/>
            <a:ext cx="976856" cy="292201"/>
          </a:xfrm>
          <a:prstGeom prst="roundRect">
            <a:avLst>
              <a:gd name="adj" fmla="val 4895"/>
            </a:avLst>
          </a:prstGeom>
          <a:solidFill>
            <a:srgbClr val="FCFEFD"/>
          </a:solidFill>
          <a:ln w="3270">
            <a:solidFill>
              <a:srgbClr val="C6DDD5"/>
            </a:solidFill>
          </a:ln>
        </p:spPr>
      </p:sp>
      <p:sp>
        <p:nvSpPr>
          <p:cNvPr id="1000012" name="Line 13">
            <a:extLst>
              <a:ext uri="{FF2B5EF4-FFF2-40B4-BE49-F238E27FC236}">
                <a16:creationId xmlns:a16="http://schemas.microsoft.com/office/drawing/2014/main" id="{2090A871-9F4E-100C-F870-610D17732B9D}"/>
              </a:ext>
            </a:extLst>
          </p:cNvPr>
          <p:cNvSpPr>
            <a:spLocks noGrp="1"/>
          </p:cNvSpPr>
          <p:nvPr/>
        </p:nvSpPr>
        <p:spPr>
          <a:xfrm>
            <a:off x="2613881" y="2511876"/>
            <a:ext cx="20" cy="234987"/>
          </a:xfrm>
          <a:custGeom>
            <a:avLst/>
            <a:gdLst/>
            <a:ahLst/>
            <a:cxnLst/>
            <a:rect l="0" t="0" r="0" b="0"/>
            <a:pathLst>
              <a:path w="95" h="1095375">
                <a:moveTo>
                  <a:pt x="0" y="0"/>
                </a:moveTo>
                <a:lnTo>
                  <a:pt x="0" y="1095375"/>
                </a:lnTo>
              </a:path>
            </a:pathLst>
          </a:custGeom>
          <a:noFill/>
          <a:ln w="2452">
            <a:solidFill>
              <a:srgbClr val="C6DDD5"/>
            </a:solidFill>
            <a:prstDash val="dash"/>
          </a:ln>
        </p:spPr>
      </p:sp>
      <p:sp>
        <p:nvSpPr>
          <p:cNvPr id="1000013" name="Label 14 Pocket">
            <a:extLst>
              <a:ext uri="{FF2B5EF4-FFF2-40B4-BE49-F238E27FC236}">
                <a16:creationId xmlns:a16="http://schemas.microsoft.com/office/drawing/2014/main" id="{53766D4F-025D-68AF-4562-FEA99C8B4CDB}"/>
              </a:ext>
            </a:extLst>
          </p:cNvPr>
          <p:cNvSpPr>
            <a:spLocks noGrp="1"/>
          </p:cNvSpPr>
          <p:nvPr/>
        </p:nvSpPr>
        <p:spPr>
          <a:xfrm>
            <a:off x="2278725" y="2499616"/>
            <a:ext cx="302458" cy="61301"/>
          </a:xfrm>
          <a:prstGeom prst="rect">
            <a:avLst/>
          </a:prstGeom>
          <a:noFill/>
          <a:ln w="0">
            <a:noFill/>
          </a:ln>
        </p:spPr>
        <p:txBody>
          <a:bodyPr wrap="none" lIns="0" tIns="0" rIns="0" bIns="0" anchor="ctr">
            <a:noAutofit/>
          </a:bodyPr>
          <a:lstStyle/>
          <a:p>
            <a:pPr algn="ctr">
              <a:defRPr sz="400" b="1">
                <a:solidFill>
                  <a:srgbClr val="203646"/>
                </a:solidFill>
                <a:latin typeface="Arial"/>
                <a:ea typeface="Arial"/>
                <a:cs typeface="Arial"/>
              </a:defRPr>
            </a:pPr>
            <a:r>
              <a:rPr sz="400" b="1">
                <a:solidFill>
                  <a:srgbClr val="203646"/>
                </a:solidFill>
                <a:latin typeface="Arial"/>
                <a:ea typeface="Arial"/>
                <a:cs typeface="Arial"/>
              </a:rPr>
              <a:t>Pocket</a:t>
            </a:r>
          </a:p>
        </p:txBody>
      </p:sp>
      <p:sp>
        <p:nvSpPr>
          <p:cNvPr id="1000014" name="Label 15 Cues from Find">
            <a:extLst>
              <a:ext uri="{FF2B5EF4-FFF2-40B4-BE49-F238E27FC236}">
                <a16:creationId xmlns:a16="http://schemas.microsoft.com/office/drawing/2014/main" id="{7BB87D79-5B5C-3C6F-2CC6-206A304085AB}"/>
              </a:ext>
            </a:extLst>
          </p:cNvPr>
          <p:cNvSpPr>
            <a:spLocks noGrp="1"/>
          </p:cNvSpPr>
          <p:nvPr/>
        </p:nvSpPr>
        <p:spPr>
          <a:xfrm>
            <a:off x="2628186" y="2499616"/>
            <a:ext cx="578348" cy="61301"/>
          </a:xfrm>
          <a:prstGeom prst="rect">
            <a:avLst/>
          </a:prstGeom>
          <a:noFill/>
          <a:ln w="0">
            <a:noFill/>
          </a:ln>
        </p:spPr>
        <p:txBody>
          <a:bodyPr wrap="none" lIns="0" tIns="0" rIns="0" bIns="0" anchor="ctr">
            <a:noAutofit/>
          </a:bodyPr>
          <a:lstStyle/>
          <a:p>
            <a:pPr algn="ctr">
              <a:defRPr sz="400" b="1">
                <a:solidFill>
                  <a:srgbClr val="203646"/>
                </a:solidFill>
                <a:latin typeface="Arial"/>
                <a:ea typeface="Arial"/>
                <a:cs typeface="Arial"/>
              </a:defRPr>
            </a:pPr>
            <a:r>
              <a:rPr sz="400" b="1">
                <a:solidFill>
                  <a:srgbClr val="203646"/>
                </a:solidFill>
                <a:latin typeface="Arial"/>
                <a:ea typeface="Arial"/>
                <a:cs typeface="Arial"/>
              </a:rPr>
              <a:t>Cues from Find</a:t>
            </a:r>
          </a:p>
        </p:txBody>
      </p:sp>
      <p:sp>
        <p:nvSpPr>
          <p:cNvPr id="1000015" name="Label 16 Blob">
            <a:extLst>
              <a:ext uri="{FF2B5EF4-FFF2-40B4-BE49-F238E27FC236}">
                <a16:creationId xmlns:a16="http://schemas.microsoft.com/office/drawing/2014/main" id="{B07C0C31-A5A7-E756-D578-021473C6CCB9}"/>
              </a:ext>
            </a:extLst>
          </p:cNvPr>
          <p:cNvSpPr>
            <a:spLocks noGrp="1"/>
          </p:cNvSpPr>
          <p:nvPr/>
        </p:nvSpPr>
        <p:spPr>
          <a:xfrm>
            <a:off x="2683364" y="2703952"/>
            <a:ext cx="214581" cy="57214"/>
          </a:xfrm>
          <a:prstGeom prst="rect">
            <a:avLst/>
          </a:prstGeom>
          <a:noFill/>
          <a:ln w="0">
            <a:noFill/>
          </a:ln>
        </p:spPr>
        <p:txBody>
          <a:bodyPr wrap="none" lIns="0" tIns="0" rIns="0" bIns="0" anchor="ctr">
            <a:noAutofit/>
          </a:bodyPr>
          <a:lstStyle/>
          <a:p>
            <a:pPr algn="ctr">
              <a:defRPr sz="400" b="0">
                <a:solidFill>
                  <a:srgbClr val="203646"/>
                </a:solidFill>
                <a:latin typeface="Arial"/>
                <a:ea typeface="Arial"/>
                <a:cs typeface="Arial"/>
              </a:defRPr>
            </a:pPr>
            <a:r>
              <a:rPr sz="400" b="0">
                <a:solidFill>
                  <a:srgbClr val="203646"/>
                </a:solidFill>
                <a:latin typeface="Arial"/>
                <a:ea typeface="Arial"/>
                <a:cs typeface="Arial"/>
              </a:rPr>
              <a:t>Blob</a:t>
            </a:r>
          </a:p>
        </p:txBody>
      </p:sp>
      <p:sp>
        <p:nvSpPr>
          <p:cNvPr id="1000016" name="Label 17 Pseudo">
            <a:extLst>
              <a:ext uri="{FF2B5EF4-FFF2-40B4-BE49-F238E27FC236}">
                <a16:creationId xmlns:a16="http://schemas.microsoft.com/office/drawing/2014/main" id="{FBD362DB-A3CF-62FD-2E0F-F792DB826038}"/>
              </a:ext>
            </a:extLst>
          </p:cNvPr>
          <p:cNvSpPr>
            <a:spLocks noGrp="1"/>
          </p:cNvSpPr>
          <p:nvPr/>
        </p:nvSpPr>
        <p:spPr>
          <a:xfrm>
            <a:off x="2998084" y="2703952"/>
            <a:ext cx="214581" cy="57214"/>
          </a:xfrm>
          <a:prstGeom prst="rect">
            <a:avLst/>
          </a:prstGeom>
          <a:noFill/>
          <a:ln w="0">
            <a:noFill/>
          </a:ln>
        </p:spPr>
        <p:txBody>
          <a:bodyPr wrap="none" lIns="0" tIns="0" rIns="0" bIns="0" anchor="ctr">
            <a:noAutofit/>
          </a:bodyPr>
          <a:lstStyle/>
          <a:p>
            <a:pPr algn="ctr">
              <a:defRPr sz="400" b="0">
                <a:solidFill>
                  <a:srgbClr val="203646"/>
                </a:solidFill>
                <a:latin typeface="Arial"/>
                <a:ea typeface="Arial"/>
                <a:cs typeface="Arial"/>
              </a:defRPr>
            </a:pPr>
            <a:r>
              <a:rPr sz="400" b="0">
                <a:solidFill>
                  <a:srgbClr val="203646"/>
                </a:solidFill>
                <a:latin typeface="Arial"/>
                <a:ea typeface="Arial"/>
                <a:cs typeface="Arial"/>
              </a:rPr>
              <a:t>Pseudo</a:t>
            </a:r>
          </a:p>
        </p:txBody>
      </p:sp>
      <p:sp>
        <p:nvSpPr>
          <p:cNvPr id="1000017" name="Operator Mean/max pool">
            <a:extLst>
              <a:ext uri="{FF2B5EF4-FFF2-40B4-BE49-F238E27FC236}">
                <a16:creationId xmlns:a16="http://schemas.microsoft.com/office/drawing/2014/main" id="{99F506CE-2E0C-ECBF-89A3-A074D4F54C99}"/>
              </a:ext>
            </a:extLst>
          </p:cNvPr>
          <p:cNvSpPr>
            <a:spLocks noGrp="1"/>
          </p:cNvSpPr>
          <p:nvPr/>
        </p:nvSpPr>
        <p:spPr>
          <a:xfrm>
            <a:off x="2250114" y="2967547"/>
            <a:ext cx="429163"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Mean/max pool</a:t>
            </a:r>
          </a:p>
        </p:txBody>
      </p:sp>
      <p:sp>
        <p:nvSpPr>
          <p:cNvPr id="1000018" name="Operator Attention">
            <a:extLst>
              <a:ext uri="{FF2B5EF4-FFF2-40B4-BE49-F238E27FC236}">
                <a16:creationId xmlns:a16="http://schemas.microsoft.com/office/drawing/2014/main" id="{F6F36D05-7A5B-2B2E-D9DE-9FAD3EAFE6C8}"/>
              </a:ext>
            </a:extLst>
          </p:cNvPr>
          <p:cNvSpPr>
            <a:spLocks noGrp="1"/>
          </p:cNvSpPr>
          <p:nvPr/>
        </p:nvSpPr>
        <p:spPr>
          <a:xfrm>
            <a:off x="2797808" y="2967547"/>
            <a:ext cx="429163"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Attention</a:t>
            </a:r>
          </a:p>
        </p:txBody>
      </p:sp>
      <p:sp>
        <p:nvSpPr>
          <p:cNvPr id="1000019" name="Line 18">
            <a:extLst>
              <a:ext uri="{FF2B5EF4-FFF2-40B4-BE49-F238E27FC236}">
                <a16:creationId xmlns:a16="http://schemas.microsoft.com/office/drawing/2014/main" id="{1067E25D-BF87-14A9-77D8-E344BADAB438}"/>
              </a:ext>
            </a:extLst>
          </p:cNvPr>
          <p:cNvSpPr>
            <a:spLocks noGrp="1"/>
          </p:cNvSpPr>
          <p:nvPr/>
        </p:nvSpPr>
        <p:spPr>
          <a:xfrm>
            <a:off x="2738543" y="2775470"/>
            <a:ext cx="20" cy="61301"/>
          </a:xfrm>
          <a:custGeom>
            <a:avLst/>
            <a:gdLst/>
            <a:ahLst/>
            <a:cxnLst/>
            <a:rect l="0" t="0" r="0" b="0"/>
            <a:pathLst>
              <a:path w="95" h="247650">
                <a:moveTo>
                  <a:pt x="0" y="0"/>
                </a:moveTo>
                <a:lnTo>
                  <a:pt x="0" y="247650"/>
                </a:lnTo>
              </a:path>
            </a:pathLst>
          </a:custGeom>
          <a:noFill/>
          <a:ln w="3474">
            <a:solidFill>
              <a:srgbClr val="2B887C"/>
            </a:solidFill>
            <a:prstDash val="solid"/>
          </a:ln>
        </p:spPr>
      </p:sp>
      <p:sp>
        <p:nvSpPr>
          <p:cNvPr id="1000020" name="Line 19">
            <a:extLst>
              <a:ext uri="{FF2B5EF4-FFF2-40B4-BE49-F238E27FC236}">
                <a16:creationId xmlns:a16="http://schemas.microsoft.com/office/drawing/2014/main" id="{F582BD89-AE51-6C18-F265-E5751029E3E2}"/>
              </a:ext>
            </a:extLst>
          </p:cNvPr>
          <p:cNvSpPr>
            <a:spLocks noGrp="1"/>
          </p:cNvSpPr>
          <p:nvPr/>
        </p:nvSpPr>
        <p:spPr>
          <a:xfrm>
            <a:off x="2464696" y="2836771"/>
            <a:ext cx="547694" cy="47"/>
          </a:xfrm>
          <a:custGeom>
            <a:avLst/>
            <a:gdLst/>
            <a:ahLst/>
            <a:cxnLst/>
            <a:rect l="0" t="0" r="0" b="0"/>
            <a:pathLst>
              <a:path w="2552700" h="95">
                <a:moveTo>
                  <a:pt x="0" y="0"/>
                </a:moveTo>
                <a:lnTo>
                  <a:pt x="2552700" y="0"/>
                </a:lnTo>
              </a:path>
            </a:pathLst>
          </a:custGeom>
          <a:noFill/>
          <a:ln w="3474">
            <a:solidFill>
              <a:srgbClr val="2B887C"/>
            </a:solidFill>
            <a:prstDash val="solid"/>
          </a:ln>
        </p:spPr>
      </p:sp>
      <p:sp>
        <p:nvSpPr>
          <p:cNvPr id="1000021" name="Arrow 20">
            <a:extLst>
              <a:ext uri="{FF2B5EF4-FFF2-40B4-BE49-F238E27FC236}">
                <a16:creationId xmlns:a16="http://schemas.microsoft.com/office/drawing/2014/main" id="{623E152C-848F-A29E-3D47-F9F96185B710}"/>
              </a:ext>
            </a:extLst>
          </p:cNvPr>
          <p:cNvSpPr>
            <a:spLocks noGrp="1"/>
          </p:cNvSpPr>
          <p:nvPr/>
        </p:nvSpPr>
        <p:spPr>
          <a:xfrm>
            <a:off x="2464696" y="2836771"/>
            <a:ext cx="20" cy="102752"/>
          </a:xfrm>
          <a:custGeom>
            <a:avLst/>
            <a:gdLst/>
            <a:ahLst/>
            <a:cxnLst/>
            <a:rect l="0" t="0" r="0" b="0"/>
            <a:pathLst>
              <a:path w="95" h="209550">
                <a:moveTo>
                  <a:pt x="0" y="0"/>
                </a:moveTo>
                <a:lnTo>
                  <a:pt x="0" y="209550"/>
                </a:lnTo>
              </a:path>
            </a:pathLst>
          </a:custGeom>
          <a:noFill/>
          <a:ln w="3474">
            <a:solidFill>
              <a:srgbClr val="2B887C"/>
            </a:solidFill>
            <a:prstDash val="solid"/>
          </a:ln>
        </p:spPr>
      </p:sp>
      <p:sp>
        <p:nvSpPr>
          <p:cNvPr id="1000022" name="Arrow 21">
            <a:extLst>
              <a:ext uri="{FF2B5EF4-FFF2-40B4-BE49-F238E27FC236}">
                <a16:creationId xmlns:a16="http://schemas.microsoft.com/office/drawing/2014/main" id="{E4B9E90A-C21D-1B29-6D54-3FA074FADE23}"/>
              </a:ext>
            </a:extLst>
          </p:cNvPr>
          <p:cNvSpPr>
            <a:spLocks noGrp="1"/>
          </p:cNvSpPr>
          <p:nvPr/>
        </p:nvSpPr>
        <p:spPr>
          <a:xfrm>
            <a:off x="3012389" y="2836771"/>
            <a:ext cx="20" cy="102752"/>
          </a:xfrm>
          <a:custGeom>
            <a:avLst/>
            <a:gdLst/>
            <a:ahLst/>
            <a:cxnLst/>
            <a:rect l="0" t="0" r="0" b="0"/>
            <a:pathLst>
              <a:path w="95" h="209550">
                <a:moveTo>
                  <a:pt x="0" y="0"/>
                </a:moveTo>
                <a:lnTo>
                  <a:pt x="0" y="209550"/>
                </a:lnTo>
              </a:path>
            </a:pathLst>
          </a:custGeom>
          <a:noFill/>
          <a:ln w="3474">
            <a:solidFill>
              <a:srgbClr val="2B887C"/>
            </a:solidFill>
            <a:prstDash val="solid"/>
          </a:ln>
        </p:spPr>
      </p:sp>
      <p:sp>
        <p:nvSpPr>
          <p:cNvPr id="1000023" name="Label 22 K, V">
            <a:extLst>
              <a:ext uri="{FF2B5EF4-FFF2-40B4-BE49-F238E27FC236}">
                <a16:creationId xmlns:a16="http://schemas.microsoft.com/office/drawing/2014/main" id="{108F07B9-7DC3-48CA-F6BE-E653A928F49B}"/>
              </a:ext>
            </a:extLst>
          </p:cNvPr>
          <p:cNvSpPr>
            <a:spLocks noGrp="1"/>
          </p:cNvSpPr>
          <p:nvPr/>
        </p:nvSpPr>
        <p:spPr>
          <a:xfrm>
            <a:off x="3028738" y="2834414"/>
            <a:ext cx="134880" cy="123792"/>
          </a:xfrm>
          <a:prstGeom prst="rect">
            <a:avLst/>
          </a:prstGeom>
          <a:noFill/>
          <a:ln w="0">
            <a:noFill/>
          </a:ln>
        </p:spPr>
        <p:txBody>
          <a:bodyPr wrap="none" lIns="0" tIns="0" rIns="0" bIns="0" anchor="ctr">
            <a:noAutofit/>
          </a:bodyPr>
          <a:lstStyle/>
          <a:p>
            <a:pPr algn="ctr">
              <a:defRPr sz="400" b="0">
                <a:solidFill>
                  <a:srgbClr val="2B887C"/>
                </a:solidFill>
                <a:latin typeface="Arial"/>
                <a:ea typeface="Arial"/>
                <a:cs typeface="Arial"/>
              </a:defRPr>
            </a:pPr>
            <a:r>
              <a:rPr sz="400" b="0">
                <a:solidFill>
                  <a:srgbClr val="2B887C"/>
                </a:solidFill>
                <a:latin typeface="Arial"/>
                <a:ea typeface="Arial"/>
                <a:cs typeface="Arial"/>
              </a:rPr>
              <a:t>K, V</a:t>
            </a:r>
          </a:p>
        </p:txBody>
      </p:sp>
      <p:sp>
        <p:nvSpPr>
          <p:cNvPr id="1000024" name="Arrow 23">
            <a:extLst>
              <a:ext uri="{FF2B5EF4-FFF2-40B4-BE49-F238E27FC236}">
                <a16:creationId xmlns:a16="http://schemas.microsoft.com/office/drawing/2014/main" id="{C464283F-0841-1AEE-0649-6F19921A7566}"/>
              </a:ext>
            </a:extLst>
          </p:cNvPr>
          <p:cNvSpPr>
            <a:spLocks noGrp="1"/>
          </p:cNvSpPr>
          <p:nvPr/>
        </p:nvSpPr>
        <p:spPr>
          <a:xfrm>
            <a:off x="3237189" y="3016588"/>
            <a:ext cx="110356" cy="20"/>
          </a:xfrm>
          <a:custGeom>
            <a:avLst/>
            <a:gdLst/>
            <a:ahLst/>
            <a:cxnLst/>
            <a:rect l="0" t="0" r="0" b="0"/>
            <a:pathLst>
              <a:path w="514350" h="95">
                <a:moveTo>
                  <a:pt x="514350" y="0"/>
                </a:moveTo>
                <a:lnTo>
                  <a:pt x="0" y="0"/>
                </a:lnTo>
              </a:path>
            </a:pathLst>
          </a:custGeom>
          <a:noFill/>
          <a:ln w="3474">
            <a:solidFill>
              <a:srgbClr val="397FA6"/>
            </a:solidFill>
            <a:prstDash val="solid"/>
          </a:ln>
        </p:spPr>
      </p:sp>
      <p:sp>
        <p:nvSpPr>
          <p:cNvPr id="1000025" name="Label 24 Q">
            <a:extLst>
              <a:ext uri="{FF2B5EF4-FFF2-40B4-BE49-F238E27FC236}">
                <a16:creationId xmlns:a16="http://schemas.microsoft.com/office/drawing/2014/main" id="{11376204-6DB9-DC5F-5533-8F2078F36FC4}"/>
              </a:ext>
            </a:extLst>
          </p:cNvPr>
          <p:cNvSpPr>
            <a:spLocks noGrp="1"/>
          </p:cNvSpPr>
          <p:nvPr/>
        </p:nvSpPr>
        <p:spPr>
          <a:xfrm>
            <a:off x="3269887" y="2930182"/>
            <a:ext cx="59265" cy="78232"/>
          </a:xfrm>
          <a:prstGeom prst="rect">
            <a:avLst/>
          </a:prstGeom>
          <a:noFill/>
          <a:ln w="0">
            <a:noFill/>
          </a:ln>
        </p:spPr>
        <p:txBody>
          <a:bodyPr wrap="none" lIns="0" tIns="0" rIns="0" bIns="0" anchor="ctr">
            <a:noAutofit/>
          </a:bodyPr>
          <a:lstStyle/>
          <a:p>
            <a:pPr algn="ctr">
              <a:defRPr sz="400" b="1">
                <a:solidFill>
                  <a:srgbClr val="397FA6"/>
                </a:solidFill>
                <a:latin typeface="Arial"/>
                <a:ea typeface="Arial"/>
                <a:cs typeface="Arial"/>
              </a:defRPr>
            </a:pPr>
            <a:r>
              <a:rPr sz="400" b="1">
                <a:solidFill>
                  <a:srgbClr val="397FA6"/>
                </a:solidFill>
                <a:latin typeface="Arial"/>
                <a:ea typeface="Arial"/>
                <a:cs typeface="Arial"/>
              </a:rPr>
              <a:t>Q</a:t>
            </a:r>
          </a:p>
        </p:txBody>
      </p:sp>
      <p:sp>
        <p:nvSpPr>
          <p:cNvPr id="1000026" name="Line 25">
            <a:extLst>
              <a:ext uri="{FF2B5EF4-FFF2-40B4-BE49-F238E27FC236}">
                <a16:creationId xmlns:a16="http://schemas.microsoft.com/office/drawing/2014/main" id="{291C2889-5AC7-9C80-F222-9BF4225D96DF}"/>
              </a:ext>
            </a:extLst>
          </p:cNvPr>
          <p:cNvSpPr>
            <a:spLocks noGrp="1"/>
          </p:cNvSpPr>
          <p:nvPr/>
        </p:nvSpPr>
        <p:spPr>
          <a:xfrm>
            <a:off x="2464696" y="3067672"/>
            <a:ext cx="273847" cy="75897"/>
          </a:xfrm>
          <a:custGeom>
            <a:avLst/>
            <a:gdLst/>
            <a:ahLst/>
            <a:cxnLst/>
            <a:rect l="0" t="0" r="0" b="0"/>
            <a:pathLst>
              <a:path w="1276350" h="285750">
                <a:moveTo>
                  <a:pt x="0" y="0"/>
                </a:moveTo>
                <a:lnTo>
                  <a:pt x="0" y="285750"/>
                </a:lnTo>
                <a:lnTo>
                  <a:pt x="1276350" y="285750"/>
                </a:lnTo>
              </a:path>
            </a:pathLst>
          </a:custGeom>
          <a:noFill/>
          <a:ln w="3474">
            <a:solidFill>
              <a:srgbClr val="2B887C"/>
            </a:solidFill>
            <a:prstDash val="solid"/>
          </a:ln>
        </p:spPr>
      </p:sp>
      <p:sp>
        <p:nvSpPr>
          <p:cNvPr id="1000027" name="Arrow 26">
            <a:extLst>
              <a:ext uri="{FF2B5EF4-FFF2-40B4-BE49-F238E27FC236}">
                <a16:creationId xmlns:a16="http://schemas.microsoft.com/office/drawing/2014/main" id="{6FDE5996-2DF1-5B4D-9AC6-0F92768FD21D}"/>
              </a:ext>
            </a:extLst>
          </p:cNvPr>
          <p:cNvSpPr>
            <a:spLocks noGrp="1"/>
          </p:cNvSpPr>
          <p:nvPr/>
        </p:nvSpPr>
        <p:spPr>
          <a:xfrm>
            <a:off x="2738543" y="3067672"/>
            <a:ext cx="273847" cy="106255"/>
          </a:xfrm>
          <a:custGeom>
            <a:avLst/>
            <a:gdLst/>
            <a:ahLst/>
            <a:cxnLst/>
            <a:rect l="0" t="0" r="0" b="0"/>
            <a:pathLst>
              <a:path w="1276350" h="400050">
                <a:moveTo>
                  <a:pt x="1276350" y="0"/>
                </a:moveTo>
                <a:lnTo>
                  <a:pt x="1276350" y="285750"/>
                </a:lnTo>
                <a:lnTo>
                  <a:pt x="0" y="285750"/>
                </a:lnTo>
                <a:lnTo>
                  <a:pt x="0" y="400050"/>
                </a:lnTo>
              </a:path>
            </a:pathLst>
          </a:custGeom>
          <a:noFill/>
          <a:ln w="3474">
            <a:solidFill>
              <a:srgbClr val="2B887C"/>
            </a:solidFill>
            <a:prstDash val="solid"/>
          </a:ln>
        </p:spPr>
      </p:sp>
      <p:sp>
        <p:nvSpPr>
          <p:cNvPr id="1000028" name="Label 27 Concat">
            <a:extLst>
              <a:ext uri="{FF2B5EF4-FFF2-40B4-BE49-F238E27FC236}">
                <a16:creationId xmlns:a16="http://schemas.microsoft.com/office/drawing/2014/main" id="{AF54F059-B8C7-4E2C-8DA9-5BF2A10C2EBF}"/>
              </a:ext>
            </a:extLst>
          </p:cNvPr>
          <p:cNvSpPr>
            <a:spLocks noGrp="1"/>
          </p:cNvSpPr>
          <p:nvPr/>
        </p:nvSpPr>
        <p:spPr>
          <a:xfrm>
            <a:off x="2646579" y="3070202"/>
            <a:ext cx="183927" cy="63247"/>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a:solidFill>
                  <a:srgbClr val="6F8290"/>
                </a:solidFill>
                <a:latin typeface="Arial"/>
                <a:ea typeface="Arial"/>
                <a:cs typeface="Arial"/>
              </a:rPr>
              <a:t>Concat</a:t>
            </a:r>
          </a:p>
        </p:txBody>
      </p:sp>
      <p:sp>
        <p:nvSpPr>
          <p:cNvPr id="1000029" name="Operator MLP">
            <a:extLst>
              <a:ext uri="{FF2B5EF4-FFF2-40B4-BE49-F238E27FC236}">
                <a16:creationId xmlns:a16="http://schemas.microsoft.com/office/drawing/2014/main" id="{5EFD14B3-7014-82A3-F961-CF8BDEF64540}"/>
              </a:ext>
            </a:extLst>
          </p:cNvPr>
          <p:cNvSpPr>
            <a:spLocks noGrp="1"/>
          </p:cNvSpPr>
          <p:nvPr/>
        </p:nvSpPr>
        <p:spPr>
          <a:xfrm>
            <a:off x="2632274" y="3182100"/>
            <a:ext cx="212538" cy="85821"/>
          </a:xfrm>
          <a:prstGeom prst="roundRect">
            <a:avLst>
              <a:gd name="adj" fmla="val 16667"/>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MLP</a:t>
            </a:r>
          </a:p>
        </p:txBody>
      </p:sp>
      <p:sp>
        <p:nvSpPr>
          <p:cNvPr id="1000030" name="Arrow 28">
            <a:extLst>
              <a:ext uri="{FF2B5EF4-FFF2-40B4-BE49-F238E27FC236}">
                <a16:creationId xmlns:a16="http://schemas.microsoft.com/office/drawing/2014/main" id="{B6868468-8CA9-5FA8-8EAB-949E2439E55E}"/>
              </a:ext>
            </a:extLst>
          </p:cNvPr>
          <p:cNvSpPr>
            <a:spLocks noGrp="1"/>
          </p:cNvSpPr>
          <p:nvPr/>
        </p:nvSpPr>
        <p:spPr>
          <a:xfrm>
            <a:off x="2844811" y="3225011"/>
            <a:ext cx="392377" cy="20"/>
          </a:xfrm>
          <a:custGeom>
            <a:avLst/>
            <a:gdLst/>
            <a:ahLst/>
            <a:cxnLst/>
            <a:rect l="0" t="0" r="0" b="0"/>
            <a:pathLst>
              <a:path w="1828800" h="95">
                <a:moveTo>
                  <a:pt x="0" y="0"/>
                </a:moveTo>
                <a:lnTo>
                  <a:pt x="1828800" y="0"/>
                </a:lnTo>
              </a:path>
            </a:pathLst>
          </a:custGeom>
          <a:noFill/>
          <a:ln w="3474">
            <a:solidFill>
              <a:srgbClr val="2B887C"/>
            </a:solidFill>
            <a:prstDash val="solid"/>
          </a:ln>
        </p:spPr>
      </p:sp>
      <p:sp>
        <p:nvSpPr>
          <p:cNvPr id="1000031" name="Operator FiLM">
            <a:extLst>
              <a:ext uri="{FF2B5EF4-FFF2-40B4-BE49-F238E27FC236}">
                <a16:creationId xmlns:a16="http://schemas.microsoft.com/office/drawing/2014/main" id="{C493271C-AA29-CB90-120C-164DF3AECE74}"/>
              </a:ext>
            </a:extLst>
          </p:cNvPr>
          <p:cNvSpPr>
            <a:spLocks noGrp="1"/>
          </p:cNvSpPr>
          <p:nvPr/>
        </p:nvSpPr>
        <p:spPr>
          <a:xfrm>
            <a:off x="3249451" y="3173927"/>
            <a:ext cx="196189" cy="100125"/>
          </a:xfrm>
          <a:prstGeom prst="roundRect">
            <a:avLst>
              <a:gd name="adj" fmla="val 14286"/>
            </a:avLst>
          </a:prstGeom>
          <a:solidFill>
            <a:srgbClr val="F4F0F8"/>
          </a:solidFill>
          <a:ln w="3270">
            <a:solidFill>
              <a:srgbClr val="9988B8"/>
            </a:solidFill>
          </a:ln>
        </p:spPr>
        <p:txBody>
          <a:bodyPr wrap="none" lIns="28575" tIns="9525" rIns="28575" bIns="9525" anchor="ctr">
            <a:noAutofit/>
          </a:bodyPr>
          <a:lstStyle/>
          <a:p>
            <a:pPr algn="ctr">
              <a:defRPr sz="417" b="1">
                <a:solidFill>
                  <a:srgbClr val="9988B8"/>
                </a:solidFill>
                <a:latin typeface="Arial"/>
                <a:ea typeface="Arial"/>
                <a:cs typeface="Arial"/>
              </a:defRPr>
            </a:pPr>
            <a:r>
              <a:rPr sz="417" b="1">
                <a:solidFill>
                  <a:srgbClr val="9988B8"/>
                </a:solidFill>
                <a:latin typeface="Arial"/>
                <a:ea typeface="Arial"/>
                <a:cs typeface="Arial"/>
              </a:rPr>
              <a:t>FiLM</a:t>
            </a:r>
          </a:p>
        </p:txBody>
      </p:sp>
      <p:sp>
        <p:nvSpPr>
          <p:cNvPr id="1000032" name="Arrow 29">
            <a:extLst>
              <a:ext uri="{FF2B5EF4-FFF2-40B4-BE49-F238E27FC236}">
                <a16:creationId xmlns:a16="http://schemas.microsoft.com/office/drawing/2014/main" id="{6F380830-9033-FA3C-5A50-A193869C1119}"/>
              </a:ext>
            </a:extLst>
          </p:cNvPr>
          <p:cNvSpPr>
            <a:spLocks noGrp="1"/>
          </p:cNvSpPr>
          <p:nvPr/>
        </p:nvSpPr>
        <p:spPr>
          <a:xfrm>
            <a:off x="3347545" y="3274052"/>
            <a:ext cx="20" cy="75605"/>
          </a:xfrm>
          <a:custGeom>
            <a:avLst/>
            <a:gdLst/>
            <a:ahLst/>
            <a:cxnLst/>
            <a:rect l="0" t="0" r="0" b="0"/>
            <a:pathLst>
              <a:path w="95" h="352425">
                <a:moveTo>
                  <a:pt x="0" y="0"/>
                </a:moveTo>
                <a:lnTo>
                  <a:pt x="0" y="352425"/>
                </a:lnTo>
              </a:path>
            </a:pathLst>
          </a:custGeom>
          <a:noFill/>
          <a:ln w="3474">
            <a:solidFill>
              <a:srgbClr val="2B887C"/>
            </a:solidFill>
            <a:prstDash val="solid"/>
          </a:ln>
        </p:spPr>
      </p:sp>
      <mc:AlternateContent xmlns:mc="http://schemas.openxmlformats.org/markup-compatibility/2006" xmlns:a14="http://schemas.microsoft.com/office/drawing/2010/main">
        <mc:Choice Requires="a14">
          <p:sp>
            <p:nvSpPr>
              <p:cNvPr id="1000033" name="Label 30 h">
                <a:extLst>
                  <a:ext uri="{FF2B5EF4-FFF2-40B4-BE49-F238E27FC236}">
                    <a16:creationId xmlns:a16="http://schemas.microsoft.com/office/drawing/2014/main" id="{AB9073C8-547C-C478-3486-B4A8F8F2DA8E}"/>
                  </a:ext>
                </a:extLst>
              </p:cNvPr>
              <p:cNvSpPr>
                <a:spLocks noGrp="1"/>
              </p:cNvSpPr>
              <p:nvPr/>
            </p:nvSpPr>
            <p:spPr>
              <a:xfrm>
                <a:off x="3216753" y="3284269"/>
                <a:ext cx="106269" cy="69474"/>
              </a:xfrm>
              <a:prstGeom prst="rect">
                <a:avLst/>
              </a:prstGeom>
              <a:noFill/>
              <a:ln w="0">
                <a:noFill/>
              </a:ln>
            </p:spPr>
            <p:txBody>
              <a:bodyPr wrap="none" lIns="0" tIns="0" rIns="0" bIns="0" anchor="ctr">
                <a:noAutofit/>
              </a:bodyPr>
              <a:lstStyle/>
              <a:p>
                <a:pPr algn="l"/>
                <a14:m>
                  <m:oMathPara xmlns:m="http://schemas.openxmlformats.org/officeDocument/2006/math">
                    <m:oMathParaPr>
                      <m:jc m:val="left"/>
                    </m:oMathParaPr>
                    <m:oMath>
                      <m:sSub>
                        <m:sSubPr>
                          <m:ctrlPr>
                            <a:rPr lang="en-US" sz="486">
                              <a:solidFill>
                                <a:srgbClr val="203646"/>
                              </a:solidFill>
                              <a:latin typeface="Cambria Math"/>
                            </a:rPr>
                          </m:ctrlPr>
                        </m:sSubPr>
                        <m:e>
                          <m:r>
                            <a:rPr lang="en-US" sz="486">
                              <a:solidFill>
                                <a:srgbClr val="203646"/>
                              </a:solidFill>
                              <a:latin typeface="Cambria Math"/>
                            </a:rPr>
                            <m:t>ℎ</m:t>
                          </m:r>
                        </m:e>
                        <m:sub>
                          <m:r>
                            <a:rPr lang="en-US" sz="486">
                              <a:solidFill>
                                <a:srgbClr val="203646"/>
                              </a:solidFill>
                              <a:latin typeface="Cambria Math"/>
                            </a:rPr>
                            <m:t>𝑗</m:t>
                          </m:r>
                        </m:sub>
                      </m:sSub>
                    </m:oMath>
                  </m:oMathPara>
                </a14:m>
                <a:endParaRPr lang="en-US" sz="486"/>
              </a:p>
            </p:txBody>
          </p:sp>
        </mc:Choice>
        <mc:Fallback xmlns="">
          <p:sp>
            <p:nvSpPr>
              <p:cNvPr id="1000033" name="Label 30 h">
                <a:extLst>
                  <a:ext uri="{FF2B5EF4-FFF2-40B4-BE49-F238E27FC236}">
                    <a16:creationId xmlns:a16="http://schemas.microsoft.com/office/drawing/2014/main" id="{089F8EB0-D83F-0171-C063-0DB714962BAE}"/>
                  </a:ext>
                </a:extLst>
              </p:cNvPr>
              <p:cNvSpPr>
                <a:spLocks noGrp="1" noRot="1" noChangeAspect="1" noMove="1" noResize="1" noEditPoints="1" noAdjustHandles="1" noChangeArrowheads="1" noChangeShapeType="1" noTextEdit="1"/>
              </p:cNvSpPr>
              <p:nvPr/>
            </p:nvSpPr>
            <p:spPr>
              <a:xfrm>
                <a:off x="3216753" y="3284269"/>
                <a:ext cx="106269" cy="69474"/>
              </a:xfrm>
              <a:prstGeom prst="rect">
                <a:avLst/>
              </a:prstGeom>
              <a:blipFill>
                <a:blip r:embed="rId5"/>
                <a:stretch>
                  <a:fillRect l="-23529" b="-54545"/>
                </a:stretch>
              </a:blipFill>
              <a:ln w="0">
                <a:noFill/>
              </a:ln>
            </p:spPr>
            <p:txBody>
              <a:bodyPr/>
              <a:lstStyle/>
              <a:p>
                <a:r>
                  <a:rPr lang="zh-CN" altLang="en-US">
                    <a:noFill/>
                  </a:rPr>
                  <a:t> </a:t>
                </a:r>
              </a:p>
            </p:txBody>
          </p:sp>
        </mc:Fallback>
      </mc:AlternateContent>
      <p:sp>
        <p:nvSpPr>
          <p:cNvPr id="1000034" name="Label 31 User-provided SMILES · same PDB">
            <a:extLst>
              <a:ext uri="{FF2B5EF4-FFF2-40B4-BE49-F238E27FC236}">
                <a16:creationId xmlns:a16="http://schemas.microsoft.com/office/drawing/2014/main" id="{6E992070-F481-ECD3-C12D-9A1E70C857CE}"/>
              </a:ext>
            </a:extLst>
          </p:cNvPr>
          <p:cNvSpPr>
            <a:spLocks noGrp="1"/>
          </p:cNvSpPr>
          <p:nvPr/>
        </p:nvSpPr>
        <p:spPr>
          <a:xfrm>
            <a:off x="3705181" y="1986731"/>
            <a:ext cx="1238441" cy="65388"/>
          </a:xfrm>
          <a:prstGeom prst="rect">
            <a:avLst/>
          </a:prstGeom>
          <a:noFill/>
          <a:ln w="0">
            <a:noFill/>
          </a:ln>
        </p:spPr>
        <p:txBody>
          <a:bodyPr wrap="none" lIns="0" tIns="0" rIns="0" bIns="0" anchor="ctr">
            <a:noAutofit/>
          </a:bodyPr>
          <a:lstStyle/>
          <a:p>
            <a:pPr algn="ctr">
              <a:defRPr sz="417" b="0">
                <a:solidFill>
                  <a:srgbClr val="6F8290"/>
                </a:solidFill>
                <a:latin typeface="Arial"/>
                <a:ea typeface="Arial"/>
                <a:cs typeface="Arial"/>
              </a:defRPr>
            </a:pPr>
            <a:r>
              <a:rPr sz="417" b="0" dirty="0">
                <a:solidFill>
                  <a:srgbClr val="6F8290"/>
                </a:solidFill>
                <a:latin typeface="Arial"/>
                <a:ea typeface="Arial"/>
                <a:cs typeface="Arial"/>
              </a:rPr>
              <a:t>User-provided SMILES · same PDB</a:t>
            </a:r>
          </a:p>
        </p:txBody>
      </p:sp>
      <p:sp>
        <p:nvSpPr>
          <p:cNvPr id="1000035" name="Operator ">
            <a:extLst>
              <a:ext uri="{FF2B5EF4-FFF2-40B4-BE49-F238E27FC236}">
                <a16:creationId xmlns:a16="http://schemas.microsoft.com/office/drawing/2014/main" id="{FA3E6FF2-3A93-F8AA-6BD2-CBAFE84ECA30}"/>
              </a:ext>
            </a:extLst>
          </p:cNvPr>
          <p:cNvSpPr>
            <a:spLocks noGrp="1"/>
          </p:cNvSpPr>
          <p:nvPr/>
        </p:nvSpPr>
        <p:spPr>
          <a:xfrm>
            <a:off x="4068947" y="2062335"/>
            <a:ext cx="439381" cy="349776"/>
          </a:xfrm>
          <a:prstGeom prst="roundRect">
            <a:avLst>
              <a:gd name="adj" fmla="val 4118"/>
            </a:avLst>
          </a:prstGeom>
          <a:solidFill>
            <a:srgbClr val="FFFFFF"/>
          </a:solidFill>
          <a:ln w="3270">
            <a:solidFill>
              <a:srgbClr val="BFD9CF"/>
            </a:solidFill>
          </a:ln>
        </p:spPr>
      </p:sp>
      <p:sp>
        <p:nvSpPr>
          <p:cNvPr id="1000036" name="Operator ">
            <a:extLst>
              <a:ext uri="{FF2B5EF4-FFF2-40B4-BE49-F238E27FC236}">
                <a16:creationId xmlns:a16="http://schemas.microsoft.com/office/drawing/2014/main" id="{8C65E0EE-10C1-BD4F-18AC-805DE4062AEF}"/>
              </a:ext>
            </a:extLst>
          </p:cNvPr>
          <p:cNvSpPr>
            <a:spLocks noGrp="1"/>
          </p:cNvSpPr>
          <p:nvPr/>
        </p:nvSpPr>
        <p:spPr>
          <a:xfrm>
            <a:off x="4081209" y="2248282"/>
            <a:ext cx="414857" cy="69474"/>
          </a:xfrm>
          <a:prstGeom prst="roundRect">
            <a:avLst>
              <a:gd name="adj" fmla="val 20588"/>
            </a:avLst>
          </a:prstGeom>
          <a:solidFill>
            <a:srgbClr val="EDF6F1"/>
          </a:solidFill>
          <a:ln w="3270">
            <a:solidFill>
              <a:srgbClr val="2B887C"/>
            </a:solidFill>
          </a:ln>
        </p:spPr>
      </p:sp>
      <p:sp>
        <p:nvSpPr>
          <p:cNvPr id="1000037" name="Label 32 1">
            <a:extLst>
              <a:ext uri="{FF2B5EF4-FFF2-40B4-BE49-F238E27FC236}">
                <a16:creationId xmlns:a16="http://schemas.microsoft.com/office/drawing/2014/main" id="{464EC789-A032-DE16-46C2-CD872B2F6279}"/>
              </a:ext>
            </a:extLst>
          </p:cNvPr>
          <p:cNvSpPr>
            <a:spLocks noGrp="1"/>
          </p:cNvSpPr>
          <p:nvPr/>
        </p:nvSpPr>
        <p:spPr>
          <a:xfrm>
            <a:off x="4091427" y="2074595"/>
            <a:ext cx="53134" cy="57214"/>
          </a:xfrm>
          <a:prstGeom prst="rect">
            <a:avLst/>
          </a:prstGeom>
          <a:noFill/>
          <a:ln w="0">
            <a:noFill/>
          </a:ln>
        </p:spPr>
        <p:txBody>
          <a:bodyPr wrap="none" lIns="0" tIns="0" rIns="0" bIns="0" anchor="ctr">
            <a:noAutofit/>
          </a:bodyPr>
          <a:lstStyle/>
          <a:p>
            <a:pPr algn="ctr">
              <a:defRPr sz="400" b="0">
                <a:solidFill>
                  <a:srgbClr val="5D83A8"/>
                </a:solidFill>
                <a:latin typeface="Arial"/>
                <a:ea typeface="Arial"/>
                <a:cs typeface="Arial"/>
              </a:defRPr>
            </a:pPr>
            <a:r>
              <a:rPr sz="400" b="0">
                <a:solidFill>
                  <a:srgbClr val="5D83A8"/>
                </a:solidFill>
                <a:latin typeface="Arial"/>
                <a:ea typeface="Arial"/>
                <a:cs typeface="Arial"/>
              </a:rPr>
              <a:t>1</a:t>
            </a:r>
          </a:p>
        </p:txBody>
      </p:sp>
      <p:sp>
        <p:nvSpPr>
          <p:cNvPr id="1000038" name="Label 33 CCO">
            <a:extLst>
              <a:ext uri="{FF2B5EF4-FFF2-40B4-BE49-F238E27FC236}">
                <a16:creationId xmlns:a16="http://schemas.microsoft.com/office/drawing/2014/main" id="{4371F9A4-EB18-34B8-0D6C-1C25E0A68AF6}"/>
              </a:ext>
            </a:extLst>
          </p:cNvPr>
          <p:cNvSpPr>
            <a:spLocks noGrp="1"/>
          </p:cNvSpPr>
          <p:nvPr/>
        </p:nvSpPr>
        <p:spPr>
          <a:xfrm>
            <a:off x="4160911" y="2074595"/>
            <a:ext cx="322894" cy="57214"/>
          </a:xfrm>
          <a:prstGeom prst="rect">
            <a:avLst/>
          </a:prstGeom>
          <a:noFill/>
          <a:ln w="0">
            <a:noFill/>
          </a:ln>
        </p:spPr>
        <p:txBody>
          <a:bodyPr wrap="none" lIns="0" tIns="0" rIns="0" bIns="0" anchor="ctr">
            <a:noAutofit/>
          </a:bodyPr>
          <a:lstStyle/>
          <a:p>
            <a:pPr algn="l">
              <a:defRPr sz="400" b="0">
                <a:solidFill>
                  <a:srgbClr val="5D83A8"/>
                </a:solidFill>
                <a:latin typeface="Arial"/>
                <a:ea typeface="Arial"/>
                <a:cs typeface="Arial"/>
              </a:defRPr>
            </a:pPr>
            <a:r>
              <a:rPr sz="400" b="0">
                <a:solidFill>
                  <a:srgbClr val="5D83A8"/>
                </a:solidFill>
                <a:latin typeface="Arial"/>
                <a:ea typeface="Arial"/>
                <a:cs typeface="Arial"/>
              </a:rPr>
              <a:t>CCO</a:t>
            </a:r>
          </a:p>
        </p:txBody>
      </p:sp>
      <p:sp>
        <p:nvSpPr>
          <p:cNvPr id="1000039" name="Label 34 2">
            <a:extLst>
              <a:ext uri="{FF2B5EF4-FFF2-40B4-BE49-F238E27FC236}">
                <a16:creationId xmlns:a16="http://schemas.microsoft.com/office/drawing/2014/main" id="{17453902-2E70-E601-2C32-2785B1D3677E}"/>
              </a:ext>
            </a:extLst>
          </p:cNvPr>
          <p:cNvSpPr>
            <a:spLocks noGrp="1"/>
          </p:cNvSpPr>
          <p:nvPr/>
        </p:nvSpPr>
        <p:spPr>
          <a:xfrm>
            <a:off x="4091427" y="2164504"/>
            <a:ext cx="53134" cy="57214"/>
          </a:xfrm>
          <a:prstGeom prst="rect">
            <a:avLst/>
          </a:prstGeom>
          <a:noFill/>
          <a:ln w="0">
            <a:noFill/>
          </a:ln>
        </p:spPr>
        <p:txBody>
          <a:bodyPr wrap="none" lIns="0" tIns="0" rIns="0" bIns="0" anchor="ctr">
            <a:noAutofit/>
          </a:bodyPr>
          <a:lstStyle/>
          <a:p>
            <a:pPr algn="ctr">
              <a:defRPr sz="400" b="0">
                <a:solidFill>
                  <a:srgbClr val="AC844C"/>
                </a:solidFill>
                <a:latin typeface="Arial"/>
                <a:ea typeface="Arial"/>
                <a:cs typeface="Arial"/>
              </a:defRPr>
            </a:pPr>
            <a:r>
              <a:rPr sz="400" b="0">
                <a:solidFill>
                  <a:srgbClr val="AC844C"/>
                </a:solidFill>
                <a:latin typeface="Arial"/>
                <a:ea typeface="Arial"/>
                <a:cs typeface="Arial"/>
              </a:rPr>
              <a:t>2</a:t>
            </a:r>
          </a:p>
        </p:txBody>
      </p:sp>
      <p:sp>
        <p:nvSpPr>
          <p:cNvPr id="1000040" name="Label 35 CC(=O)O">
            <a:extLst>
              <a:ext uri="{FF2B5EF4-FFF2-40B4-BE49-F238E27FC236}">
                <a16:creationId xmlns:a16="http://schemas.microsoft.com/office/drawing/2014/main" id="{9B9041DB-E3D7-BF2B-CCC5-6A48E494D929}"/>
              </a:ext>
            </a:extLst>
          </p:cNvPr>
          <p:cNvSpPr>
            <a:spLocks noGrp="1"/>
          </p:cNvSpPr>
          <p:nvPr/>
        </p:nvSpPr>
        <p:spPr>
          <a:xfrm>
            <a:off x="4160911" y="2164504"/>
            <a:ext cx="322894" cy="57214"/>
          </a:xfrm>
          <a:prstGeom prst="rect">
            <a:avLst/>
          </a:prstGeom>
          <a:noFill/>
          <a:ln w="0">
            <a:noFill/>
          </a:ln>
        </p:spPr>
        <p:txBody>
          <a:bodyPr wrap="none" lIns="0" tIns="0" rIns="0" bIns="0" anchor="ctr">
            <a:noAutofit/>
          </a:bodyPr>
          <a:lstStyle/>
          <a:p>
            <a:pPr algn="l">
              <a:defRPr sz="400" b="0">
                <a:solidFill>
                  <a:srgbClr val="AC844C"/>
                </a:solidFill>
                <a:latin typeface="Arial"/>
                <a:ea typeface="Arial"/>
                <a:cs typeface="Arial"/>
              </a:defRPr>
            </a:pPr>
            <a:r>
              <a:rPr sz="400" b="0">
                <a:solidFill>
                  <a:srgbClr val="AC844C"/>
                </a:solidFill>
                <a:latin typeface="Arial"/>
                <a:ea typeface="Arial"/>
                <a:cs typeface="Arial"/>
              </a:rPr>
              <a:t>CC(=O)O</a:t>
            </a:r>
          </a:p>
        </p:txBody>
      </p:sp>
      <p:sp>
        <p:nvSpPr>
          <p:cNvPr id="1000041" name="Label 36 k">
            <a:extLst>
              <a:ext uri="{FF2B5EF4-FFF2-40B4-BE49-F238E27FC236}">
                <a16:creationId xmlns:a16="http://schemas.microsoft.com/office/drawing/2014/main" id="{844B754A-4F2B-43BB-D3E8-36895285B046}"/>
              </a:ext>
            </a:extLst>
          </p:cNvPr>
          <p:cNvSpPr>
            <a:spLocks noGrp="1"/>
          </p:cNvSpPr>
          <p:nvPr/>
        </p:nvSpPr>
        <p:spPr>
          <a:xfrm>
            <a:off x="4091427" y="2254412"/>
            <a:ext cx="53134" cy="57214"/>
          </a:xfrm>
          <a:prstGeom prst="rect">
            <a:avLst/>
          </a:prstGeom>
          <a:noFill/>
          <a:ln w="0">
            <a:noFill/>
          </a:ln>
        </p:spPr>
        <p:txBody>
          <a:bodyPr wrap="none" lIns="0" tIns="0" rIns="0" bIns="0"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k</a:t>
            </a:r>
          </a:p>
        </p:txBody>
      </p:sp>
      <p:sp>
        <p:nvSpPr>
          <p:cNvPr id="1000042" name="Label 37 Cc1ccccc1">
            <a:extLst>
              <a:ext uri="{FF2B5EF4-FFF2-40B4-BE49-F238E27FC236}">
                <a16:creationId xmlns:a16="http://schemas.microsoft.com/office/drawing/2014/main" id="{4412E89B-43C9-B2F6-E62C-815C47A2A5FB}"/>
              </a:ext>
            </a:extLst>
          </p:cNvPr>
          <p:cNvSpPr>
            <a:spLocks noGrp="1"/>
          </p:cNvSpPr>
          <p:nvPr/>
        </p:nvSpPr>
        <p:spPr>
          <a:xfrm>
            <a:off x="4160911" y="2254412"/>
            <a:ext cx="322894" cy="57214"/>
          </a:xfrm>
          <a:prstGeom prst="rect">
            <a:avLst/>
          </a:prstGeom>
          <a:noFill/>
          <a:ln w="0">
            <a:noFill/>
          </a:ln>
        </p:spPr>
        <p:txBody>
          <a:bodyPr wrap="none" lIns="0" tIns="0" rIns="0" bIns="0" anchor="ctr">
            <a:noAutofit/>
          </a:bodyPr>
          <a:lstStyle/>
          <a:p>
            <a:pPr algn="l">
              <a:defRPr sz="400" b="1">
                <a:solidFill>
                  <a:srgbClr val="2B887C"/>
                </a:solidFill>
                <a:latin typeface="Arial"/>
                <a:ea typeface="Arial"/>
                <a:cs typeface="Arial"/>
              </a:defRPr>
            </a:pPr>
            <a:r>
              <a:rPr sz="400" b="1">
                <a:solidFill>
                  <a:srgbClr val="2B887C"/>
                </a:solidFill>
                <a:latin typeface="Arial"/>
                <a:ea typeface="Arial"/>
                <a:cs typeface="Arial"/>
              </a:rPr>
              <a:t>Cc1ccccc1</a:t>
            </a:r>
          </a:p>
        </p:txBody>
      </p:sp>
      <p:sp>
        <p:nvSpPr>
          <p:cNvPr id="1000043" name="Label 38 K">
            <a:extLst>
              <a:ext uri="{FF2B5EF4-FFF2-40B4-BE49-F238E27FC236}">
                <a16:creationId xmlns:a16="http://schemas.microsoft.com/office/drawing/2014/main" id="{8911A3E0-D85D-3D9C-EC97-B4F2010C87A1}"/>
              </a:ext>
            </a:extLst>
          </p:cNvPr>
          <p:cNvSpPr>
            <a:spLocks noGrp="1"/>
          </p:cNvSpPr>
          <p:nvPr/>
        </p:nvSpPr>
        <p:spPr>
          <a:xfrm>
            <a:off x="4091427" y="2344320"/>
            <a:ext cx="53134" cy="57214"/>
          </a:xfrm>
          <a:prstGeom prst="rect">
            <a:avLst/>
          </a:prstGeom>
          <a:noFill/>
          <a:ln w="0">
            <a:noFill/>
          </a:ln>
        </p:spPr>
        <p:txBody>
          <a:bodyPr wrap="none" lIns="0" tIns="0" rIns="0" bIns="0" anchor="ctr">
            <a:noAutofit/>
          </a:bodyPr>
          <a:lstStyle/>
          <a:p>
            <a:pPr algn="ctr">
              <a:defRPr sz="400" b="0">
                <a:solidFill>
                  <a:srgbClr val="9580A8"/>
                </a:solidFill>
                <a:latin typeface="Arial"/>
                <a:ea typeface="Arial"/>
                <a:cs typeface="Arial"/>
              </a:defRPr>
            </a:pPr>
            <a:r>
              <a:rPr sz="400" b="0">
                <a:solidFill>
                  <a:srgbClr val="9580A8"/>
                </a:solidFill>
                <a:latin typeface="Arial"/>
                <a:ea typeface="Arial"/>
                <a:cs typeface="Arial"/>
              </a:rPr>
              <a:t>K</a:t>
            </a:r>
          </a:p>
        </p:txBody>
      </p:sp>
      <p:sp>
        <p:nvSpPr>
          <p:cNvPr id="1000044" name="Label 39 CC(N)=O">
            <a:extLst>
              <a:ext uri="{FF2B5EF4-FFF2-40B4-BE49-F238E27FC236}">
                <a16:creationId xmlns:a16="http://schemas.microsoft.com/office/drawing/2014/main" id="{73D6F827-4430-7D53-2602-6B2D159D8A78}"/>
              </a:ext>
            </a:extLst>
          </p:cNvPr>
          <p:cNvSpPr>
            <a:spLocks noGrp="1"/>
          </p:cNvSpPr>
          <p:nvPr/>
        </p:nvSpPr>
        <p:spPr>
          <a:xfrm>
            <a:off x="4160911" y="2344320"/>
            <a:ext cx="322894" cy="57214"/>
          </a:xfrm>
          <a:prstGeom prst="rect">
            <a:avLst/>
          </a:prstGeom>
          <a:noFill/>
          <a:ln w="0">
            <a:noFill/>
          </a:ln>
        </p:spPr>
        <p:txBody>
          <a:bodyPr wrap="none" lIns="0" tIns="0" rIns="0" bIns="0" anchor="ctr">
            <a:noAutofit/>
          </a:bodyPr>
          <a:lstStyle/>
          <a:p>
            <a:pPr algn="l">
              <a:defRPr sz="400" b="0">
                <a:solidFill>
                  <a:srgbClr val="9580A8"/>
                </a:solidFill>
                <a:latin typeface="Arial"/>
                <a:ea typeface="Arial"/>
                <a:cs typeface="Arial"/>
              </a:defRPr>
            </a:pPr>
            <a:r>
              <a:rPr sz="400" b="0" dirty="0">
                <a:solidFill>
                  <a:srgbClr val="9580A8"/>
                </a:solidFill>
                <a:latin typeface="Arial"/>
                <a:ea typeface="Arial"/>
                <a:cs typeface="Arial"/>
              </a:rPr>
              <a:t>CC(N)=O</a:t>
            </a:r>
          </a:p>
        </p:txBody>
      </p:sp>
      <p:sp>
        <p:nvSpPr>
          <p:cNvPr id="1000045" name="Label 40 ···">
            <a:extLst>
              <a:ext uri="{FF2B5EF4-FFF2-40B4-BE49-F238E27FC236}">
                <a16:creationId xmlns:a16="http://schemas.microsoft.com/office/drawing/2014/main" id="{3FC9A035-3D41-9C0A-D678-1A2A408CBBB1}"/>
              </a:ext>
            </a:extLst>
          </p:cNvPr>
          <p:cNvSpPr>
            <a:spLocks noGrp="1"/>
          </p:cNvSpPr>
          <p:nvPr/>
        </p:nvSpPr>
        <p:spPr>
          <a:xfrm>
            <a:off x="4032584" y="2219675"/>
            <a:ext cx="183927" cy="28607"/>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dirty="0">
                <a:solidFill>
                  <a:srgbClr val="6F8290"/>
                </a:solidFill>
                <a:latin typeface="Arial"/>
                <a:ea typeface="Arial"/>
                <a:cs typeface="Arial"/>
              </a:rPr>
              <a:t>···</a:t>
            </a:r>
          </a:p>
        </p:txBody>
      </p:sp>
      <p:sp>
        <p:nvSpPr>
          <p:cNvPr id="1000046" name="Label 41 ···">
            <a:extLst>
              <a:ext uri="{FF2B5EF4-FFF2-40B4-BE49-F238E27FC236}">
                <a16:creationId xmlns:a16="http://schemas.microsoft.com/office/drawing/2014/main" id="{48195F84-6F0F-4F89-341D-FA432E44A6AE}"/>
              </a:ext>
            </a:extLst>
          </p:cNvPr>
          <p:cNvSpPr>
            <a:spLocks noGrp="1"/>
          </p:cNvSpPr>
          <p:nvPr/>
        </p:nvSpPr>
        <p:spPr>
          <a:xfrm>
            <a:off x="4031008" y="2320021"/>
            <a:ext cx="183927" cy="28607"/>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dirty="0">
                <a:solidFill>
                  <a:srgbClr val="6F8290"/>
                </a:solidFill>
                <a:latin typeface="Arial"/>
                <a:ea typeface="Arial"/>
                <a:cs typeface="Arial"/>
              </a:rPr>
              <a:t>···</a:t>
            </a:r>
          </a:p>
        </p:txBody>
      </p:sp>
      <p:sp>
        <p:nvSpPr>
          <p:cNvPr id="1000047" name="Arrow 42">
            <a:extLst>
              <a:ext uri="{FF2B5EF4-FFF2-40B4-BE49-F238E27FC236}">
                <a16:creationId xmlns:a16="http://schemas.microsoft.com/office/drawing/2014/main" id="{4A04811E-2F5E-DC28-BCE3-96C554F668BB}"/>
              </a:ext>
            </a:extLst>
          </p:cNvPr>
          <p:cNvSpPr>
            <a:spLocks noGrp="1"/>
          </p:cNvSpPr>
          <p:nvPr/>
        </p:nvSpPr>
        <p:spPr>
          <a:xfrm>
            <a:off x="3817581" y="2283019"/>
            <a:ext cx="251367" cy="182461"/>
          </a:xfrm>
          <a:custGeom>
            <a:avLst/>
            <a:gdLst/>
            <a:ahLst/>
            <a:cxnLst/>
            <a:rect l="0" t="0" r="0" b="0"/>
            <a:pathLst>
              <a:path w="1171575" h="704850">
                <a:moveTo>
                  <a:pt x="1171575" y="0"/>
                </a:moveTo>
                <a:lnTo>
                  <a:pt x="0" y="0"/>
                </a:lnTo>
                <a:lnTo>
                  <a:pt x="0" y="704850"/>
                </a:lnTo>
              </a:path>
            </a:pathLst>
          </a:custGeom>
          <a:noFill/>
          <a:ln w="3474">
            <a:solidFill>
              <a:srgbClr val="2B887C"/>
            </a:solidFill>
            <a:prstDash val="solid"/>
          </a:ln>
        </p:spPr>
      </p:sp>
      <p:sp>
        <p:nvSpPr>
          <p:cNvPr id="1000048" name="Label 43 RDKit">
            <a:extLst>
              <a:ext uri="{FF2B5EF4-FFF2-40B4-BE49-F238E27FC236}">
                <a16:creationId xmlns:a16="http://schemas.microsoft.com/office/drawing/2014/main" id="{F09F689E-8C02-D5B5-5B6A-11AB1F41A7BB}"/>
              </a:ext>
            </a:extLst>
          </p:cNvPr>
          <p:cNvSpPr>
            <a:spLocks noGrp="1"/>
          </p:cNvSpPr>
          <p:nvPr/>
        </p:nvSpPr>
        <p:spPr>
          <a:xfrm>
            <a:off x="3858453" y="2295279"/>
            <a:ext cx="173709" cy="55171"/>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a:solidFill>
                  <a:srgbClr val="6F8290"/>
                </a:solidFill>
                <a:latin typeface="Arial"/>
                <a:ea typeface="Arial"/>
                <a:cs typeface="Arial"/>
              </a:rPr>
              <a:t>RDKit</a:t>
            </a:r>
          </a:p>
        </p:txBody>
      </p:sp>
      <p:sp>
        <p:nvSpPr>
          <p:cNvPr id="1000049" name="Arrow 44">
            <a:extLst>
              <a:ext uri="{FF2B5EF4-FFF2-40B4-BE49-F238E27FC236}">
                <a16:creationId xmlns:a16="http://schemas.microsoft.com/office/drawing/2014/main" id="{218F5C2B-83C4-06F9-DDC7-244F7F0C68C4}"/>
              </a:ext>
            </a:extLst>
          </p:cNvPr>
          <p:cNvSpPr>
            <a:spLocks noGrp="1"/>
          </p:cNvSpPr>
          <p:nvPr/>
        </p:nvSpPr>
        <p:spPr>
          <a:xfrm>
            <a:off x="4287616" y="2412112"/>
            <a:ext cx="20" cy="87504"/>
          </a:xfrm>
          <a:custGeom>
            <a:avLst/>
            <a:gdLst/>
            <a:ahLst/>
            <a:cxnLst/>
            <a:rect l="0" t="0" r="0" b="0"/>
            <a:pathLst>
              <a:path w="95" h="228600">
                <a:moveTo>
                  <a:pt x="0" y="0"/>
                </a:moveTo>
                <a:lnTo>
                  <a:pt x="0" y="228600"/>
                </a:lnTo>
              </a:path>
            </a:pathLst>
          </a:custGeom>
          <a:noFill/>
          <a:ln w="3474">
            <a:solidFill>
              <a:srgbClr val="2B887C"/>
            </a:solidFill>
            <a:prstDash val="solid"/>
          </a:ln>
        </p:spPr>
      </p:sp>
      <p:sp>
        <p:nvSpPr>
          <p:cNvPr id="1000050" name="Arrow 45">
            <a:extLst>
              <a:ext uri="{FF2B5EF4-FFF2-40B4-BE49-F238E27FC236}">
                <a16:creationId xmlns:a16="http://schemas.microsoft.com/office/drawing/2014/main" id="{F9CA7F89-8D8B-7418-698A-9286F4EF6FE9}"/>
              </a:ext>
            </a:extLst>
          </p:cNvPr>
          <p:cNvSpPr>
            <a:spLocks noGrp="1"/>
          </p:cNvSpPr>
          <p:nvPr/>
        </p:nvSpPr>
        <p:spPr>
          <a:xfrm>
            <a:off x="4508329" y="2103203"/>
            <a:ext cx="249323" cy="394370"/>
          </a:xfrm>
          <a:custGeom>
            <a:avLst/>
            <a:gdLst/>
            <a:ahLst/>
            <a:cxnLst/>
            <a:rect l="0" t="0" r="0" b="0"/>
            <a:pathLst>
              <a:path w="1162050" h="1647825">
                <a:moveTo>
                  <a:pt x="0" y="0"/>
                </a:moveTo>
                <a:lnTo>
                  <a:pt x="1162050" y="0"/>
                </a:lnTo>
                <a:lnTo>
                  <a:pt x="1162050" y="1647825"/>
                </a:lnTo>
              </a:path>
            </a:pathLst>
          </a:custGeom>
          <a:noFill/>
          <a:ln w="3474">
            <a:solidFill>
              <a:srgbClr val="2B887C"/>
            </a:solidFill>
            <a:prstDash val="solid"/>
          </a:ln>
        </p:spPr>
      </p:sp>
      <p:sp>
        <p:nvSpPr>
          <p:cNvPr id="1000051" name="Line 46">
            <a:extLst>
              <a:ext uri="{FF2B5EF4-FFF2-40B4-BE49-F238E27FC236}">
                <a16:creationId xmlns:a16="http://schemas.microsoft.com/office/drawing/2014/main" id="{A60F10CD-A063-5D7D-AFC9-2D0C186C6145}"/>
              </a:ext>
            </a:extLst>
          </p:cNvPr>
          <p:cNvSpPr>
            <a:spLocks noGrp="1"/>
          </p:cNvSpPr>
          <p:nvPr/>
        </p:nvSpPr>
        <p:spPr>
          <a:xfrm>
            <a:off x="4508329" y="2193111"/>
            <a:ext cx="249323" cy="20"/>
          </a:xfrm>
          <a:custGeom>
            <a:avLst/>
            <a:gdLst/>
            <a:ahLst/>
            <a:cxnLst/>
            <a:rect l="0" t="0" r="0" b="0"/>
            <a:pathLst>
              <a:path w="1162050" h="95">
                <a:moveTo>
                  <a:pt x="0" y="0"/>
                </a:moveTo>
                <a:lnTo>
                  <a:pt x="1162050" y="0"/>
                </a:lnTo>
              </a:path>
            </a:pathLst>
          </a:custGeom>
          <a:noFill/>
          <a:ln w="3474">
            <a:solidFill>
              <a:srgbClr val="2B887C"/>
            </a:solidFill>
            <a:prstDash val="solid"/>
          </a:ln>
        </p:spPr>
      </p:sp>
      <p:sp>
        <p:nvSpPr>
          <p:cNvPr id="1000052" name="Line 47">
            <a:extLst>
              <a:ext uri="{FF2B5EF4-FFF2-40B4-BE49-F238E27FC236}">
                <a16:creationId xmlns:a16="http://schemas.microsoft.com/office/drawing/2014/main" id="{1A5A8E06-9376-411D-E823-9A8933860A81}"/>
              </a:ext>
            </a:extLst>
          </p:cNvPr>
          <p:cNvSpPr>
            <a:spLocks noGrp="1"/>
          </p:cNvSpPr>
          <p:nvPr/>
        </p:nvSpPr>
        <p:spPr>
          <a:xfrm>
            <a:off x="4508329" y="2372927"/>
            <a:ext cx="249323" cy="20"/>
          </a:xfrm>
          <a:custGeom>
            <a:avLst/>
            <a:gdLst/>
            <a:ahLst/>
            <a:cxnLst/>
            <a:rect l="0" t="0" r="0" b="0"/>
            <a:pathLst>
              <a:path w="1162050" h="95">
                <a:moveTo>
                  <a:pt x="0" y="0"/>
                </a:moveTo>
                <a:lnTo>
                  <a:pt x="1162050" y="0"/>
                </a:lnTo>
              </a:path>
            </a:pathLst>
          </a:custGeom>
          <a:noFill/>
          <a:ln w="3474">
            <a:solidFill>
              <a:srgbClr val="2B887C"/>
            </a:solidFill>
            <a:prstDash val="solid"/>
          </a:ln>
        </p:spPr>
      </p:sp>
      <p:sp>
        <p:nvSpPr>
          <p:cNvPr id="1000053" name="Label 48 Other identities">
            <a:extLst>
              <a:ext uri="{FF2B5EF4-FFF2-40B4-BE49-F238E27FC236}">
                <a16:creationId xmlns:a16="http://schemas.microsoft.com/office/drawing/2014/main" id="{162DFA01-09C3-7D19-A300-CACB2323A765}"/>
              </a:ext>
            </a:extLst>
          </p:cNvPr>
          <p:cNvSpPr>
            <a:spLocks noGrp="1"/>
          </p:cNvSpPr>
          <p:nvPr/>
        </p:nvSpPr>
        <p:spPr>
          <a:xfrm>
            <a:off x="4788306" y="2254412"/>
            <a:ext cx="235018" cy="110342"/>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dirty="0">
                <a:solidFill>
                  <a:srgbClr val="6F8290"/>
                </a:solidFill>
                <a:latin typeface="Arial"/>
                <a:ea typeface="Arial"/>
                <a:cs typeface="Arial"/>
              </a:rPr>
              <a:t>Other</a:t>
            </a:r>
          </a:p>
          <a:p>
            <a:pPr algn="ctr">
              <a:defRPr sz="400" b="0">
                <a:solidFill>
                  <a:srgbClr val="6F8290"/>
                </a:solidFill>
                <a:latin typeface="Arial"/>
                <a:ea typeface="Arial"/>
                <a:cs typeface="Arial"/>
              </a:defRPr>
            </a:pPr>
            <a:r>
              <a:rPr lang="en-US" sz="400" b="0" dirty="0">
                <a:solidFill>
                  <a:srgbClr val="6F8290"/>
                </a:solidFill>
                <a:latin typeface="Arial"/>
                <a:ea typeface="Arial"/>
                <a:cs typeface="Arial"/>
              </a:rPr>
              <a:t> </a:t>
            </a:r>
            <a:r>
              <a:rPr sz="400" b="0" dirty="0">
                <a:solidFill>
                  <a:srgbClr val="6F8290"/>
                </a:solidFill>
                <a:latin typeface="Arial"/>
                <a:ea typeface="Arial"/>
                <a:cs typeface="Arial"/>
              </a:rPr>
              <a:t>identities</a:t>
            </a:r>
          </a:p>
        </p:txBody>
      </p:sp>
      <p:sp>
        <p:nvSpPr>
          <p:cNvPr id="1000054" name="Label 49 Own graph">
            <a:extLst>
              <a:ext uri="{FF2B5EF4-FFF2-40B4-BE49-F238E27FC236}">
                <a16:creationId xmlns:a16="http://schemas.microsoft.com/office/drawing/2014/main" id="{D6F223AA-4550-297E-5CF4-F7E7C139DF4F}"/>
              </a:ext>
            </a:extLst>
          </p:cNvPr>
          <p:cNvSpPr>
            <a:spLocks noGrp="1"/>
          </p:cNvSpPr>
          <p:nvPr/>
        </p:nvSpPr>
        <p:spPr>
          <a:xfrm>
            <a:off x="3660678" y="2607209"/>
            <a:ext cx="308589" cy="61301"/>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dirty="0">
                <a:solidFill>
                  <a:srgbClr val="6F8290"/>
                </a:solidFill>
                <a:latin typeface="Arial"/>
                <a:ea typeface="Arial"/>
                <a:cs typeface="Arial"/>
              </a:rPr>
              <a:t>Own graph</a:t>
            </a:r>
          </a:p>
        </p:txBody>
      </p:sp>
      <p:sp>
        <p:nvSpPr>
          <p:cNvPr id="1000055" name="Operator SMI-TED">
            <a:extLst>
              <a:ext uri="{FF2B5EF4-FFF2-40B4-BE49-F238E27FC236}">
                <a16:creationId xmlns:a16="http://schemas.microsoft.com/office/drawing/2014/main" id="{CA65F0A7-B46B-CFE0-A42B-8A766B023190}"/>
              </a:ext>
            </a:extLst>
          </p:cNvPr>
          <p:cNvSpPr>
            <a:spLocks noGrp="1"/>
          </p:cNvSpPr>
          <p:nvPr/>
        </p:nvSpPr>
        <p:spPr>
          <a:xfrm>
            <a:off x="4126169" y="2509833"/>
            <a:ext cx="322894"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SMI-TED</a:t>
            </a:r>
          </a:p>
        </p:txBody>
      </p:sp>
      <p:sp>
        <p:nvSpPr>
          <p:cNvPr id="1000056" name="Label 50 + linear">
            <a:extLst>
              <a:ext uri="{FF2B5EF4-FFF2-40B4-BE49-F238E27FC236}">
                <a16:creationId xmlns:a16="http://schemas.microsoft.com/office/drawing/2014/main" id="{D825E727-2EEB-7153-36B1-7D3D77837D5E}"/>
              </a:ext>
            </a:extLst>
          </p:cNvPr>
          <p:cNvSpPr>
            <a:spLocks noGrp="1"/>
          </p:cNvSpPr>
          <p:nvPr/>
        </p:nvSpPr>
        <p:spPr>
          <a:xfrm>
            <a:off x="4154780" y="2624261"/>
            <a:ext cx="265672" cy="59258"/>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a:solidFill>
                  <a:srgbClr val="6F8290"/>
                </a:solidFill>
                <a:latin typeface="Arial"/>
                <a:ea typeface="Arial"/>
                <a:cs typeface="Arial"/>
              </a:rPr>
              <a:t>+ linear</a:t>
            </a:r>
          </a:p>
        </p:txBody>
      </p:sp>
      <p:sp>
        <p:nvSpPr>
          <p:cNvPr id="1000057" name="Operator SMI-TED">
            <a:extLst>
              <a:ext uri="{FF2B5EF4-FFF2-40B4-BE49-F238E27FC236}">
                <a16:creationId xmlns:a16="http://schemas.microsoft.com/office/drawing/2014/main" id="{96CB4C5D-F220-0D09-9419-4806603B88BA}"/>
              </a:ext>
            </a:extLst>
          </p:cNvPr>
          <p:cNvSpPr>
            <a:spLocks noGrp="1"/>
          </p:cNvSpPr>
          <p:nvPr/>
        </p:nvSpPr>
        <p:spPr>
          <a:xfrm>
            <a:off x="4596205" y="2509833"/>
            <a:ext cx="322894"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dirty="0">
                <a:solidFill>
                  <a:srgbClr val="2B887C"/>
                </a:solidFill>
                <a:latin typeface="Arial"/>
                <a:ea typeface="Arial"/>
                <a:cs typeface="Arial"/>
              </a:rPr>
              <a:t>SMI-TED</a:t>
            </a:r>
          </a:p>
        </p:txBody>
      </p:sp>
      <p:sp>
        <p:nvSpPr>
          <p:cNvPr id="1000058" name="Label 51 + linear">
            <a:extLst>
              <a:ext uri="{FF2B5EF4-FFF2-40B4-BE49-F238E27FC236}">
                <a16:creationId xmlns:a16="http://schemas.microsoft.com/office/drawing/2014/main" id="{6EE12DE6-1797-C3A9-5238-A38A1FCE23E1}"/>
              </a:ext>
            </a:extLst>
          </p:cNvPr>
          <p:cNvSpPr>
            <a:spLocks noGrp="1"/>
          </p:cNvSpPr>
          <p:nvPr/>
        </p:nvSpPr>
        <p:spPr>
          <a:xfrm>
            <a:off x="4624816" y="2624261"/>
            <a:ext cx="265672" cy="59258"/>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dirty="0">
                <a:solidFill>
                  <a:srgbClr val="6F8290"/>
                </a:solidFill>
                <a:latin typeface="Arial"/>
                <a:ea typeface="Arial"/>
                <a:cs typeface="Arial"/>
              </a:rPr>
              <a:t>+ linear</a:t>
            </a:r>
          </a:p>
        </p:txBody>
      </p:sp>
      <p:sp>
        <p:nvSpPr>
          <p:cNvPr id="1000060" name="Operator GNN">
            <a:extLst>
              <a:ext uri="{FF2B5EF4-FFF2-40B4-BE49-F238E27FC236}">
                <a16:creationId xmlns:a16="http://schemas.microsoft.com/office/drawing/2014/main" id="{8FF71520-48ED-0E36-7AD5-E0501A13E7B0}"/>
              </a:ext>
            </a:extLst>
          </p:cNvPr>
          <p:cNvSpPr>
            <a:spLocks noGrp="1"/>
          </p:cNvSpPr>
          <p:nvPr/>
        </p:nvSpPr>
        <p:spPr>
          <a:xfrm>
            <a:off x="3692919" y="2726429"/>
            <a:ext cx="249323" cy="91480"/>
          </a:xfrm>
          <a:prstGeom prst="roundRect">
            <a:avLst>
              <a:gd name="adj" fmla="val 16667"/>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GNN</a:t>
            </a:r>
          </a:p>
        </p:txBody>
      </p:sp>
      <p:sp>
        <p:nvSpPr>
          <p:cNvPr id="1000061" name="Arrow 53">
            <a:extLst>
              <a:ext uri="{FF2B5EF4-FFF2-40B4-BE49-F238E27FC236}">
                <a16:creationId xmlns:a16="http://schemas.microsoft.com/office/drawing/2014/main" id="{A379F92D-D93B-197E-6884-3C16B367F3EA}"/>
              </a:ext>
            </a:extLst>
          </p:cNvPr>
          <p:cNvSpPr>
            <a:spLocks noGrp="1"/>
          </p:cNvSpPr>
          <p:nvPr/>
        </p:nvSpPr>
        <p:spPr>
          <a:xfrm>
            <a:off x="3817581" y="2817909"/>
            <a:ext cx="20" cy="116943"/>
          </a:xfrm>
          <a:custGeom>
            <a:avLst/>
            <a:gdLst/>
            <a:ahLst/>
            <a:cxnLst/>
            <a:rect l="0" t="0" r="0" b="0"/>
            <a:pathLst>
              <a:path w="95" h="276225">
                <a:moveTo>
                  <a:pt x="0" y="0"/>
                </a:moveTo>
                <a:lnTo>
                  <a:pt x="0" y="276225"/>
                </a:lnTo>
              </a:path>
            </a:pathLst>
          </a:custGeom>
          <a:noFill/>
          <a:ln w="3474">
            <a:solidFill>
              <a:srgbClr val="2B887C"/>
            </a:solidFill>
            <a:prstDash val="solid"/>
          </a:ln>
        </p:spPr>
      </p:sp>
      <p:sp>
        <p:nvSpPr>
          <p:cNvPr id="1000062" name="Label 54 K, V">
            <a:extLst>
              <a:ext uri="{FF2B5EF4-FFF2-40B4-BE49-F238E27FC236}">
                <a16:creationId xmlns:a16="http://schemas.microsoft.com/office/drawing/2014/main" id="{B34F8A1D-69F8-F837-732E-B361C852DB62}"/>
              </a:ext>
            </a:extLst>
          </p:cNvPr>
          <p:cNvSpPr>
            <a:spLocks noGrp="1"/>
          </p:cNvSpPr>
          <p:nvPr/>
        </p:nvSpPr>
        <p:spPr>
          <a:xfrm>
            <a:off x="3840061" y="2827340"/>
            <a:ext cx="130792" cy="116854"/>
          </a:xfrm>
          <a:prstGeom prst="rect">
            <a:avLst/>
          </a:prstGeom>
          <a:noFill/>
          <a:ln w="0">
            <a:noFill/>
          </a:ln>
        </p:spPr>
        <p:txBody>
          <a:bodyPr wrap="none" lIns="0" tIns="0" rIns="0" bIns="0" anchor="ctr">
            <a:noAutofit/>
          </a:bodyPr>
          <a:lstStyle/>
          <a:p>
            <a:pPr algn="ctr">
              <a:defRPr sz="400" b="0">
                <a:solidFill>
                  <a:srgbClr val="2B887C"/>
                </a:solidFill>
                <a:latin typeface="Arial"/>
                <a:ea typeface="Arial"/>
                <a:cs typeface="Arial"/>
              </a:defRPr>
            </a:pPr>
            <a:r>
              <a:rPr sz="400" b="0">
                <a:solidFill>
                  <a:srgbClr val="2B887C"/>
                </a:solidFill>
                <a:latin typeface="Arial"/>
                <a:ea typeface="Arial"/>
                <a:cs typeface="Arial"/>
              </a:rPr>
              <a:t>K, V</a:t>
            </a:r>
          </a:p>
        </p:txBody>
      </p:sp>
      <p:sp>
        <p:nvSpPr>
          <p:cNvPr id="1000063" name="Arrow 55">
            <a:extLst>
              <a:ext uri="{FF2B5EF4-FFF2-40B4-BE49-F238E27FC236}">
                <a16:creationId xmlns:a16="http://schemas.microsoft.com/office/drawing/2014/main" id="{C8F960D1-EB26-7B58-3FA5-B49DAED4D0B0}"/>
              </a:ext>
            </a:extLst>
          </p:cNvPr>
          <p:cNvSpPr>
            <a:spLocks noGrp="1"/>
          </p:cNvSpPr>
          <p:nvPr/>
        </p:nvSpPr>
        <p:spPr>
          <a:xfrm>
            <a:off x="4287616" y="2689649"/>
            <a:ext cx="20" cy="281985"/>
          </a:xfrm>
          <a:custGeom>
            <a:avLst/>
            <a:gdLst/>
            <a:ahLst/>
            <a:cxnLst/>
            <a:rect l="0" t="0" r="0" b="0"/>
            <a:pathLst>
              <a:path w="95" h="933450">
                <a:moveTo>
                  <a:pt x="0" y="0"/>
                </a:moveTo>
                <a:lnTo>
                  <a:pt x="0" y="933450"/>
                </a:lnTo>
              </a:path>
            </a:pathLst>
          </a:custGeom>
          <a:noFill/>
          <a:ln w="3474">
            <a:solidFill>
              <a:srgbClr val="2B887C"/>
            </a:solidFill>
            <a:prstDash val="solid"/>
          </a:ln>
        </p:spPr>
      </p:sp>
      <p:sp>
        <p:nvSpPr>
          <p:cNvPr id="1000064" name="Arrow 56">
            <a:extLst>
              <a:ext uri="{FF2B5EF4-FFF2-40B4-BE49-F238E27FC236}">
                <a16:creationId xmlns:a16="http://schemas.microsoft.com/office/drawing/2014/main" id="{7895BBB8-5C2F-809B-BDA5-86359B8C7EE9}"/>
              </a:ext>
            </a:extLst>
          </p:cNvPr>
          <p:cNvSpPr>
            <a:spLocks noGrp="1"/>
          </p:cNvSpPr>
          <p:nvPr/>
        </p:nvSpPr>
        <p:spPr>
          <a:xfrm>
            <a:off x="4757652" y="2689649"/>
            <a:ext cx="20" cy="30651"/>
          </a:xfrm>
          <a:custGeom>
            <a:avLst/>
            <a:gdLst/>
            <a:ahLst/>
            <a:cxnLst/>
            <a:rect l="0" t="0" r="0" b="0"/>
            <a:pathLst>
              <a:path w="95" h="142875">
                <a:moveTo>
                  <a:pt x="0" y="0"/>
                </a:moveTo>
                <a:lnTo>
                  <a:pt x="0" y="142875"/>
                </a:lnTo>
              </a:path>
            </a:pathLst>
          </a:custGeom>
          <a:noFill/>
          <a:ln w="3474">
            <a:solidFill>
              <a:srgbClr val="2B887C"/>
            </a:solidFill>
            <a:prstDash val="solid"/>
          </a:ln>
        </p:spPr>
      </p:sp>
      <p:sp>
        <p:nvSpPr>
          <p:cNvPr id="1000065" name="Label 57 1">
            <a:extLst>
              <a:ext uri="{FF2B5EF4-FFF2-40B4-BE49-F238E27FC236}">
                <a16:creationId xmlns:a16="http://schemas.microsoft.com/office/drawing/2014/main" id="{3A3C4E39-C0B1-9F65-B47A-EA88C6BDAE97}"/>
              </a:ext>
            </a:extLst>
          </p:cNvPr>
          <p:cNvSpPr>
            <a:spLocks noGrp="1"/>
          </p:cNvSpPr>
          <p:nvPr/>
        </p:nvSpPr>
        <p:spPr>
          <a:xfrm>
            <a:off x="4575768" y="2726429"/>
            <a:ext cx="40873" cy="46997"/>
          </a:xfrm>
          <a:prstGeom prst="rect">
            <a:avLst/>
          </a:prstGeom>
          <a:noFill/>
          <a:ln w="0">
            <a:noFill/>
          </a:ln>
        </p:spPr>
        <p:txBody>
          <a:bodyPr wrap="none" lIns="0" tIns="0" rIns="0" bIns="0" anchor="ctr">
            <a:noAutofit/>
          </a:bodyPr>
          <a:lstStyle/>
          <a:p>
            <a:pPr algn="ctr">
              <a:defRPr sz="400" b="0">
                <a:solidFill>
                  <a:srgbClr val="5D83A8"/>
                </a:solidFill>
                <a:latin typeface="Arial"/>
                <a:ea typeface="Arial"/>
                <a:cs typeface="Arial"/>
              </a:defRPr>
            </a:pPr>
            <a:r>
              <a:rPr sz="400" b="0" dirty="0">
                <a:solidFill>
                  <a:srgbClr val="5D83A8"/>
                </a:solidFill>
                <a:latin typeface="Arial"/>
                <a:ea typeface="Arial"/>
                <a:cs typeface="Arial"/>
              </a:rPr>
              <a:t>1</a:t>
            </a:r>
          </a:p>
        </p:txBody>
      </p:sp>
      <p:sp>
        <p:nvSpPr>
          <p:cNvPr id="1000066" name="Label 58 2">
            <a:extLst>
              <a:ext uri="{FF2B5EF4-FFF2-40B4-BE49-F238E27FC236}">
                <a16:creationId xmlns:a16="http://schemas.microsoft.com/office/drawing/2014/main" id="{7E19F066-5EED-3F6D-55A5-7A1130F40136}"/>
              </a:ext>
            </a:extLst>
          </p:cNvPr>
          <p:cNvSpPr>
            <a:spLocks noGrp="1"/>
          </p:cNvSpPr>
          <p:nvPr/>
        </p:nvSpPr>
        <p:spPr>
          <a:xfrm>
            <a:off x="4575768" y="2763210"/>
            <a:ext cx="40873" cy="52342"/>
          </a:xfrm>
          <a:prstGeom prst="rect">
            <a:avLst/>
          </a:prstGeom>
          <a:noFill/>
          <a:ln w="0">
            <a:noFill/>
          </a:ln>
        </p:spPr>
        <p:txBody>
          <a:bodyPr wrap="none" lIns="0" tIns="0" rIns="0" bIns="0" anchor="ctr">
            <a:noAutofit/>
          </a:bodyPr>
          <a:lstStyle/>
          <a:p>
            <a:pPr algn="ctr">
              <a:defRPr sz="400" b="0">
                <a:solidFill>
                  <a:srgbClr val="AC844C"/>
                </a:solidFill>
                <a:latin typeface="Arial"/>
                <a:ea typeface="Arial"/>
                <a:cs typeface="Arial"/>
              </a:defRPr>
            </a:pPr>
            <a:r>
              <a:rPr sz="400" b="0">
                <a:solidFill>
                  <a:srgbClr val="AC844C"/>
                </a:solidFill>
                <a:latin typeface="Arial"/>
                <a:ea typeface="Arial"/>
                <a:cs typeface="Arial"/>
              </a:rPr>
              <a:t>2</a:t>
            </a:r>
          </a:p>
        </p:txBody>
      </p:sp>
      <p:sp>
        <p:nvSpPr>
          <p:cNvPr id="1000067" name="Label 59 K">
            <a:extLst>
              <a:ext uri="{FF2B5EF4-FFF2-40B4-BE49-F238E27FC236}">
                <a16:creationId xmlns:a16="http://schemas.microsoft.com/office/drawing/2014/main" id="{B22E0322-B800-36B4-0BCC-D3F133022AA4}"/>
              </a:ext>
            </a:extLst>
          </p:cNvPr>
          <p:cNvSpPr>
            <a:spLocks noGrp="1"/>
          </p:cNvSpPr>
          <p:nvPr/>
        </p:nvSpPr>
        <p:spPr>
          <a:xfrm>
            <a:off x="4575768" y="2803763"/>
            <a:ext cx="40873" cy="75043"/>
          </a:xfrm>
          <a:prstGeom prst="rect">
            <a:avLst/>
          </a:prstGeom>
          <a:noFill/>
          <a:ln w="0">
            <a:noFill/>
          </a:ln>
        </p:spPr>
        <p:txBody>
          <a:bodyPr wrap="none" lIns="0" tIns="0" rIns="0" bIns="0" anchor="ctr">
            <a:noAutofit/>
          </a:bodyPr>
          <a:lstStyle/>
          <a:p>
            <a:pPr algn="ctr">
              <a:defRPr sz="400" b="0">
                <a:solidFill>
                  <a:srgbClr val="9580A8"/>
                </a:solidFill>
                <a:latin typeface="Arial"/>
                <a:ea typeface="Arial"/>
                <a:cs typeface="Arial"/>
              </a:defRPr>
            </a:pPr>
            <a:r>
              <a:rPr sz="400" b="0">
                <a:solidFill>
                  <a:srgbClr val="9580A8"/>
                </a:solidFill>
                <a:latin typeface="Arial"/>
                <a:ea typeface="Arial"/>
                <a:cs typeface="Arial"/>
              </a:rPr>
              <a:t>K</a:t>
            </a:r>
          </a:p>
        </p:txBody>
      </p:sp>
      <p:sp>
        <p:nvSpPr>
          <p:cNvPr id="1000068" name="Arrow 60">
            <a:extLst>
              <a:ext uri="{FF2B5EF4-FFF2-40B4-BE49-F238E27FC236}">
                <a16:creationId xmlns:a16="http://schemas.microsoft.com/office/drawing/2014/main" id="{9FD10D6D-A61B-7431-2039-B7B65158F97F}"/>
              </a:ext>
            </a:extLst>
          </p:cNvPr>
          <p:cNvSpPr>
            <a:spLocks noGrp="1"/>
          </p:cNvSpPr>
          <p:nvPr/>
        </p:nvSpPr>
        <p:spPr>
          <a:xfrm>
            <a:off x="4757652" y="2860124"/>
            <a:ext cx="20" cy="74729"/>
          </a:xfrm>
          <a:custGeom>
            <a:avLst/>
            <a:gdLst/>
            <a:ahLst/>
            <a:cxnLst/>
            <a:rect l="0" t="0" r="0" b="0"/>
            <a:pathLst>
              <a:path w="95" h="152400">
                <a:moveTo>
                  <a:pt x="0" y="0"/>
                </a:moveTo>
                <a:lnTo>
                  <a:pt x="0" y="152400"/>
                </a:lnTo>
              </a:path>
            </a:pathLst>
          </a:custGeom>
          <a:noFill/>
          <a:ln w="3474">
            <a:solidFill>
              <a:srgbClr val="2B887C"/>
            </a:solidFill>
            <a:prstDash val="solid"/>
          </a:ln>
        </p:spPr>
      </p:sp>
      <p:sp>
        <p:nvSpPr>
          <p:cNvPr id="1000069" name="Label 61 K, V">
            <a:extLst>
              <a:ext uri="{FF2B5EF4-FFF2-40B4-BE49-F238E27FC236}">
                <a16:creationId xmlns:a16="http://schemas.microsoft.com/office/drawing/2014/main" id="{FD796196-F6B3-B2B1-7CF6-9AE4F1E5E4D8}"/>
              </a:ext>
            </a:extLst>
          </p:cNvPr>
          <p:cNvSpPr>
            <a:spLocks noGrp="1"/>
          </p:cNvSpPr>
          <p:nvPr/>
        </p:nvSpPr>
        <p:spPr>
          <a:xfrm>
            <a:off x="4780132" y="2836771"/>
            <a:ext cx="132836" cy="126105"/>
          </a:xfrm>
          <a:prstGeom prst="rect">
            <a:avLst/>
          </a:prstGeom>
          <a:noFill/>
          <a:ln w="0">
            <a:noFill/>
          </a:ln>
        </p:spPr>
        <p:txBody>
          <a:bodyPr wrap="none" lIns="0" tIns="0" rIns="0" bIns="0" anchor="ctr">
            <a:noAutofit/>
          </a:bodyPr>
          <a:lstStyle/>
          <a:p>
            <a:pPr algn="ctr">
              <a:defRPr sz="400" b="0">
                <a:solidFill>
                  <a:srgbClr val="2B887C"/>
                </a:solidFill>
                <a:latin typeface="Arial"/>
                <a:ea typeface="Arial"/>
                <a:cs typeface="Arial"/>
              </a:defRPr>
            </a:pPr>
            <a:r>
              <a:rPr sz="400" b="0">
                <a:solidFill>
                  <a:srgbClr val="2B887C"/>
                </a:solidFill>
                <a:latin typeface="Arial"/>
                <a:ea typeface="Arial"/>
                <a:cs typeface="Arial"/>
              </a:rPr>
              <a:t>K, V</a:t>
            </a:r>
          </a:p>
        </p:txBody>
      </p:sp>
      <p:sp>
        <p:nvSpPr>
          <p:cNvPr id="1000070" name="Operator Graph attention">
            <a:extLst>
              <a:ext uri="{FF2B5EF4-FFF2-40B4-BE49-F238E27FC236}">
                <a16:creationId xmlns:a16="http://schemas.microsoft.com/office/drawing/2014/main" id="{DE36CFEF-5D00-94AC-D6BB-35901BA92208}"/>
              </a:ext>
            </a:extLst>
          </p:cNvPr>
          <p:cNvSpPr>
            <a:spLocks noGrp="1"/>
          </p:cNvSpPr>
          <p:nvPr/>
        </p:nvSpPr>
        <p:spPr>
          <a:xfrm>
            <a:off x="3597890" y="2967547"/>
            <a:ext cx="439381"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Graph attention</a:t>
            </a:r>
          </a:p>
        </p:txBody>
      </p:sp>
      <p:sp>
        <p:nvSpPr>
          <p:cNvPr id="1000071" name="Operator Context attention">
            <a:extLst>
              <a:ext uri="{FF2B5EF4-FFF2-40B4-BE49-F238E27FC236}">
                <a16:creationId xmlns:a16="http://schemas.microsoft.com/office/drawing/2014/main" id="{5C4C8E61-A4E7-A706-1D28-E2C3D5C55367}"/>
              </a:ext>
            </a:extLst>
          </p:cNvPr>
          <p:cNvSpPr>
            <a:spLocks noGrp="1"/>
          </p:cNvSpPr>
          <p:nvPr/>
        </p:nvSpPr>
        <p:spPr>
          <a:xfrm>
            <a:off x="4537961" y="2967547"/>
            <a:ext cx="439381"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Context attention</a:t>
            </a:r>
          </a:p>
        </p:txBody>
      </p:sp>
      <p:sp>
        <p:nvSpPr>
          <p:cNvPr id="1000072" name="Operator ">
            <a:extLst>
              <a:ext uri="{FF2B5EF4-FFF2-40B4-BE49-F238E27FC236}">
                <a16:creationId xmlns:a16="http://schemas.microsoft.com/office/drawing/2014/main" id="{13AF24C3-F535-D47E-3D32-89E2EC823753}"/>
              </a:ext>
            </a:extLst>
          </p:cNvPr>
          <p:cNvSpPr>
            <a:spLocks noGrp="1"/>
          </p:cNvSpPr>
          <p:nvPr/>
        </p:nvSpPr>
        <p:spPr>
          <a:xfrm>
            <a:off x="4152736" y="2985937"/>
            <a:ext cx="269760" cy="65388"/>
          </a:xfrm>
          <a:prstGeom prst="roundRect">
            <a:avLst>
              <a:gd name="adj" fmla="val 21875"/>
            </a:avLst>
          </a:prstGeom>
          <a:solidFill>
            <a:srgbClr val="F7FBF8"/>
          </a:solidFill>
          <a:ln w="3270">
            <a:solidFill>
              <a:srgbClr val="8AB9AB"/>
            </a:solidFill>
          </a:ln>
        </p:spPr>
      </p:sp>
      <p:sp>
        <p:nvSpPr>
          <p:cNvPr id="1000073" name="Arrow 62">
            <a:extLst>
              <a:ext uri="{FF2B5EF4-FFF2-40B4-BE49-F238E27FC236}">
                <a16:creationId xmlns:a16="http://schemas.microsoft.com/office/drawing/2014/main" id="{06BBF698-875D-578B-8C83-D14AEE601023}"/>
              </a:ext>
            </a:extLst>
          </p:cNvPr>
          <p:cNvSpPr>
            <a:spLocks noGrp="1"/>
          </p:cNvSpPr>
          <p:nvPr/>
        </p:nvSpPr>
        <p:spPr>
          <a:xfrm>
            <a:off x="4048511" y="3018631"/>
            <a:ext cx="91963" cy="20"/>
          </a:xfrm>
          <a:custGeom>
            <a:avLst/>
            <a:gdLst/>
            <a:ahLst/>
            <a:cxnLst/>
            <a:rect l="0" t="0" r="0" b="0"/>
            <a:pathLst>
              <a:path w="428625" h="95">
                <a:moveTo>
                  <a:pt x="428625" y="0"/>
                </a:moveTo>
                <a:lnTo>
                  <a:pt x="0" y="0"/>
                </a:lnTo>
              </a:path>
            </a:pathLst>
          </a:custGeom>
          <a:noFill/>
          <a:ln w="3474">
            <a:solidFill>
              <a:srgbClr val="397FA6"/>
            </a:solidFill>
            <a:prstDash val="solid"/>
          </a:ln>
        </p:spPr>
      </p:sp>
      <p:sp>
        <p:nvSpPr>
          <p:cNvPr id="1000074" name="Arrow 63">
            <a:extLst>
              <a:ext uri="{FF2B5EF4-FFF2-40B4-BE49-F238E27FC236}">
                <a16:creationId xmlns:a16="http://schemas.microsoft.com/office/drawing/2014/main" id="{17891CEC-103F-5CD4-DE68-B885693EB64E}"/>
              </a:ext>
            </a:extLst>
          </p:cNvPr>
          <p:cNvSpPr>
            <a:spLocks noGrp="1"/>
          </p:cNvSpPr>
          <p:nvPr/>
        </p:nvSpPr>
        <p:spPr>
          <a:xfrm>
            <a:off x="4434758" y="3018631"/>
            <a:ext cx="91963" cy="20"/>
          </a:xfrm>
          <a:custGeom>
            <a:avLst/>
            <a:gdLst/>
            <a:ahLst/>
            <a:cxnLst/>
            <a:rect l="0" t="0" r="0" b="0"/>
            <a:pathLst>
              <a:path w="428625" h="95">
                <a:moveTo>
                  <a:pt x="0" y="0"/>
                </a:moveTo>
                <a:lnTo>
                  <a:pt x="428625" y="0"/>
                </a:lnTo>
              </a:path>
            </a:pathLst>
          </a:custGeom>
          <a:noFill/>
          <a:ln w="3474">
            <a:solidFill>
              <a:srgbClr val="397FA6"/>
            </a:solidFill>
            <a:prstDash val="solid"/>
          </a:ln>
        </p:spPr>
      </p:sp>
      <p:sp>
        <p:nvSpPr>
          <p:cNvPr id="1000075" name="Label 64 Q">
            <a:extLst>
              <a:ext uri="{FF2B5EF4-FFF2-40B4-BE49-F238E27FC236}">
                <a16:creationId xmlns:a16="http://schemas.microsoft.com/office/drawing/2014/main" id="{16AB025C-B65A-F8F0-F116-57162CC437CD}"/>
              </a:ext>
            </a:extLst>
          </p:cNvPr>
          <p:cNvSpPr>
            <a:spLocks noGrp="1"/>
          </p:cNvSpPr>
          <p:nvPr/>
        </p:nvSpPr>
        <p:spPr>
          <a:xfrm>
            <a:off x="4065882" y="2930182"/>
            <a:ext cx="57222" cy="78232"/>
          </a:xfrm>
          <a:prstGeom prst="rect">
            <a:avLst/>
          </a:prstGeom>
          <a:noFill/>
          <a:ln w="0">
            <a:noFill/>
          </a:ln>
        </p:spPr>
        <p:txBody>
          <a:bodyPr wrap="none" lIns="0" tIns="0" rIns="0" bIns="0" anchor="ctr">
            <a:noAutofit/>
          </a:bodyPr>
          <a:lstStyle/>
          <a:p>
            <a:pPr algn="ctr">
              <a:defRPr sz="400" b="1">
                <a:solidFill>
                  <a:srgbClr val="397FA6"/>
                </a:solidFill>
                <a:latin typeface="Arial"/>
                <a:ea typeface="Arial"/>
                <a:cs typeface="Arial"/>
              </a:defRPr>
            </a:pPr>
            <a:r>
              <a:rPr sz="400" b="1">
                <a:solidFill>
                  <a:srgbClr val="397FA6"/>
                </a:solidFill>
                <a:latin typeface="Arial"/>
                <a:ea typeface="Arial"/>
                <a:cs typeface="Arial"/>
              </a:rPr>
              <a:t>Q</a:t>
            </a:r>
          </a:p>
        </p:txBody>
      </p:sp>
      <p:sp>
        <p:nvSpPr>
          <p:cNvPr id="1000076" name="Label 65 Q">
            <a:extLst>
              <a:ext uri="{FF2B5EF4-FFF2-40B4-BE49-F238E27FC236}">
                <a16:creationId xmlns:a16="http://schemas.microsoft.com/office/drawing/2014/main" id="{6EAC5002-DABA-8C32-67DC-2BD003A41154}"/>
              </a:ext>
            </a:extLst>
          </p:cNvPr>
          <p:cNvSpPr>
            <a:spLocks noGrp="1"/>
          </p:cNvSpPr>
          <p:nvPr/>
        </p:nvSpPr>
        <p:spPr>
          <a:xfrm>
            <a:off x="4452129" y="2930182"/>
            <a:ext cx="57222" cy="78232"/>
          </a:xfrm>
          <a:prstGeom prst="rect">
            <a:avLst/>
          </a:prstGeom>
          <a:noFill/>
          <a:ln w="0">
            <a:noFill/>
          </a:ln>
        </p:spPr>
        <p:txBody>
          <a:bodyPr wrap="none" lIns="0" tIns="0" rIns="0" bIns="0" anchor="ctr">
            <a:noAutofit/>
          </a:bodyPr>
          <a:lstStyle/>
          <a:p>
            <a:pPr algn="ctr">
              <a:defRPr sz="400" b="1">
                <a:solidFill>
                  <a:srgbClr val="397FA6"/>
                </a:solidFill>
                <a:latin typeface="Arial"/>
                <a:ea typeface="Arial"/>
                <a:cs typeface="Arial"/>
              </a:defRPr>
            </a:pPr>
            <a:r>
              <a:rPr sz="400" b="1">
                <a:solidFill>
                  <a:srgbClr val="397FA6"/>
                </a:solidFill>
                <a:latin typeface="Arial"/>
                <a:ea typeface="Arial"/>
                <a:cs typeface="Arial"/>
              </a:rPr>
              <a:t>Q</a:t>
            </a:r>
          </a:p>
        </p:txBody>
      </p:sp>
      <p:sp>
        <p:nvSpPr>
          <p:cNvPr id="1000077" name="Arrow 66">
            <a:extLst>
              <a:ext uri="{FF2B5EF4-FFF2-40B4-BE49-F238E27FC236}">
                <a16:creationId xmlns:a16="http://schemas.microsoft.com/office/drawing/2014/main" id="{57FC6930-A228-29C6-4CA6-10EC0872A8AC}"/>
              </a:ext>
            </a:extLst>
          </p:cNvPr>
          <p:cNvSpPr>
            <a:spLocks noGrp="1"/>
          </p:cNvSpPr>
          <p:nvPr/>
        </p:nvSpPr>
        <p:spPr>
          <a:xfrm>
            <a:off x="3817581" y="3067672"/>
            <a:ext cx="322894" cy="157339"/>
          </a:xfrm>
          <a:custGeom>
            <a:avLst/>
            <a:gdLst/>
            <a:ahLst/>
            <a:cxnLst/>
            <a:rect l="0" t="0" r="0" b="0"/>
            <a:pathLst>
              <a:path w="1504950" h="638175">
                <a:moveTo>
                  <a:pt x="0" y="0"/>
                </a:moveTo>
                <a:lnTo>
                  <a:pt x="0" y="638175"/>
                </a:lnTo>
                <a:lnTo>
                  <a:pt x="1504950" y="638175"/>
                </a:lnTo>
              </a:path>
            </a:pathLst>
          </a:custGeom>
          <a:noFill/>
          <a:ln w="3474">
            <a:solidFill>
              <a:srgbClr val="2B887C"/>
            </a:solidFill>
            <a:prstDash val="solid"/>
          </a:ln>
        </p:spPr>
      </p:sp>
      <p:sp>
        <p:nvSpPr>
          <p:cNvPr id="1000078" name="Arrow 67">
            <a:extLst>
              <a:ext uri="{FF2B5EF4-FFF2-40B4-BE49-F238E27FC236}">
                <a16:creationId xmlns:a16="http://schemas.microsoft.com/office/drawing/2014/main" id="{DB2B2F44-07F9-4938-A463-6693AFAA300F}"/>
              </a:ext>
            </a:extLst>
          </p:cNvPr>
          <p:cNvSpPr>
            <a:spLocks noGrp="1"/>
          </p:cNvSpPr>
          <p:nvPr/>
        </p:nvSpPr>
        <p:spPr>
          <a:xfrm>
            <a:off x="4434758" y="3067672"/>
            <a:ext cx="322894" cy="157339"/>
          </a:xfrm>
          <a:custGeom>
            <a:avLst/>
            <a:gdLst/>
            <a:ahLst/>
            <a:cxnLst/>
            <a:rect l="0" t="0" r="0" b="0"/>
            <a:pathLst>
              <a:path w="1504950" h="638175">
                <a:moveTo>
                  <a:pt x="1504950" y="0"/>
                </a:moveTo>
                <a:lnTo>
                  <a:pt x="1504950" y="638175"/>
                </a:lnTo>
                <a:lnTo>
                  <a:pt x="0" y="638175"/>
                </a:lnTo>
              </a:path>
            </a:pathLst>
          </a:custGeom>
          <a:noFill/>
          <a:ln w="3474">
            <a:solidFill>
              <a:srgbClr val="2B887C"/>
            </a:solidFill>
            <a:prstDash val="solid"/>
          </a:ln>
        </p:spPr>
      </p:sp>
      <p:sp>
        <p:nvSpPr>
          <p:cNvPr id="1000079" name="Arrow 68">
            <a:extLst>
              <a:ext uri="{FF2B5EF4-FFF2-40B4-BE49-F238E27FC236}">
                <a16:creationId xmlns:a16="http://schemas.microsoft.com/office/drawing/2014/main" id="{9EFBE62C-2EFF-5FBD-E9BE-13DB7D81B8CB}"/>
              </a:ext>
            </a:extLst>
          </p:cNvPr>
          <p:cNvSpPr>
            <a:spLocks noGrp="1"/>
          </p:cNvSpPr>
          <p:nvPr/>
        </p:nvSpPr>
        <p:spPr>
          <a:xfrm>
            <a:off x="4287616" y="3039065"/>
            <a:ext cx="20" cy="117153"/>
          </a:xfrm>
          <a:custGeom>
            <a:avLst/>
            <a:gdLst/>
            <a:ahLst/>
            <a:cxnLst/>
            <a:rect l="0" t="0" r="0" b="0"/>
            <a:pathLst>
              <a:path w="95" h="466725">
                <a:moveTo>
                  <a:pt x="0" y="0"/>
                </a:moveTo>
                <a:lnTo>
                  <a:pt x="0" y="466725"/>
                </a:lnTo>
              </a:path>
            </a:pathLst>
          </a:custGeom>
          <a:noFill/>
          <a:ln w="3474">
            <a:solidFill>
              <a:srgbClr val="2B887C"/>
            </a:solidFill>
            <a:prstDash val="solid"/>
          </a:ln>
        </p:spPr>
      </p:sp>
      <p:sp>
        <p:nvSpPr>
          <p:cNvPr id="1000080" name="Operator Fusion">
            <a:extLst>
              <a:ext uri="{FF2B5EF4-FFF2-40B4-BE49-F238E27FC236}">
                <a16:creationId xmlns:a16="http://schemas.microsoft.com/office/drawing/2014/main" id="{5922C790-F400-1081-7A45-E17CF85A8F66}"/>
              </a:ext>
            </a:extLst>
          </p:cNvPr>
          <p:cNvSpPr>
            <a:spLocks noGrp="1"/>
          </p:cNvSpPr>
          <p:nvPr/>
        </p:nvSpPr>
        <p:spPr>
          <a:xfrm>
            <a:off x="4160911" y="3173927"/>
            <a:ext cx="253410"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Fusion</a:t>
            </a:r>
          </a:p>
        </p:txBody>
      </p:sp>
      <p:sp>
        <p:nvSpPr>
          <p:cNvPr id="1000081" name="Arrow 69">
            <a:extLst>
              <a:ext uri="{FF2B5EF4-FFF2-40B4-BE49-F238E27FC236}">
                <a16:creationId xmlns:a16="http://schemas.microsoft.com/office/drawing/2014/main" id="{66CFF4B3-AE65-B9AD-EF74-3120148571D4}"/>
              </a:ext>
            </a:extLst>
          </p:cNvPr>
          <p:cNvSpPr>
            <a:spLocks noGrp="1"/>
          </p:cNvSpPr>
          <p:nvPr/>
        </p:nvSpPr>
        <p:spPr>
          <a:xfrm>
            <a:off x="4287616" y="3274052"/>
            <a:ext cx="20" cy="75605"/>
          </a:xfrm>
          <a:custGeom>
            <a:avLst/>
            <a:gdLst/>
            <a:ahLst/>
            <a:cxnLst/>
            <a:rect l="0" t="0" r="0" b="0"/>
            <a:pathLst>
              <a:path w="95" h="352425">
                <a:moveTo>
                  <a:pt x="0" y="0"/>
                </a:moveTo>
                <a:lnTo>
                  <a:pt x="0" y="352425"/>
                </a:lnTo>
              </a:path>
            </a:pathLst>
          </a:custGeom>
          <a:noFill/>
          <a:ln w="3474">
            <a:solidFill>
              <a:srgbClr val="2B887C"/>
            </a:solidFill>
            <a:prstDash val="solid"/>
          </a:ln>
        </p:spPr>
      </p:sp>
      <mc:AlternateContent xmlns:mc="http://schemas.openxmlformats.org/markup-compatibility/2006" xmlns:a14="http://schemas.microsoft.com/office/drawing/2010/main">
        <mc:Choice Requires="a14">
          <p:sp>
            <p:nvSpPr>
              <p:cNvPr id="1000082" name="Label 70 g">
                <a:extLst>
                  <a:ext uri="{FF2B5EF4-FFF2-40B4-BE49-F238E27FC236}">
                    <a16:creationId xmlns:a16="http://schemas.microsoft.com/office/drawing/2014/main" id="{7224B5EC-1635-2A60-0D7E-50EA6D6E07E7}"/>
                  </a:ext>
                </a:extLst>
              </p:cNvPr>
              <p:cNvSpPr>
                <a:spLocks noGrp="1"/>
              </p:cNvSpPr>
              <p:nvPr/>
            </p:nvSpPr>
            <p:spPr>
              <a:xfrm>
                <a:off x="4324402" y="3284269"/>
                <a:ext cx="106269" cy="69474"/>
              </a:xfrm>
              <a:prstGeom prst="rect">
                <a:avLst/>
              </a:prstGeom>
              <a:noFill/>
              <a:ln w="0">
                <a:noFill/>
              </a:ln>
            </p:spPr>
            <p:txBody>
              <a:bodyPr wrap="none" lIns="0" tIns="0" rIns="0" bIns="0" anchor="ctr">
                <a:noAutofit/>
              </a:bodyPr>
              <a:lstStyle/>
              <a:p>
                <a:pPr algn="l"/>
                <a14:m>
                  <m:oMathPara xmlns:m="http://schemas.openxmlformats.org/officeDocument/2006/math">
                    <m:oMathParaPr>
                      <m:jc m:val="left"/>
                    </m:oMathParaPr>
                    <m:oMath>
                      <m:sSub>
                        <m:sSubPr>
                          <m:ctrlPr>
                            <a:rPr lang="en-US" sz="486">
                              <a:solidFill>
                                <a:srgbClr val="203646"/>
                              </a:solidFill>
                              <a:latin typeface="Cambria Math"/>
                            </a:rPr>
                          </m:ctrlPr>
                        </m:sSubPr>
                        <m:e>
                          <m:r>
                            <a:rPr lang="en-US" sz="486">
                              <a:solidFill>
                                <a:srgbClr val="203646"/>
                              </a:solidFill>
                              <a:latin typeface="Cambria Math"/>
                            </a:rPr>
                            <m:t>𝑔</m:t>
                          </m:r>
                        </m:e>
                        <m:sub>
                          <m:r>
                            <a:rPr lang="en-US" sz="486">
                              <a:solidFill>
                                <a:srgbClr val="203646"/>
                              </a:solidFill>
                              <a:latin typeface="Cambria Math"/>
                            </a:rPr>
                            <m:t>𝑘</m:t>
                          </m:r>
                        </m:sub>
                      </m:sSub>
                    </m:oMath>
                  </m:oMathPara>
                </a14:m>
                <a:endParaRPr lang="en-US" sz="486"/>
              </a:p>
            </p:txBody>
          </p:sp>
        </mc:Choice>
        <mc:Fallback xmlns="">
          <p:sp>
            <p:nvSpPr>
              <p:cNvPr id="1000082" name="Label 70 g">
                <a:extLst>
                  <a:ext uri="{FF2B5EF4-FFF2-40B4-BE49-F238E27FC236}">
                    <a16:creationId xmlns:a16="http://schemas.microsoft.com/office/drawing/2014/main" id="{95039D09-D019-DE45-D974-F91B50B8EF04}"/>
                  </a:ext>
                </a:extLst>
              </p:cNvPr>
              <p:cNvSpPr>
                <a:spLocks noGrp="1" noRot="1" noChangeAspect="1" noMove="1" noResize="1" noEditPoints="1" noAdjustHandles="1" noChangeArrowheads="1" noChangeShapeType="1" noTextEdit="1"/>
              </p:cNvSpPr>
              <p:nvPr/>
            </p:nvSpPr>
            <p:spPr>
              <a:xfrm>
                <a:off x="4324402" y="3284269"/>
                <a:ext cx="106269" cy="69474"/>
              </a:xfrm>
              <a:prstGeom prst="rect">
                <a:avLst/>
              </a:prstGeom>
              <a:blipFill>
                <a:blip r:embed="rId6"/>
                <a:stretch>
                  <a:fillRect l="-22222" b="-36364"/>
                </a:stretch>
              </a:blipFill>
              <a:ln w="0">
                <a:noFill/>
              </a:ln>
            </p:spPr>
            <p:txBody>
              <a:bodyPr/>
              <a:lstStyle/>
              <a:p>
                <a:r>
                  <a:rPr lang="zh-CN" altLang="en-US">
                    <a:noFill/>
                  </a:rPr>
                  <a:t> </a:t>
                </a:r>
              </a:p>
            </p:txBody>
          </p:sp>
        </mc:Fallback>
      </mc:AlternateContent>
      <p:sp>
        <p:nvSpPr>
          <p:cNvPr id="1000083" name="Arrow 71">
            <a:extLst>
              <a:ext uri="{FF2B5EF4-FFF2-40B4-BE49-F238E27FC236}">
                <a16:creationId xmlns:a16="http://schemas.microsoft.com/office/drawing/2014/main" id="{67261097-A2D9-16CF-268B-69DC302CD868}"/>
              </a:ext>
            </a:extLst>
          </p:cNvPr>
          <p:cNvSpPr>
            <a:spLocks noGrp="1"/>
          </p:cNvSpPr>
          <p:nvPr/>
        </p:nvSpPr>
        <p:spPr>
          <a:xfrm>
            <a:off x="2464696" y="3390524"/>
            <a:ext cx="747970" cy="131549"/>
          </a:xfrm>
          <a:custGeom>
            <a:avLst/>
            <a:gdLst/>
            <a:ahLst/>
            <a:cxnLst/>
            <a:rect l="0" t="0" r="0" b="0"/>
            <a:pathLst>
              <a:path w="3486150" h="800100">
                <a:moveTo>
                  <a:pt x="3486150" y="0"/>
                </a:moveTo>
                <a:lnTo>
                  <a:pt x="0" y="0"/>
                </a:lnTo>
                <a:lnTo>
                  <a:pt x="0" y="800100"/>
                </a:lnTo>
              </a:path>
            </a:pathLst>
          </a:custGeom>
          <a:noFill/>
          <a:ln w="3474">
            <a:solidFill>
              <a:srgbClr val="397FA6"/>
            </a:solidFill>
            <a:prstDash val="solid"/>
          </a:ln>
        </p:spPr>
      </p:sp>
      <p:sp>
        <p:nvSpPr>
          <p:cNvPr id="1000084" name="Operator Foreground head">
            <a:extLst>
              <a:ext uri="{FF2B5EF4-FFF2-40B4-BE49-F238E27FC236}">
                <a16:creationId xmlns:a16="http://schemas.microsoft.com/office/drawing/2014/main" id="{9C0C20B7-4F68-6F37-4C06-6303956DB64F}"/>
              </a:ext>
            </a:extLst>
          </p:cNvPr>
          <p:cNvSpPr>
            <a:spLocks noGrp="1"/>
          </p:cNvSpPr>
          <p:nvPr/>
        </p:nvSpPr>
        <p:spPr>
          <a:xfrm>
            <a:off x="2241940" y="3535603"/>
            <a:ext cx="470036" cy="100125"/>
          </a:xfrm>
          <a:prstGeom prst="roundRect">
            <a:avLst>
              <a:gd name="adj" fmla="val 14286"/>
            </a:avLst>
          </a:prstGeom>
          <a:solidFill>
            <a:srgbClr val="F7FAFC"/>
          </a:solidFill>
          <a:ln w="3270">
            <a:solidFill>
              <a:srgbClr val="397FA6"/>
            </a:solidFill>
          </a:ln>
        </p:spPr>
        <p:txBody>
          <a:bodyPr wrap="none" lIns="28575" tIns="9525" rIns="28575" bIns="9525" anchor="ctr">
            <a:noAutofit/>
          </a:bodyPr>
          <a:lstStyle/>
          <a:p>
            <a:pPr algn="ctr">
              <a:defRPr sz="417" b="1">
                <a:solidFill>
                  <a:srgbClr val="397FA6"/>
                </a:solidFill>
                <a:latin typeface="Arial"/>
                <a:ea typeface="Arial"/>
                <a:cs typeface="Arial"/>
              </a:defRPr>
            </a:pPr>
            <a:r>
              <a:rPr sz="417" b="1">
                <a:solidFill>
                  <a:srgbClr val="397FA6"/>
                </a:solidFill>
                <a:latin typeface="Arial"/>
                <a:ea typeface="Arial"/>
                <a:cs typeface="Arial"/>
              </a:rPr>
              <a:t>Foreground head</a:t>
            </a:r>
          </a:p>
        </p:txBody>
      </p:sp>
      <p:sp>
        <p:nvSpPr>
          <p:cNvPr id="1000085" name="Arrow 72">
            <a:extLst>
              <a:ext uri="{FF2B5EF4-FFF2-40B4-BE49-F238E27FC236}">
                <a16:creationId xmlns:a16="http://schemas.microsoft.com/office/drawing/2014/main" id="{5A7FDFF7-9D81-F561-9158-1AFDC006F517}"/>
              </a:ext>
            </a:extLst>
          </p:cNvPr>
          <p:cNvSpPr>
            <a:spLocks noGrp="1"/>
          </p:cNvSpPr>
          <p:nvPr/>
        </p:nvSpPr>
        <p:spPr>
          <a:xfrm>
            <a:off x="2711975" y="3584644"/>
            <a:ext cx="85833" cy="20"/>
          </a:xfrm>
          <a:custGeom>
            <a:avLst/>
            <a:gdLst/>
            <a:ahLst/>
            <a:cxnLst/>
            <a:rect l="0" t="0" r="0" b="0"/>
            <a:pathLst>
              <a:path w="400050" h="95">
                <a:moveTo>
                  <a:pt x="0" y="0"/>
                </a:moveTo>
                <a:lnTo>
                  <a:pt x="400050" y="0"/>
                </a:lnTo>
              </a:path>
            </a:pathLst>
          </a:custGeom>
          <a:noFill/>
          <a:ln w="3474">
            <a:solidFill>
              <a:srgbClr val="397FA6"/>
            </a:solidFill>
            <a:prstDash val="solid"/>
          </a:ln>
        </p:spPr>
      </p:sp>
      <p:sp>
        <p:nvSpPr>
          <p:cNvPr id="1000086" name="Label 73 Foreground probability">
            <a:extLst>
              <a:ext uri="{FF2B5EF4-FFF2-40B4-BE49-F238E27FC236}">
                <a16:creationId xmlns:a16="http://schemas.microsoft.com/office/drawing/2014/main" id="{AAF5272D-D211-7312-DA22-9C90B3BC6941}"/>
              </a:ext>
            </a:extLst>
          </p:cNvPr>
          <p:cNvSpPr>
            <a:spLocks noGrp="1"/>
          </p:cNvSpPr>
          <p:nvPr/>
        </p:nvSpPr>
        <p:spPr>
          <a:xfrm>
            <a:off x="2250114" y="3666378"/>
            <a:ext cx="633526" cy="59258"/>
          </a:xfrm>
          <a:prstGeom prst="rect">
            <a:avLst/>
          </a:prstGeom>
          <a:noFill/>
          <a:ln w="0">
            <a:noFill/>
          </a:ln>
        </p:spPr>
        <p:txBody>
          <a:bodyPr wrap="none" lIns="0" tIns="0" rIns="0" bIns="0" anchor="ctr">
            <a:noAutofit/>
          </a:bodyPr>
          <a:lstStyle/>
          <a:p>
            <a:pPr algn="l">
              <a:defRPr sz="400" b="0">
                <a:solidFill>
                  <a:srgbClr val="6F8290"/>
                </a:solidFill>
                <a:latin typeface="Arial"/>
                <a:ea typeface="Arial"/>
                <a:cs typeface="Arial"/>
              </a:defRPr>
            </a:pPr>
            <a:r>
              <a:rPr sz="400" b="0">
                <a:solidFill>
                  <a:srgbClr val="6F8290"/>
                </a:solidFill>
                <a:latin typeface="Arial"/>
                <a:ea typeface="Arial"/>
                <a:cs typeface="Arial"/>
              </a:rPr>
              <a:t>Foreground probability</a:t>
            </a:r>
          </a:p>
        </p:txBody>
      </p:sp>
      <mc:AlternateContent xmlns:mc="http://schemas.openxmlformats.org/markup-compatibility/2006" xmlns:a14="http://schemas.microsoft.com/office/drawing/2010/main">
        <mc:Choice Requires="a14">
          <p:sp>
            <p:nvSpPr>
              <p:cNvPr id="1000087" name="Label 74 p">
                <a:extLst>
                  <a:ext uri="{FF2B5EF4-FFF2-40B4-BE49-F238E27FC236}">
                    <a16:creationId xmlns:a16="http://schemas.microsoft.com/office/drawing/2014/main" id="{A1F9EFE0-5995-5B73-296C-F850D5B9A7EF}"/>
                  </a:ext>
                </a:extLst>
              </p:cNvPr>
              <p:cNvSpPr>
                <a:spLocks noGrp="1"/>
              </p:cNvSpPr>
              <p:nvPr/>
            </p:nvSpPr>
            <p:spPr>
              <a:xfrm>
                <a:off x="2828462" y="3543776"/>
                <a:ext cx="153272" cy="87865"/>
              </a:xfrm>
              <a:prstGeom prst="rect">
                <a:avLst/>
              </a:prstGeom>
              <a:noFill/>
              <a:ln w="0">
                <a:noFill/>
              </a:ln>
            </p:spPr>
            <p:txBody>
              <a:bodyPr wrap="none" lIns="0" tIns="0" rIns="0" bIns="0" anchor="ctr">
                <a:noAutofit/>
              </a:bodyPr>
              <a:lstStyle/>
              <a:p>
                <a:pPr algn="l"/>
                <a14:m>
                  <m:oMathPara xmlns:m="http://schemas.openxmlformats.org/officeDocument/2006/math">
                    <m:oMathParaPr>
                      <m:jc m:val="left"/>
                    </m:oMathParaPr>
                    <m:oMath>
                      <m:sSubSup>
                        <m:sSubSupPr>
                          <m:ctrlPr>
                            <a:rPr lang="en-US" sz="486">
                              <a:solidFill>
                                <a:srgbClr val="203646"/>
                              </a:solidFill>
                              <a:latin typeface="Cambria Math"/>
                            </a:rPr>
                          </m:ctrlPr>
                        </m:sSubSupPr>
                        <m:e>
                          <m:r>
                            <a:rPr lang="en-US" sz="486">
                              <a:solidFill>
                                <a:srgbClr val="203646"/>
                              </a:solidFill>
                              <a:latin typeface="Cambria Math"/>
                            </a:rPr>
                            <m:t>𝑝</m:t>
                          </m:r>
                        </m:e>
                        <m:sub>
                          <m:r>
                            <a:rPr lang="en-US" sz="486">
                              <a:solidFill>
                                <a:srgbClr val="203646"/>
                              </a:solidFill>
                              <a:latin typeface="Cambria Math"/>
                            </a:rPr>
                            <m:t>𝑗</m:t>
                          </m:r>
                        </m:sub>
                        <m:sup>
                          <m:r>
                            <m:rPr>
                              <m:sty m:val="p"/>
                            </m:rPr>
                            <a:rPr lang="en-US" sz="486">
                              <a:solidFill>
                                <a:srgbClr val="203646"/>
                              </a:solidFill>
                              <a:latin typeface="Cambria Math"/>
                            </a:rPr>
                            <m:t>fg</m:t>
                          </m:r>
                        </m:sup>
                      </m:sSubSup>
                    </m:oMath>
                  </m:oMathPara>
                </a14:m>
                <a:endParaRPr lang="en-US" sz="486"/>
              </a:p>
            </p:txBody>
          </p:sp>
        </mc:Choice>
        <mc:Fallback xmlns="">
          <p:sp>
            <p:nvSpPr>
              <p:cNvPr id="1000087" name="Label 74 p">
                <a:extLst>
                  <a:ext uri="{FF2B5EF4-FFF2-40B4-BE49-F238E27FC236}">
                    <a16:creationId xmlns:a16="http://schemas.microsoft.com/office/drawing/2014/main" id="{0DBD01DD-97A5-9934-A8AF-B7DF40A73A19}"/>
                  </a:ext>
                </a:extLst>
              </p:cNvPr>
              <p:cNvSpPr>
                <a:spLocks noGrp="1" noRot="1" noChangeAspect="1" noMove="1" noResize="1" noEditPoints="1" noAdjustHandles="1" noChangeArrowheads="1" noChangeShapeType="1" noTextEdit="1"/>
              </p:cNvSpPr>
              <p:nvPr/>
            </p:nvSpPr>
            <p:spPr>
              <a:xfrm>
                <a:off x="2828462" y="3543776"/>
                <a:ext cx="153272" cy="87865"/>
              </a:xfrm>
              <a:prstGeom prst="rect">
                <a:avLst/>
              </a:prstGeom>
              <a:blipFill>
                <a:blip r:embed="rId7"/>
                <a:stretch>
                  <a:fillRect l="-16000" t="-13333" b="-33333"/>
                </a:stretch>
              </a:blipFill>
              <a:ln w="0">
                <a:noFill/>
              </a:ln>
            </p:spPr>
            <p:txBody>
              <a:bodyPr/>
              <a:lstStyle/>
              <a:p>
                <a:r>
                  <a:rPr lang="zh-CN" altLang="en-US">
                    <a:noFill/>
                  </a:rPr>
                  <a:t> </a:t>
                </a:r>
              </a:p>
            </p:txBody>
          </p:sp>
        </mc:Fallback>
      </mc:AlternateContent>
      <p:sp>
        <p:nvSpPr>
          <p:cNvPr id="1000088" name="Arrow 75">
            <a:extLst>
              <a:ext uri="{FF2B5EF4-FFF2-40B4-BE49-F238E27FC236}">
                <a16:creationId xmlns:a16="http://schemas.microsoft.com/office/drawing/2014/main" id="{EAE16C20-B66A-6C10-934A-A92EDF29BB77}"/>
              </a:ext>
            </a:extLst>
          </p:cNvPr>
          <p:cNvSpPr>
            <a:spLocks noGrp="1"/>
          </p:cNvSpPr>
          <p:nvPr/>
        </p:nvSpPr>
        <p:spPr>
          <a:xfrm>
            <a:off x="3347545" y="3417088"/>
            <a:ext cx="286109" cy="167556"/>
          </a:xfrm>
          <a:custGeom>
            <a:avLst/>
            <a:gdLst/>
            <a:ahLst/>
            <a:cxnLst/>
            <a:rect l="0" t="0" r="0" b="0"/>
            <a:pathLst>
              <a:path w="1333500" h="971550">
                <a:moveTo>
                  <a:pt x="0" y="0"/>
                </a:moveTo>
                <a:lnTo>
                  <a:pt x="0" y="971550"/>
                </a:lnTo>
                <a:lnTo>
                  <a:pt x="1333500" y="971550"/>
                </a:lnTo>
              </a:path>
            </a:pathLst>
          </a:custGeom>
          <a:noFill/>
          <a:ln w="3474">
            <a:solidFill>
              <a:srgbClr val="397FA6"/>
            </a:solidFill>
            <a:prstDash val="solid"/>
          </a:ln>
        </p:spPr>
      </p:sp>
      <p:sp>
        <p:nvSpPr>
          <p:cNvPr id="1000089" name="Arrow 76">
            <a:extLst>
              <a:ext uri="{FF2B5EF4-FFF2-40B4-BE49-F238E27FC236}">
                <a16:creationId xmlns:a16="http://schemas.microsoft.com/office/drawing/2014/main" id="{60B219B6-B26F-1DB9-845B-8B064A4FB348}"/>
              </a:ext>
            </a:extLst>
          </p:cNvPr>
          <p:cNvSpPr>
            <a:spLocks noGrp="1"/>
          </p:cNvSpPr>
          <p:nvPr/>
        </p:nvSpPr>
        <p:spPr>
          <a:xfrm>
            <a:off x="3850279" y="3417088"/>
            <a:ext cx="437337" cy="106918"/>
          </a:xfrm>
          <a:custGeom>
            <a:avLst/>
            <a:gdLst/>
            <a:ahLst/>
            <a:cxnLst/>
            <a:rect l="0" t="0" r="0" b="0"/>
            <a:pathLst>
              <a:path w="2038350" h="685800">
                <a:moveTo>
                  <a:pt x="2038350" y="0"/>
                </a:moveTo>
                <a:lnTo>
                  <a:pt x="2038350" y="390525"/>
                </a:lnTo>
                <a:lnTo>
                  <a:pt x="0" y="390525"/>
                </a:lnTo>
                <a:lnTo>
                  <a:pt x="0" y="685800"/>
                </a:lnTo>
              </a:path>
            </a:pathLst>
          </a:custGeom>
          <a:noFill/>
          <a:ln w="3474">
            <a:solidFill>
              <a:srgbClr val="2B887C"/>
            </a:solidFill>
            <a:prstDash val="solid"/>
          </a:ln>
        </p:spPr>
      </p:sp>
      <p:sp>
        <p:nvSpPr>
          <p:cNvPr id="1000090" name="Operator Cosine score">
            <a:extLst>
              <a:ext uri="{FF2B5EF4-FFF2-40B4-BE49-F238E27FC236}">
                <a16:creationId xmlns:a16="http://schemas.microsoft.com/office/drawing/2014/main" id="{7194FCBA-4968-4759-D4CC-33E8BD8FF269}"/>
              </a:ext>
            </a:extLst>
          </p:cNvPr>
          <p:cNvSpPr>
            <a:spLocks noGrp="1"/>
          </p:cNvSpPr>
          <p:nvPr/>
        </p:nvSpPr>
        <p:spPr>
          <a:xfrm>
            <a:off x="3645915" y="3535603"/>
            <a:ext cx="408727" cy="100125"/>
          </a:xfrm>
          <a:prstGeom prst="roundRect">
            <a:avLst>
              <a:gd name="adj" fmla="val 14286"/>
            </a:avLst>
          </a:prstGeom>
          <a:solidFill>
            <a:srgbClr val="FFFFFF"/>
          </a:solidFill>
          <a:ln w="3270">
            <a:solidFill>
              <a:srgbClr val="2B887C"/>
            </a:solidFill>
          </a:ln>
        </p:spPr>
        <p:txBody>
          <a:bodyPr wrap="none" lIns="28575" tIns="9525" rIns="28575" bIns="9525" anchor="ctr">
            <a:noAutofit/>
          </a:bodyPr>
          <a:lstStyle/>
          <a:p>
            <a:pPr algn="ctr">
              <a:defRPr sz="417" b="1">
                <a:solidFill>
                  <a:srgbClr val="2B887C"/>
                </a:solidFill>
                <a:latin typeface="Arial"/>
                <a:ea typeface="Arial"/>
                <a:cs typeface="Arial"/>
              </a:defRPr>
            </a:pPr>
            <a:r>
              <a:rPr sz="417" b="1">
                <a:solidFill>
                  <a:srgbClr val="2B887C"/>
                </a:solidFill>
                <a:latin typeface="Arial"/>
                <a:ea typeface="Arial"/>
                <a:cs typeface="Arial"/>
              </a:rPr>
              <a:t>Cosine score</a:t>
            </a:r>
          </a:p>
        </p:txBody>
      </p:sp>
      <p:sp>
        <p:nvSpPr>
          <p:cNvPr id="1000091" name="Label 77 Learned projections">
            <a:extLst>
              <a:ext uri="{FF2B5EF4-FFF2-40B4-BE49-F238E27FC236}">
                <a16:creationId xmlns:a16="http://schemas.microsoft.com/office/drawing/2014/main" id="{6E38CF45-F49A-9DD6-F08F-E30F8ADC5A48}"/>
              </a:ext>
            </a:extLst>
          </p:cNvPr>
          <p:cNvSpPr>
            <a:spLocks noGrp="1"/>
          </p:cNvSpPr>
          <p:nvPr/>
        </p:nvSpPr>
        <p:spPr>
          <a:xfrm>
            <a:off x="3617305" y="3666378"/>
            <a:ext cx="465948" cy="59258"/>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a:solidFill>
                  <a:srgbClr val="6F8290"/>
                </a:solidFill>
                <a:latin typeface="Arial"/>
                <a:ea typeface="Arial"/>
                <a:cs typeface="Arial"/>
              </a:rPr>
              <a:t>Learned projections</a:t>
            </a:r>
          </a:p>
        </p:txBody>
      </p:sp>
      <p:sp>
        <p:nvSpPr>
          <p:cNvPr id="1000092" name="Arrow 78">
            <a:extLst>
              <a:ext uri="{FF2B5EF4-FFF2-40B4-BE49-F238E27FC236}">
                <a16:creationId xmlns:a16="http://schemas.microsoft.com/office/drawing/2014/main" id="{0A177794-E5B9-451B-2B31-9F6A33BCE655}"/>
              </a:ext>
            </a:extLst>
          </p:cNvPr>
          <p:cNvSpPr>
            <a:spLocks noGrp="1"/>
          </p:cNvSpPr>
          <p:nvPr/>
        </p:nvSpPr>
        <p:spPr>
          <a:xfrm>
            <a:off x="4054642" y="3584644"/>
            <a:ext cx="314719" cy="20"/>
          </a:xfrm>
          <a:custGeom>
            <a:avLst/>
            <a:gdLst/>
            <a:ahLst/>
            <a:cxnLst/>
            <a:rect l="0" t="0" r="0" b="0"/>
            <a:pathLst>
              <a:path w="1466850" h="95">
                <a:moveTo>
                  <a:pt x="0" y="0"/>
                </a:moveTo>
                <a:lnTo>
                  <a:pt x="1466850" y="0"/>
                </a:lnTo>
              </a:path>
            </a:pathLst>
          </a:custGeom>
          <a:noFill/>
          <a:ln w="3474">
            <a:solidFill>
              <a:srgbClr val="2B887C"/>
            </a:solidFill>
            <a:prstDash val="solid"/>
          </a:ln>
        </p:spPr>
      </p:sp>
      <mc:AlternateContent xmlns:mc="http://schemas.openxmlformats.org/markup-compatibility/2006" xmlns:a14="http://schemas.microsoft.com/office/drawing/2010/main">
        <mc:Choice Requires="a14">
          <p:sp>
            <p:nvSpPr>
              <p:cNvPr id="1000093" name="Label 79 s">
                <a:extLst>
                  <a:ext uri="{FF2B5EF4-FFF2-40B4-BE49-F238E27FC236}">
                    <a16:creationId xmlns:a16="http://schemas.microsoft.com/office/drawing/2014/main" id="{B8F7AC53-C7F1-4018-A3B9-73E77A85F6F2}"/>
                  </a:ext>
                </a:extLst>
              </p:cNvPr>
              <p:cNvSpPr>
                <a:spLocks noGrp="1"/>
              </p:cNvSpPr>
              <p:nvPr/>
            </p:nvSpPr>
            <p:spPr>
              <a:xfrm>
                <a:off x="4167042" y="3491146"/>
                <a:ext cx="159403" cy="71021"/>
              </a:xfrm>
              <a:prstGeom prst="rect">
                <a:avLst/>
              </a:prstGeom>
              <a:noFill/>
              <a:ln w="0">
                <a:noFill/>
              </a:ln>
            </p:spPr>
            <p:txBody>
              <a:bodyPr wrap="none" lIns="0" tIns="0" rIns="0" bIns="0" anchor="ctr">
                <a:noAutofit/>
              </a:bodyPr>
              <a:lstStyle/>
              <a:p>
                <a:pPr algn="l"/>
                <a14:m>
                  <m:oMathPara xmlns:m="http://schemas.openxmlformats.org/officeDocument/2006/math">
                    <m:oMathParaPr>
                      <m:jc m:val="left"/>
                    </m:oMathParaPr>
                    <m:oMath>
                      <m:sSub>
                        <m:sSubPr>
                          <m:ctrlPr>
                            <a:rPr lang="en-US" sz="486">
                              <a:solidFill>
                                <a:srgbClr val="203646"/>
                              </a:solidFill>
                              <a:latin typeface="Cambria Math"/>
                            </a:rPr>
                          </m:ctrlPr>
                        </m:sSubPr>
                        <m:e>
                          <m:r>
                            <a:rPr lang="en-US" sz="486">
                              <a:solidFill>
                                <a:srgbClr val="203646"/>
                              </a:solidFill>
                              <a:latin typeface="Cambria Math"/>
                            </a:rPr>
                            <m:t>𝑠</m:t>
                          </m:r>
                        </m:e>
                        <m:sub>
                          <m:r>
                            <a:rPr lang="en-US" sz="486">
                              <a:solidFill>
                                <a:srgbClr val="203646"/>
                              </a:solidFill>
                              <a:latin typeface="Cambria Math"/>
                            </a:rPr>
                            <m:t>𝑗</m:t>
                          </m:r>
                          <m:r>
                            <a:rPr lang="en-US" sz="486">
                              <a:solidFill>
                                <a:srgbClr val="203646"/>
                              </a:solidFill>
                              <a:latin typeface="Cambria Math"/>
                            </a:rPr>
                            <m:t>,</m:t>
                          </m:r>
                          <m:r>
                            <a:rPr lang="en-US" sz="486">
                              <a:solidFill>
                                <a:srgbClr val="203646"/>
                              </a:solidFill>
                              <a:latin typeface="Cambria Math"/>
                            </a:rPr>
                            <m:t>𝑘</m:t>
                          </m:r>
                        </m:sub>
                      </m:sSub>
                    </m:oMath>
                  </m:oMathPara>
                </a14:m>
                <a:endParaRPr lang="en-US" sz="486"/>
              </a:p>
            </p:txBody>
          </p:sp>
        </mc:Choice>
        <mc:Fallback xmlns="">
          <p:sp>
            <p:nvSpPr>
              <p:cNvPr id="1000093" name="Label 79 s">
                <a:extLst>
                  <a:ext uri="{FF2B5EF4-FFF2-40B4-BE49-F238E27FC236}">
                    <a16:creationId xmlns:a16="http://schemas.microsoft.com/office/drawing/2014/main" id="{DA75BA9B-BD58-4E9A-233D-9FDD9E904CD7}"/>
                  </a:ext>
                </a:extLst>
              </p:cNvPr>
              <p:cNvSpPr>
                <a:spLocks noGrp="1" noRot="1" noChangeAspect="1" noMove="1" noResize="1" noEditPoints="1" noAdjustHandles="1" noChangeArrowheads="1" noChangeShapeType="1" noTextEdit="1"/>
              </p:cNvSpPr>
              <p:nvPr/>
            </p:nvSpPr>
            <p:spPr>
              <a:xfrm>
                <a:off x="4167042" y="3491146"/>
                <a:ext cx="159403" cy="71021"/>
              </a:xfrm>
              <a:prstGeom prst="rect">
                <a:avLst/>
              </a:prstGeom>
              <a:blipFill>
                <a:blip r:embed="rId8"/>
                <a:stretch>
                  <a:fillRect l="-11538" b="-54545"/>
                </a:stretch>
              </a:blipFill>
              <a:ln w="0">
                <a:noFill/>
              </a:ln>
            </p:spPr>
            <p:txBody>
              <a:bodyPr/>
              <a:lstStyle/>
              <a:p>
                <a:r>
                  <a:rPr lang="zh-CN" altLang="en-US">
                    <a:noFill/>
                  </a:rPr>
                  <a:t> </a:t>
                </a:r>
              </a:p>
            </p:txBody>
          </p:sp>
        </mc:Fallback>
      </mc:AlternateContent>
      <p:sp>
        <p:nvSpPr>
          <p:cNvPr id="1000094" name="Label 80 Identity scores">
            <a:extLst>
              <a:ext uri="{FF2B5EF4-FFF2-40B4-BE49-F238E27FC236}">
                <a16:creationId xmlns:a16="http://schemas.microsoft.com/office/drawing/2014/main" id="{A54C3AED-D1A0-4972-EFAC-5B32A96268B3}"/>
              </a:ext>
            </a:extLst>
          </p:cNvPr>
          <p:cNvSpPr>
            <a:spLocks noGrp="1"/>
          </p:cNvSpPr>
          <p:nvPr/>
        </p:nvSpPr>
        <p:spPr>
          <a:xfrm>
            <a:off x="4385711" y="3408914"/>
            <a:ext cx="506821" cy="36830"/>
          </a:xfrm>
          <a:prstGeom prst="rect">
            <a:avLst/>
          </a:prstGeom>
          <a:noFill/>
          <a:ln w="0">
            <a:noFill/>
          </a:ln>
        </p:spPr>
        <p:txBody>
          <a:bodyPr wrap="none" lIns="0" tIns="0" rIns="0" bIns="0" anchor="ctr">
            <a:noAutofit/>
          </a:bodyPr>
          <a:lstStyle/>
          <a:p>
            <a:pPr algn="ctr">
              <a:defRPr sz="400" b="1">
                <a:solidFill>
                  <a:srgbClr val="203646"/>
                </a:solidFill>
                <a:latin typeface="Arial"/>
                <a:ea typeface="Arial"/>
                <a:cs typeface="Arial"/>
              </a:defRPr>
            </a:pPr>
            <a:r>
              <a:rPr sz="400" b="1">
                <a:solidFill>
                  <a:srgbClr val="203646"/>
                </a:solidFill>
                <a:latin typeface="Arial"/>
                <a:ea typeface="Arial"/>
                <a:cs typeface="Arial"/>
              </a:rPr>
              <a:t>Identity scores</a:t>
            </a:r>
          </a:p>
        </p:txBody>
      </p:sp>
      <p:sp>
        <p:nvSpPr>
          <p:cNvPr id="1000095" name="Highlighted identity column k">
            <a:extLst>
              <a:ext uri="{FF2B5EF4-FFF2-40B4-BE49-F238E27FC236}">
                <a16:creationId xmlns:a16="http://schemas.microsoft.com/office/drawing/2014/main" id="{AE9160E1-92E5-B784-708A-B56B3F60DB22}"/>
              </a:ext>
            </a:extLst>
          </p:cNvPr>
          <p:cNvSpPr>
            <a:spLocks noGrp="1"/>
          </p:cNvSpPr>
          <p:nvPr/>
        </p:nvSpPr>
        <p:spPr>
          <a:xfrm>
            <a:off x="4553288" y="3502743"/>
            <a:ext cx="91963" cy="218806"/>
          </a:xfrm>
          <a:prstGeom prst="rect">
            <a:avLst/>
          </a:prstGeom>
          <a:solidFill>
            <a:srgbClr val="EDF6F1"/>
          </a:solidFill>
          <a:ln w="0">
            <a:noFill/>
          </a:ln>
        </p:spPr>
      </p:sp>
      <p:sp>
        <p:nvSpPr>
          <p:cNvPr id="1000096" name="Current pair score j,k">
            <a:extLst>
              <a:ext uri="{FF2B5EF4-FFF2-40B4-BE49-F238E27FC236}">
                <a16:creationId xmlns:a16="http://schemas.microsoft.com/office/drawing/2014/main" id="{E8D15F55-275F-B8D2-951F-D7092C47161E}"/>
              </a:ext>
            </a:extLst>
          </p:cNvPr>
          <p:cNvSpPr>
            <a:spLocks noGrp="1"/>
          </p:cNvSpPr>
          <p:nvPr/>
        </p:nvSpPr>
        <p:spPr>
          <a:xfrm>
            <a:off x="4553288" y="3556037"/>
            <a:ext cx="91963" cy="55171"/>
          </a:xfrm>
          <a:prstGeom prst="rect">
            <a:avLst/>
          </a:prstGeom>
          <a:solidFill>
            <a:srgbClr val="4C9D8F"/>
          </a:solidFill>
          <a:ln w="0">
            <a:noFill/>
          </a:ln>
        </p:spPr>
      </p:sp>
      <p:sp>
        <p:nvSpPr>
          <p:cNvPr id="1000097" name="Line 81">
            <a:extLst>
              <a:ext uri="{FF2B5EF4-FFF2-40B4-BE49-F238E27FC236}">
                <a16:creationId xmlns:a16="http://schemas.microsoft.com/office/drawing/2014/main" id="{54EF7600-713F-D4A8-6A85-03E267B3D438}"/>
              </a:ext>
            </a:extLst>
          </p:cNvPr>
          <p:cNvSpPr>
            <a:spLocks noGrp="1"/>
          </p:cNvSpPr>
          <p:nvPr/>
        </p:nvSpPr>
        <p:spPr>
          <a:xfrm>
            <a:off x="4461325" y="3502743"/>
            <a:ext cx="20" cy="218806"/>
          </a:xfrm>
          <a:custGeom>
            <a:avLst/>
            <a:gdLst/>
            <a:ahLst/>
            <a:cxnLst/>
            <a:rect l="0" t="0" r="0" b="0"/>
            <a:pathLst>
              <a:path w="95" h="1028700">
                <a:moveTo>
                  <a:pt x="0" y="0"/>
                </a:moveTo>
                <a:lnTo>
                  <a:pt x="0" y="1028700"/>
                </a:lnTo>
              </a:path>
            </a:pathLst>
          </a:custGeom>
          <a:noFill/>
          <a:ln w="2452">
            <a:solidFill>
              <a:srgbClr val="A7C4BD"/>
            </a:solidFill>
            <a:prstDash val="solid"/>
          </a:ln>
        </p:spPr>
      </p:sp>
      <p:sp>
        <p:nvSpPr>
          <p:cNvPr id="1000098" name="Line 82">
            <a:extLst>
              <a:ext uri="{FF2B5EF4-FFF2-40B4-BE49-F238E27FC236}">
                <a16:creationId xmlns:a16="http://schemas.microsoft.com/office/drawing/2014/main" id="{94DE2B9C-04D1-8DDE-0EE8-FFC74BFC4AFB}"/>
              </a:ext>
            </a:extLst>
          </p:cNvPr>
          <p:cNvSpPr>
            <a:spLocks noGrp="1"/>
          </p:cNvSpPr>
          <p:nvPr/>
        </p:nvSpPr>
        <p:spPr>
          <a:xfrm>
            <a:off x="4553288" y="3502743"/>
            <a:ext cx="20" cy="218806"/>
          </a:xfrm>
          <a:custGeom>
            <a:avLst/>
            <a:gdLst/>
            <a:ahLst/>
            <a:cxnLst/>
            <a:rect l="0" t="0" r="0" b="0"/>
            <a:pathLst>
              <a:path w="95" h="1028700">
                <a:moveTo>
                  <a:pt x="0" y="0"/>
                </a:moveTo>
                <a:lnTo>
                  <a:pt x="0" y="1028700"/>
                </a:lnTo>
              </a:path>
            </a:pathLst>
          </a:custGeom>
          <a:noFill/>
          <a:ln w="2452">
            <a:solidFill>
              <a:srgbClr val="A7C4BD"/>
            </a:solidFill>
            <a:prstDash val="solid"/>
          </a:ln>
        </p:spPr>
      </p:sp>
      <p:sp>
        <p:nvSpPr>
          <p:cNvPr id="1000099" name="Line 83">
            <a:extLst>
              <a:ext uri="{FF2B5EF4-FFF2-40B4-BE49-F238E27FC236}">
                <a16:creationId xmlns:a16="http://schemas.microsoft.com/office/drawing/2014/main" id="{841B1ACE-E854-7F64-5CF8-C11CC508CFC0}"/>
              </a:ext>
            </a:extLst>
          </p:cNvPr>
          <p:cNvSpPr>
            <a:spLocks noGrp="1"/>
          </p:cNvSpPr>
          <p:nvPr/>
        </p:nvSpPr>
        <p:spPr>
          <a:xfrm>
            <a:off x="4645252" y="3502743"/>
            <a:ext cx="20" cy="218806"/>
          </a:xfrm>
          <a:custGeom>
            <a:avLst/>
            <a:gdLst/>
            <a:ahLst/>
            <a:cxnLst/>
            <a:rect l="0" t="0" r="0" b="0"/>
            <a:pathLst>
              <a:path w="95" h="1028700">
                <a:moveTo>
                  <a:pt x="0" y="0"/>
                </a:moveTo>
                <a:lnTo>
                  <a:pt x="0" y="1028700"/>
                </a:lnTo>
              </a:path>
            </a:pathLst>
          </a:custGeom>
          <a:noFill/>
          <a:ln w="2452">
            <a:solidFill>
              <a:srgbClr val="A7C4BD"/>
            </a:solidFill>
            <a:prstDash val="solid"/>
          </a:ln>
        </p:spPr>
      </p:sp>
      <p:sp>
        <p:nvSpPr>
          <p:cNvPr id="1000100" name="Line 84">
            <a:extLst>
              <a:ext uri="{FF2B5EF4-FFF2-40B4-BE49-F238E27FC236}">
                <a16:creationId xmlns:a16="http://schemas.microsoft.com/office/drawing/2014/main" id="{525A6115-0E43-4E77-10EE-0063C3F830D7}"/>
              </a:ext>
            </a:extLst>
          </p:cNvPr>
          <p:cNvSpPr>
            <a:spLocks noGrp="1"/>
          </p:cNvSpPr>
          <p:nvPr/>
        </p:nvSpPr>
        <p:spPr>
          <a:xfrm>
            <a:off x="4737215" y="3502743"/>
            <a:ext cx="20" cy="218806"/>
          </a:xfrm>
          <a:custGeom>
            <a:avLst/>
            <a:gdLst/>
            <a:ahLst/>
            <a:cxnLst/>
            <a:rect l="0" t="0" r="0" b="0"/>
            <a:pathLst>
              <a:path w="95" h="1028700">
                <a:moveTo>
                  <a:pt x="0" y="0"/>
                </a:moveTo>
                <a:lnTo>
                  <a:pt x="0" y="1028700"/>
                </a:lnTo>
              </a:path>
            </a:pathLst>
          </a:custGeom>
          <a:noFill/>
          <a:ln w="2452">
            <a:solidFill>
              <a:srgbClr val="A7C4BD"/>
            </a:solidFill>
            <a:prstDash val="solid"/>
          </a:ln>
        </p:spPr>
      </p:sp>
      <p:sp>
        <p:nvSpPr>
          <p:cNvPr id="1000101" name="Line 85">
            <a:extLst>
              <a:ext uri="{FF2B5EF4-FFF2-40B4-BE49-F238E27FC236}">
                <a16:creationId xmlns:a16="http://schemas.microsoft.com/office/drawing/2014/main" id="{33A3D08E-40DB-841A-E45E-EF7D2F4AB1D7}"/>
              </a:ext>
            </a:extLst>
          </p:cNvPr>
          <p:cNvSpPr>
            <a:spLocks noGrp="1"/>
          </p:cNvSpPr>
          <p:nvPr/>
        </p:nvSpPr>
        <p:spPr>
          <a:xfrm>
            <a:off x="4829179" y="3502743"/>
            <a:ext cx="20" cy="218806"/>
          </a:xfrm>
          <a:custGeom>
            <a:avLst/>
            <a:gdLst/>
            <a:ahLst/>
            <a:cxnLst/>
            <a:rect l="0" t="0" r="0" b="0"/>
            <a:pathLst>
              <a:path w="95" h="1028700">
                <a:moveTo>
                  <a:pt x="0" y="0"/>
                </a:moveTo>
                <a:lnTo>
                  <a:pt x="0" y="1028700"/>
                </a:lnTo>
              </a:path>
            </a:pathLst>
          </a:custGeom>
          <a:noFill/>
          <a:ln w="2452">
            <a:solidFill>
              <a:srgbClr val="A7C4BD"/>
            </a:solidFill>
            <a:prstDash val="solid"/>
          </a:ln>
        </p:spPr>
      </p:sp>
      <p:sp>
        <p:nvSpPr>
          <p:cNvPr id="1000102" name="Line 86">
            <a:extLst>
              <a:ext uri="{FF2B5EF4-FFF2-40B4-BE49-F238E27FC236}">
                <a16:creationId xmlns:a16="http://schemas.microsoft.com/office/drawing/2014/main" id="{3ABD3C85-B4F1-16C5-DA26-B3956FB628B7}"/>
              </a:ext>
            </a:extLst>
          </p:cNvPr>
          <p:cNvSpPr>
            <a:spLocks noGrp="1"/>
          </p:cNvSpPr>
          <p:nvPr/>
        </p:nvSpPr>
        <p:spPr>
          <a:xfrm>
            <a:off x="4461325" y="3502743"/>
            <a:ext cx="367854" cy="19"/>
          </a:xfrm>
          <a:custGeom>
            <a:avLst/>
            <a:gdLst/>
            <a:ahLst/>
            <a:cxnLst/>
            <a:rect l="0" t="0" r="0" b="0"/>
            <a:pathLst>
              <a:path w="1714500" h="95">
                <a:moveTo>
                  <a:pt x="0" y="0"/>
                </a:moveTo>
                <a:lnTo>
                  <a:pt x="1714500" y="0"/>
                </a:lnTo>
              </a:path>
            </a:pathLst>
          </a:custGeom>
          <a:noFill/>
          <a:ln w="2452">
            <a:solidFill>
              <a:srgbClr val="A7C4BD"/>
            </a:solidFill>
            <a:prstDash val="solid"/>
          </a:ln>
        </p:spPr>
      </p:sp>
      <p:sp>
        <p:nvSpPr>
          <p:cNvPr id="1000103" name="Line 87">
            <a:extLst>
              <a:ext uri="{FF2B5EF4-FFF2-40B4-BE49-F238E27FC236}">
                <a16:creationId xmlns:a16="http://schemas.microsoft.com/office/drawing/2014/main" id="{44136C26-A62C-F009-7386-AC4D8FF1DCE5}"/>
              </a:ext>
            </a:extLst>
          </p:cNvPr>
          <p:cNvSpPr>
            <a:spLocks noGrp="1"/>
          </p:cNvSpPr>
          <p:nvPr/>
        </p:nvSpPr>
        <p:spPr>
          <a:xfrm>
            <a:off x="4461325" y="3556037"/>
            <a:ext cx="367854" cy="20"/>
          </a:xfrm>
          <a:custGeom>
            <a:avLst/>
            <a:gdLst/>
            <a:ahLst/>
            <a:cxnLst/>
            <a:rect l="0" t="0" r="0" b="0"/>
            <a:pathLst>
              <a:path w="1714500" h="95">
                <a:moveTo>
                  <a:pt x="0" y="0"/>
                </a:moveTo>
                <a:lnTo>
                  <a:pt x="1714500" y="0"/>
                </a:lnTo>
              </a:path>
            </a:pathLst>
          </a:custGeom>
          <a:noFill/>
          <a:ln w="2452">
            <a:solidFill>
              <a:srgbClr val="A7C4BD"/>
            </a:solidFill>
            <a:prstDash val="solid"/>
          </a:ln>
        </p:spPr>
      </p:sp>
      <p:sp>
        <p:nvSpPr>
          <p:cNvPr id="1000104" name="Line 88">
            <a:extLst>
              <a:ext uri="{FF2B5EF4-FFF2-40B4-BE49-F238E27FC236}">
                <a16:creationId xmlns:a16="http://schemas.microsoft.com/office/drawing/2014/main" id="{FB78B1A6-2C0E-23D7-882B-49AB961FF664}"/>
              </a:ext>
            </a:extLst>
          </p:cNvPr>
          <p:cNvSpPr>
            <a:spLocks noGrp="1"/>
          </p:cNvSpPr>
          <p:nvPr/>
        </p:nvSpPr>
        <p:spPr>
          <a:xfrm>
            <a:off x="4461325" y="3611207"/>
            <a:ext cx="367854" cy="20"/>
          </a:xfrm>
          <a:custGeom>
            <a:avLst/>
            <a:gdLst/>
            <a:ahLst/>
            <a:cxnLst/>
            <a:rect l="0" t="0" r="0" b="0"/>
            <a:pathLst>
              <a:path w="1714500" h="95">
                <a:moveTo>
                  <a:pt x="0" y="0"/>
                </a:moveTo>
                <a:lnTo>
                  <a:pt x="1714500" y="0"/>
                </a:lnTo>
              </a:path>
            </a:pathLst>
          </a:custGeom>
          <a:noFill/>
          <a:ln w="2452">
            <a:solidFill>
              <a:srgbClr val="A7C4BD"/>
            </a:solidFill>
            <a:prstDash val="solid"/>
          </a:ln>
        </p:spPr>
      </p:sp>
      <p:sp>
        <p:nvSpPr>
          <p:cNvPr id="1000105" name="Line 89">
            <a:extLst>
              <a:ext uri="{FF2B5EF4-FFF2-40B4-BE49-F238E27FC236}">
                <a16:creationId xmlns:a16="http://schemas.microsoft.com/office/drawing/2014/main" id="{B1E177B9-845B-4595-DF40-15FD3ABB1B7F}"/>
              </a:ext>
            </a:extLst>
          </p:cNvPr>
          <p:cNvSpPr>
            <a:spLocks noGrp="1"/>
          </p:cNvSpPr>
          <p:nvPr/>
        </p:nvSpPr>
        <p:spPr>
          <a:xfrm>
            <a:off x="4461325" y="3666378"/>
            <a:ext cx="367854" cy="20"/>
          </a:xfrm>
          <a:custGeom>
            <a:avLst/>
            <a:gdLst/>
            <a:ahLst/>
            <a:cxnLst/>
            <a:rect l="0" t="0" r="0" b="0"/>
            <a:pathLst>
              <a:path w="1714500" h="95">
                <a:moveTo>
                  <a:pt x="0" y="0"/>
                </a:moveTo>
                <a:lnTo>
                  <a:pt x="1714500" y="0"/>
                </a:lnTo>
              </a:path>
            </a:pathLst>
          </a:custGeom>
          <a:noFill/>
          <a:ln w="2452">
            <a:solidFill>
              <a:srgbClr val="A7C4BD"/>
            </a:solidFill>
            <a:prstDash val="solid"/>
          </a:ln>
        </p:spPr>
      </p:sp>
      <p:sp>
        <p:nvSpPr>
          <p:cNvPr id="1000106" name="Line 90">
            <a:extLst>
              <a:ext uri="{FF2B5EF4-FFF2-40B4-BE49-F238E27FC236}">
                <a16:creationId xmlns:a16="http://schemas.microsoft.com/office/drawing/2014/main" id="{C877DD37-46CB-C730-C555-794DCFA011DC}"/>
              </a:ext>
            </a:extLst>
          </p:cNvPr>
          <p:cNvSpPr>
            <a:spLocks noGrp="1"/>
          </p:cNvSpPr>
          <p:nvPr/>
        </p:nvSpPr>
        <p:spPr>
          <a:xfrm>
            <a:off x="4461325" y="3721549"/>
            <a:ext cx="367854" cy="20"/>
          </a:xfrm>
          <a:custGeom>
            <a:avLst/>
            <a:gdLst/>
            <a:ahLst/>
            <a:cxnLst/>
            <a:rect l="0" t="0" r="0" b="0"/>
            <a:pathLst>
              <a:path w="1714500" h="95">
                <a:moveTo>
                  <a:pt x="0" y="0"/>
                </a:moveTo>
                <a:lnTo>
                  <a:pt x="1714500" y="0"/>
                </a:lnTo>
              </a:path>
            </a:pathLst>
          </a:custGeom>
          <a:noFill/>
          <a:ln w="2452">
            <a:solidFill>
              <a:srgbClr val="A7C4BD"/>
            </a:solidFill>
            <a:prstDash val="solid"/>
          </a:ln>
        </p:spPr>
      </p:sp>
      <p:sp>
        <p:nvSpPr>
          <p:cNvPr id="1000107" name="Label 91 k">
            <a:extLst>
              <a:ext uri="{FF2B5EF4-FFF2-40B4-BE49-F238E27FC236}">
                <a16:creationId xmlns:a16="http://schemas.microsoft.com/office/drawing/2014/main" id="{5C9DCA39-B67E-0E57-164F-2F15A1D4956E}"/>
              </a:ext>
            </a:extLst>
          </p:cNvPr>
          <p:cNvSpPr>
            <a:spLocks noGrp="1"/>
          </p:cNvSpPr>
          <p:nvPr/>
        </p:nvSpPr>
        <p:spPr>
          <a:xfrm>
            <a:off x="4573725" y="3458354"/>
            <a:ext cx="51091" cy="42457"/>
          </a:xfrm>
          <a:prstGeom prst="rect">
            <a:avLst/>
          </a:prstGeom>
          <a:noFill/>
          <a:ln w="0">
            <a:noFill/>
          </a:ln>
        </p:spPr>
        <p:txBody>
          <a:bodyPr wrap="none" lIns="0" tIns="0" rIns="0" bIns="0" anchor="ctr">
            <a:noAutofit/>
          </a:bodyPr>
          <a:lstStyle/>
          <a:p>
            <a:pPr algn="ctr">
              <a:defRPr sz="400" b="1">
                <a:solidFill>
                  <a:srgbClr val="2B887C"/>
                </a:solidFill>
                <a:latin typeface="Arial"/>
                <a:ea typeface="Arial"/>
                <a:cs typeface="Arial"/>
              </a:defRPr>
            </a:pPr>
            <a:r>
              <a:rPr sz="400" b="1">
                <a:solidFill>
                  <a:srgbClr val="2B887C"/>
                </a:solidFill>
                <a:latin typeface="Arial"/>
                <a:ea typeface="Arial"/>
                <a:cs typeface="Arial"/>
              </a:rPr>
              <a:t>k</a:t>
            </a:r>
          </a:p>
        </p:txBody>
      </p:sp>
      <p:sp>
        <p:nvSpPr>
          <p:cNvPr id="1000108" name="Label 92 j">
            <a:extLst>
              <a:ext uri="{FF2B5EF4-FFF2-40B4-BE49-F238E27FC236}">
                <a16:creationId xmlns:a16="http://schemas.microsoft.com/office/drawing/2014/main" id="{EED79BFD-EA10-45F1-B8EB-69943BE11ACF}"/>
              </a:ext>
            </a:extLst>
          </p:cNvPr>
          <p:cNvSpPr>
            <a:spLocks noGrp="1"/>
          </p:cNvSpPr>
          <p:nvPr/>
        </p:nvSpPr>
        <p:spPr>
          <a:xfrm>
            <a:off x="4404103" y="3556037"/>
            <a:ext cx="42916" cy="55171"/>
          </a:xfrm>
          <a:prstGeom prst="rect">
            <a:avLst/>
          </a:prstGeom>
          <a:noFill/>
          <a:ln w="0">
            <a:noFill/>
          </a:ln>
        </p:spPr>
        <p:txBody>
          <a:bodyPr wrap="none" lIns="0" tIns="0" rIns="0" bIns="0" anchor="ctr">
            <a:noAutofit/>
          </a:bodyPr>
          <a:lstStyle/>
          <a:p>
            <a:pPr algn="ctr">
              <a:defRPr sz="400" b="1">
                <a:solidFill>
                  <a:srgbClr val="397FA6"/>
                </a:solidFill>
                <a:latin typeface="Arial"/>
                <a:ea typeface="Arial"/>
                <a:cs typeface="Arial"/>
              </a:defRPr>
            </a:pPr>
            <a:r>
              <a:rPr sz="400" b="1">
                <a:solidFill>
                  <a:srgbClr val="397FA6"/>
                </a:solidFill>
                <a:latin typeface="Arial"/>
                <a:ea typeface="Arial"/>
                <a:cs typeface="Arial"/>
              </a:rPr>
              <a:t>j</a:t>
            </a:r>
          </a:p>
        </p:txBody>
      </p:sp>
      <p:sp>
        <p:nvSpPr>
          <p:cNvPr id="1000109" name="Label 93 J × K">
            <a:extLst>
              <a:ext uri="{FF2B5EF4-FFF2-40B4-BE49-F238E27FC236}">
                <a16:creationId xmlns:a16="http://schemas.microsoft.com/office/drawing/2014/main" id="{0BE7B2C7-2C85-625B-2B22-3E34189F5DD2}"/>
              </a:ext>
            </a:extLst>
          </p:cNvPr>
          <p:cNvSpPr>
            <a:spLocks noGrp="1"/>
          </p:cNvSpPr>
          <p:nvPr/>
        </p:nvSpPr>
        <p:spPr>
          <a:xfrm>
            <a:off x="4506285" y="3742494"/>
            <a:ext cx="279978" cy="44443"/>
          </a:xfrm>
          <a:prstGeom prst="rect">
            <a:avLst/>
          </a:prstGeom>
          <a:noFill/>
          <a:ln w="0">
            <a:noFill/>
          </a:ln>
        </p:spPr>
        <p:txBody>
          <a:bodyPr wrap="none" lIns="0" tIns="0" rIns="0" bIns="0" anchor="ctr">
            <a:noAutofit/>
          </a:bodyPr>
          <a:lstStyle/>
          <a:p>
            <a:pPr algn="ctr">
              <a:defRPr sz="400" b="0">
                <a:solidFill>
                  <a:srgbClr val="6F8290"/>
                </a:solidFill>
                <a:latin typeface="Arial"/>
                <a:ea typeface="Arial"/>
                <a:cs typeface="Arial"/>
              </a:defRPr>
            </a:pPr>
            <a:r>
              <a:rPr sz="400" b="0">
                <a:solidFill>
                  <a:srgbClr val="6F8290"/>
                </a:solidFill>
                <a:latin typeface="Arial"/>
                <a:ea typeface="Arial"/>
                <a:cs typeface="Arial"/>
              </a:rPr>
              <a:t>J × K</a:t>
            </a:r>
          </a:p>
        </p:txBody>
      </p:sp>
      <p:sp>
        <p:nvSpPr>
          <p:cNvPr id="1000420" name="c | shared input to candidate crop">
            <a:extLst>
              <a:ext uri="{FF2B5EF4-FFF2-40B4-BE49-F238E27FC236}">
                <a16:creationId xmlns:a16="http://schemas.microsoft.com/office/drawing/2014/main" id="{F0BAE7B2-8BCB-596B-B55C-0C0111C8E5D6}"/>
              </a:ext>
            </a:extLst>
          </p:cNvPr>
          <p:cNvSpPr>
            <a:spLocks noGrp="1"/>
          </p:cNvSpPr>
          <p:nvPr/>
        </p:nvSpPr>
        <p:spPr>
          <a:xfrm>
            <a:off x="2045751" y="2215588"/>
            <a:ext cx="188014" cy="0"/>
          </a:xfrm>
          <a:custGeom>
            <a:avLst/>
            <a:gdLst/>
            <a:ahLst/>
            <a:cxnLst/>
            <a:rect l="0" t="0" r="0" b="0"/>
            <a:pathLst>
              <a:path w="876300" h="1">
                <a:moveTo>
                  <a:pt x="0" y="0"/>
                </a:moveTo>
                <a:lnTo>
                  <a:pt x="876300" y="0"/>
                </a:lnTo>
              </a:path>
            </a:pathLst>
          </a:custGeom>
          <a:noFill/>
          <a:ln w="3474">
            <a:solidFill>
              <a:srgbClr val="397FA6"/>
            </a:solidFill>
            <a:prstDash val="solid"/>
          </a:ln>
        </p:spPr>
      </p:sp>
      <p:grpSp>
        <p:nvGrpSpPr>
          <p:cNvPr id="2799" name="组合 2798">
            <a:extLst>
              <a:ext uri="{FF2B5EF4-FFF2-40B4-BE49-F238E27FC236}">
                <a16:creationId xmlns:a16="http://schemas.microsoft.com/office/drawing/2014/main" id="{912AB15F-434A-87A8-DBBB-1B95D5A0A538}"/>
              </a:ext>
            </a:extLst>
          </p:cNvPr>
          <p:cNvGrpSpPr/>
          <p:nvPr/>
        </p:nvGrpSpPr>
        <p:grpSpPr>
          <a:xfrm>
            <a:off x="2215373" y="2129766"/>
            <a:ext cx="2668984" cy="1462030"/>
            <a:chOff x="2215373" y="2129766"/>
            <a:chExt cx="2668984" cy="1462030"/>
          </a:xfrm>
        </p:grpSpPr>
        <p:grpSp>
          <p:nvGrpSpPr>
            <p:cNvPr id="1000110" name="Density voxel illustration | exp">
              <a:extLst>
                <a:ext uri="{FF2B5EF4-FFF2-40B4-BE49-F238E27FC236}">
                  <a16:creationId xmlns:a16="http://schemas.microsoft.com/office/drawing/2014/main" id="{8E411937-57E0-6FFE-B51F-1D0E8CAEA67E}"/>
                </a:ext>
              </a:extLst>
            </p:cNvPr>
            <p:cNvGrpSpPr/>
            <p:nvPr/>
          </p:nvGrpSpPr>
          <p:grpSpPr>
            <a:xfrm>
              <a:off x="2250114" y="2129766"/>
              <a:ext cx="194145" cy="171643"/>
              <a:chOff x="1179315" y="2886201"/>
              <a:chExt cx="295650" cy="262800"/>
            </a:xfrm>
          </p:grpSpPr>
          <p:sp>
            <p:nvSpPr>
              <p:cNvPr id="1000111" name="path_2370">
                <a:extLst>
                  <a:ext uri="{FF2B5EF4-FFF2-40B4-BE49-F238E27FC236}">
                    <a16:creationId xmlns:a16="http://schemas.microsoft.com/office/drawing/2014/main" id="{3CFA118C-8E4B-C38E-E2E3-F14044DD80D7}"/>
                  </a:ext>
                </a:extLst>
              </p:cNvPr>
              <p:cNvSpPr/>
              <p:nvPr/>
            </p:nvSpPr>
            <p:spPr>
              <a:xfrm>
                <a:off x="1179315" y="2886201"/>
                <a:ext cx="295650" cy="47304"/>
              </a:xfrm>
              <a:custGeom>
                <a:avLst/>
                <a:gdLst/>
                <a:ahLst/>
                <a:cxnLst/>
                <a:rect l="0" t="0" r="w" b="h"/>
                <a:pathLst>
                  <a:path w="295650" h="47304" extrusionOk="0">
                    <a:moveTo>
                      <a:pt x="0" y="47304"/>
                    </a:moveTo>
                    <a:lnTo>
                      <a:pt x="47304" y="0"/>
                    </a:lnTo>
                    <a:lnTo>
                      <a:pt x="295650" y="0"/>
                    </a:lnTo>
                    <a:lnTo>
                      <a:pt x="248346" y="47304"/>
                    </a:lnTo>
                    <a:close/>
                  </a:path>
                </a:pathLst>
              </a:custGeom>
              <a:solidFill>
                <a:srgbClr val="EEF6FB">
                  <a:alpha val="70000"/>
                </a:srgbClr>
              </a:solidFill>
              <a:ln w="1202" cap="rnd" cmpd="sng" algn="ctr">
                <a:solidFill>
                  <a:srgbClr val="367FB7">
                    <a:alpha val="70000"/>
                  </a:srgbClr>
                </a:solidFill>
                <a:prstDash val="solid"/>
                <a:round/>
                <a:headEnd type="none" w="med" len="med"/>
                <a:tailEnd type="none" w="med" len="med"/>
              </a:ln>
              <a:effectLst/>
            </p:spPr>
          </p:sp>
          <p:sp>
            <p:nvSpPr>
              <p:cNvPr id="1000112" name="path_2371">
                <a:extLst>
                  <a:ext uri="{FF2B5EF4-FFF2-40B4-BE49-F238E27FC236}">
                    <a16:creationId xmlns:a16="http://schemas.microsoft.com/office/drawing/2014/main" id="{978E7792-03D9-163E-0CE5-193B7BAC04CD}"/>
                  </a:ext>
                </a:extLst>
              </p:cNvPr>
              <p:cNvSpPr/>
              <p:nvPr/>
            </p:nvSpPr>
            <p:spPr>
              <a:xfrm>
                <a:off x="1427661" y="2886201"/>
                <a:ext cx="47304" cy="262800"/>
              </a:xfrm>
              <a:custGeom>
                <a:avLst/>
                <a:gdLst/>
                <a:ahLst/>
                <a:cxnLst/>
                <a:rect l="0" t="0" r="w" b="h"/>
                <a:pathLst>
                  <a:path w="47304" h="262800" extrusionOk="0">
                    <a:moveTo>
                      <a:pt x="0" y="47304"/>
                    </a:moveTo>
                    <a:lnTo>
                      <a:pt x="47304" y="0"/>
                    </a:lnTo>
                    <a:lnTo>
                      <a:pt x="47304" y="215496"/>
                    </a:lnTo>
                    <a:lnTo>
                      <a:pt x="0" y="262800"/>
                    </a:lnTo>
                    <a:close/>
                  </a:path>
                </a:pathLst>
              </a:custGeom>
              <a:solidFill>
                <a:srgbClr val="E1EEF6">
                  <a:alpha val="60000"/>
                </a:srgbClr>
              </a:solidFill>
              <a:ln w="1202" cap="rnd" cmpd="sng" algn="ctr">
                <a:solidFill>
                  <a:srgbClr val="367FB7">
                    <a:alpha val="60000"/>
                  </a:srgbClr>
                </a:solidFill>
                <a:prstDash val="solid"/>
                <a:round/>
                <a:headEnd type="none" w="med" len="med"/>
                <a:tailEnd type="none" w="med" len="med"/>
              </a:ln>
              <a:effectLst/>
            </p:spPr>
          </p:sp>
          <p:sp>
            <p:nvSpPr>
              <p:cNvPr id="1000113" name="rect_2372">
                <a:extLst>
                  <a:ext uri="{FF2B5EF4-FFF2-40B4-BE49-F238E27FC236}">
                    <a16:creationId xmlns:a16="http://schemas.microsoft.com/office/drawing/2014/main" id="{CEF84504-6F59-CC0A-6488-00F4C2EBE6E5}"/>
                  </a:ext>
                </a:extLst>
              </p:cNvPr>
              <p:cNvSpPr/>
              <p:nvPr/>
            </p:nvSpPr>
            <p:spPr>
              <a:xfrm>
                <a:off x="1179315" y="2933505"/>
                <a:ext cx="248346" cy="215496"/>
              </a:xfrm>
              <a:prstGeom prst="rect">
                <a:avLst/>
              </a:prstGeom>
              <a:solidFill>
                <a:srgbClr val="F7FBFE"/>
              </a:solidFill>
              <a:ln w="1202" cap="rnd" cmpd="sng" algn="ctr">
                <a:solidFill>
                  <a:srgbClr val="367FB7"/>
                </a:solidFill>
                <a:prstDash val="solid"/>
                <a:round/>
                <a:headEnd type="none" w="med" len="med"/>
                <a:tailEnd type="none" w="med" len="med"/>
              </a:ln>
              <a:effectLst/>
            </p:spPr>
          </p:sp>
          <p:sp>
            <p:nvSpPr>
              <p:cNvPr id="1000114" name="Density voxel cell">
                <a:extLst>
                  <a:ext uri="{FF2B5EF4-FFF2-40B4-BE49-F238E27FC236}">
                    <a16:creationId xmlns:a16="http://schemas.microsoft.com/office/drawing/2014/main" id="{46EF836B-2F83-9B1B-847A-D6760E7ACD77}"/>
                  </a:ext>
                </a:extLst>
              </p:cNvPr>
              <p:cNvSpPr/>
              <p:nvPr/>
            </p:nvSpPr>
            <p:spPr>
              <a:xfrm>
                <a:off x="1180465" y="2934655"/>
                <a:ext cx="20277" cy="17291"/>
              </a:xfrm>
              <a:prstGeom prst="rect">
                <a:avLst/>
              </a:prstGeom>
              <a:solidFill>
                <a:srgbClr val="F1F7FC"/>
              </a:solidFill>
              <a:ln w="2103" cap="rnd" cmpd="sng" algn="ctr">
                <a:noFill/>
                <a:prstDash val="solid"/>
                <a:round/>
                <a:headEnd type="none" w="med" len="med"/>
                <a:tailEnd type="none" w="med" len="med"/>
              </a:ln>
              <a:effectLst/>
            </p:spPr>
          </p:sp>
          <p:sp>
            <p:nvSpPr>
              <p:cNvPr id="1000115" name="Density voxel cell">
                <a:extLst>
                  <a:ext uri="{FF2B5EF4-FFF2-40B4-BE49-F238E27FC236}">
                    <a16:creationId xmlns:a16="http://schemas.microsoft.com/office/drawing/2014/main" id="{009856EC-5004-37EB-677C-AC7E4F3E0A4D}"/>
                  </a:ext>
                </a:extLst>
              </p:cNvPr>
              <p:cNvSpPr/>
              <p:nvPr/>
            </p:nvSpPr>
            <p:spPr>
              <a:xfrm>
                <a:off x="1203042" y="2934655"/>
                <a:ext cx="20277" cy="17291"/>
              </a:xfrm>
              <a:prstGeom prst="rect">
                <a:avLst/>
              </a:prstGeom>
              <a:solidFill>
                <a:srgbClr val="E5F0F8"/>
              </a:solidFill>
              <a:ln w="2103" cap="rnd" cmpd="sng" algn="ctr">
                <a:noFill/>
                <a:prstDash val="solid"/>
                <a:round/>
                <a:headEnd type="none" w="med" len="med"/>
                <a:tailEnd type="none" w="med" len="med"/>
              </a:ln>
              <a:effectLst/>
            </p:spPr>
          </p:sp>
          <p:sp>
            <p:nvSpPr>
              <p:cNvPr id="1000116" name="Density voxel cell">
                <a:extLst>
                  <a:ext uri="{FF2B5EF4-FFF2-40B4-BE49-F238E27FC236}">
                    <a16:creationId xmlns:a16="http://schemas.microsoft.com/office/drawing/2014/main" id="{618E3DC6-97EE-F2B5-ACBA-01F6BDA7A21C}"/>
                  </a:ext>
                </a:extLst>
              </p:cNvPr>
              <p:cNvSpPr/>
              <p:nvPr/>
            </p:nvSpPr>
            <p:spPr>
              <a:xfrm>
                <a:off x="1225619" y="2934655"/>
                <a:ext cx="20277" cy="17291"/>
              </a:xfrm>
              <a:prstGeom prst="rect">
                <a:avLst/>
              </a:prstGeom>
              <a:solidFill>
                <a:srgbClr val="D3E5F1"/>
              </a:solidFill>
              <a:ln w="2103" cap="rnd" cmpd="sng" algn="ctr">
                <a:noFill/>
                <a:prstDash val="solid"/>
                <a:round/>
                <a:headEnd type="none" w="med" len="med"/>
                <a:tailEnd type="none" w="med" len="med"/>
              </a:ln>
              <a:effectLst/>
            </p:spPr>
          </p:sp>
          <p:sp>
            <p:nvSpPr>
              <p:cNvPr id="1000117" name="Density voxel cell">
                <a:extLst>
                  <a:ext uri="{FF2B5EF4-FFF2-40B4-BE49-F238E27FC236}">
                    <a16:creationId xmlns:a16="http://schemas.microsoft.com/office/drawing/2014/main" id="{6CB0DE19-61AB-16EE-776D-141AC1E029E4}"/>
                  </a:ext>
                </a:extLst>
              </p:cNvPr>
              <p:cNvSpPr/>
              <p:nvPr/>
            </p:nvSpPr>
            <p:spPr>
              <a:xfrm>
                <a:off x="1248195" y="2934655"/>
                <a:ext cx="20277" cy="17291"/>
              </a:xfrm>
              <a:prstGeom prst="rect">
                <a:avLst/>
              </a:prstGeom>
              <a:solidFill>
                <a:srgbClr val="C6DDED"/>
              </a:solidFill>
              <a:ln w="2103" cap="rnd" cmpd="sng" algn="ctr">
                <a:noFill/>
                <a:prstDash val="solid"/>
                <a:round/>
                <a:headEnd type="none" w="med" len="med"/>
                <a:tailEnd type="none" w="med" len="med"/>
              </a:ln>
              <a:effectLst/>
            </p:spPr>
          </p:sp>
          <p:sp>
            <p:nvSpPr>
              <p:cNvPr id="1000118" name="Density voxel cell">
                <a:extLst>
                  <a:ext uri="{FF2B5EF4-FFF2-40B4-BE49-F238E27FC236}">
                    <a16:creationId xmlns:a16="http://schemas.microsoft.com/office/drawing/2014/main" id="{4525A865-39E8-A3A7-4199-EE85412587B9}"/>
                  </a:ext>
                </a:extLst>
              </p:cNvPr>
              <p:cNvSpPr/>
              <p:nvPr/>
            </p:nvSpPr>
            <p:spPr>
              <a:xfrm>
                <a:off x="1270772" y="2934655"/>
                <a:ext cx="20277" cy="17291"/>
              </a:xfrm>
              <a:prstGeom prst="rect">
                <a:avLst/>
              </a:prstGeom>
              <a:solidFill>
                <a:srgbClr val="C9DEEE"/>
              </a:solidFill>
              <a:ln w="2103" cap="rnd" cmpd="sng" algn="ctr">
                <a:noFill/>
                <a:prstDash val="solid"/>
                <a:round/>
                <a:headEnd type="none" w="med" len="med"/>
                <a:tailEnd type="none" w="med" len="med"/>
              </a:ln>
              <a:effectLst/>
            </p:spPr>
          </p:sp>
          <p:sp>
            <p:nvSpPr>
              <p:cNvPr id="1000119" name="Density voxel cell">
                <a:extLst>
                  <a:ext uri="{FF2B5EF4-FFF2-40B4-BE49-F238E27FC236}">
                    <a16:creationId xmlns:a16="http://schemas.microsoft.com/office/drawing/2014/main" id="{DEDEC592-4B48-56D7-8840-507F9F29873B}"/>
                  </a:ext>
                </a:extLst>
              </p:cNvPr>
              <p:cNvSpPr/>
              <p:nvPr/>
            </p:nvSpPr>
            <p:spPr>
              <a:xfrm>
                <a:off x="1293349" y="2934655"/>
                <a:ext cx="20277" cy="17291"/>
              </a:xfrm>
              <a:prstGeom prst="rect">
                <a:avLst/>
              </a:prstGeom>
              <a:solidFill>
                <a:srgbClr val="D9E8F3"/>
              </a:solidFill>
              <a:ln w="2103" cap="rnd" cmpd="sng" algn="ctr">
                <a:noFill/>
                <a:prstDash val="solid"/>
                <a:round/>
                <a:headEnd type="none" w="med" len="med"/>
                <a:tailEnd type="none" w="med" len="med"/>
              </a:ln>
              <a:effectLst/>
            </p:spPr>
          </p:sp>
          <p:sp>
            <p:nvSpPr>
              <p:cNvPr id="1000120" name="Density voxel cell">
                <a:extLst>
                  <a:ext uri="{FF2B5EF4-FFF2-40B4-BE49-F238E27FC236}">
                    <a16:creationId xmlns:a16="http://schemas.microsoft.com/office/drawing/2014/main" id="{8AAF827A-980C-6ACF-91A3-D9C005BB841D}"/>
                  </a:ext>
                </a:extLst>
              </p:cNvPr>
              <p:cNvSpPr/>
              <p:nvPr/>
            </p:nvSpPr>
            <p:spPr>
              <a:xfrm>
                <a:off x="1315926" y="2934655"/>
                <a:ext cx="20277" cy="17291"/>
              </a:xfrm>
              <a:prstGeom prst="rect">
                <a:avLst/>
              </a:prstGeom>
              <a:solidFill>
                <a:srgbClr val="E9F3F9"/>
              </a:solidFill>
              <a:ln w="2103" cap="rnd" cmpd="sng" algn="ctr">
                <a:noFill/>
                <a:prstDash val="solid"/>
                <a:round/>
                <a:headEnd type="none" w="med" len="med"/>
                <a:tailEnd type="none" w="med" len="med"/>
              </a:ln>
              <a:effectLst/>
            </p:spPr>
          </p:sp>
          <p:sp>
            <p:nvSpPr>
              <p:cNvPr id="1000121" name="Density voxel cell">
                <a:extLst>
                  <a:ext uri="{FF2B5EF4-FFF2-40B4-BE49-F238E27FC236}">
                    <a16:creationId xmlns:a16="http://schemas.microsoft.com/office/drawing/2014/main" id="{3972ACD8-04EE-D1F2-BB2B-77E76AAF5AB0}"/>
                  </a:ext>
                </a:extLst>
              </p:cNvPr>
              <p:cNvSpPr/>
              <p:nvPr/>
            </p:nvSpPr>
            <p:spPr>
              <a:xfrm>
                <a:off x="1338503" y="2934655"/>
                <a:ext cx="20277" cy="17291"/>
              </a:xfrm>
              <a:prstGeom prst="rect">
                <a:avLst/>
              </a:prstGeom>
              <a:solidFill>
                <a:srgbClr val="F3F8FC"/>
              </a:solidFill>
              <a:ln w="2103" cap="rnd" cmpd="sng" algn="ctr">
                <a:noFill/>
                <a:prstDash val="solid"/>
                <a:round/>
                <a:headEnd type="none" w="med" len="med"/>
                <a:tailEnd type="none" w="med" len="med"/>
              </a:ln>
              <a:effectLst/>
            </p:spPr>
          </p:sp>
          <p:sp>
            <p:nvSpPr>
              <p:cNvPr id="1000122" name="Density voxel cell">
                <a:extLst>
                  <a:ext uri="{FF2B5EF4-FFF2-40B4-BE49-F238E27FC236}">
                    <a16:creationId xmlns:a16="http://schemas.microsoft.com/office/drawing/2014/main" id="{27AD4A90-BBFD-AEAC-9935-196D2A05701C}"/>
                  </a:ext>
                </a:extLst>
              </p:cNvPr>
              <p:cNvSpPr/>
              <p:nvPr/>
            </p:nvSpPr>
            <p:spPr>
              <a:xfrm>
                <a:off x="1361080" y="2934655"/>
                <a:ext cx="20277" cy="17291"/>
              </a:xfrm>
              <a:prstGeom prst="rect">
                <a:avLst/>
              </a:prstGeom>
              <a:solidFill>
                <a:srgbClr val="F6FAFE"/>
              </a:solidFill>
              <a:ln w="2103" cap="rnd" cmpd="sng" algn="ctr">
                <a:noFill/>
                <a:prstDash val="solid"/>
                <a:round/>
                <a:headEnd type="none" w="med" len="med"/>
                <a:tailEnd type="none" w="med" len="med"/>
              </a:ln>
              <a:effectLst/>
            </p:spPr>
          </p:sp>
          <p:sp>
            <p:nvSpPr>
              <p:cNvPr id="1000123" name="Density voxel cell">
                <a:extLst>
                  <a:ext uri="{FF2B5EF4-FFF2-40B4-BE49-F238E27FC236}">
                    <a16:creationId xmlns:a16="http://schemas.microsoft.com/office/drawing/2014/main" id="{556C0505-5E99-6B48-4556-A0255FB1A464}"/>
                  </a:ext>
                </a:extLst>
              </p:cNvPr>
              <p:cNvSpPr/>
              <p:nvPr/>
            </p:nvSpPr>
            <p:spPr>
              <a:xfrm>
                <a:off x="1383657" y="2934655"/>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24" name="Density voxel cell">
                <a:extLst>
                  <a:ext uri="{FF2B5EF4-FFF2-40B4-BE49-F238E27FC236}">
                    <a16:creationId xmlns:a16="http://schemas.microsoft.com/office/drawing/2014/main" id="{129960F4-0A90-91DE-CA33-890CA4CBAC00}"/>
                  </a:ext>
                </a:extLst>
              </p:cNvPr>
              <p:cNvSpPr/>
              <p:nvPr/>
            </p:nvSpPr>
            <p:spPr>
              <a:xfrm>
                <a:off x="1406234" y="2934655"/>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25" name="Density voxel cell">
                <a:extLst>
                  <a:ext uri="{FF2B5EF4-FFF2-40B4-BE49-F238E27FC236}">
                    <a16:creationId xmlns:a16="http://schemas.microsoft.com/office/drawing/2014/main" id="{7FF6CB60-858D-5B5E-D46A-CC4D3B752F69}"/>
                  </a:ext>
                </a:extLst>
              </p:cNvPr>
              <p:cNvSpPr/>
              <p:nvPr/>
            </p:nvSpPr>
            <p:spPr>
              <a:xfrm>
                <a:off x="1180465" y="2954245"/>
                <a:ext cx="20277" cy="17291"/>
              </a:xfrm>
              <a:prstGeom prst="rect">
                <a:avLst/>
              </a:prstGeom>
              <a:solidFill>
                <a:srgbClr val="EBF3FA"/>
              </a:solidFill>
              <a:ln w="2103" cap="rnd" cmpd="sng" algn="ctr">
                <a:noFill/>
                <a:prstDash val="solid"/>
                <a:round/>
                <a:headEnd type="none" w="med" len="med"/>
                <a:tailEnd type="none" w="med" len="med"/>
              </a:ln>
              <a:effectLst/>
            </p:spPr>
          </p:sp>
          <p:sp>
            <p:nvSpPr>
              <p:cNvPr id="1000126" name="Density voxel cell">
                <a:extLst>
                  <a:ext uri="{FF2B5EF4-FFF2-40B4-BE49-F238E27FC236}">
                    <a16:creationId xmlns:a16="http://schemas.microsoft.com/office/drawing/2014/main" id="{5EBBFE35-D570-0EF8-4290-E6F06341C4E6}"/>
                  </a:ext>
                </a:extLst>
              </p:cNvPr>
              <p:cNvSpPr/>
              <p:nvPr/>
            </p:nvSpPr>
            <p:spPr>
              <a:xfrm>
                <a:off x="1203042" y="2954245"/>
                <a:ext cx="20277" cy="17291"/>
              </a:xfrm>
              <a:prstGeom prst="rect">
                <a:avLst/>
              </a:prstGeom>
              <a:solidFill>
                <a:srgbClr val="D4E5F2"/>
              </a:solidFill>
              <a:ln w="2103" cap="rnd" cmpd="sng" algn="ctr">
                <a:noFill/>
                <a:prstDash val="solid"/>
                <a:round/>
                <a:headEnd type="none" w="med" len="med"/>
                <a:tailEnd type="none" w="med" len="med"/>
              </a:ln>
              <a:effectLst/>
            </p:spPr>
          </p:sp>
          <p:sp>
            <p:nvSpPr>
              <p:cNvPr id="1000127" name="Density voxel cell">
                <a:extLst>
                  <a:ext uri="{FF2B5EF4-FFF2-40B4-BE49-F238E27FC236}">
                    <a16:creationId xmlns:a16="http://schemas.microsoft.com/office/drawing/2014/main" id="{D88E76D4-3AC3-225D-3FFC-08A593CA0B99}"/>
                  </a:ext>
                </a:extLst>
              </p:cNvPr>
              <p:cNvSpPr/>
              <p:nvPr/>
            </p:nvSpPr>
            <p:spPr>
              <a:xfrm>
                <a:off x="1225619" y="2954245"/>
                <a:ext cx="20277" cy="17291"/>
              </a:xfrm>
              <a:prstGeom prst="rect">
                <a:avLst/>
              </a:prstGeom>
              <a:solidFill>
                <a:srgbClr val="B1D0E5"/>
              </a:solidFill>
              <a:ln w="2103" cap="rnd" cmpd="sng" algn="ctr">
                <a:noFill/>
                <a:prstDash val="solid"/>
                <a:round/>
                <a:headEnd type="none" w="med" len="med"/>
                <a:tailEnd type="none" w="med" len="med"/>
              </a:ln>
              <a:effectLst/>
            </p:spPr>
          </p:sp>
          <p:sp>
            <p:nvSpPr>
              <p:cNvPr id="1000128" name="Density voxel cell">
                <a:extLst>
                  <a:ext uri="{FF2B5EF4-FFF2-40B4-BE49-F238E27FC236}">
                    <a16:creationId xmlns:a16="http://schemas.microsoft.com/office/drawing/2014/main" id="{1EBFD98D-F8CA-2D49-0E7F-41437E717055}"/>
                  </a:ext>
                </a:extLst>
              </p:cNvPr>
              <p:cNvSpPr/>
              <p:nvPr/>
            </p:nvSpPr>
            <p:spPr>
              <a:xfrm>
                <a:off x="1248195" y="2954245"/>
                <a:ext cx="20277" cy="17291"/>
              </a:xfrm>
              <a:prstGeom prst="rect">
                <a:avLst/>
              </a:prstGeom>
              <a:solidFill>
                <a:srgbClr val="98C0DC"/>
              </a:solidFill>
              <a:ln w="2103" cap="rnd" cmpd="sng" algn="ctr">
                <a:noFill/>
                <a:prstDash val="solid"/>
                <a:round/>
                <a:headEnd type="none" w="med" len="med"/>
                <a:tailEnd type="none" w="med" len="med"/>
              </a:ln>
              <a:effectLst/>
            </p:spPr>
          </p:sp>
          <p:sp>
            <p:nvSpPr>
              <p:cNvPr id="1000129" name="Density voxel cell">
                <a:extLst>
                  <a:ext uri="{FF2B5EF4-FFF2-40B4-BE49-F238E27FC236}">
                    <a16:creationId xmlns:a16="http://schemas.microsoft.com/office/drawing/2014/main" id="{5530B06E-E46F-4DF7-B69A-C301CD261F73}"/>
                  </a:ext>
                </a:extLst>
              </p:cNvPr>
              <p:cNvSpPr/>
              <p:nvPr/>
            </p:nvSpPr>
            <p:spPr>
              <a:xfrm>
                <a:off x="1270772" y="2954245"/>
                <a:ext cx="20277" cy="17291"/>
              </a:xfrm>
              <a:prstGeom prst="rect">
                <a:avLst/>
              </a:prstGeom>
              <a:solidFill>
                <a:srgbClr val="9DC3DE"/>
              </a:solidFill>
              <a:ln w="2103" cap="rnd" cmpd="sng" algn="ctr">
                <a:noFill/>
                <a:prstDash val="solid"/>
                <a:round/>
                <a:headEnd type="none" w="med" len="med"/>
                <a:tailEnd type="none" w="med" len="med"/>
              </a:ln>
              <a:effectLst/>
            </p:spPr>
          </p:sp>
          <p:sp>
            <p:nvSpPr>
              <p:cNvPr id="1000130" name="Density voxel cell">
                <a:extLst>
                  <a:ext uri="{FF2B5EF4-FFF2-40B4-BE49-F238E27FC236}">
                    <a16:creationId xmlns:a16="http://schemas.microsoft.com/office/drawing/2014/main" id="{0C843551-DA91-35ED-9A96-C3C50188B6E5}"/>
                  </a:ext>
                </a:extLst>
              </p:cNvPr>
              <p:cNvSpPr/>
              <p:nvPr/>
            </p:nvSpPr>
            <p:spPr>
              <a:xfrm>
                <a:off x="1293349" y="2954245"/>
                <a:ext cx="20277" cy="17291"/>
              </a:xfrm>
              <a:prstGeom prst="rect">
                <a:avLst/>
              </a:prstGeom>
              <a:solidFill>
                <a:srgbClr val="BCD6E9"/>
              </a:solidFill>
              <a:ln w="2103" cap="rnd" cmpd="sng" algn="ctr">
                <a:noFill/>
                <a:prstDash val="solid"/>
                <a:round/>
                <a:headEnd type="none" w="med" len="med"/>
                <a:tailEnd type="none" w="med" len="med"/>
              </a:ln>
              <a:effectLst/>
            </p:spPr>
          </p:sp>
          <p:sp>
            <p:nvSpPr>
              <p:cNvPr id="1000131" name="Density voxel cell">
                <a:extLst>
                  <a:ext uri="{FF2B5EF4-FFF2-40B4-BE49-F238E27FC236}">
                    <a16:creationId xmlns:a16="http://schemas.microsoft.com/office/drawing/2014/main" id="{E6A43010-DB03-EB8B-090F-EC713052BC7C}"/>
                  </a:ext>
                </a:extLst>
              </p:cNvPr>
              <p:cNvSpPr/>
              <p:nvPr/>
            </p:nvSpPr>
            <p:spPr>
              <a:xfrm>
                <a:off x="1315926" y="2954245"/>
                <a:ext cx="20277" cy="17291"/>
              </a:xfrm>
              <a:prstGeom prst="rect">
                <a:avLst/>
              </a:prstGeom>
              <a:solidFill>
                <a:srgbClr val="DCEAF5"/>
              </a:solidFill>
              <a:ln w="2103" cap="rnd" cmpd="sng" algn="ctr">
                <a:noFill/>
                <a:prstDash val="solid"/>
                <a:round/>
                <a:headEnd type="none" w="med" len="med"/>
                <a:tailEnd type="none" w="med" len="med"/>
              </a:ln>
              <a:effectLst/>
            </p:spPr>
          </p:sp>
          <p:sp>
            <p:nvSpPr>
              <p:cNvPr id="1000132" name="Density voxel cell">
                <a:extLst>
                  <a:ext uri="{FF2B5EF4-FFF2-40B4-BE49-F238E27FC236}">
                    <a16:creationId xmlns:a16="http://schemas.microsoft.com/office/drawing/2014/main" id="{BA1B55EE-F4E5-FC65-D23B-E5D4A62FF380}"/>
                  </a:ext>
                </a:extLst>
              </p:cNvPr>
              <p:cNvSpPr/>
              <p:nvPr/>
            </p:nvSpPr>
            <p:spPr>
              <a:xfrm>
                <a:off x="1338503" y="2954245"/>
                <a:ext cx="20277" cy="17291"/>
              </a:xfrm>
              <a:prstGeom prst="rect">
                <a:avLst/>
              </a:prstGeom>
              <a:solidFill>
                <a:srgbClr val="EFF6FB"/>
              </a:solidFill>
              <a:ln w="2103" cap="rnd" cmpd="sng" algn="ctr">
                <a:noFill/>
                <a:prstDash val="solid"/>
                <a:round/>
                <a:headEnd type="none" w="med" len="med"/>
                <a:tailEnd type="none" w="med" len="med"/>
              </a:ln>
              <a:effectLst/>
            </p:spPr>
          </p:sp>
          <p:sp>
            <p:nvSpPr>
              <p:cNvPr id="1000133" name="Density voxel cell">
                <a:extLst>
                  <a:ext uri="{FF2B5EF4-FFF2-40B4-BE49-F238E27FC236}">
                    <a16:creationId xmlns:a16="http://schemas.microsoft.com/office/drawing/2014/main" id="{EB5F7C0A-D2A1-92E3-AB46-80A673FDC99B}"/>
                  </a:ext>
                </a:extLst>
              </p:cNvPr>
              <p:cNvSpPr/>
              <p:nvPr/>
            </p:nvSpPr>
            <p:spPr>
              <a:xfrm>
                <a:off x="1361080" y="2954245"/>
                <a:ext cx="20277" cy="17291"/>
              </a:xfrm>
              <a:prstGeom prst="rect">
                <a:avLst/>
              </a:prstGeom>
              <a:solidFill>
                <a:srgbClr val="F5FAFD"/>
              </a:solidFill>
              <a:ln w="2103" cap="rnd" cmpd="sng" algn="ctr">
                <a:noFill/>
                <a:prstDash val="solid"/>
                <a:round/>
                <a:headEnd type="none" w="med" len="med"/>
                <a:tailEnd type="none" w="med" len="med"/>
              </a:ln>
              <a:effectLst/>
            </p:spPr>
          </p:sp>
          <p:sp>
            <p:nvSpPr>
              <p:cNvPr id="1000134" name="Density voxel cell">
                <a:extLst>
                  <a:ext uri="{FF2B5EF4-FFF2-40B4-BE49-F238E27FC236}">
                    <a16:creationId xmlns:a16="http://schemas.microsoft.com/office/drawing/2014/main" id="{28D5C194-CAC1-6651-C7BE-29864A9E83C6}"/>
                  </a:ext>
                </a:extLst>
              </p:cNvPr>
              <p:cNvSpPr/>
              <p:nvPr/>
            </p:nvSpPr>
            <p:spPr>
              <a:xfrm>
                <a:off x="1383657" y="2954245"/>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35" name="Density voxel cell">
                <a:extLst>
                  <a:ext uri="{FF2B5EF4-FFF2-40B4-BE49-F238E27FC236}">
                    <a16:creationId xmlns:a16="http://schemas.microsoft.com/office/drawing/2014/main" id="{D98A9351-30FF-DB64-54D9-13B5D48E1C59}"/>
                  </a:ext>
                </a:extLst>
              </p:cNvPr>
              <p:cNvSpPr/>
              <p:nvPr/>
            </p:nvSpPr>
            <p:spPr>
              <a:xfrm>
                <a:off x="1406234" y="2954245"/>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36" name="Density voxel cell">
                <a:extLst>
                  <a:ext uri="{FF2B5EF4-FFF2-40B4-BE49-F238E27FC236}">
                    <a16:creationId xmlns:a16="http://schemas.microsoft.com/office/drawing/2014/main" id="{465BEB01-FE2E-4DB5-A714-DDB717D77DC7}"/>
                  </a:ext>
                </a:extLst>
              </p:cNvPr>
              <p:cNvSpPr/>
              <p:nvPr/>
            </p:nvSpPr>
            <p:spPr>
              <a:xfrm>
                <a:off x="1180465" y="2973836"/>
                <a:ext cx="20277" cy="17291"/>
              </a:xfrm>
              <a:prstGeom prst="rect">
                <a:avLst/>
              </a:prstGeom>
              <a:solidFill>
                <a:srgbClr val="E4EFF7"/>
              </a:solidFill>
              <a:ln w="2103" cap="rnd" cmpd="sng" algn="ctr">
                <a:noFill/>
                <a:prstDash val="solid"/>
                <a:round/>
                <a:headEnd type="none" w="med" len="med"/>
                <a:tailEnd type="none" w="med" len="med"/>
              </a:ln>
              <a:effectLst/>
            </p:spPr>
          </p:sp>
          <p:sp>
            <p:nvSpPr>
              <p:cNvPr id="1000137" name="Density voxel cell">
                <a:extLst>
                  <a:ext uri="{FF2B5EF4-FFF2-40B4-BE49-F238E27FC236}">
                    <a16:creationId xmlns:a16="http://schemas.microsoft.com/office/drawing/2014/main" id="{D2443F24-B1F4-1D5C-727B-65FF83534D90}"/>
                  </a:ext>
                </a:extLst>
              </p:cNvPr>
              <p:cNvSpPr/>
              <p:nvPr/>
            </p:nvSpPr>
            <p:spPr>
              <a:xfrm>
                <a:off x="1203042" y="2973836"/>
                <a:ext cx="20277" cy="17291"/>
              </a:xfrm>
              <a:prstGeom prst="rect">
                <a:avLst/>
              </a:prstGeom>
              <a:solidFill>
                <a:srgbClr val="C0D9EB"/>
              </a:solidFill>
              <a:ln w="2103" cap="rnd" cmpd="sng" algn="ctr">
                <a:noFill/>
                <a:prstDash val="solid"/>
                <a:round/>
                <a:headEnd type="none" w="med" len="med"/>
                <a:tailEnd type="none" w="med" len="med"/>
              </a:ln>
              <a:effectLst/>
            </p:spPr>
          </p:sp>
          <p:sp>
            <p:nvSpPr>
              <p:cNvPr id="1000138" name="Density voxel cell">
                <a:extLst>
                  <a:ext uri="{FF2B5EF4-FFF2-40B4-BE49-F238E27FC236}">
                    <a16:creationId xmlns:a16="http://schemas.microsoft.com/office/drawing/2014/main" id="{25678B02-B095-EA5F-EA6E-4B033B8B7287}"/>
                  </a:ext>
                </a:extLst>
              </p:cNvPr>
              <p:cNvSpPr/>
              <p:nvPr/>
            </p:nvSpPr>
            <p:spPr>
              <a:xfrm>
                <a:off x="1225619" y="2973836"/>
                <a:ext cx="20277" cy="17291"/>
              </a:xfrm>
              <a:prstGeom prst="rect">
                <a:avLst/>
              </a:prstGeom>
              <a:solidFill>
                <a:srgbClr val="8BB8D8"/>
              </a:solidFill>
              <a:ln w="2103" cap="rnd" cmpd="sng" algn="ctr">
                <a:noFill/>
                <a:prstDash val="solid"/>
                <a:round/>
                <a:headEnd type="none" w="med" len="med"/>
                <a:tailEnd type="none" w="med" len="med"/>
              </a:ln>
              <a:effectLst/>
            </p:spPr>
          </p:sp>
          <p:sp>
            <p:nvSpPr>
              <p:cNvPr id="1000139" name="Density voxel cell">
                <a:extLst>
                  <a:ext uri="{FF2B5EF4-FFF2-40B4-BE49-F238E27FC236}">
                    <a16:creationId xmlns:a16="http://schemas.microsoft.com/office/drawing/2014/main" id="{26DC95B7-E5FF-06EC-51D7-65C14CE257FA}"/>
                  </a:ext>
                </a:extLst>
              </p:cNvPr>
              <p:cNvSpPr/>
              <p:nvPr/>
            </p:nvSpPr>
            <p:spPr>
              <a:xfrm>
                <a:off x="1248195" y="2973836"/>
                <a:ext cx="20277" cy="17291"/>
              </a:xfrm>
              <a:prstGeom prst="rect">
                <a:avLst/>
              </a:prstGeom>
              <a:solidFill>
                <a:srgbClr val="64A0CA"/>
              </a:solidFill>
              <a:ln w="2103" cap="rnd" cmpd="sng" algn="ctr">
                <a:noFill/>
                <a:prstDash val="solid"/>
                <a:round/>
                <a:headEnd type="none" w="med" len="med"/>
                <a:tailEnd type="none" w="med" len="med"/>
              </a:ln>
              <a:effectLst/>
            </p:spPr>
          </p:sp>
          <p:sp>
            <p:nvSpPr>
              <p:cNvPr id="1000140" name="Density voxel cell">
                <a:extLst>
                  <a:ext uri="{FF2B5EF4-FFF2-40B4-BE49-F238E27FC236}">
                    <a16:creationId xmlns:a16="http://schemas.microsoft.com/office/drawing/2014/main" id="{7E76DAAD-98AD-3A30-35C9-8D8DECFC82C0}"/>
                  </a:ext>
                </a:extLst>
              </p:cNvPr>
              <p:cNvSpPr/>
              <p:nvPr/>
            </p:nvSpPr>
            <p:spPr>
              <a:xfrm>
                <a:off x="1270772" y="2973836"/>
                <a:ext cx="20277" cy="17291"/>
              </a:xfrm>
              <a:prstGeom prst="rect">
                <a:avLst/>
              </a:prstGeom>
              <a:solidFill>
                <a:srgbClr val="6BA4CD"/>
              </a:solidFill>
              <a:ln w="2103" cap="rnd" cmpd="sng" algn="ctr">
                <a:noFill/>
                <a:prstDash val="solid"/>
                <a:round/>
                <a:headEnd type="none" w="med" len="med"/>
                <a:tailEnd type="none" w="med" len="med"/>
              </a:ln>
              <a:effectLst/>
            </p:spPr>
          </p:sp>
          <p:sp>
            <p:nvSpPr>
              <p:cNvPr id="1000141" name="Density voxel cell">
                <a:extLst>
                  <a:ext uri="{FF2B5EF4-FFF2-40B4-BE49-F238E27FC236}">
                    <a16:creationId xmlns:a16="http://schemas.microsoft.com/office/drawing/2014/main" id="{D933705F-134C-3408-C2D9-47323A71D2AB}"/>
                  </a:ext>
                </a:extLst>
              </p:cNvPr>
              <p:cNvSpPr/>
              <p:nvPr/>
            </p:nvSpPr>
            <p:spPr>
              <a:xfrm>
                <a:off x="1293349" y="2973836"/>
                <a:ext cx="20277" cy="17291"/>
              </a:xfrm>
              <a:prstGeom prst="rect">
                <a:avLst/>
              </a:prstGeom>
              <a:solidFill>
                <a:srgbClr val="9CC2DE"/>
              </a:solidFill>
              <a:ln w="2103" cap="rnd" cmpd="sng" algn="ctr">
                <a:noFill/>
                <a:prstDash val="solid"/>
                <a:round/>
                <a:headEnd type="none" w="med" len="med"/>
                <a:tailEnd type="none" w="med" len="med"/>
              </a:ln>
              <a:effectLst/>
            </p:spPr>
          </p:sp>
          <p:sp>
            <p:nvSpPr>
              <p:cNvPr id="1000142" name="Density voxel cell">
                <a:extLst>
                  <a:ext uri="{FF2B5EF4-FFF2-40B4-BE49-F238E27FC236}">
                    <a16:creationId xmlns:a16="http://schemas.microsoft.com/office/drawing/2014/main" id="{354BD058-CE03-4866-9CD7-A248EA1A4FB1}"/>
                  </a:ext>
                </a:extLst>
              </p:cNvPr>
              <p:cNvSpPr/>
              <p:nvPr/>
            </p:nvSpPr>
            <p:spPr>
              <a:xfrm>
                <a:off x="1315926" y="2973836"/>
                <a:ext cx="20277" cy="17291"/>
              </a:xfrm>
              <a:prstGeom prst="rect">
                <a:avLst/>
              </a:prstGeom>
              <a:solidFill>
                <a:srgbClr val="CDE1EF"/>
              </a:solidFill>
              <a:ln w="2103" cap="rnd" cmpd="sng" algn="ctr">
                <a:noFill/>
                <a:prstDash val="solid"/>
                <a:round/>
                <a:headEnd type="none" w="med" len="med"/>
                <a:tailEnd type="none" w="med" len="med"/>
              </a:ln>
              <a:effectLst/>
            </p:spPr>
          </p:sp>
          <p:sp>
            <p:nvSpPr>
              <p:cNvPr id="1000143" name="Density voxel cell">
                <a:extLst>
                  <a:ext uri="{FF2B5EF4-FFF2-40B4-BE49-F238E27FC236}">
                    <a16:creationId xmlns:a16="http://schemas.microsoft.com/office/drawing/2014/main" id="{AA7020A2-7CB6-81BA-507E-99641129BFA5}"/>
                  </a:ext>
                </a:extLst>
              </p:cNvPr>
              <p:cNvSpPr/>
              <p:nvPr/>
            </p:nvSpPr>
            <p:spPr>
              <a:xfrm>
                <a:off x="1338503" y="2973836"/>
                <a:ext cx="20277" cy="17291"/>
              </a:xfrm>
              <a:prstGeom prst="rect">
                <a:avLst/>
              </a:prstGeom>
              <a:solidFill>
                <a:srgbClr val="EAF3F9"/>
              </a:solidFill>
              <a:ln w="2103" cap="rnd" cmpd="sng" algn="ctr">
                <a:noFill/>
                <a:prstDash val="solid"/>
                <a:round/>
                <a:headEnd type="none" w="med" len="med"/>
                <a:tailEnd type="none" w="med" len="med"/>
              </a:ln>
              <a:effectLst/>
            </p:spPr>
          </p:sp>
          <p:sp>
            <p:nvSpPr>
              <p:cNvPr id="1000144" name="Density voxel cell">
                <a:extLst>
                  <a:ext uri="{FF2B5EF4-FFF2-40B4-BE49-F238E27FC236}">
                    <a16:creationId xmlns:a16="http://schemas.microsoft.com/office/drawing/2014/main" id="{6DB4BAFE-1262-B411-438B-C68104D64FB5}"/>
                  </a:ext>
                </a:extLst>
              </p:cNvPr>
              <p:cNvSpPr/>
              <p:nvPr/>
            </p:nvSpPr>
            <p:spPr>
              <a:xfrm>
                <a:off x="1361080" y="2973836"/>
                <a:ext cx="20277" cy="17291"/>
              </a:xfrm>
              <a:prstGeom prst="rect">
                <a:avLst/>
              </a:prstGeom>
              <a:solidFill>
                <a:srgbClr val="F4F9FD"/>
              </a:solidFill>
              <a:ln w="2103" cap="rnd" cmpd="sng" algn="ctr">
                <a:noFill/>
                <a:prstDash val="solid"/>
                <a:round/>
                <a:headEnd type="none" w="med" len="med"/>
                <a:tailEnd type="none" w="med" len="med"/>
              </a:ln>
              <a:effectLst/>
            </p:spPr>
          </p:sp>
          <p:sp>
            <p:nvSpPr>
              <p:cNvPr id="1000145" name="Density voxel cell">
                <a:extLst>
                  <a:ext uri="{FF2B5EF4-FFF2-40B4-BE49-F238E27FC236}">
                    <a16:creationId xmlns:a16="http://schemas.microsoft.com/office/drawing/2014/main" id="{B2DE092E-F538-0023-252A-132604E9D39B}"/>
                  </a:ext>
                </a:extLst>
              </p:cNvPr>
              <p:cNvSpPr/>
              <p:nvPr/>
            </p:nvSpPr>
            <p:spPr>
              <a:xfrm>
                <a:off x="1383657" y="2973836"/>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46" name="Density voxel cell">
                <a:extLst>
                  <a:ext uri="{FF2B5EF4-FFF2-40B4-BE49-F238E27FC236}">
                    <a16:creationId xmlns:a16="http://schemas.microsoft.com/office/drawing/2014/main" id="{AF2C1CE5-6E6C-9C4B-5127-63751902245F}"/>
                  </a:ext>
                </a:extLst>
              </p:cNvPr>
              <p:cNvSpPr/>
              <p:nvPr/>
            </p:nvSpPr>
            <p:spPr>
              <a:xfrm>
                <a:off x="1406234" y="2973836"/>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47" name="Density voxel cell">
                <a:extLst>
                  <a:ext uri="{FF2B5EF4-FFF2-40B4-BE49-F238E27FC236}">
                    <a16:creationId xmlns:a16="http://schemas.microsoft.com/office/drawing/2014/main" id="{FC1229CF-AB4F-AEE6-CEED-138C65173951}"/>
                  </a:ext>
                </a:extLst>
              </p:cNvPr>
              <p:cNvSpPr/>
              <p:nvPr/>
            </p:nvSpPr>
            <p:spPr>
              <a:xfrm>
                <a:off x="1180465" y="2993426"/>
                <a:ext cx="20277" cy="17291"/>
              </a:xfrm>
              <a:prstGeom prst="rect">
                <a:avLst/>
              </a:prstGeom>
              <a:solidFill>
                <a:srgbClr val="E0ECF6"/>
              </a:solidFill>
              <a:ln w="2103" cap="rnd" cmpd="sng" algn="ctr">
                <a:noFill/>
                <a:prstDash val="solid"/>
                <a:round/>
                <a:headEnd type="none" w="med" len="med"/>
                <a:tailEnd type="none" w="med" len="med"/>
              </a:ln>
              <a:effectLst/>
            </p:spPr>
          </p:sp>
          <p:sp>
            <p:nvSpPr>
              <p:cNvPr id="1000148" name="Density voxel cell">
                <a:extLst>
                  <a:ext uri="{FF2B5EF4-FFF2-40B4-BE49-F238E27FC236}">
                    <a16:creationId xmlns:a16="http://schemas.microsoft.com/office/drawing/2014/main" id="{F70BB66A-4FA6-AB8C-B9C3-5A765709F2DB}"/>
                  </a:ext>
                </a:extLst>
              </p:cNvPr>
              <p:cNvSpPr/>
              <p:nvPr/>
            </p:nvSpPr>
            <p:spPr>
              <a:xfrm>
                <a:off x="1203042" y="2993426"/>
                <a:ext cx="20277" cy="17291"/>
              </a:xfrm>
              <a:prstGeom prst="rect">
                <a:avLst/>
              </a:prstGeom>
              <a:solidFill>
                <a:srgbClr val="B4D2E6"/>
              </a:solidFill>
              <a:ln w="2103" cap="rnd" cmpd="sng" algn="ctr">
                <a:noFill/>
                <a:prstDash val="solid"/>
                <a:round/>
                <a:headEnd type="none" w="med" len="med"/>
                <a:tailEnd type="none" w="med" len="med"/>
              </a:ln>
              <a:effectLst/>
            </p:spPr>
          </p:sp>
          <p:sp>
            <p:nvSpPr>
              <p:cNvPr id="1000149" name="Density voxel cell">
                <a:extLst>
                  <a:ext uri="{FF2B5EF4-FFF2-40B4-BE49-F238E27FC236}">
                    <a16:creationId xmlns:a16="http://schemas.microsoft.com/office/drawing/2014/main" id="{CEE6189D-DC0F-5E22-98E0-CA8A481F27FA}"/>
                  </a:ext>
                </a:extLst>
              </p:cNvPr>
              <p:cNvSpPr/>
              <p:nvPr/>
            </p:nvSpPr>
            <p:spPr>
              <a:xfrm>
                <a:off x="1225619" y="2993426"/>
                <a:ext cx="20277" cy="17291"/>
              </a:xfrm>
              <a:prstGeom prst="rect">
                <a:avLst/>
              </a:prstGeom>
              <a:solidFill>
                <a:srgbClr val="73A9CF"/>
              </a:solidFill>
              <a:ln w="2103" cap="rnd" cmpd="sng" algn="ctr">
                <a:noFill/>
                <a:prstDash val="solid"/>
                <a:round/>
                <a:headEnd type="none" w="med" len="med"/>
                <a:tailEnd type="none" w="med" len="med"/>
              </a:ln>
              <a:effectLst/>
            </p:spPr>
          </p:sp>
          <p:sp>
            <p:nvSpPr>
              <p:cNvPr id="1000150" name="Density voxel cell">
                <a:extLst>
                  <a:ext uri="{FF2B5EF4-FFF2-40B4-BE49-F238E27FC236}">
                    <a16:creationId xmlns:a16="http://schemas.microsoft.com/office/drawing/2014/main" id="{6886E13D-6DBD-A413-65DA-0FD483376C49}"/>
                  </a:ext>
                </a:extLst>
              </p:cNvPr>
              <p:cNvSpPr/>
              <p:nvPr/>
            </p:nvSpPr>
            <p:spPr>
              <a:xfrm>
                <a:off x="1248195" y="2993426"/>
                <a:ext cx="20277" cy="17291"/>
              </a:xfrm>
              <a:prstGeom prst="rect">
                <a:avLst/>
              </a:prstGeom>
              <a:solidFill>
                <a:srgbClr val="458DBF"/>
              </a:solidFill>
              <a:ln w="2103" cap="rnd" cmpd="sng" algn="ctr">
                <a:noFill/>
                <a:prstDash val="solid"/>
                <a:round/>
                <a:headEnd type="none" w="med" len="med"/>
                <a:tailEnd type="none" w="med" len="med"/>
              </a:ln>
              <a:effectLst/>
            </p:spPr>
          </p:sp>
          <p:sp>
            <p:nvSpPr>
              <p:cNvPr id="1000151" name="Density voxel cell">
                <a:extLst>
                  <a:ext uri="{FF2B5EF4-FFF2-40B4-BE49-F238E27FC236}">
                    <a16:creationId xmlns:a16="http://schemas.microsoft.com/office/drawing/2014/main" id="{F26F816C-16B9-D6FB-635E-D54758BDA5E5}"/>
                  </a:ext>
                </a:extLst>
              </p:cNvPr>
              <p:cNvSpPr/>
              <p:nvPr/>
            </p:nvSpPr>
            <p:spPr>
              <a:xfrm>
                <a:off x="1270772" y="2993426"/>
                <a:ext cx="20277" cy="17291"/>
              </a:xfrm>
              <a:prstGeom prst="rect">
                <a:avLst/>
              </a:prstGeom>
              <a:solidFill>
                <a:srgbClr val="4C91C2"/>
              </a:solidFill>
              <a:ln w="2103" cap="rnd" cmpd="sng" algn="ctr">
                <a:noFill/>
                <a:prstDash val="solid"/>
                <a:round/>
                <a:headEnd type="none" w="med" len="med"/>
                <a:tailEnd type="none" w="med" len="med"/>
              </a:ln>
              <a:effectLst/>
            </p:spPr>
          </p:sp>
          <p:sp>
            <p:nvSpPr>
              <p:cNvPr id="1000152" name="Density voxel cell">
                <a:extLst>
                  <a:ext uri="{FF2B5EF4-FFF2-40B4-BE49-F238E27FC236}">
                    <a16:creationId xmlns:a16="http://schemas.microsoft.com/office/drawing/2014/main" id="{FF1CDDE6-D98B-7886-F6F3-840E7CF69736}"/>
                  </a:ext>
                </a:extLst>
              </p:cNvPr>
              <p:cNvSpPr/>
              <p:nvPr/>
            </p:nvSpPr>
            <p:spPr>
              <a:xfrm>
                <a:off x="1293349" y="2993426"/>
                <a:ext cx="20277" cy="17291"/>
              </a:xfrm>
              <a:prstGeom prst="rect">
                <a:avLst/>
              </a:prstGeom>
              <a:solidFill>
                <a:srgbClr val="87B6D7"/>
              </a:solidFill>
              <a:ln w="2103" cap="rnd" cmpd="sng" algn="ctr">
                <a:noFill/>
                <a:prstDash val="solid"/>
                <a:round/>
                <a:headEnd type="none" w="med" len="med"/>
                <a:tailEnd type="none" w="med" len="med"/>
              </a:ln>
              <a:effectLst/>
            </p:spPr>
          </p:sp>
          <p:sp>
            <p:nvSpPr>
              <p:cNvPr id="1000153" name="Density voxel cell">
                <a:extLst>
                  <a:ext uri="{FF2B5EF4-FFF2-40B4-BE49-F238E27FC236}">
                    <a16:creationId xmlns:a16="http://schemas.microsoft.com/office/drawing/2014/main" id="{990F6BF1-0E72-B2C8-4387-4FB3B706C87D}"/>
                  </a:ext>
                </a:extLst>
              </p:cNvPr>
              <p:cNvSpPr/>
              <p:nvPr/>
            </p:nvSpPr>
            <p:spPr>
              <a:xfrm>
                <a:off x="1315926" y="2993426"/>
                <a:ext cx="20277" cy="17291"/>
              </a:xfrm>
              <a:prstGeom prst="rect">
                <a:avLst/>
              </a:prstGeom>
              <a:solidFill>
                <a:srgbClr val="C4DBEC"/>
              </a:solidFill>
              <a:ln w="2103" cap="rnd" cmpd="sng" algn="ctr">
                <a:noFill/>
                <a:prstDash val="solid"/>
                <a:round/>
                <a:headEnd type="none" w="med" len="med"/>
                <a:tailEnd type="none" w="med" len="med"/>
              </a:ln>
              <a:effectLst/>
            </p:spPr>
          </p:sp>
          <p:sp>
            <p:nvSpPr>
              <p:cNvPr id="1000154" name="Density voxel cell">
                <a:extLst>
                  <a:ext uri="{FF2B5EF4-FFF2-40B4-BE49-F238E27FC236}">
                    <a16:creationId xmlns:a16="http://schemas.microsoft.com/office/drawing/2014/main" id="{12A282EE-FA73-E3B6-1E79-17A77AB52B10}"/>
                  </a:ext>
                </a:extLst>
              </p:cNvPr>
              <p:cNvSpPr/>
              <p:nvPr/>
            </p:nvSpPr>
            <p:spPr>
              <a:xfrm>
                <a:off x="1338503" y="2993426"/>
                <a:ext cx="20277" cy="17291"/>
              </a:xfrm>
              <a:prstGeom prst="rect">
                <a:avLst/>
              </a:prstGeom>
              <a:solidFill>
                <a:srgbClr val="E7F1F8"/>
              </a:solidFill>
              <a:ln w="2103" cap="rnd" cmpd="sng" algn="ctr">
                <a:noFill/>
                <a:prstDash val="solid"/>
                <a:round/>
                <a:headEnd type="none" w="med" len="med"/>
                <a:tailEnd type="none" w="med" len="med"/>
              </a:ln>
              <a:effectLst/>
            </p:spPr>
          </p:sp>
          <p:sp>
            <p:nvSpPr>
              <p:cNvPr id="1000155" name="Density voxel cell">
                <a:extLst>
                  <a:ext uri="{FF2B5EF4-FFF2-40B4-BE49-F238E27FC236}">
                    <a16:creationId xmlns:a16="http://schemas.microsoft.com/office/drawing/2014/main" id="{8BE08C6A-5397-75E6-B4D2-26A3DE6CCCC4}"/>
                  </a:ext>
                </a:extLst>
              </p:cNvPr>
              <p:cNvSpPr/>
              <p:nvPr/>
            </p:nvSpPr>
            <p:spPr>
              <a:xfrm>
                <a:off x="1361080" y="2993426"/>
                <a:ext cx="20277" cy="17291"/>
              </a:xfrm>
              <a:prstGeom prst="rect">
                <a:avLst/>
              </a:prstGeom>
              <a:solidFill>
                <a:srgbClr val="F3F9FD"/>
              </a:solidFill>
              <a:ln w="2103" cap="rnd" cmpd="sng" algn="ctr">
                <a:noFill/>
                <a:prstDash val="solid"/>
                <a:round/>
                <a:headEnd type="none" w="med" len="med"/>
                <a:tailEnd type="none" w="med" len="med"/>
              </a:ln>
              <a:effectLst/>
            </p:spPr>
          </p:sp>
          <p:sp>
            <p:nvSpPr>
              <p:cNvPr id="1000156" name="Density voxel cell">
                <a:extLst>
                  <a:ext uri="{FF2B5EF4-FFF2-40B4-BE49-F238E27FC236}">
                    <a16:creationId xmlns:a16="http://schemas.microsoft.com/office/drawing/2014/main" id="{76CE022C-C221-5DB7-543D-CDD16BDFAFCC}"/>
                  </a:ext>
                </a:extLst>
              </p:cNvPr>
              <p:cNvSpPr/>
              <p:nvPr/>
            </p:nvSpPr>
            <p:spPr>
              <a:xfrm>
                <a:off x="1383657" y="2993426"/>
                <a:ext cx="20277" cy="17291"/>
              </a:xfrm>
              <a:prstGeom prst="rect">
                <a:avLst/>
              </a:prstGeom>
              <a:solidFill>
                <a:srgbClr val="F6FBFE"/>
              </a:solidFill>
              <a:ln w="2103" cap="rnd" cmpd="sng" algn="ctr">
                <a:noFill/>
                <a:prstDash val="solid"/>
                <a:round/>
                <a:headEnd type="none" w="med" len="med"/>
                <a:tailEnd type="none" w="med" len="med"/>
              </a:ln>
              <a:effectLst/>
            </p:spPr>
          </p:sp>
          <p:sp>
            <p:nvSpPr>
              <p:cNvPr id="1000157" name="Density voxel cell">
                <a:extLst>
                  <a:ext uri="{FF2B5EF4-FFF2-40B4-BE49-F238E27FC236}">
                    <a16:creationId xmlns:a16="http://schemas.microsoft.com/office/drawing/2014/main" id="{9AA26F88-C164-EA44-6DB8-E0A9BA3D299D}"/>
                  </a:ext>
                </a:extLst>
              </p:cNvPr>
              <p:cNvSpPr/>
              <p:nvPr/>
            </p:nvSpPr>
            <p:spPr>
              <a:xfrm>
                <a:off x="1406234" y="2993426"/>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58" name="Density voxel cell">
                <a:extLst>
                  <a:ext uri="{FF2B5EF4-FFF2-40B4-BE49-F238E27FC236}">
                    <a16:creationId xmlns:a16="http://schemas.microsoft.com/office/drawing/2014/main" id="{C683D2C9-6F58-1965-DA29-2A5048C72E6D}"/>
                  </a:ext>
                </a:extLst>
              </p:cNvPr>
              <p:cNvSpPr/>
              <p:nvPr/>
            </p:nvSpPr>
            <p:spPr>
              <a:xfrm>
                <a:off x="1180465" y="3013017"/>
                <a:ext cx="20277" cy="17291"/>
              </a:xfrm>
              <a:prstGeom prst="rect">
                <a:avLst/>
              </a:prstGeom>
              <a:solidFill>
                <a:srgbClr val="E0EDF6"/>
              </a:solidFill>
              <a:ln w="2103" cap="rnd" cmpd="sng" algn="ctr">
                <a:noFill/>
                <a:prstDash val="solid"/>
                <a:round/>
                <a:headEnd type="none" w="med" len="med"/>
                <a:tailEnd type="none" w="med" len="med"/>
              </a:ln>
              <a:effectLst/>
            </p:spPr>
          </p:sp>
          <p:sp>
            <p:nvSpPr>
              <p:cNvPr id="1000159" name="Density voxel cell">
                <a:extLst>
                  <a:ext uri="{FF2B5EF4-FFF2-40B4-BE49-F238E27FC236}">
                    <a16:creationId xmlns:a16="http://schemas.microsoft.com/office/drawing/2014/main" id="{90C8CD9E-B5E6-4C88-E686-2EAD2F1638D6}"/>
                  </a:ext>
                </a:extLst>
              </p:cNvPr>
              <p:cNvSpPr/>
              <p:nvPr/>
            </p:nvSpPr>
            <p:spPr>
              <a:xfrm>
                <a:off x="1203042" y="3013017"/>
                <a:ext cx="20277" cy="17291"/>
              </a:xfrm>
              <a:prstGeom prst="rect">
                <a:avLst/>
              </a:prstGeom>
              <a:solidFill>
                <a:srgbClr val="B6D3E7"/>
              </a:solidFill>
              <a:ln w="2103" cap="rnd" cmpd="sng" algn="ctr">
                <a:noFill/>
                <a:prstDash val="solid"/>
                <a:round/>
                <a:headEnd type="none" w="med" len="med"/>
                <a:tailEnd type="none" w="med" len="med"/>
              </a:ln>
              <a:effectLst/>
            </p:spPr>
          </p:sp>
          <p:sp>
            <p:nvSpPr>
              <p:cNvPr id="1000160" name="Density voxel cell">
                <a:extLst>
                  <a:ext uri="{FF2B5EF4-FFF2-40B4-BE49-F238E27FC236}">
                    <a16:creationId xmlns:a16="http://schemas.microsoft.com/office/drawing/2014/main" id="{7BCE1B0E-36D4-FD10-4E33-FB10D8A2E4D0}"/>
                  </a:ext>
                </a:extLst>
              </p:cNvPr>
              <p:cNvSpPr/>
              <p:nvPr/>
            </p:nvSpPr>
            <p:spPr>
              <a:xfrm>
                <a:off x="1225619" y="3013017"/>
                <a:ext cx="20277" cy="17291"/>
              </a:xfrm>
              <a:prstGeom prst="rect">
                <a:avLst/>
              </a:prstGeom>
              <a:solidFill>
                <a:srgbClr val="78ACD1"/>
              </a:solidFill>
              <a:ln w="2103" cap="rnd" cmpd="sng" algn="ctr">
                <a:noFill/>
                <a:prstDash val="solid"/>
                <a:round/>
                <a:headEnd type="none" w="med" len="med"/>
                <a:tailEnd type="none" w="med" len="med"/>
              </a:ln>
              <a:effectLst/>
            </p:spPr>
          </p:sp>
          <p:sp>
            <p:nvSpPr>
              <p:cNvPr id="1000161" name="Density voxel cell">
                <a:extLst>
                  <a:ext uri="{FF2B5EF4-FFF2-40B4-BE49-F238E27FC236}">
                    <a16:creationId xmlns:a16="http://schemas.microsoft.com/office/drawing/2014/main" id="{64391A29-E7A8-7A82-A0C0-52092C33B2B7}"/>
                  </a:ext>
                </a:extLst>
              </p:cNvPr>
              <p:cNvSpPr/>
              <p:nvPr/>
            </p:nvSpPr>
            <p:spPr>
              <a:xfrm>
                <a:off x="1248195" y="3013017"/>
                <a:ext cx="20277" cy="17291"/>
              </a:xfrm>
              <a:prstGeom prst="rect">
                <a:avLst/>
              </a:prstGeom>
              <a:solidFill>
                <a:srgbClr val="498FC1"/>
              </a:solidFill>
              <a:ln w="2103" cap="rnd" cmpd="sng" algn="ctr">
                <a:noFill/>
                <a:prstDash val="solid"/>
                <a:round/>
                <a:headEnd type="none" w="med" len="med"/>
                <a:tailEnd type="none" w="med" len="med"/>
              </a:ln>
              <a:effectLst/>
            </p:spPr>
          </p:sp>
          <p:sp>
            <p:nvSpPr>
              <p:cNvPr id="1000162" name="Density voxel cell">
                <a:extLst>
                  <a:ext uri="{FF2B5EF4-FFF2-40B4-BE49-F238E27FC236}">
                    <a16:creationId xmlns:a16="http://schemas.microsoft.com/office/drawing/2014/main" id="{542E9B81-198E-3C69-7EE4-F537605A3608}"/>
                  </a:ext>
                </a:extLst>
              </p:cNvPr>
              <p:cNvSpPr/>
              <p:nvPr/>
            </p:nvSpPr>
            <p:spPr>
              <a:xfrm>
                <a:off x="1270772" y="3013017"/>
                <a:ext cx="20277" cy="17291"/>
              </a:xfrm>
              <a:prstGeom prst="rect">
                <a:avLst/>
              </a:prstGeom>
              <a:solidFill>
                <a:srgbClr val="5295C4"/>
              </a:solidFill>
              <a:ln w="2103" cap="rnd" cmpd="sng" algn="ctr">
                <a:noFill/>
                <a:prstDash val="solid"/>
                <a:round/>
                <a:headEnd type="none" w="med" len="med"/>
                <a:tailEnd type="none" w="med" len="med"/>
              </a:ln>
              <a:effectLst/>
            </p:spPr>
          </p:sp>
          <p:sp>
            <p:nvSpPr>
              <p:cNvPr id="1000163" name="Density voxel cell">
                <a:extLst>
                  <a:ext uri="{FF2B5EF4-FFF2-40B4-BE49-F238E27FC236}">
                    <a16:creationId xmlns:a16="http://schemas.microsoft.com/office/drawing/2014/main" id="{E2F83246-F322-7691-73F1-4E3D22FFDDEC}"/>
                  </a:ext>
                </a:extLst>
              </p:cNvPr>
              <p:cNvSpPr/>
              <p:nvPr/>
            </p:nvSpPr>
            <p:spPr>
              <a:xfrm>
                <a:off x="1293349" y="3013017"/>
                <a:ext cx="20277" cy="17291"/>
              </a:xfrm>
              <a:prstGeom prst="rect">
                <a:avLst/>
              </a:prstGeom>
              <a:solidFill>
                <a:srgbClr val="8AB7D7"/>
              </a:solidFill>
              <a:ln w="2103" cap="rnd" cmpd="sng" algn="ctr">
                <a:noFill/>
                <a:prstDash val="solid"/>
                <a:round/>
                <a:headEnd type="none" w="med" len="med"/>
                <a:tailEnd type="none" w="med" len="med"/>
              </a:ln>
              <a:effectLst/>
            </p:spPr>
          </p:sp>
          <p:sp>
            <p:nvSpPr>
              <p:cNvPr id="1000164" name="Density voxel cell">
                <a:extLst>
                  <a:ext uri="{FF2B5EF4-FFF2-40B4-BE49-F238E27FC236}">
                    <a16:creationId xmlns:a16="http://schemas.microsoft.com/office/drawing/2014/main" id="{2458E390-C446-A9A1-6BAE-6BDE6B73CA0B}"/>
                  </a:ext>
                </a:extLst>
              </p:cNvPr>
              <p:cNvSpPr/>
              <p:nvPr/>
            </p:nvSpPr>
            <p:spPr>
              <a:xfrm>
                <a:off x="1315926" y="3013017"/>
                <a:ext cx="20277" cy="17291"/>
              </a:xfrm>
              <a:prstGeom prst="rect">
                <a:avLst/>
              </a:prstGeom>
              <a:solidFill>
                <a:srgbClr val="C3DBEC"/>
              </a:solidFill>
              <a:ln w="2103" cap="rnd" cmpd="sng" algn="ctr">
                <a:noFill/>
                <a:prstDash val="solid"/>
                <a:round/>
                <a:headEnd type="none" w="med" len="med"/>
                <a:tailEnd type="none" w="med" len="med"/>
              </a:ln>
              <a:effectLst/>
            </p:spPr>
          </p:sp>
          <p:sp>
            <p:nvSpPr>
              <p:cNvPr id="1000165" name="Density voxel cell">
                <a:extLst>
                  <a:ext uri="{FF2B5EF4-FFF2-40B4-BE49-F238E27FC236}">
                    <a16:creationId xmlns:a16="http://schemas.microsoft.com/office/drawing/2014/main" id="{C21716F5-E83C-5290-C3FD-C9DB723B2307}"/>
                  </a:ext>
                </a:extLst>
              </p:cNvPr>
              <p:cNvSpPr/>
              <p:nvPr/>
            </p:nvSpPr>
            <p:spPr>
              <a:xfrm>
                <a:off x="1338503" y="3013017"/>
                <a:ext cx="20277" cy="17291"/>
              </a:xfrm>
              <a:prstGeom prst="rect">
                <a:avLst/>
              </a:prstGeom>
              <a:solidFill>
                <a:srgbClr val="E4EFF7"/>
              </a:solidFill>
              <a:ln w="2103" cap="rnd" cmpd="sng" algn="ctr">
                <a:noFill/>
                <a:prstDash val="solid"/>
                <a:round/>
                <a:headEnd type="none" w="med" len="med"/>
                <a:tailEnd type="none" w="med" len="med"/>
              </a:ln>
              <a:effectLst/>
            </p:spPr>
          </p:sp>
          <p:sp>
            <p:nvSpPr>
              <p:cNvPr id="1000166" name="Density voxel cell">
                <a:extLst>
                  <a:ext uri="{FF2B5EF4-FFF2-40B4-BE49-F238E27FC236}">
                    <a16:creationId xmlns:a16="http://schemas.microsoft.com/office/drawing/2014/main" id="{A5FED6A1-5941-D24F-13D1-93B5F773707C}"/>
                  </a:ext>
                </a:extLst>
              </p:cNvPr>
              <p:cNvSpPr/>
              <p:nvPr/>
            </p:nvSpPr>
            <p:spPr>
              <a:xfrm>
                <a:off x="1361080" y="3013017"/>
                <a:ext cx="20277" cy="17291"/>
              </a:xfrm>
              <a:prstGeom prst="rect">
                <a:avLst/>
              </a:prstGeom>
              <a:solidFill>
                <a:srgbClr val="F1F7FC"/>
              </a:solidFill>
              <a:ln w="2103" cap="rnd" cmpd="sng" algn="ctr">
                <a:noFill/>
                <a:prstDash val="solid"/>
                <a:round/>
                <a:headEnd type="none" w="med" len="med"/>
                <a:tailEnd type="none" w="med" len="med"/>
              </a:ln>
              <a:effectLst/>
            </p:spPr>
          </p:sp>
          <p:sp>
            <p:nvSpPr>
              <p:cNvPr id="1000167" name="Density voxel cell">
                <a:extLst>
                  <a:ext uri="{FF2B5EF4-FFF2-40B4-BE49-F238E27FC236}">
                    <a16:creationId xmlns:a16="http://schemas.microsoft.com/office/drawing/2014/main" id="{82C2F839-0731-76CA-DAE8-1693EA2DA1A5}"/>
                  </a:ext>
                </a:extLst>
              </p:cNvPr>
              <p:cNvSpPr/>
              <p:nvPr/>
            </p:nvSpPr>
            <p:spPr>
              <a:xfrm>
                <a:off x="1383657" y="3013017"/>
                <a:ext cx="20277" cy="17291"/>
              </a:xfrm>
              <a:prstGeom prst="rect">
                <a:avLst/>
              </a:prstGeom>
              <a:solidFill>
                <a:srgbClr val="F6FAFE"/>
              </a:solidFill>
              <a:ln w="2103" cap="rnd" cmpd="sng" algn="ctr">
                <a:noFill/>
                <a:prstDash val="solid"/>
                <a:round/>
                <a:headEnd type="none" w="med" len="med"/>
                <a:tailEnd type="none" w="med" len="med"/>
              </a:ln>
              <a:effectLst/>
            </p:spPr>
          </p:sp>
          <p:sp>
            <p:nvSpPr>
              <p:cNvPr id="1000168" name="Density voxel cell">
                <a:extLst>
                  <a:ext uri="{FF2B5EF4-FFF2-40B4-BE49-F238E27FC236}">
                    <a16:creationId xmlns:a16="http://schemas.microsoft.com/office/drawing/2014/main" id="{981E3E28-0D95-A35C-196C-B0EE5B59DCBB}"/>
                  </a:ext>
                </a:extLst>
              </p:cNvPr>
              <p:cNvSpPr/>
              <p:nvPr/>
            </p:nvSpPr>
            <p:spPr>
              <a:xfrm>
                <a:off x="1406234" y="3013017"/>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169" name="Density voxel cell">
                <a:extLst>
                  <a:ext uri="{FF2B5EF4-FFF2-40B4-BE49-F238E27FC236}">
                    <a16:creationId xmlns:a16="http://schemas.microsoft.com/office/drawing/2014/main" id="{083E2B9E-0015-06E6-778E-5868F8B343F3}"/>
                  </a:ext>
                </a:extLst>
              </p:cNvPr>
              <p:cNvSpPr/>
              <p:nvPr/>
            </p:nvSpPr>
            <p:spPr>
              <a:xfrm>
                <a:off x="1180465" y="3032607"/>
                <a:ext cx="20277" cy="17291"/>
              </a:xfrm>
              <a:prstGeom prst="rect">
                <a:avLst/>
              </a:prstGeom>
              <a:solidFill>
                <a:srgbClr val="E6F0F8"/>
              </a:solidFill>
              <a:ln w="2103" cap="rnd" cmpd="sng" algn="ctr">
                <a:noFill/>
                <a:prstDash val="solid"/>
                <a:round/>
                <a:headEnd type="none" w="med" len="med"/>
                <a:tailEnd type="none" w="med" len="med"/>
              </a:ln>
              <a:effectLst/>
            </p:spPr>
          </p:sp>
          <p:sp>
            <p:nvSpPr>
              <p:cNvPr id="1000170" name="Density voxel cell">
                <a:extLst>
                  <a:ext uri="{FF2B5EF4-FFF2-40B4-BE49-F238E27FC236}">
                    <a16:creationId xmlns:a16="http://schemas.microsoft.com/office/drawing/2014/main" id="{72E7CB1B-C20D-F62F-6F9A-0F5F5FA11DAB}"/>
                  </a:ext>
                </a:extLst>
              </p:cNvPr>
              <p:cNvSpPr/>
              <p:nvPr/>
            </p:nvSpPr>
            <p:spPr>
              <a:xfrm>
                <a:off x="1203042" y="3032607"/>
                <a:ext cx="20277" cy="17291"/>
              </a:xfrm>
              <a:prstGeom prst="rect">
                <a:avLst/>
              </a:prstGeom>
              <a:solidFill>
                <a:srgbClr val="C6DCED"/>
              </a:solidFill>
              <a:ln w="2103" cap="rnd" cmpd="sng" algn="ctr">
                <a:noFill/>
                <a:prstDash val="solid"/>
                <a:round/>
                <a:headEnd type="none" w="med" len="med"/>
                <a:tailEnd type="none" w="med" len="med"/>
              </a:ln>
              <a:effectLst/>
            </p:spPr>
          </p:sp>
          <p:sp>
            <p:nvSpPr>
              <p:cNvPr id="1000171" name="Density voxel cell">
                <a:extLst>
                  <a:ext uri="{FF2B5EF4-FFF2-40B4-BE49-F238E27FC236}">
                    <a16:creationId xmlns:a16="http://schemas.microsoft.com/office/drawing/2014/main" id="{4D9B276D-3A10-7927-327D-D4C65B838721}"/>
                  </a:ext>
                </a:extLst>
              </p:cNvPr>
              <p:cNvSpPr/>
              <p:nvPr/>
            </p:nvSpPr>
            <p:spPr>
              <a:xfrm>
                <a:off x="1225619" y="3032607"/>
                <a:ext cx="20277" cy="17291"/>
              </a:xfrm>
              <a:prstGeom prst="rect">
                <a:avLst/>
              </a:prstGeom>
              <a:solidFill>
                <a:srgbClr val="96BFDC"/>
              </a:solidFill>
              <a:ln w="2103" cap="rnd" cmpd="sng" algn="ctr">
                <a:noFill/>
                <a:prstDash val="solid"/>
                <a:round/>
                <a:headEnd type="none" w="med" len="med"/>
                <a:tailEnd type="none" w="med" len="med"/>
              </a:ln>
              <a:effectLst/>
            </p:spPr>
          </p:sp>
          <p:sp>
            <p:nvSpPr>
              <p:cNvPr id="1000172" name="Density voxel cell">
                <a:extLst>
                  <a:ext uri="{FF2B5EF4-FFF2-40B4-BE49-F238E27FC236}">
                    <a16:creationId xmlns:a16="http://schemas.microsoft.com/office/drawing/2014/main" id="{46FB3143-E890-766B-F5A6-6E3BC0E28ECE}"/>
                  </a:ext>
                </a:extLst>
              </p:cNvPr>
              <p:cNvSpPr/>
              <p:nvPr/>
            </p:nvSpPr>
            <p:spPr>
              <a:xfrm>
                <a:off x="1248195" y="3032607"/>
                <a:ext cx="20277" cy="17291"/>
              </a:xfrm>
              <a:prstGeom prst="rect">
                <a:avLst/>
              </a:prstGeom>
              <a:solidFill>
                <a:srgbClr val="72A9CF"/>
              </a:solidFill>
              <a:ln w="2103" cap="rnd" cmpd="sng" algn="ctr">
                <a:noFill/>
                <a:prstDash val="solid"/>
                <a:round/>
                <a:headEnd type="none" w="med" len="med"/>
                <a:tailEnd type="none" w="med" len="med"/>
              </a:ln>
              <a:effectLst/>
            </p:spPr>
          </p:sp>
          <p:sp>
            <p:nvSpPr>
              <p:cNvPr id="1000173" name="Density voxel cell">
                <a:extLst>
                  <a:ext uri="{FF2B5EF4-FFF2-40B4-BE49-F238E27FC236}">
                    <a16:creationId xmlns:a16="http://schemas.microsoft.com/office/drawing/2014/main" id="{0D300AD3-7F88-0644-769A-C9C6253A84FD}"/>
                  </a:ext>
                </a:extLst>
              </p:cNvPr>
              <p:cNvSpPr/>
              <p:nvPr/>
            </p:nvSpPr>
            <p:spPr>
              <a:xfrm>
                <a:off x="1270772" y="3032607"/>
                <a:ext cx="20277" cy="17291"/>
              </a:xfrm>
              <a:prstGeom prst="rect">
                <a:avLst/>
              </a:prstGeom>
              <a:solidFill>
                <a:srgbClr val="78ACD1"/>
              </a:solidFill>
              <a:ln w="2103" cap="rnd" cmpd="sng" algn="ctr">
                <a:noFill/>
                <a:prstDash val="solid"/>
                <a:round/>
                <a:headEnd type="none" w="med" len="med"/>
                <a:tailEnd type="none" w="med" len="med"/>
              </a:ln>
              <a:effectLst/>
            </p:spPr>
          </p:sp>
          <p:sp>
            <p:nvSpPr>
              <p:cNvPr id="1000174" name="Density voxel cell">
                <a:extLst>
                  <a:ext uri="{FF2B5EF4-FFF2-40B4-BE49-F238E27FC236}">
                    <a16:creationId xmlns:a16="http://schemas.microsoft.com/office/drawing/2014/main" id="{CAFFFC13-4AE4-2943-54DF-FB301CC56462}"/>
                  </a:ext>
                </a:extLst>
              </p:cNvPr>
              <p:cNvSpPr/>
              <p:nvPr/>
            </p:nvSpPr>
            <p:spPr>
              <a:xfrm>
                <a:off x="1293349" y="3032607"/>
                <a:ext cx="20277" cy="17291"/>
              </a:xfrm>
              <a:prstGeom prst="rect">
                <a:avLst/>
              </a:prstGeom>
              <a:solidFill>
                <a:srgbClr val="9CC3DE"/>
              </a:solidFill>
              <a:ln w="2103" cap="rnd" cmpd="sng" algn="ctr">
                <a:noFill/>
                <a:prstDash val="solid"/>
                <a:round/>
                <a:headEnd type="none" w="med" len="med"/>
                <a:tailEnd type="none" w="med" len="med"/>
              </a:ln>
              <a:effectLst/>
            </p:spPr>
          </p:sp>
          <p:sp>
            <p:nvSpPr>
              <p:cNvPr id="1000175" name="Density voxel cell">
                <a:extLst>
                  <a:ext uri="{FF2B5EF4-FFF2-40B4-BE49-F238E27FC236}">
                    <a16:creationId xmlns:a16="http://schemas.microsoft.com/office/drawing/2014/main" id="{89FEEBCE-4D33-8D7F-C7AE-A1DCFE2889C9}"/>
                  </a:ext>
                </a:extLst>
              </p:cNvPr>
              <p:cNvSpPr/>
              <p:nvPr/>
            </p:nvSpPr>
            <p:spPr>
              <a:xfrm>
                <a:off x="1315926" y="3032607"/>
                <a:ext cx="20277" cy="17291"/>
              </a:xfrm>
              <a:prstGeom prst="rect">
                <a:avLst/>
              </a:prstGeom>
              <a:solidFill>
                <a:srgbClr val="BDD7E9"/>
              </a:solidFill>
              <a:ln w="2103" cap="rnd" cmpd="sng" algn="ctr">
                <a:noFill/>
                <a:prstDash val="solid"/>
                <a:round/>
                <a:headEnd type="none" w="med" len="med"/>
                <a:tailEnd type="none" w="med" len="med"/>
              </a:ln>
              <a:effectLst/>
            </p:spPr>
          </p:sp>
          <p:sp>
            <p:nvSpPr>
              <p:cNvPr id="1000176" name="Density voxel cell">
                <a:extLst>
                  <a:ext uri="{FF2B5EF4-FFF2-40B4-BE49-F238E27FC236}">
                    <a16:creationId xmlns:a16="http://schemas.microsoft.com/office/drawing/2014/main" id="{13DA6867-F7BF-AC78-0D3B-D5E748AAB366}"/>
                  </a:ext>
                </a:extLst>
              </p:cNvPr>
              <p:cNvSpPr/>
              <p:nvPr/>
            </p:nvSpPr>
            <p:spPr>
              <a:xfrm>
                <a:off x="1338503" y="3032607"/>
                <a:ext cx="20277" cy="17291"/>
              </a:xfrm>
              <a:prstGeom prst="rect">
                <a:avLst/>
              </a:prstGeom>
              <a:solidFill>
                <a:srgbClr val="D2E4F1"/>
              </a:solidFill>
              <a:ln w="2103" cap="rnd" cmpd="sng" algn="ctr">
                <a:noFill/>
                <a:prstDash val="solid"/>
                <a:round/>
                <a:headEnd type="none" w="med" len="med"/>
                <a:tailEnd type="none" w="med" len="med"/>
              </a:ln>
              <a:effectLst/>
            </p:spPr>
          </p:sp>
          <p:sp>
            <p:nvSpPr>
              <p:cNvPr id="1000177" name="Density voxel cell">
                <a:extLst>
                  <a:ext uri="{FF2B5EF4-FFF2-40B4-BE49-F238E27FC236}">
                    <a16:creationId xmlns:a16="http://schemas.microsoft.com/office/drawing/2014/main" id="{AAC2C6B7-A551-0C4F-8ADB-54E9EA58F525}"/>
                  </a:ext>
                </a:extLst>
              </p:cNvPr>
              <p:cNvSpPr/>
              <p:nvPr/>
            </p:nvSpPr>
            <p:spPr>
              <a:xfrm>
                <a:off x="1361080" y="3032607"/>
                <a:ext cx="20277" cy="17291"/>
              </a:xfrm>
              <a:prstGeom prst="rect">
                <a:avLst/>
              </a:prstGeom>
              <a:solidFill>
                <a:srgbClr val="E5F0F8"/>
              </a:solidFill>
              <a:ln w="2103" cap="rnd" cmpd="sng" algn="ctr">
                <a:noFill/>
                <a:prstDash val="solid"/>
                <a:round/>
                <a:headEnd type="none" w="med" len="med"/>
                <a:tailEnd type="none" w="med" len="med"/>
              </a:ln>
              <a:effectLst/>
            </p:spPr>
          </p:sp>
          <p:sp>
            <p:nvSpPr>
              <p:cNvPr id="1000178" name="Density voxel cell">
                <a:extLst>
                  <a:ext uri="{FF2B5EF4-FFF2-40B4-BE49-F238E27FC236}">
                    <a16:creationId xmlns:a16="http://schemas.microsoft.com/office/drawing/2014/main" id="{960C70E4-8AAD-0FAD-B19D-34058B88E70B}"/>
                  </a:ext>
                </a:extLst>
              </p:cNvPr>
              <p:cNvSpPr/>
              <p:nvPr/>
            </p:nvSpPr>
            <p:spPr>
              <a:xfrm>
                <a:off x="1383657" y="3032607"/>
                <a:ext cx="20277" cy="17291"/>
              </a:xfrm>
              <a:prstGeom prst="rect">
                <a:avLst/>
              </a:prstGeom>
              <a:solidFill>
                <a:srgbClr val="F2F8FC"/>
              </a:solidFill>
              <a:ln w="2103" cap="rnd" cmpd="sng" algn="ctr">
                <a:noFill/>
                <a:prstDash val="solid"/>
                <a:round/>
                <a:headEnd type="none" w="med" len="med"/>
                <a:tailEnd type="none" w="med" len="med"/>
              </a:ln>
              <a:effectLst/>
            </p:spPr>
          </p:sp>
          <p:sp>
            <p:nvSpPr>
              <p:cNvPr id="1000179" name="Density voxel cell">
                <a:extLst>
                  <a:ext uri="{FF2B5EF4-FFF2-40B4-BE49-F238E27FC236}">
                    <a16:creationId xmlns:a16="http://schemas.microsoft.com/office/drawing/2014/main" id="{C418FA48-E22F-FE71-CB9F-08098B6DE657}"/>
                  </a:ext>
                </a:extLst>
              </p:cNvPr>
              <p:cNvSpPr/>
              <p:nvPr/>
            </p:nvSpPr>
            <p:spPr>
              <a:xfrm>
                <a:off x="1406234" y="3032607"/>
                <a:ext cx="20277" cy="17291"/>
              </a:xfrm>
              <a:prstGeom prst="rect">
                <a:avLst/>
              </a:prstGeom>
              <a:solidFill>
                <a:srgbClr val="F6FBFE"/>
              </a:solidFill>
              <a:ln w="2103" cap="rnd" cmpd="sng" algn="ctr">
                <a:noFill/>
                <a:prstDash val="solid"/>
                <a:round/>
                <a:headEnd type="none" w="med" len="med"/>
                <a:tailEnd type="none" w="med" len="med"/>
              </a:ln>
              <a:effectLst/>
            </p:spPr>
          </p:sp>
          <p:sp>
            <p:nvSpPr>
              <p:cNvPr id="1000180" name="Density voxel cell">
                <a:extLst>
                  <a:ext uri="{FF2B5EF4-FFF2-40B4-BE49-F238E27FC236}">
                    <a16:creationId xmlns:a16="http://schemas.microsoft.com/office/drawing/2014/main" id="{F8F6F615-4E17-7A62-B4F5-D9AA53B1C326}"/>
                  </a:ext>
                </a:extLst>
              </p:cNvPr>
              <p:cNvSpPr/>
              <p:nvPr/>
            </p:nvSpPr>
            <p:spPr>
              <a:xfrm>
                <a:off x="1180465" y="3052198"/>
                <a:ext cx="20277" cy="17291"/>
              </a:xfrm>
              <a:prstGeom prst="rect">
                <a:avLst/>
              </a:prstGeom>
              <a:solidFill>
                <a:srgbClr val="EDF5FA"/>
              </a:solidFill>
              <a:ln w="2103" cap="rnd" cmpd="sng" algn="ctr">
                <a:noFill/>
                <a:prstDash val="solid"/>
                <a:round/>
                <a:headEnd type="none" w="med" len="med"/>
                <a:tailEnd type="none" w="med" len="med"/>
              </a:ln>
              <a:effectLst/>
            </p:spPr>
          </p:sp>
          <p:sp>
            <p:nvSpPr>
              <p:cNvPr id="1000181" name="Density voxel cell">
                <a:extLst>
                  <a:ext uri="{FF2B5EF4-FFF2-40B4-BE49-F238E27FC236}">
                    <a16:creationId xmlns:a16="http://schemas.microsoft.com/office/drawing/2014/main" id="{E46FF6CE-1053-0CDD-6B1B-949A9A834E2B}"/>
                  </a:ext>
                </a:extLst>
              </p:cNvPr>
              <p:cNvSpPr/>
              <p:nvPr/>
            </p:nvSpPr>
            <p:spPr>
              <a:xfrm>
                <a:off x="1203042" y="3052198"/>
                <a:ext cx="20277" cy="17291"/>
              </a:xfrm>
              <a:prstGeom prst="rect">
                <a:avLst/>
              </a:prstGeom>
              <a:solidFill>
                <a:srgbClr val="D9E9F4"/>
              </a:solidFill>
              <a:ln w="2103" cap="rnd" cmpd="sng" algn="ctr">
                <a:noFill/>
                <a:prstDash val="solid"/>
                <a:round/>
                <a:headEnd type="none" w="med" len="med"/>
                <a:tailEnd type="none" w="med" len="med"/>
              </a:ln>
              <a:effectLst/>
            </p:spPr>
          </p:sp>
          <p:sp>
            <p:nvSpPr>
              <p:cNvPr id="1000182" name="Density voxel cell">
                <a:extLst>
                  <a:ext uri="{FF2B5EF4-FFF2-40B4-BE49-F238E27FC236}">
                    <a16:creationId xmlns:a16="http://schemas.microsoft.com/office/drawing/2014/main" id="{1639E055-1846-9121-3E54-40D2C61E40F3}"/>
                  </a:ext>
                </a:extLst>
              </p:cNvPr>
              <p:cNvSpPr/>
              <p:nvPr/>
            </p:nvSpPr>
            <p:spPr>
              <a:xfrm>
                <a:off x="1225619" y="3052198"/>
                <a:ext cx="20277" cy="17291"/>
              </a:xfrm>
              <a:prstGeom prst="rect">
                <a:avLst/>
              </a:prstGeom>
              <a:solidFill>
                <a:srgbClr val="BDD7E9"/>
              </a:solidFill>
              <a:ln w="2103" cap="rnd" cmpd="sng" algn="ctr">
                <a:noFill/>
                <a:prstDash val="solid"/>
                <a:round/>
                <a:headEnd type="none" w="med" len="med"/>
                <a:tailEnd type="none" w="med" len="med"/>
              </a:ln>
              <a:effectLst/>
            </p:spPr>
          </p:sp>
          <p:sp>
            <p:nvSpPr>
              <p:cNvPr id="1000183" name="Density voxel cell">
                <a:extLst>
                  <a:ext uri="{FF2B5EF4-FFF2-40B4-BE49-F238E27FC236}">
                    <a16:creationId xmlns:a16="http://schemas.microsoft.com/office/drawing/2014/main" id="{92650762-68DC-9CD0-1A0D-368AC495B018}"/>
                  </a:ext>
                </a:extLst>
              </p:cNvPr>
              <p:cNvSpPr/>
              <p:nvPr/>
            </p:nvSpPr>
            <p:spPr>
              <a:xfrm>
                <a:off x="1248195" y="3052198"/>
                <a:ext cx="20277" cy="17291"/>
              </a:xfrm>
              <a:prstGeom prst="rect">
                <a:avLst/>
              </a:prstGeom>
              <a:solidFill>
                <a:srgbClr val="A7C9E2"/>
              </a:solidFill>
              <a:ln w="2103" cap="rnd" cmpd="sng" algn="ctr">
                <a:noFill/>
                <a:prstDash val="solid"/>
                <a:round/>
                <a:headEnd type="none" w="med" len="med"/>
                <a:tailEnd type="none" w="med" len="med"/>
              </a:ln>
              <a:effectLst/>
            </p:spPr>
          </p:sp>
          <p:sp>
            <p:nvSpPr>
              <p:cNvPr id="1000184" name="Density voxel cell">
                <a:extLst>
                  <a:ext uri="{FF2B5EF4-FFF2-40B4-BE49-F238E27FC236}">
                    <a16:creationId xmlns:a16="http://schemas.microsoft.com/office/drawing/2014/main" id="{C21435AC-9106-F519-DAF8-52DFD0D289B2}"/>
                  </a:ext>
                </a:extLst>
              </p:cNvPr>
              <p:cNvSpPr/>
              <p:nvPr/>
            </p:nvSpPr>
            <p:spPr>
              <a:xfrm>
                <a:off x="1270772" y="3052198"/>
                <a:ext cx="20277" cy="17291"/>
              </a:xfrm>
              <a:prstGeom prst="rect">
                <a:avLst/>
              </a:prstGeom>
              <a:solidFill>
                <a:srgbClr val="A5C8E1"/>
              </a:solidFill>
              <a:ln w="2103" cap="rnd" cmpd="sng" algn="ctr">
                <a:noFill/>
                <a:prstDash val="solid"/>
                <a:round/>
                <a:headEnd type="none" w="med" len="med"/>
                <a:tailEnd type="none" w="med" len="med"/>
              </a:ln>
              <a:effectLst/>
            </p:spPr>
          </p:sp>
          <p:sp>
            <p:nvSpPr>
              <p:cNvPr id="1000185" name="Density voxel cell">
                <a:extLst>
                  <a:ext uri="{FF2B5EF4-FFF2-40B4-BE49-F238E27FC236}">
                    <a16:creationId xmlns:a16="http://schemas.microsoft.com/office/drawing/2014/main" id="{237BA887-3D23-CDC8-81EB-CC12212E4DEF}"/>
                  </a:ext>
                </a:extLst>
              </p:cNvPr>
              <p:cNvSpPr/>
              <p:nvPr/>
            </p:nvSpPr>
            <p:spPr>
              <a:xfrm>
                <a:off x="1293349" y="3052198"/>
                <a:ext cx="20277" cy="17291"/>
              </a:xfrm>
              <a:prstGeom prst="rect">
                <a:avLst/>
              </a:prstGeom>
              <a:solidFill>
                <a:srgbClr val="A8CAE2"/>
              </a:solidFill>
              <a:ln w="2103" cap="rnd" cmpd="sng" algn="ctr">
                <a:noFill/>
                <a:prstDash val="solid"/>
                <a:round/>
                <a:headEnd type="none" w="med" len="med"/>
                <a:tailEnd type="none" w="med" len="med"/>
              </a:ln>
              <a:effectLst/>
            </p:spPr>
          </p:sp>
          <p:sp>
            <p:nvSpPr>
              <p:cNvPr id="1000186" name="Density voxel cell">
                <a:extLst>
                  <a:ext uri="{FF2B5EF4-FFF2-40B4-BE49-F238E27FC236}">
                    <a16:creationId xmlns:a16="http://schemas.microsoft.com/office/drawing/2014/main" id="{904760BC-D1C5-F747-7A31-6A34F29DBD51}"/>
                  </a:ext>
                </a:extLst>
              </p:cNvPr>
              <p:cNvSpPr/>
              <p:nvPr/>
            </p:nvSpPr>
            <p:spPr>
              <a:xfrm>
                <a:off x="1315926" y="3052198"/>
                <a:ext cx="20277" cy="17291"/>
              </a:xfrm>
              <a:prstGeom prst="rect">
                <a:avLst/>
              </a:prstGeom>
              <a:solidFill>
                <a:srgbClr val="9BC2DE"/>
              </a:solidFill>
              <a:ln w="2103" cap="rnd" cmpd="sng" algn="ctr">
                <a:noFill/>
                <a:prstDash val="solid"/>
                <a:round/>
                <a:headEnd type="none" w="med" len="med"/>
                <a:tailEnd type="none" w="med" len="med"/>
              </a:ln>
              <a:effectLst/>
            </p:spPr>
          </p:sp>
          <p:sp>
            <p:nvSpPr>
              <p:cNvPr id="1000187" name="Density voxel cell">
                <a:extLst>
                  <a:ext uri="{FF2B5EF4-FFF2-40B4-BE49-F238E27FC236}">
                    <a16:creationId xmlns:a16="http://schemas.microsoft.com/office/drawing/2014/main" id="{64B53015-96A7-F962-B857-EC85D20ED5E9}"/>
                  </a:ext>
                </a:extLst>
              </p:cNvPr>
              <p:cNvSpPr/>
              <p:nvPr/>
            </p:nvSpPr>
            <p:spPr>
              <a:xfrm>
                <a:off x="1338503" y="3052198"/>
                <a:ext cx="20277" cy="17291"/>
              </a:xfrm>
              <a:prstGeom prst="rect">
                <a:avLst/>
              </a:prstGeom>
              <a:solidFill>
                <a:srgbClr val="9DC3DE"/>
              </a:solidFill>
              <a:ln w="2103" cap="rnd" cmpd="sng" algn="ctr">
                <a:noFill/>
                <a:prstDash val="solid"/>
                <a:round/>
                <a:headEnd type="none" w="med" len="med"/>
                <a:tailEnd type="none" w="med" len="med"/>
              </a:ln>
              <a:effectLst/>
            </p:spPr>
          </p:sp>
          <p:sp>
            <p:nvSpPr>
              <p:cNvPr id="1000188" name="Density voxel cell">
                <a:extLst>
                  <a:ext uri="{FF2B5EF4-FFF2-40B4-BE49-F238E27FC236}">
                    <a16:creationId xmlns:a16="http://schemas.microsoft.com/office/drawing/2014/main" id="{99414772-3DAC-74A3-14A5-AD24D3055650}"/>
                  </a:ext>
                </a:extLst>
              </p:cNvPr>
              <p:cNvSpPr/>
              <p:nvPr/>
            </p:nvSpPr>
            <p:spPr>
              <a:xfrm>
                <a:off x="1361080" y="3052198"/>
                <a:ext cx="20277" cy="17291"/>
              </a:xfrm>
              <a:prstGeom prst="rect">
                <a:avLst/>
              </a:prstGeom>
              <a:solidFill>
                <a:srgbClr val="C4DBEC"/>
              </a:solidFill>
              <a:ln w="2103" cap="rnd" cmpd="sng" algn="ctr">
                <a:noFill/>
                <a:prstDash val="solid"/>
                <a:round/>
                <a:headEnd type="none" w="med" len="med"/>
                <a:tailEnd type="none" w="med" len="med"/>
              </a:ln>
              <a:effectLst/>
            </p:spPr>
          </p:sp>
          <p:sp>
            <p:nvSpPr>
              <p:cNvPr id="1000189" name="Density voxel cell">
                <a:extLst>
                  <a:ext uri="{FF2B5EF4-FFF2-40B4-BE49-F238E27FC236}">
                    <a16:creationId xmlns:a16="http://schemas.microsoft.com/office/drawing/2014/main" id="{34479ECE-FEA8-3263-A747-CDEFD71D96A6}"/>
                  </a:ext>
                </a:extLst>
              </p:cNvPr>
              <p:cNvSpPr/>
              <p:nvPr/>
            </p:nvSpPr>
            <p:spPr>
              <a:xfrm>
                <a:off x="1383657" y="3052198"/>
                <a:ext cx="20277" cy="17291"/>
              </a:xfrm>
              <a:prstGeom prst="rect">
                <a:avLst/>
              </a:prstGeom>
              <a:solidFill>
                <a:srgbClr val="E8F2F9"/>
              </a:solidFill>
              <a:ln w="2103" cap="rnd" cmpd="sng" algn="ctr">
                <a:noFill/>
                <a:prstDash val="solid"/>
                <a:round/>
                <a:headEnd type="none" w="med" len="med"/>
                <a:tailEnd type="none" w="med" len="med"/>
              </a:ln>
              <a:effectLst/>
            </p:spPr>
          </p:sp>
          <p:sp>
            <p:nvSpPr>
              <p:cNvPr id="1000190" name="Density voxel cell">
                <a:extLst>
                  <a:ext uri="{FF2B5EF4-FFF2-40B4-BE49-F238E27FC236}">
                    <a16:creationId xmlns:a16="http://schemas.microsoft.com/office/drawing/2014/main" id="{38A408BE-E5A6-6BAF-04C0-7CC320900F1A}"/>
                  </a:ext>
                </a:extLst>
              </p:cNvPr>
              <p:cNvSpPr/>
              <p:nvPr/>
            </p:nvSpPr>
            <p:spPr>
              <a:xfrm>
                <a:off x="1406234" y="3052198"/>
                <a:ext cx="20277" cy="17291"/>
              </a:xfrm>
              <a:prstGeom prst="rect">
                <a:avLst/>
              </a:prstGeom>
              <a:solidFill>
                <a:srgbClr val="F5FAFD"/>
              </a:solidFill>
              <a:ln w="2103" cap="rnd" cmpd="sng" algn="ctr">
                <a:noFill/>
                <a:prstDash val="solid"/>
                <a:round/>
                <a:headEnd type="none" w="med" len="med"/>
                <a:tailEnd type="none" w="med" len="med"/>
              </a:ln>
              <a:effectLst/>
            </p:spPr>
          </p:sp>
          <p:sp>
            <p:nvSpPr>
              <p:cNvPr id="1000191" name="Density voxel cell">
                <a:extLst>
                  <a:ext uri="{FF2B5EF4-FFF2-40B4-BE49-F238E27FC236}">
                    <a16:creationId xmlns:a16="http://schemas.microsoft.com/office/drawing/2014/main" id="{6E960B4F-7F1E-B6DD-D405-3BCC94F122F2}"/>
                  </a:ext>
                </a:extLst>
              </p:cNvPr>
              <p:cNvSpPr/>
              <p:nvPr/>
            </p:nvSpPr>
            <p:spPr>
              <a:xfrm>
                <a:off x="1180465" y="3071789"/>
                <a:ext cx="20277" cy="17291"/>
              </a:xfrm>
              <a:prstGeom prst="rect">
                <a:avLst/>
              </a:prstGeom>
              <a:solidFill>
                <a:srgbClr val="F2F8FC"/>
              </a:solidFill>
              <a:ln w="2103" cap="rnd" cmpd="sng" algn="ctr">
                <a:noFill/>
                <a:prstDash val="solid"/>
                <a:round/>
                <a:headEnd type="none" w="med" len="med"/>
                <a:tailEnd type="none" w="med" len="med"/>
              </a:ln>
              <a:effectLst/>
            </p:spPr>
          </p:sp>
          <p:sp>
            <p:nvSpPr>
              <p:cNvPr id="1000192" name="Density voxel cell">
                <a:extLst>
                  <a:ext uri="{FF2B5EF4-FFF2-40B4-BE49-F238E27FC236}">
                    <a16:creationId xmlns:a16="http://schemas.microsoft.com/office/drawing/2014/main" id="{2F413898-7A82-CABE-3684-D7513924912C}"/>
                  </a:ext>
                </a:extLst>
              </p:cNvPr>
              <p:cNvSpPr/>
              <p:nvPr/>
            </p:nvSpPr>
            <p:spPr>
              <a:xfrm>
                <a:off x="1203042" y="3071789"/>
                <a:ext cx="20277" cy="17291"/>
              </a:xfrm>
              <a:prstGeom prst="rect">
                <a:avLst/>
              </a:prstGeom>
              <a:solidFill>
                <a:srgbClr val="E9F2F9"/>
              </a:solidFill>
              <a:ln w="2103" cap="rnd" cmpd="sng" algn="ctr">
                <a:noFill/>
                <a:prstDash val="solid"/>
                <a:round/>
                <a:headEnd type="none" w="med" len="med"/>
                <a:tailEnd type="none" w="med" len="med"/>
              </a:ln>
              <a:effectLst/>
            </p:spPr>
          </p:sp>
          <p:sp>
            <p:nvSpPr>
              <p:cNvPr id="1000193" name="Density voxel cell">
                <a:extLst>
                  <a:ext uri="{FF2B5EF4-FFF2-40B4-BE49-F238E27FC236}">
                    <a16:creationId xmlns:a16="http://schemas.microsoft.com/office/drawing/2014/main" id="{BCF2AFAB-6F44-9F5C-4417-913BC67CDFC4}"/>
                  </a:ext>
                </a:extLst>
              </p:cNvPr>
              <p:cNvSpPr/>
              <p:nvPr/>
            </p:nvSpPr>
            <p:spPr>
              <a:xfrm>
                <a:off x="1225619" y="3071789"/>
                <a:ext cx="20277" cy="17291"/>
              </a:xfrm>
              <a:prstGeom prst="rect">
                <a:avLst/>
              </a:prstGeom>
              <a:solidFill>
                <a:srgbClr val="DBEAF4"/>
              </a:solidFill>
              <a:ln w="2103" cap="rnd" cmpd="sng" algn="ctr">
                <a:noFill/>
                <a:prstDash val="solid"/>
                <a:round/>
                <a:headEnd type="none" w="med" len="med"/>
                <a:tailEnd type="none" w="med" len="med"/>
              </a:ln>
              <a:effectLst/>
            </p:spPr>
          </p:sp>
          <p:sp>
            <p:nvSpPr>
              <p:cNvPr id="1000194" name="Density voxel cell">
                <a:extLst>
                  <a:ext uri="{FF2B5EF4-FFF2-40B4-BE49-F238E27FC236}">
                    <a16:creationId xmlns:a16="http://schemas.microsoft.com/office/drawing/2014/main" id="{33E82D17-6145-07BF-BB5D-480C852A30A8}"/>
                  </a:ext>
                </a:extLst>
              </p:cNvPr>
              <p:cNvSpPr/>
              <p:nvPr/>
            </p:nvSpPr>
            <p:spPr>
              <a:xfrm>
                <a:off x="1248195" y="3071789"/>
                <a:ext cx="20277" cy="17291"/>
              </a:xfrm>
              <a:prstGeom prst="rect">
                <a:avLst/>
              </a:prstGeom>
              <a:solidFill>
                <a:srgbClr val="D0E3F0"/>
              </a:solidFill>
              <a:ln w="2103" cap="rnd" cmpd="sng" algn="ctr">
                <a:noFill/>
                <a:prstDash val="solid"/>
                <a:round/>
                <a:headEnd type="none" w="med" len="med"/>
                <a:tailEnd type="none" w="med" len="med"/>
              </a:ln>
              <a:effectLst/>
            </p:spPr>
          </p:sp>
          <p:sp>
            <p:nvSpPr>
              <p:cNvPr id="1000195" name="Density voxel cell">
                <a:extLst>
                  <a:ext uri="{FF2B5EF4-FFF2-40B4-BE49-F238E27FC236}">
                    <a16:creationId xmlns:a16="http://schemas.microsoft.com/office/drawing/2014/main" id="{FB065ECA-3378-CD25-92C5-788B931282F6}"/>
                  </a:ext>
                </a:extLst>
              </p:cNvPr>
              <p:cNvSpPr/>
              <p:nvPr/>
            </p:nvSpPr>
            <p:spPr>
              <a:xfrm>
                <a:off x="1270772" y="3071789"/>
                <a:ext cx="20277" cy="17291"/>
              </a:xfrm>
              <a:prstGeom prst="rect">
                <a:avLst/>
              </a:prstGeom>
              <a:solidFill>
                <a:srgbClr val="C9DEEE"/>
              </a:solidFill>
              <a:ln w="2103" cap="rnd" cmpd="sng" algn="ctr">
                <a:noFill/>
                <a:prstDash val="solid"/>
                <a:round/>
                <a:headEnd type="none" w="med" len="med"/>
                <a:tailEnd type="none" w="med" len="med"/>
              </a:ln>
              <a:effectLst/>
            </p:spPr>
          </p:sp>
          <p:sp>
            <p:nvSpPr>
              <p:cNvPr id="1000196" name="Density voxel cell">
                <a:extLst>
                  <a:ext uri="{FF2B5EF4-FFF2-40B4-BE49-F238E27FC236}">
                    <a16:creationId xmlns:a16="http://schemas.microsoft.com/office/drawing/2014/main" id="{12886F99-CE7F-2871-C0F9-954E6005C4C0}"/>
                  </a:ext>
                </a:extLst>
              </p:cNvPr>
              <p:cNvSpPr/>
              <p:nvPr/>
            </p:nvSpPr>
            <p:spPr>
              <a:xfrm>
                <a:off x="1293349" y="3071789"/>
                <a:ext cx="20277" cy="17291"/>
              </a:xfrm>
              <a:prstGeom prst="rect">
                <a:avLst/>
              </a:prstGeom>
              <a:solidFill>
                <a:srgbClr val="AECDE4"/>
              </a:solidFill>
              <a:ln w="2103" cap="rnd" cmpd="sng" algn="ctr">
                <a:noFill/>
                <a:prstDash val="solid"/>
                <a:round/>
                <a:headEnd type="none" w="med" len="med"/>
                <a:tailEnd type="none" w="med" len="med"/>
              </a:ln>
              <a:effectLst/>
            </p:spPr>
          </p:sp>
          <p:sp>
            <p:nvSpPr>
              <p:cNvPr id="1000197" name="Density voxel cell">
                <a:extLst>
                  <a:ext uri="{FF2B5EF4-FFF2-40B4-BE49-F238E27FC236}">
                    <a16:creationId xmlns:a16="http://schemas.microsoft.com/office/drawing/2014/main" id="{147B96C2-3CC3-42FA-4FA2-2EDE677A4375}"/>
                  </a:ext>
                </a:extLst>
              </p:cNvPr>
              <p:cNvSpPr/>
              <p:nvPr/>
            </p:nvSpPr>
            <p:spPr>
              <a:xfrm>
                <a:off x="1315926" y="3071789"/>
                <a:ext cx="20277" cy="17291"/>
              </a:xfrm>
              <a:prstGeom prst="rect">
                <a:avLst/>
              </a:prstGeom>
              <a:solidFill>
                <a:srgbClr val="76ABD0"/>
              </a:solidFill>
              <a:ln w="2103" cap="rnd" cmpd="sng" algn="ctr">
                <a:noFill/>
                <a:prstDash val="solid"/>
                <a:round/>
                <a:headEnd type="none" w="med" len="med"/>
                <a:tailEnd type="none" w="med" len="med"/>
              </a:ln>
              <a:effectLst/>
            </p:spPr>
          </p:sp>
          <p:sp>
            <p:nvSpPr>
              <p:cNvPr id="1000198" name="Density voxel cell">
                <a:extLst>
                  <a:ext uri="{FF2B5EF4-FFF2-40B4-BE49-F238E27FC236}">
                    <a16:creationId xmlns:a16="http://schemas.microsoft.com/office/drawing/2014/main" id="{C580F8CA-3842-3AF5-6C61-0AC61C9550D1}"/>
                  </a:ext>
                </a:extLst>
              </p:cNvPr>
              <p:cNvSpPr/>
              <p:nvPr/>
            </p:nvSpPr>
            <p:spPr>
              <a:xfrm>
                <a:off x="1338503" y="3071789"/>
                <a:ext cx="20277" cy="17291"/>
              </a:xfrm>
              <a:prstGeom prst="rect">
                <a:avLst/>
              </a:prstGeom>
              <a:solidFill>
                <a:srgbClr val="66A1CB"/>
              </a:solidFill>
              <a:ln w="2103" cap="rnd" cmpd="sng" algn="ctr">
                <a:noFill/>
                <a:prstDash val="solid"/>
                <a:round/>
                <a:headEnd type="none" w="med" len="med"/>
                <a:tailEnd type="none" w="med" len="med"/>
              </a:ln>
              <a:effectLst/>
            </p:spPr>
          </p:sp>
          <p:sp>
            <p:nvSpPr>
              <p:cNvPr id="1000199" name="Density voxel cell">
                <a:extLst>
                  <a:ext uri="{FF2B5EF4-FFF2-40B4-BE49-F238E27FC236}">
                    <a16:creationId xmlns:a16="http://schemas.microsoft.com/office/drawing/2014/main" id="{F5DA43CD-2F64-9189-12BD-6AB52F7A2E9B}"/>
                  </a:ext>
                </a:extLst>
              </p:cNvPr>
              <p:cNvSpPr/>
              <p:nvPr/>
            </p:nvSpPr>
            <p:spPr>
              <a:xfrm>
                <a:off x="1361080" y="3071789"/>
                <a:ext cx="20277" cy="17291"/>
              </a:xfrm>
              <a:prstGeom prst="rect">
                <a:avLst/>
              </a:prstGeom>
              <a:solidFill>
                <a:srgbClr val="A1C6E0"/>
              </a:solidFill>
              <a:ln w="2103" cap="rnd" cmpd="sng" algn="ctr">
                <a:noFill/>
                <a:prstDash val="solid"/>
                <a:round/>
                <a:headEnd type="none" w="med" len="med"/>
                <a:tailEnd type="none" w="med" len="med"/>
              </a:ln>
              <a:effectLst/>
            </p:spPr>
          </p:sp>
          <p:sp>
            <p:nvSpPr>
              <p:cNvPr id="1000200" name="Density voxel cell">
                <a:extLst>
                  <a:ext uri="{FF2B5EF4-FFF2-40B4-BE49-F238E27FC236}">
                    <a16:creationId xmlns:a16="http://schemas.microsoft.com/office/drawing/2014/main" id="{240D85FC-1AAA-9F36-3C28-6441C1BC4E23}"/>
                  </a:ext>
                </a:extLst>
              </p:cNvPr>
              <p:cNvSpPr/>
              <p:nvPr/>
            </p:nvSpPr>
            <p:spPr>
              <a:xfrm>
                <a:off x="1383657" y="3071789"/>
                <a:ext cx="20277" cy="17291"/>
              </a:xfrm>
              <a:prstGeom prst="rect">
                <a:avLst/>
              </a:prstGeom>
              <a:solidFill>
                <a:srgbClr val="DDEBF5"/>
              </a:solidFill>
              <a:ln w="2103" cap="rnd" cmpd="sng" algn="ctr">
                <a:noFill/>
                <a:prstDash val="solid"/>
                <a:round/>
                <a:headEnd type="none" w="med" len="med"/>
                <a:tailEnd type="none" w="med" len="med"/>
              </a:ln>
              <a:effectLst/>
            </p:spPr>
          </p:sp>
          <p:sp>
            <p:nvSpPr>
              <p:cNvPr id="1000201" name="Density voxel cell">
                <a:extLst>
                  <a:ext uri="{FF2B5EF4-FFF2-40B4-BE49-F238E27FC236}">
                    <a16:creationId xmlns:a16="http://schemas.microsoft.com/office/drawing/2014/main" id="{1E95768E-EABE-822F-C725-7B98B2A098BF}"/>
                  </a:ext>
                </a:extLst>
              </p:cNvPr>
              <p:cNvSpPr/>
              <p:nvPr/>
            </p:nvSpPr>
            <p:spPr>
              <a:xfrm>
                <a:off x="1406234" y="3071789"/>
                <a:ext cx="20277" cy="17291"/>
              </a:xfrm>
              <a:prstGeom prst="rect">
                <a:avLst/>
              </a:prstGeom>
              <a:solidFill>
                <a:srgbClr val="F3F9FD"/>
              </a:solidFill>
              <a:ln w="2103" cap="rnd" cmpd="sng" algn="ctr">
                <a:noFill/>
                <a:prstDash val="solid"/>
                <a:round/>
                <a:headEnd type="none" w="med" len="med"/>
                <a:tailEnd type="none" w="med" len="med"/>
              </a:ln>
              <a:effectLst/>
            </p:spPr>
          </p:sp>
          <p:sp>
            <p:nvSpPr>
              <p:cNvPr id="1000202" name="Density voxel cell">
                <a:extLst>
                  <a:ext uri="{FF2B5EF4-FFF2-40B4-BE49-F238E27FC236}">
                    <a16:creationId xmlns:a16="http://schemas.microsoft.com/office/drawing/2014/main" id="{D6CE3F91-4480-386D-E731-438C7533D7A5}"/>
                  </a:ext>
                </a:extLst>
              </p:cNvPr>
              <p:cNvSpPr/>
              <p:nvPr/>
            </p:nvSpPr>
            <p:spPr>
              <a:xfrm>
                <a:off x="1180465" y="3091379"/>
                <a:ext cx="20277" cy="17291"/>
              </a:xfrm>
              <a:prstGeom prst="rect">
                <a:avLst/>
              </a:prstGeom>
              <a:solidFill>
                <a:srgbClr val="F5FAFD"/>
              </a:solidFill>
              <a:ln w="2103" cap="rnd" cmpd="sng" algn="ctr">
                <a:noFill/>
                <a:prstDash val="solid"/>
                <a:round/>
                <a:headEnd type="none" w="med" len="med"/>
                <a:tailEnd type="none" w="med" len="med"/>
              </a:ln>
              <a:effectLst/>
            </p:spPr>
          </p:sp>
          <p:sp>
            <p:nvSpPr>
              <p:cNvPr id="1000203" name="Density voxel cell">
                <a:extLst>
                  <a:ext uri="{FF2B5EF4-FFF2-40B4-BE49-F238E27FC236}">
                    <a16:creationId xmlns:a16="http://schemas.microsoft.com/office/drawing/2014/main" id="{8C7B04BF-6904-FB79-A165-964D18084A28}"/>
                  </a:ext>
                </a:extLst>
              </p:cNvPr>
              <p:cNvSpPr/>
              <p:nvPr/>
            </p:nvSpPr>
            <p:spPr>
              <a:xfrm>
                <a:off x="1203042" y="3091379"/>
                <a:ext cx="20277" cy="17291"/>
              </a:xfrm>
              <a:prstGeom prst="rect">
                <a:avLst/>
              </a:prstGeom>
              <a:solidFill>
                <a:srgbClr val="F2F8FC"/>
              </a:solidFill>
              <a:ln w="2103" cap="rnd" cmpd="sng" algn="ctr">
                <a:noFill/>
                <a:prstDash val="solid"/>
                <a:round/>
                <a:headEnd type="none" w="med" len="med"/>
                <a:tailEnd type="none" w="med" len="med"/>
              </a:ln>
              <a:effectLst/>
            </p:spPr>
          </p:sp>
          <p:sp>
            <p:nvSpPr>
              <p:cNvPr id="1000204" name="Density voxel cell">
                <a:extLst>
                  <a:ext uri="{FF2B5EF4-FFF2-40B4-BE49-F238E27FC236}">
                    <a16:creationId xmlns:a16="http://schemas.microsoft.com/office/drawing/2014/main" id="{69426E36-F97A-1192-1F1D-3AC2F0CC6BB9}"/>
                  </a:ext>
                </a:extLst>
              </p:cNvPr>
              <p:cNvSpPr/>
              <p:nvPr/>
            </p:nvSpPr>
            <p:spPr>
              <a:xfrm>
                <a:off x="1225619" y="3091379"/>
                <a:ext cx="20277" cy="17291"/>
              </a:xfrm>
              <a:prstGeom prst="rect">
                <a:avLst/>
              </a:prstGeom>
              <a:solidFill>
                <a:srgbClr val="EDF5FA"/>
              </a:solidFill>
              <a:ln w="2103" cap="rnd" cmpd="sng" algn="ctr">
                <a:noFill/>
                <a:prstDash val="solid"/>
                <a:round/>
                <a:headEnd type="none" w="med" len="med"/>
                <a:tailEnd type="none" w="med" len="med"/>
              </a:ln>
              <a:effectLst/>
            </p:spPr>
          </p:sp>
          <p:sp>
            <p:nvSpPr>
              <p:cNvPr id="1000205" name="Density voxel cell">
                <a:extLst>
                  <a:ext uri="{FF2B5EF4-FFF2-40B4-BE49-F238E27FC236}">
                    <a16:creationId xmlns:a16="http://schemas.microsoft.com/office/drawing/2014/main" id="{F90FDA8F-450F-88C7-0DDC-A8F9E5DF5A77}"/>
                  </a:ext>
                </a:extLst>
              </p:cNvPr>
              <p:cNvSpPr/>
              <p:nvPr/>
            </p:nvSpPr>
            <p:spPr>
              <a:xfrm>
                <a:off x="1248195" y="3091379"/>
                <a:ext cx="20277" cy="17291"/>
              </a:xfrm>
              <a:prstGeom prst="rect">
                <a:avLst/>
              </a:prstGeom>
              <a:solidFill>
                <a:srgbClr val="E8F2F9"/>
              </a:solidFill>
              <a:ln w="2103" cap="rnd" cmpd="sng" algn="ctr">
                <a:noFill/>
                <a:prstDash val="solid"/>
                <a:round/>
                <a:headEnd type="none" w="med" len="med"/>
                <a:tailEnd type="none" w="med" len="med"/>
              </a:ln>
              <a:effectLst/>
            </p:spPr>
          </p:sp>
          <p:sp>
            <p:nvSpPr>
              <p:cNvPr id="1000206" name="Density voxel cell">
                <a:extLst>
                  <a:ext uri="{FF2B5EF4-FFF2-40B4-BE49-F238E27FC236}">
                    <a16:creationId xmlns:a16="http://schemas.microsoft.com/office/drawing/2014/main" id="{CF4A909B-1CA3-914B-AA9B-B071FE5C7579}"/>
                  </a:ext>
                </a:extLst>
              </p:cNvPr>
              <p:cNvSpPr/>
              <p:nvPr/>
            </p:nvSpPr>
            <p:spPr>
              <a:xfrm>
                <a:off x="1270772" y="3091379"/>
                <a:ext cx="20277" cy="17291"/>
              </a:xfrm>
              <a:prstGeom prst="rect">
                <a:avLst/>
              </a:prstGeom>
              <a:solidFill>
                <a:srgbClr val="E0EDF6"/>
              </a:solidFill>
              <a:ln w="2103" cap="rnd" cmpd="sng" algn="ctr">
                <a:noFill/>
                <a:prstDash val="solid"/>
                <a:round/>
                <a:headEnd type="none" w="med" len="med"/>
                <a:tailEnd type="none" w="med" len="med"/>
              </a:ln>
              <a:effectLst/>
            </p:spPr>
          </p:sp>
          <p:sp>
            <p:nvSpPr>
              <p:cNvPr id="1000207" name="Density voxel cell">
                <a:extLst>
                  <a:ext uri="{FF2B5EF4-FFF2-40B4-BE49-F238E27FC236}">
                    <a16:creationId xmlns:a16="http://schemas.microsoft.com/office/drawing/2014/main" id="{E7382D4E-3B09-808B-ECF2-867640E02E3D}"/>
                  </a:ext>
                </a:extLst>
              </p:cNvPr>
              <p:cNvSpPr/>
              <p:nvPr/>
            </p:nvSpPr>
            <p:spPr>
              <a:xfrm>
                <a:off x="1293349" y="3091379"/>
                <a:ext cx="20277" cy="17291"/>
              </a:xfrm>
              <a:prstGeom prst="rect">
                <a:avLst/>
              </a:prstGeom>
              <a:solidFill>
                <a:srgbClr val="C2DAEB"/>
              </a:solidFill>
              <a:ln w="2103" cap="rnd" cmpd="sng" algn="ctr">
                <a:noFill/>
                <a:prstDash val="solid"/>
                <a:round/>
                <a:headEnd type="none" w="med" len="med"/>
                <a:tailEnd type="none" w="med" len="med"/>
              </a:ln>
              <a:effectLst/>
            </p:spPr>
          </p:sp>
          <p:sp>
            <p:nvSpPr>
              <p:cNvPr id="1000208" name="Density voxel cell">
                <a:extLst>
                  <a:ext uri="{FF2B5EF4-FFF2-40B4-BE49-F238E27FC236}">
                    <a16:creationId xmlns:a16="http://schemas.microsoft.com/office/drawing/2014/main" id="{9A5FBEC4-5026-8D89-76BA-AB59E53DB3B3}"/>
                  </a:ext>
                </a:extLst>
              </p:cNvPr>
              <p:cNvSpPr/>
              <p:nvPr/>
            </p:nvSpPr>
            <p:spPr>
              <a:xfrm>
                <a:off x="1315926" y="3091379"/>
                <a:ext cx="20277" cy="17291"/>
              </a:xfrm>
              <a:prstGeom prst="rect">
                <a:avLst/>
              </a:prstGeom>
              <a:solidFill>
                <a:srgbClr val="8AB8D8"/>
              </a:solidFill>
              <a:ln w="2103" cap="rnd" cmpd="sng" algn="ctr">
                <a:noFill/>
                <a:prstDash val="solid"/>
                <a:round/>
                <a:headEnd type="none" w="med" len="med"/>
                <a:tailEnd type="none" w="med" len="med"/>
              </a:ln>
              <a:effectLst/>
            </p:spPr>
          </p:sp>
          <p:sp>
            <p:nvSpPr>
              <p:cNvPr id="1000209" name="Density voxel cell">
                <a:extLst>
                  <a:ext uri="{FF2B5EF4-FFF2-40B4-BE49-F238E27FC236}">
                    <a16:creationId xmlns:a16="http://schemas.microsoft.com/office/drawing/2014/main" id="{97ED5BE3-526E-D987-2C8A-5566894E4850}"/>
                  </a:ext>
                </a:extLst>
              </p:cNvPr>
              <p:cNvSpPr/>
              <p:nvPr/>
            </p:nvSpPr>
            <p:spPr>
              <a:xfrm>
                <a:off x="1338503" y="3091379"/>
                <a:ext cx="20277" cy="17291"/>
              </a:xfrm>
              <a:prstGeom prst="rect">
                <a:avLst/>
              </a:prstGeom>
              <a:solidFill>
                <a:srgbClr val="78ACD1"/>
              </a:solidFill>
              <a:ln w="2103" cap="rnd" cmpd="sng" algn="ctr">
                <a:noFill/>
                <a:prstDash val="solid"/>
                <a:round/>
                <a:headEnd type="none" w="med" len="med"/>
                <a:tailEnd type="none" w="med" len="med"/>
              </a:ln>
              <a:effectLst/>
            </p:spPr>
          </p:sp>
          <p:sp>
            <p:nvSpPr>
              <p:cNvPr id="1000210" name="Density voxel cell">
                <a:extLst>
                  <a:ext uri="{FF2B5EF4-FFF2-40B4-BE49-F238E27FC236}">
                    <a16:creationId xmlns:a16="http://schemas.microsoft.com/office/drawing/2014/main" id="{589C9AE3-2457-4D21-95FD-931E74ED9EEA}"/>
                  </a:ext>
                </a:extLst>
              </p:cNvPr>
              <p:cNvSpPr/>
              <p:nvPr/>
            </p:nvSpPr>
            <p:spPr>
              <a:xfrm>
                <a:off x="1361080" y="3091379"/>
                <a:ext cx="20277" cy="17291"/>
              </a:xfrm>
              <a:prstGeom prst="rect">
                <a:avLst/>
              </a:prstGeom>
              <a:solidFill>
                <a:srgbClr val="ABCCE3"/>
              </a:solidFill>
              <a:ln w="2103" cap="rnd" cmpd="sng" algn="ctr">
                <a:noFill/>
                <a:prstDash val="solid"/>
                <a:round/>
                <a:headEnd type="none" w="med" len="med"/>
                <a:tailEnd type="none" w="med" len="med"/>
              </a:ln>
              <a:effectLst/>
            </p:spPr>
          </p:sp>
          <p:sp>
            <p:nvSpPr>
              <p:cNvPr id="1000211" name="Density voxel cell">
                <a:extLst>
                  <a:ext uri="{FF2B5EF4-FFF2-40B4-BE49-F238E27FC236}">
                    <a16:creationId xmlns:a16="http://schemas.microsoft.com/office/drawing/2014/main" id="{C54020B3-CEF4-AED1-6B58-AD57B982486E}"/>
                  </a:ext>
                </a:extLst>
              </p:cNvPr>
              <p:cNvSpPr/>
              <p:nvPr/>
            </p:nvSpPr>
            <p:spPr>
              <a:xfrm>
                <a:off x="1383657" y="3091379"/>
                <a:ext cx="20277" cy="17291"/>
              </a:xfrm>
              <a:prstGeom prst="rect">
                <a:avLst/>
              </a:prstGeom>
              <a:solidFill>
                <a:srgbClr val="E0EDF6"/>
              </a:solidFill>
              <a:ln w="2103" cap="rnd" cmpd="sng" algn="ctr">
                <a:noFill/>
                <a:prstDash val="solid"/>
                <a:round/>
                <a:headEnd type="none" w="med" len="med"/>
                <a:tailEnd type="none" w="med" len="med"/>
              </a:ln>
              <a:effectLst/>
            </p:spPr>
          </p:sp>
          <p:sp>
            <p:nvSpPr>
              <p:cNvPr id="1000212" name="Density voxel cell">
                <a:extLst>
                  <a:ext uri="{FF2B5EF4-FFF2-40B4-BE49-F238E27FC236}">
                    <a16:creationId xmlns:a16="http://schemas.microsoft.com/office/drawing/2014/main" id="{CE30752B-AB84-D2C0-2C40-BD80D37194FB}"/>
                  </a:ext>
                </a:extLst>
              </p:cNvPr>
              <p:cNvSpPr/>
              <p:nvPr/>
            </p:nvSpPr>
            <p:spPr>
              <a:xfrm>
                <a:off x="1406234" y="3091379"/>
                <a:ext cx="20277" cy="17291"/>
              </a:xfrm>
              <a:prstGeom prst="rect">
                <a:avLst/>
              </a:prstGeom>
              <a:solidFill>
                <a:srgbClr val="F4F9FD"/>
              </a:solidFill>
              <a:ln w="2103" cap="rnd" cmpd="sng" algn="ctr">
                <a:noFill/>
                <a:prstDash val="solid"/>
                <a:round/>
                <a:headEnd type="none" w="med" len="med"/>
                <a:tailEnd type="none" w="med" len="med"/>
              </a:ln>
              <a:effectLst/>
            </p:spPr>
          </p:sp>
          <p:sp>
            <p:nvSpPr>
              <p:cNvPr id="1000213" name="Density voxel cell">
                <a:extLst>
                  <a:ext uri="{FF2B5EF4-FFF2-40B4-BE49-F238E27FC236}">
                    <a16:creationId xmlns:a16="http://schemas.microsoft.com/office/drawing/2014/main" id="{3B147455-BB09-BDBA-2B64-629F30594258}"/>
                  </a:ext>
                </a:extLst>
              </p:cNvPr>
              <p:cNvSpPr/>
              <p:nvPr/>
            </p:nvSpPr>
            <p:spPr>
              <a:xfrm>
                <a:off x="1180465" y="3110970"/>
                <a:ext cx="20277" cy="17291"/>
              </a:xfrm>
              <a:prstGeom prst="rect">
                <a:avLst/>
              </a:prstGeom>
              <a:solidFill>
                <a:srgbClr val="F6FBFE"/>
              </a:solidFill>
              <a:ln w="2103" cap="rnd" cmpd="sng" algn="ctr">
                <a:noFill/>
                <a:prstDash val="solid"/>
                <a:round/>
                <a:headEnd type="none" w="med" len="med"/>
                <a:tailEnd type="none" w="med" len="med"/>
              </a:ln>
              <a:effectLst/>
            </p:spPr>
          </p:sp>
          <p:sp>
            <p:nvSpPr>
              <p:cNvPr id="1000214" name="Density voxel cell">
                <a:extLst>
                  <a:ext uri="{FF2B5EF4-FFF2-40B4-BE49-F238E27FC236}">
                    <a16:creationId xmlns:a16="http://schemas.microsoft.com/office/drawing/2014/main" id="{DD71009A-0349-D5CD-D2F4-CE988BF17784}"/>
                  </a:ext>
                </a:extLst>
              </p:cNvPr>
              <p:cNvSpPr/>
              <p:nvPr/>
            </p:nvSpPr>
            <p:spPr>
              <a:xfrm>
                <a:off x="1203042" y="3110970"/>
                <a:ext cx="20277" cy="17291"/>
              </a:xfrm>
              <a:prstGeom prst="rect">
                <a:avLst/>
              </a:prstGeom>
              <a:solidFill>
                <a:srgbClr val="F5FAFD"/>
              </a:solidFill>
              <a:ln w="2103" cap="rnd" cmpd="sng" algn="ctr">
                <a:noFill/>
                <a:prstDash val="solid"/>
                <a:round/>
                <a:headEnd type="none" w="med" len="med"/>
                <a:tailEnd type="none" w="med" len="med"/>
              </a:ln>
              <a:effectLst/>
            </p:spPr>
          </p:sp>
          <p:sp>
            <p:nvSpPr>
              <p:cNvPr id="1000215" name="Density voxel cell">
                <a:extLst>
                  <a:ext uri="{FF2B5EF4-FFF2-40B4-BE49-F238E27FC236}">
                    <a16:creationId xmlns:a16="http://schemas.microsoft.com/office/drawing/2014/main" id="{DE7A9F6C-0717-4F4C-7EAC-4AA2C4E9C942}"/>
                  </a:ext>
                </a:extLst>
              </p:cNvPr>
              <p:cNvSpPr/>
              <p:nvPr/>
            </p:nvSpPr>
            <p:spPr>
              <a:xfrm>
                <a:off x="1225619" y="3110970"/>
                <a:ext cx="20277" cy="17291"/>
              </a:xfrm>
              <a:prstGeom prst="rect">
                <a:avLst/>
              </a:prstGeom>
              <a:solidFill>
                <a:srgbClr val="F4F9FD"/>
              </a:solidFill>
              <a:ln w="2103" cap="rnd" cmpd="sng" algn="ctr">
                <a:noFill/>
                <a:prstDash val="solid"/>
                <a:round/>
                <a:headEnd type="none" w="med" len="med"/>
                <a:tailEnd type="none" w="med" len="med"/>
              </a:ln>
              <a:effectLst/>
            </p:spPr>
          </p:sp>
          <p:sp>
            <p:nvSpPr>
              <p:cNvPr id="1000216" name="Density voxel cell">
                <a:extLst>
                  <a:ext uri="{FF2B5EF4-FFF2-40B4-BE49-F238E27FC236}">
                    <a16:creationId xmlns:a16="http://schemas.microsoft.com/office/drawing/2014/main" id="{692F5769-A565-19A9-CC9B-E771CE696FE1}"/>
                  </a:ext>
                </a:extLst>
              </p:cNvPr>
              <p:cNvSpPr/>
              <p:nvPr/>
            </p:nvSpPr>
            <p:spPr>
              <a:xfrm>
                <a:off x="1248195" y="3110970"/>
                <a:ext cx="20277" cy="17291"/>
              </a:xfrm>
              <a:prstGeom prst="rect">
                <a:avLst/>
              </a:prstGeom>
              <a:solidFill>
                <a:srgbClr val="F2F8FC"/>
              </a:solidFill>
              <a:ln w="2103" cap="rnd" cmpd="sng" algn="ctr">
                <a:noFill/>
                <a:prstDash val="solid"/>
                <a:round/>
                <a:headEnd type="none" w="med" len="med"/>
                <a:tailEnd type="none" w="med" len="med"/>
              </a:ln>
              <a:effectLst/>
            </p:spPr>
          </p:sp>
          <p:sp>
            <p:nvSpPr>
              <p:cNvPr id="1000217" name="Density voxel cell">
                <a:extLst>
                  <a:ext uri="{FF2B5EF4-FFF2-40B4-BE49-F238E27FC236}">
                    <a16:creationId xmlns:a16="http://schemas.microsoft.com/office/drawing/2014/main" id="{906AD790-20B8-E107-7C77-E4BC482AA1D2}"/>
                  </a:ext>
                </a:extLst>
              </p:cNvPr>
              <p:cNvSpPr/>
              <p:nvPr/>
            </p:nvSpPr>
            <p:spPr>
              <a:xfrm>
                <a:off x="1270772" y="3110970"/>
                <a:ext cx="20277" cy="17291"/>
              </a:xfrm>
              <a:prstGeom prst="rect">
                <a:avLst/>
              </a:prstGeom>
              <a:solidFill>
                <a:srgbClr val="EFF6FB"/>
              </a:solidFill>
              <a:ln w="2103" cap="rnd" cmpd="sng" algn="ctr">
                <a:noFill/>
                <a:prstDash val="solid"/>
                <a:round/>
                <a:headEnd type="none" w="med" len="med"/>
                <a:tailEnd type="none" w="med" len="med"/>
              </a:ln>
              <a:effectLst/>
            </p:spPr>
          </p:sp>
          <p:sp>
            <p:nvSpPr>
              <p:cNvPr id="1000218" name="Density voxel cell">
                <a:extLst>
                  <a:ext uri="{FF2B5EF4-FFF2-40B4-BE49-F238E27FC236}">
                    <a16:creationId xmlns:a16="http://schemas.microsoft.com/office/drawing/2014/main" id="{CE585C7B-8B1C-1E94-E958-8B967F509C4F}"/>
                  </a:ext>
                </a:extLst>
              </p:cNvPr>
              <p:cNvSpPr/>
              <p:nvPr/>
            </p:nvSpPr>
            <p:spPr>
              <a:xfrm>
                <a:off x="1293349" y="3110970"/>
                <a:ext cx="20277" cy="17291"/>
              </a:xfrm>
              <a:prstGeom prst="rect">
                <a:avLst/>
              </a:prstGeom>
              <a:solidFill>
                <a:srgbClr val="E0EDF6"/>
              </a:solidFill>
              <a:ln w="2103" cap="rnd" cmpd="sng" algn="ctr">
                <a:noFill/>
                <a:prstDash val="solid"/>
                <a:round/>
                <a:headEnd type="none" w="med" len="med"/>
                <a:tailEnd type="none" w="med" len="med"/>
              </a:ln>
              <a:effectLst/>
            </p:spPr>
          </p:sp>
          <p:sp>
            <p:nvSpPr>
              <p:cNvPr id="1000219" name="Density voxel cell">
                <a:extLst>
                  <a:ext uri="{FF2B5EF4-FFF2-40B4-BE49-F238E27FC236}">
                    <a16:creationId xmlns:a16="http://schemas.microsoft.com/office/drawing/2014/main" id="{93798593-7063-DF7F-C641-7B10EC8F7F0F}"/>
                  </a:ext>
                </a:extLst>
              </p:cNvPr>
              <p:cNvSpPr/>
              <p:nvPr/>
            </p:nvSpPr>
            <p:spPr>
              <a:xfrm>
                <a:off x="1315926" y="3110970"/>
                <a:ext cx="20277" cy="17291"/>
              </a:xfrm>
              <a:prstGeom prst="rect">
                <a:avLst/>
              </a:prstGeom>
              <a:solidFill>
                <a:srgbClr val="C6DDED"/>
              </a:solidFill>
              <a:ln w="2103" cap="rnd" cmpd="sng" algn="ctr">
                <a:noFill/>
                <a:prstDash val="solid"/>
                <a:round/>
                <a:headEnd type="none" w="med" len="med"/>
                <a:tailEnd type="none" w="med" len="med"/>
              </a:ln>
              <a:effectLst/>
            </p:spPr>
          </p:sp>
          <p:sp>
            <p:nvSpPr>
              <p:cNvPr id="1000220" name="Density voxel cell">
                <a:extLst>
                  <a:ext uri="{FF2B5EF4-FFF2-40B4-BE49-F238E27FC236}">
                    <a16:creationId xmlns:a16="http://schemas.microsoft.com/office/drawing/2014/main" id="{C18DDE61-323C-078C-7437-5840F2873003}"/>
                  </a:ext>
                </a:extLst>
              </p:cNvPr>
              <p:cNvSpPr/>
              <p:nvPr/>
            </p:nvSpPr>
            <p:spPr>
              <a:xfrm>
                <a:off x="1338503" y="3110970"/>
                <a:ext cx="20277" cy="17291"/>
              </a:xfrm>
              <a:prstGeom prst="rect">
                <a:avLst/>
              </a:prstGeom>
              <a:solidFill>
                <a:srgbClr val="BED7EA"/>
              </a:solidFill>
              <a:ln w="2103" cap="rnd" cmpd="sng" algn="ctr">
                <a:noFill/>
                <a:prstDash val="solid"/>
                <a:round/>
                <a:headEnd type="none" w="med" len="med"/>
                <a:tailEnd type="none" w="med" len="med"/>
              </a:ln>
              <a:effectLst/>
            </p:spPr>
          </p:sp>
          <p:sp>
            <p:nvSpPr>
              <p:cNvPr id="1000221" name="Density voxel cell">
                <a:extLst>
                  <a:ext uri="{FF2B5EF4-FFF2-40B4-BE49-F238E27FC236}">
                    <a16:creationId xmlns:a16="http://schemas.microsoft.com/office/drawing/2014/main" id="{B18567B2-487A-BB07-BAFA-7F1794387907}"/>
                  </a:ext>
                </a:extLst>
              </p:cNvPr>
              <p:cNvSpPr/>
              <p:nvPr/>
            </p:nvSpPr>
            <p:spPr>
              <a:xfrm>
                <a:off x="1361080" y="3110970"/>
                <a:ext cx="20277" cy="17291"/>
              </a:xfrm>
              <a:prstGeom prst="rect">
                <a:avLst/>
              </a:prstGeom>
              <a:solidFill>
                <a:srgbClr val="D5E6F2"/>
              </a:solidFill>
              <a:ln w="2103" cap="rnd" cmpd="sng" algn="ctr">
                <a:noFill/>
                <a:prstDash val="solid"/>
                <a:round/>
                <a:headEnd type="none" w="med" len="med"/>
                <a:tailEnd type="none" w="med" len="med"/>
              </a:ln>
              <a:effectLst/>
            </p:spPr>
          </p:sp>
          <p:sp>
            <p:nvSpPr>
              <p:cNvPr id="1000222" name="Density voxel cell">
                <a:extLst>
                  <a:ext uri="{FF2B5EF4-FFF2-40B4-BE49-F238E27FC236}">
                    <a16:creationId xmlns:a16="http://schemas.microsoft.com/office/drawing/2014/main" id="{142B8B72-1B16-36AB-9F7E-B32CA49C5008}"/>
                  </a:ext>
                </a:extLst>
              </p:cNvPr>
              <p:cNvSpPr/>
              <p:nvPr/>
            </p:nvSpPr>
            <p:spPr>
              <a:xfrm>
                <a:off x="1383657" y="3110970"/>
                <a:ext cx="20277" cy="17291"/>
              </a:xfrm>
              <a:prstGeom prst="rect">
                <a:avLst/>
              </a:prstGeom>
              <a:solidFill>
                <a:srgbClr val="EDF5FA"/>
              </a:solidFill>
              <a:ln w="2103" cap="rnd" cmpd="sng" algn="ctr">
                <a:noFill/>
                <a:prstDash val="solid"/>
                <a:round/>
                <a:headEnd type="none" w="med" len="med"/>
                <a:tailEnd type="none" w="med" len="med"/>
              </a:ln>
              <a:effectLst/>
            </p:spPr>
          </p:sp>
          <p:sp>
            <p:nvSpPr>
              <p:cNvPr id="1000223" name="Density voxel cell">
                <a:extLst>
                  <a:ext uri="{FF2B5EF4-FFF2-40B4-BE49-F238E27FC236}">
                    <a16:creationId xmlns:a16="http://schemas.microsoft.com/office/drawing/2014/main" id="{3BA50A9A-5859-1F01-2000-C7DCDB634166}"/>
                  </a:ext>
                </a:extLst>
              </p:cNvPr>
              <p:cNvSpPr/>
              <p:nvPr/>
            </p:nvSpPr>
            <p:spPr>
              <a:xfrm>
                <a:off x="1406234" y="3110970"/>
                <a:ext cx="20277" cy="17291"/>
              </a:xfrm>
              <a:prstGeom prst="rect">
                <a:avLst/>
              </a:prstGeom>
              <a:solidFill>
                <a:srgbClr val="F5FAFD"/>
              </a:solidFill>
              <a:ln w="2103" cap="rnd" cmpd="sng" algn="ctr">
                <a:noFill/>
                <a:prstDash val="solid"/>
                <a:round/>
                <a:headEnd type="none" w="med" len="med"/>
                <a:tailEnd type="none" w="med" len="med"/>
              </a:ln>
              <a:effectLst/>
            </p:spPr>
          </p:sp>
          <p:sp>
            <p:nvSpPr>
              <p:cNvPr id="1000224" name="Density voxel cell">
                <a:extLst>
                  <a:ext uri="{FF2B5EF4-FFF2-40B4-BE49-F238E27FC236}">
                    <a16:creationId xmlns:a16="http://schemas.microsoft.com/office/drawing/2014/main" id="{3DABF6AC-06BD-E58A-7A2A-FDF0395CD9E7}"/>
                  </a:ext>
                </a:extLst>
              </p:cNvPr>
              <p:cNvSpPr/>
              <p:nvPr/>
            </p:nvSpPr>
            <p:spPr>
              <a:xfrm>
                <a:off x="1180465" y="3130560"/>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225" name="Density voxel cell">
                <a:extLst>
                  <a:ext uri="{FF2B5EF4-FFF2-40B4-BE49-F238E27FC236}">
                    <a16:creationId xmlns:a16="http://schemas.microsoft.com/office/drawing/2014/main" id="{F8B6B6FB-6180-790E-CD84-76330513BEE5}"/>
                  </a:ext>
                </a:extLst>
              </p:cNvPr>
              <p:cNvSpPr/>
              <p:nvPr/>
            </p:nvSpPr>
            <p:spPr>
              <a:xfrm>
                <a:off x="1203042" y="3130560"/>
                <a:ext cx="20277" cy="17291"/>
              </a:xfrm>
              <a:prstGeom prst="rect">
                <a:avLst/>
              </a:prstGeom>
              <a:solidFill>
                <a:srgbClr val="F7FBFE"/>
              </a:solidFill>
              <a:ln w="2103" cap="rnd" cmpd="sng" algn="ctr">
                <a:noFill/>
                <a:prstDash val="solid"/>
                <a:round/>
                <a:headEnd type="none" w="med" len="med"/>
                <a:tailEnd type="none" w="med" len="med"/>
              </a:ln>
              <a:effectLst/>
            </p:spPr>
          </p:sp>
          <p:sp>
            <p:nvSpPr>
              <p:cNvPr id="1000226" name="Density voxel cell">
                <a:extLst>
                  <a:ext uri="{FF2B5EF4-FFF2-40B4-BE49-F238E27FC236}">
                    <a16:creationId xmlns:a16="http://schemas.microsoft.com/office/drawing/2014/main" id="{4AB1CBCB-8421-16CC-5CE6-DDD3394C22A5}"/>
                  </a:ext>
                </a:extLst>
              </p:cNvPr>
              <p:cNvSpPr/>
              <p:nvPr/>
            </p:nvSpPr>
            <p:spPr>
              <a:xfrm>
                <a:off x="1225619" y="3130560"/>
                <a:ext cx="20277" cy="17291"/>
              </a:xfrm>
              <a:prstGeom prst="rect">
                <a:avLst/>
              </a:prstGeom>
              <a:solidFill>
                <a:srgbClr val="F6FBFE"/>
              </a:solidFill>
              <a:ln w="2103" cap="rnd" cmpd="sng" algn="ctr">
                <a:noFill/>
                <a:prstDash val="solid"/>
                <a:round/>
                <a:headEnd type="none" w="med" len="med"/>
                <a:tailEnd type="none" w="med" len="med"/>
              </a:ln>
              <a:effectLst/>
            </p:spPr>
          </p:sp>
          <p:sp>
            <p:nvSpPr>
              <p:cNvPr id="1000227" name="Density voxel cell">
                <a:extLst>
                  <a:ext uri="{FF2B5EF4-FFF2-40B4-BE49-F238E27FC236}">
                    <a16:creationId xmlns:a16="http://schemas.microsoft.com/office/drawing/2014/main" id="{30FA14EE-A7A6-EF33-4A93-E13F9BDC4E36}"/>
                  </a:ext>
                </a:extLst>
              </p:cNvPr>
              <p:cNvSpPr/>
              <p:nvPr/>
            </p:nvSpPr>
            <p:spPr>
              <a:xfrm>
                <a:off x="1248195" y="3130560"/>
                <a:ext cx="20277" cy="17291"/>
              </a:xfrm>
              <a:prstGeom prst="rect">
                <a:avLst/>
              </a:prstGeom>
              <a:solidFill>
                <a:srgbClr val="F6FAFE"/>
              </a:solidFill>
              <a:ln w="2103" cap="rnd" cmpd="sng" algn="ctr">
                <a:noFill/>
                <a:prstDash val="solid"/>
                <a:round/>
                <a:headEnd type="none" w="med" len="med"/>
                <a:tailEnd type="none" w="med" len="med"/>
              </a:ln>
              <a:effectLst/>
            </p:spPr>
          </p:sp>
          <p:sp>
            <p:nvSpPr>
              <p:cNvPr id="1000228" name="Density voxel cell">
                <a:extLst>
                  <a:ext uri="{FF2B5EF4-FFF2-40B4-BE49-F238E27FC236}">
                    <a16:creationId xmlns:a16="http://schemas.microsoft.com/office/drawing/2014/main" id="{0C7AA076-20D4-88EC-C60A-BFA3A1D1B415}"/>
                  </a:ext>
                </a:extLst>
              </p:cNvPr>
              <p:cNvSpPr/>
              <p:nvPr/>
            </p:nvSpPr>
            <p:spPr>
              <a:xfrm>
                <a:off x="1270772" y="3130560"/>
                <a:ext cx="20277" cy="17291"/>
              </a:xfrm>
              <a:prstGeom prst="rect">
                <a:avLst/>
              </a:prstGeom>
              <a:solidFill>
                <a:srgbClr val="F5FAFD"/>
              </a:solidFill>
              <a:ln w="2103" cap="rnd" cmpd="sng" algn="ctr">
                <a:noFill/>
                <a:prstDash val="solid"/>
                <a:round/>
                <a:headEnd type="none" w="med" len="med"/>
                <a:tailEnd type="none" w="med" len="med"/>
              </a:ln>
              <a:effectLst/>
            </p:spPr>
          </p:sp>
          <p:sp>
            <p:nvSpPr>
              <p:cNvPr id="1000229" name="Density voxel cell">
                <a:extLst>
                  <a:ext uri="{FF2B5EF4-FFF2-40B4-BE49-F238E27FC236}">
                    <a16:creationId xmlns:a16="http://schemas.microsoft.com/office/drawing/2014/main" id="{43BCA1F4-3B91-2EB4-D53B-C636DD019A0F}"/>
                  </a:ext>
                </a:extLst>
              </p:cNvPr>
              <p:cNvSpPr/>
              <p:nvPr/>
            </p:nvSpPr>
            <p:spPr>
              <a:xfrm>
                <a:off x="1293349" y="3130560"/>
                <a:ext cx="20277" cy="17291"/>
              </a:xfrm>
              <a:prstGeom prst="rect">
                <a:avLst/>
              </a:prstGeom>
              <a:solidFill>
                <a:srgbClr val="F2F8FC"/>
              </a:solidFill>
              <a:ln w="2103" cap="rnd" cmpd="sng" algn="ctr">
                <a:noFill/>
                <a:prstDash val="solid"/>
                <a:round/>
                <a:headEnd type="none" w="med" len="med"/>
                <a:tailEnd type="none" w="med" len="med"/>
              </a:ln>
              <a:effectLst/>
            </p:spPr>
          </p:sp>
          <p:sp>
            <p:nvSpPr>
              <p:cNvPr id="1000230" name="Density voxel cell">
                <a:extLst>
                  <a:ext uri="{FF2B5EF4-FFF2-40B4-BE49-F238E27FC236}">
                    <a16:creationId xmlns:a16="http://schemas.microsoft.com/office/drawing/2014/main" id="{0A0D5374-23F2-4359-1291-FBA20FC8E84B}"/>
                  </a:ext>
                </a:extLst>
              </p:cNvPr>
              <p:cNvSpPr/>
              <p:nvPr/>
            </p:nvSpPr>
            <p:spPr>
              <a:xfrm>
                <a:off x="1315926" y="3130560"/>
                <a:ext cx="20277" cy="17291"/>
              </a:xfrm>
              <a:prstGeom prst="rect">
                <a:avLst/>
              </a:prstGeom>
              <a:solidFill>
                <a:srgbClr val="ECF4FA"/>
              </a:solidFill>
              <a:ln w="2103" cap="rnd" cmpd="sng" algn="ctr">
                <a:noFill/>
                <a:prstDash val="solid"/>
                <a:round/>
                <a:headEnd type="none" w="med" len="med"/>
                <a:tailEnd type="none" w="med" len="med"/>
              </a:ln>
              <a:effectLst/>
            </p:spPr>
          </p:sp>
          <p:sp>
            <p:nvSpPr>
              <p:cNvPr id="1000231" name="Density voxel cell">
                <a:extLst>
                  <a:ext uri="{FF2B5EF4-FFF2-40B4-BE49-F238E27FC236}">
                    <a16:creationId xmlns:a16="http://schemas.microsoft.com/office/drawing/2014/main" id="{B641C85A-3ECC-5C1D-9FD1-B66D49B50E24}"/>
                  </a:ext>
                </a:extLst>
              </p:cNvPr>
              <p:cNvSpPr/>
              <p:nvPr/>
            </p:nvSpPr>
            <p:spPr>
              <a:xfrm>
                <a:off x="1338503" y="3130560"/>
                <a:ext cx="20277" cy="17291"/>
              </a:xfrm>
              <a:prstGeom prst="rect">
                <a:avLst/>
              </a:prstGeom>
              <a:solidFill>
                <a:srgbClr val="EAF3F9"/>
              </a:solidFill>
              <a:ln w="2103" cap="rnd" cmpd="sng" algn="ctr">
                <a:noFill/>
                <a:prstDash val="solid"/>
                <a:round/>
                <a:headEnd type="none" w="med" len="med"/>
                <a:tailEnd type="none" w="med" len="med"/>
              </a:ln>
              <a:effectLst/>
            </p:spPr>
          </p:sp>
          <p:sp>
            <p:nvSpPr>
              <p:cNvPr id="1000232" name="Density voxel cell">
                <a:extLst>
                  <a:ext uri="{FF2B5EF4-FFF2-40B4-BE49-F238E27FC236}">
                    <a16:creationId xmlns:a16="http://schemas.microsoft.com/office/drawing/2014/main" id="{A7BBB10F-D5B8-2F8B-EA8F-5A5C1F73D448}"/>
                  </a:ext>
                </a:extLst>
              </p:cNvPr>
              <p:cNvSpPr/>
              <p:nvPr/>
            </p:nvSpPr>
            <p:spPr>
              <a:xfrm>
                <a:off x="1361080" y="3130560"/>
                <a:ext cx="20277" cy="17291"/>
              </a:xfrm>
              <a:prstGeom prst="rect">
                <a:avLst/>
              </a:prstGeom>
              <a:solidFill>
                <a:srgbClr val="EFF6FB"/>
              </a:solidFill>
              <a:ln w="2103" cap="rnd" cmpd="sng" algn="ctr">
                <a:noFill/>
                <a:prstDash val="solid"/>
                <a:round/>
                <a:headEnd type="none" w="med" len="med"/>
                <a:tailEnd type="none" w="med" len="med"/>
              </a:ln>
              <a:effectLst/>
            </p:spPr>
          </p:sp>
          <p:sp>
            <p:nvSpPr>
              <p:cNvPr id="1000233" name="Density voxel cell">
                <a:extLst>
                  <a:ext uri="{FF2B5EF4-FFF2-40B4-BE49-F238E27FC236}">
                    <a16:creationId xmlns:a16="http://schemas.microsoft.com/office/drawing/2014/main" id="{CE447A1E-B379-A2D2-3A45-2ED310EAA683}"/>
                  </a:ext>
                </a:extLst>
              </p:cNvPr>
              <p:cNvSpPr/>
              <p:nvPr/>
            </p:nvSpPr>
            <p:spPr>
              <a:xfrm>
                <a:off x="1383657" y="3130560"/>
                <a:ext cx="20277" cy="17291"/>
              </a:xfrm>
              <a:prstGeom prst="rect">
                <a:avLst/>
              </a:prstGeom>
              <a:solidFill>
                <a:srgbClr val="F5F9FD"/>
              </a:solidFill>
              <a:ln w="2103" cap="rnd" cmpd="sng" algn="ctr">
                <a:noFill/>
                <a:prstDash val="solid"/>
                <a:round/>
                <a:headEnd type="none" w="med" len="med"/>
                <a:tailEnd type="none" w="med" len="med"/>
              </a:ln>
              <a:effectLst/>
            </p:spPr>
          </p:sp>
          <p:sp>
            <p:nvSpPr>
              <p:cNvPr id="1000234" name="Density voxel cell">
                <a:extLst>
                  <a:ext uri="{FF2B5EF4-FFF2-40B4-BE49-F238E27FC236}">
                    <a16:creationId xmlns:a16="http://schemas.microsoft.com/office/drawing/2014/main" id="{5A83A1C5-86FB-A3AC-79B8-2F8F2E1CDFFB}"/>
                  </a:ext>
                </a:extLst>
              </p:cNvPr>
              <p:cNvSpPr/>
              <p:nvPr/>
            </p:nvSpPr>
            <p:spPr>
              <a:xfrm>
                <a:off x="1406234" y="3130560"/>
                <a:ext cx="20277" cy="17291"/>
              </a:xfrm>
              <a:prstGeom prst="rect">
                <a:avLst/>
              </a:prstGeom>
              <a:solidFill>
                <a:srgbClr val="F7FBFE"/>
              </a:solidFill>
              <a:ln w="2103" cap="rnd" cmpd="sng" algn="ctr">
                <a:noFill/>
                <a:prstDash val="solid"/>
                <a:round/>
                <a:headEnd type="none" w="med" len="med"/>
                <a:tailEnd type="none" w="med" len="med"/>
              </a:ln>
              <a:effectLst/>
            </p:spPr>
          </p:sp>
          <p:cxnSp>
            <p:nvCxnSpPr>
              <p:cNvPr id="1000235" name="path_2494">
                <a:extLst>
                  <a:ext uri="{FF2B5EF4-FFF2-40B4-BE49-F238E27FC236}">
                    <a16:creationId xmlns:a16="http://schemas.microsoft.com/office/drawing/2014/main" id="{CC15D268-8B96-E18D-4361-1B18A0D3BD7D}"/>
                  </a:ext>
                </a:extLst>
              </p:cNvPr>
              <p:cNvCxnSpPr/>
              <p:nvPr/>
            </p:nvCxnSpPr>
            <p:spPr>
              <a:xfrm>
                <a:off x="1179315" y="2933505"/>
                <a:ext cx="248346" cy="0"/>
              </a:xfrm>
              <a:prstGeom prst="line">
                <a:avLst/>
              </a:prstGeom>
              <a:noFill/>
              <a:ln w="1202" cap="rnd" cmpd="sng" algn="ctr">
                <a:solidFill>
                  <a:srgbClr val="367FB7"/>
                </a:solidFill>
                <a:prstDash val="solid"/>
                <a:round/>
                <a:headEnd type="none" w="med" len="med"/>
                <a:tailEnd type="none" w="med" len="med"/>
              </a:ln>
              <a:effectLst/>
            </p:spPr>
          </p:cxnSp>
          <p:cxnSp>
            <p:nvCxnSpPr>
              <p:cNvPr id="1000236" name="path_2495">
                <a:extLst>
                  <a:ext uri="{FF2B5EF4-FFF2-40B4-BE49-F238E27FC236}">
                    <a16:creationId xmlns:a16="http://schemas.microsoft.com/office/drawing/2014/main" id="{F3606633-13AA-1472-2EBE-2C218BD78BF0}"/>
                  </a:ext>
                </a:extLst>
              </p:cNvPr>
              <p:cNvCxnSpPr/>
              <p:nvPr/>
            </p:nvCxnSpPr>
            <p:spPr>
              <a:xfrm>
                <a:off x="1427661" y="2933505"/>
                <a:ext cx="0" cy="215496"/>
              </a:xfrm>
              <a:prstGeom prst="line">
                <a:avLst/>
              </a:prstGeom>
              <a:noFill/>
              <a:ln w="1202" cap="rnd" cmpd="sng" algn="ctr">
                <a:solidFill>
                  <a:srgbClr val="367FB7"/>
                </a:solidFill>
                <a:prstDash val="solid"/>
                <a:round/>
                <a:headEnd type="none" w="med" len="med"/>
                <a:tailEnd type="none" w="med" len="med"/>
              </a:ln>
              <a:effectLst/>
            </p:spPr>
          </p:cxnSp>
        </p:grpSp>
        <p:grpSp>
          <p:nvGrpSpPr>
            <p:cNvPr id="1000237" name="Match | compact U-Net operator">
              <a:extLst>
                <a:ext uri="{FF2B5EF4-FFF2-40B4-BE49-F238E27FC236}">
                  <a16:creationId xmlns:a16="http://schemas.microsoft.com/office/drawing/2014/main" id="{38EA4CC9-9B34-2C4D-DF03-B77096AD31B7}"/>
                </a:ext>
              </a:extLst>
            </p:cNvPr>
            <p:cNvGrpSpPr/>
            <p:nvPr/>
          </p:nvGrpSpPr>
          <p:grpSpPr>
            <a:xfrm>
              <a:off x="2711975" y="2144070"/>
              <a:ext cx="212538" cy="143036"/>
              <a:chOff x="1680559" y="2920365"/>
              <a:chExt cx="333146" cy="216810"/>
            </a:xfrm>
          </p:grpSpPr>
          <p:sp>
            <p:nvSpPr>
              <p:cNvPr id="1000238" name="rect_2499">
                <a:extLst>
                  <a:ext uri="{FF2B5EF4-FFF2-40B4-BE49-F238E27FC236}">
                    <a16:creationId xmlns:a16="http://schemas.microsoft.com/office/drawing/2014/main" id="{8696906A-829C-29C1-623E-A88A9DB8C889}"/>
                  </a:ext>
                </a:extLst>
              </p:cNvPr>
              <p:cNvSpPr/>
              <p:nvPr/>
            </p:nvSpPr>
            <p:spPr>
              <a:xfrm>
                <a:off x="1757475" y="2920365"/>
                <a:ext cx="256230" cy="183960"/>
              </a:xfrm>
              <a:prstGeom prst="roundRect">
                <a:avLst>
                  <a:gd name="adj" fmla="val 5357"/>
                </a:avLst>
              </a:prstGeom>
              <a:solidFill>
                <a:srgbClr val="E3EFF7"/>
              </a:solidFill>
              <a:ln w="1953" cap="rnd" cmpd="sng" algn="ctr">
                <a:solidFill>
                  <a:srgbClr val="367FB7"/>
                </a:solidFill>
                <a:prstDash val="solid"/>
                <a:round/>
                <a:headEnd type="none" w="med" len="med"/>
                <a:tailEnd type="none" w="med" len="med"/>
              </a:ln>
              <a:effectLst/>
            </p:spPr>
          </p:sp>
          <p:sp>
            <p:nvSpPr>
              <p:cNvPr id="1000239" name="rect_2500">
                <a:extLst>
                  <a:ext uri="{FF2B5EF4-FFF2-40B4-BE49-F238E27FC236}">
                    <a16:creationId xmlns:a16="http://schemas.microsoft.com/office/drawing/2014/main" id="{178976DA-8483-4E84-F071-4E599FA710A9}"/>
                  </a:ext>
                </a:extLst>
              </p:cNvPr>
              <p:cNvSpPr/>
              <p:nvPr/>
            </p:nvSpPr>
            <p:spPr>
              <a:xfrm>
                <a:off x="1731195" y="2936790"/>
                <a:ext cx="256230" cy="183960"/>
              </a:xfrm>
              <a:prstGeom prst="roundRect">
                <a:avLst>
                  <a:gd name="adj" fmla="val 5357"/>
                </a:avLst>
              </a:prstGeom>
              <a:solidFill>
                <a:srgbClr val="E3EFF7"/>
              </a:solidFill>
              <a:ln w="1953" cap="rnd" cmpd="sng" algn="ctr">
                <a:solidFill>
                  <a:srgbClr val="367FB7"/>
                </a:solidFill>
                <a:prstDash val="solid"/>
                <a:round/>
                <a:headEnd type="none" w="med" len="med"/>
                <a:tailEnd type="none" w="med" len="med"/>
              </a:ln>
              <a:effectLst/>
            </p:spPr>
          </p:sp>
          <p:sp>
            <p:nvSpPr>
              <p:cNvPr id="1000240" name="rect_2501">
                <a:extLst>
                  <a:ext uri="{FF2B5EF4-FFF2-40B4-BE49-F238E27FC236}">
                    <a16:creationId xmlns:a16="http://schemas.microsoft.com/office/drawing/2014/main" id="{F899B1D4-D3CB-1BAE-79E5-632A5D4A9CAA}"/>
                  </a:ext>
                </a:extLst>
              </p:cNvPr>
              <p:cNvSpPr/>
              <p:nvPr/>
            </p:nvSpPr>
            <p:spPr>
              <a:xfrm>
                <a:off x="1704915" y="2953215"/>
                <a:ext cx="256230" cy="183960"/>
              </a:xfrm>
              <a:prstGeom prst="roundRect">
                <a:avLst>
                  <a:gd name="adj" fmla="val 5357"/>
                </a:avLst>
              </a:prstGeom>
              <a:solidFill>
                <a:srgbClr val="E3EFF7"/>
              </a:solidFill>
              <a:ln w="1953" cap="rnd" cmpd="sng" algn="ctr">
                <a:solidFill>
                  <a:srgbClr val="367FB7"/>
                </a:solidFill>
                <a:prstDash val="solid"/>
                <a:round/>
                <a:headEnd type="none" w="med" len="med"/>
                <a:tailEnd type="none" w="med" len="med"/>
              </a:ln>
              <a:effectLst/>
            </p:spPr>
          </p:sp>
          <p:sp>
            <p:nvSpPr>
              <p:cNvPr id="1000241" name="Text | U-Net">
                <a:extLst>
                  <a:ext uri="{FF2B5EF4-FFF2-40B4-BE49-F238E27FC236}">
                    <a16:creationId xmlns:a16="http://schemas.microsoft.com/office/drawing/2014/main" id="{9C03F62F-4711-1BEF-3F4D-D96E06B75B99}"/>
                  </a:ext>
                </a:extLst>
              </p:cNvPr>
              <p:cNvSpPr txBox="1"/>
              <p:nvPr/>
            </p:nvSpPr>
            <p:spPr>
              <a:xfrm>
                <a:off x="1680559" y="2989350"/>
                <a:ext cx="304942" cy="121282"/>
              </a:xfrm>
              <a:prstGeom prst="rect">
                <a:avLst/>
              </a:prstGeom>
              <a:noFill/>
              <a:ln>
                <a:noFill/>
              </a:ln>
              <a:effectLst/>
            </p:spPr>
            <p:txBody>
              <a:bodyPr vertOverflow="overflow" horzOverflow="overflow" wrap="none" lIns="0" tIns="0" rIns="0" bIns="0" anchor="t" anchorCtr="0">
                <a:noAutofit/>
              </a:bodyPr>
              <a:lstStyle/>
              <a:p>
                <a:pPr marL="0" marR="0" indent="0" algn="ctr">
                  <a:spcBef>
                    <a:spcPts val="0"/>
                  </a:spcBef>
                  <a:spcAft>
                    <a:spcPts val="0"/>
                  </a:spcAft>
                  <a:buNone/>
                </a:pPr>
                <a:r>
                  <a:rPr lang="en-US" sz="400" b="1" i="0" baseline="0" dirty="0">
                    <a:solidFill>
                      <a:srgbClr val="367FB7"/>
                    </a:solidFill>
                    <a:latin typeface="Arial"/>
                    <a:ea typeface="Arial"/>
                    <a:cs typeface="Arial"/>
                  </a:rPr>
                  <a:t>U-Net</a:t>
                </a:r>
                <a:endParaRPr lang="en-US" sz="400"/>
              </a:p>
            </p:txBody>
          </p:sp>
        </p:grpSp>
        <p:grpSp>
          <p:nvGrpSpPr>
            <p:cNvPr id="1000242" name="Base voxel summary h_j^vox">
              <a:extLst>
                <a:ext uri="{FF2B5EF4-FFF2-40B4-BE49-F238E27FC236}">
                  <a16:creationId xmlns:a16="http://schemas.microsoft.com/office/drawing/2014/main" id="{4DB8C352-67D6-AA5E-BCCA-4EC084A01FF8}"/>
                </a:ext>
              </a:extLst>
            </p:cNvPr>
            <p:cNvGrpSpPr/>
            <p:nvPr/>
          </p:nvGrpSpPr>
          <p:grpSpPr>
            <a:xfrm>
              <a:off x="3212665" y="2191067"/>
              <a:ext cx="269760" cy="51084"/>
              <a:chOff x="2375055" y="3012345"/>
              <a:chExt cx="400770" cy="78840"/>
            </a:xfrm>
          </p:grpSpPr>
          <p:sp>
            <p:nvSpPr>
              <p:cNvPr id="1000243" name="feature_1">
                <a:extLst>
                  <a:ext uri="{FF2B5EF4-FFF2-40B4-BE49-F238E27FC236}">
                    <a16:creationId xmlns:a16="http://schemas.microsoft.com/office/drawing/2014/main" id="{8C3BAF94-5476-7015-4D8F-C05ACB0EAA11}"/>
                  </a:ext>
                </a:extLst>
              </p:cNvPr>
              <p:cNvSpPr/>
              <p:nvPr/>
            </p:nvSpPr>
            <p:spPr>
              <a:xfrm>
                <a:off x="2375055" y="3012345"/>
                <a:ext cx="54437" cy="78840"/>
              </a:xfrm>
              <a:prstGeom prst="rect">
                <a:avLst/>
              </a:prstGeom>
              <a:solidFill>
                <a:srgbClr val="367FB7"/>
              </a:solidFill>
              <a:ln w="2103" cap="rnd" cmpd="sng" algn="ctr">
                <a:noFill/>
                <a:prstDash val="solid"/>
                <a:round/>
                <a:headEnd type="none" w="med" len="med"/>
                <a:tailEnd type="none" w="med" len="med"/>
              </a:ln>
              <a:effectLst/>
            </p:spPr>
          </p:sp>
          <p:sp>
            <p:nvSpPr>
              <p:cNvPr id="1000244" name="feature_2">
                <a:extLst>
                  <a:ext uri="{FF2B5EF4-FFF2-40B4-BE49-F238E27FC236}">
                    <a16:creationId xmlns:a16="http://schemas.microsoft.com/office/drawing/2014/main" id="{9B1B5C0A-8A63-053E-04FB-499FD26B1EBF}"/>
                  </a:ext>
                </a:extLst>
              </p:cNvPr>
              <p:cNvSpPr/>
              <p:nvPr/>
            </p:nvSpPr>
            <p:spPr>
              <a:xfrm>
                <a:off x="2432777" y="3012345"/>
                <a:ext cx="54437" cy="78840"/>
              </a:xfrm>
              <a:prstGeom prst="rect">
                <a:avLst/>
              </a:prstGeom>
              <a:solidFill>
                <a:srgbClr val="7EAED0"/>
              </a:solidFill>
              <a:ln w="2103" cap="rnd" cmpd="sng" algn="ctr">
                <a:noFill/>
                <a:prstDash val="solid"/>
                <a:round/>
                <a:headEnd type="none" w="med" len="med"/>
                <a:tailEnd type="none" w="med" len="med"/>
              </a:ln>
              <a:effectLst/>
            </p:spPr>
          </p:sp>
          <p:sp>
            <p:nvSpPr>
              <p:cNvPr id="1000245" name="feature_3">
                <a:extLst>
                  <a:ext uri="{FF2B5EF4-FFF2-40B4-BE49-F238E27FC236}">
                    <a16:creationId xmlns:a16="http://schemas.microsoft.com/office/drawing/2014/main" id="{68396038-D9A1-E2A4-282E-7207E5B89F07}"/>
                  </a:ext>
                </a:extLst>
              </p:cNvPr>
              <p:cNvSpPr/>
              <p:nvPr/>
            </p:nvSpPr>
            <p:spPr>
              <a:xfrm>
                <a:off x="2490499" y="3012345"/>
                <a:ext cx="54437" cy="78840"/>
              </a:xfrm>
              <a:prstGeom prst="rect">
                <a:avLst/>
              </a:prstGeom>
              <a:solidFill>
                <a:srgbClr val="BCD8E7"/>
              </a:solidFill>
              <a:ln w="2103" cap="rnd" cmpd="sng" algn="ctr">
                <a:noFill/>
                <a:prstDash val="solid"/>
                <a:round/>
                <a:headEnd type="none" w="med" len="med"/>
                <a:tailEnd type="none" w="med" len="med"/>
              </a:ln>
              <a:effectLst/>
            </p:spPr>
          </p:sp>
          <p:sp>
            <p:nvSpPr>
              <p:cNvPr id="1000246" name="feature_4">
                <a:extLst>
                  <a:ext uri="{FF2B5EF4-FFF2-40B4-BE49-F238E27FC236}">
                    <a16:creationId xmlns:a16="http://schemas.microsoft.com/office/drawing/2014/main" id="{A81282BF-4FA1-B1FE-A1B8-04BA5BAE240A}"/>
                  </a:ext>
                </a:extLst>
              </p:cNvPr>
              <p:cNvSpPr/>
              <p:nvPr/>
            </p:nvSpPr>
            <p:spPr>
              <a:xfrm>
                <a:off x="2548221" y="3012345"/>
                <a:ext cx="54437" cy="78840"/>
              </a:xfrm>
              <a:prstGeom prst="rect">
                <a:avLst/>
              </a:prstGeom>
              <a:solidFill>
                <a:srgbClr val="88C3B4"/>
              </a:solidFill>
              <a:ln w="2103" cap="rnd" cmpd="sng" algn="ctr">
                <a:noFill/>
                <a:prstDash val="solid"/>
                <a:round/>
                <a:headEnd type="none" w="med" len="med"/>
                <a:tailEnd type="none" w="med" len="med"/>
              </a:ln>
              <a:effectLst/>
            </p:spPr>
          </p:sp>
          <p:sp>
            <p:nvSpPr>
              <p:cNvPr id="1000247" name="feature_5">
                <a:extLst>
                  <a:ext uri="{FF2B5EF4-FFF2-40B4-BE49-F238E27FC236}">
                    <a16:creationId xmlns:a16="http://schemas.microsoft.com/office/drawing/2014/main" id="{4BFB5D2C-641F-FDA7-9744-5718A91C6402}"/>
                  </a:ext>
                </a:extLst>
              </p:cNvPr>
              <p:cNvSpPr/>
              <p:nvPr/>
            </p:nvSpPr>
            <p:spPr>
              <a:xfrm>
                <a:off x="2605944" y="3012345"/>
                <a:ext cx="54437" cy="78840"/>
              </a:xfrm>
              <a:prstGeom prst="rect">
                <a:avLst/>
              </a:prstGeom>
              <a:solidFill>
                <a:srgbClr val="238777"/>
              </a:solidFill>
              <a:ln w="2103" cap="rnd" cmpd="sng" algn="ctr">
                <a:noFill/>
                <a:prstDash val="solid"/>
                <a:round/>
                <a:headEnd type="none" w="med" len="med"/>
                <a:tailEnd type="none" w="med" len="med"/>
              </a:ln>
              <a:effectLst/>
            </p:spPr>
          </p:sp>
          <p:sp>
            <p:nvSpPr>
              <p:cNvPr id="1000248" name="feature_6">
                <a:extLst>
                  <a:ext uri="{FF2B5EF4-FFF2-40B4-BE49-F238E27FC236}">
                    <a16:creationId xmlns:a16="http://schemas.microsoft.com/office/drawing/2014/main" id="{4A2E77B2-24C1-F8A0-4379-E5E7E1B4B2F1}"/>
                  </a:ext>
                </a:extLst>
              </p:cNvPr>
              <p:cNvSpPr/>
              <p:nvPr/>
            </p:nvSpPr>
            <p:spPr>
              <a:xfrm>
                <a:off x="2663666" y="3012345"/>
                <a:ext cx="54437" cy="78840"/>
              </a:xfrm>
              <a:prstGeom prst="rect">
                <a:avLst/>
              </a:prstGeom>
              <a:solidFill>
                <a:srgbClr val="B1A4CC"/>
              </a:solidFill>
              <a:ln w="2103" cap="rnd" cmpd="sng" algn="ctr">
                <a:noFill/>
                <a:prstDash val="solid"/>
                <a:round/>
                <a:headEnd type="none" w="med" len="med"/>
                <a:tailEnd type="none" w="med" len="med"/>
              </a:ln>
              <a:effectLst/>
            </p:spPr>
          </p:sp>
          <p:sp>
            <p:nvSpPr>
              <p:cNvPr id="1000249" name="feature_7">
                <a:extLst>
                  <a:ext uri="{FF2B5EF4-FFF2-40B4-BE49-F238E27FC236}">
                    <a16:creationId xmlns:a16="http://schemas.microsoft.com/office/drawing/2014/main" id="{F9563C82-2890-212A-1E71-D2ECB469B578}"/>
                  </a:ext>
                </a:extLst>
              </p:cNvPr>
              <p:cNvSpPr/>
              <p:nvPr/>
            </p:nvSpPr>
            <p:spPr>
              <a:xfrm>
                <a:off x="2721388" y="3012345"/>
                <a:ext cx="54437" cy="78840"/>
              </a:xfrm>
              <a:prstGeom prst="rect">
                <a:avLst/>
              </a:prstGeom>
              <a:solidFill>
                <a:srgbClr val="D4CBE6"/>
              </a:solidFill>
              <a:ln w="2103" cap="rnd" cmpd="sng" algn="ctr">
                <a:noFill/>
                <a:prstDash val="solid"/>
                <a:round/>
                <a:headEnd type="none" w="med" len="med"/>
                <a:tailEnd type="none" w="med" len="med"/>
              </a:ln>
              <a:effectLst/>
            </p:spPr>
          </p:sp>
        </p:grpSp>
        <p:grpSp>
          <p:nvGrpSpPr>
            <p:cNvPr id="1000250" name="Local receptor pocket | atom environment">
              <a:extLst>
                <a:ext uri="{FF2B5EF4-FFF2-40B4-BE49-F238E27FC236}">
                  <a16:creationId xmlns:a16="http://schemas.microsoft.com/office/drawing/2014/main" id="{EF4CAEC7-1A92-ED2D-B836-B3825BBCFDC9}"/>
                </a:ext>
              </a:extLst>
            </p:cNvPr>
            <p:cNvGrpSpPr/>
            <p:nvPr/>
          </p:nvGrpSpPr>
          <p:grpSpPr>
            <a:xfrm>
              <a:off x="2340034" y="2577264"/>
              <a:ext cx="179840" cy="136906"/>
              <a:chOff x="1295748" y="3525328"/>
              <a:chExt cx="304113" cy="219890"/>
            </a:xfrm>
          </p:grpSpPr>
          <p:sp>
            <p:nvSpPr>
              <p:cNvPr id="1000251" name="ellipse_2517">
                <a:extLst>
                  <a:ext uri="{FF2B5EF4-FFF2-40B4-BE49-F238E27FC236}">
                    <a16:creationId xmlns:a16="http://schemas.microsoft.com/office/drawing/2014/main" id="{286F9EEA-8571-2F1A-79F0-0388BE4ABE7B}"/>
                  </a:ext>
                </a:extLst>
              </p:cNvPr>
              <p:cNvSpPr/>
              <p:nvPr/>
            </p:nvSpPr>
            <p:spPr>
              <a:xfrm>
                <a:off x="1343499" y="3569364"/>
                <a:ext cx="20494" cy="20494"/>
              </a:xfrm>
              <a:prstGeom prst="ellipse">
                <a:avLst/>
              </a:prstGeom>
              <a:gradFill flip="none" rotWithShape="1">
                <a:gsLst>
                  <a:gs pos="0">
                    <a:srgbClr val="F4F6F8"/>
                  </a:gs>
                  <a:gs pos="43000">
                    <a:srgbClr val="CCD5DC"/>
                  </a:gs>
                  <a:gs pos="100000">
                    <a:srgbClr val="A2AFBA"/>
                  </a:gs>
                </a:gsLst>
                <a:lin ang="2700000" scaled="1"/>
                <a:tileRect/>
              </a:gradFill>
              <a:ln w="826" cap="rnd" cmpd="sng" algn="ctr">
                <a:noFill/>
                <a:prstDash val="solid"/>
                <a:round/>
                <a:headEnd type="none" w="med" len="med"/>
                <a:tailEnd type="none" w="med" len="med"/>
              </a:ln>
              <a:effectLst/>
            </p:spPr>
          </p:sp>
          <p:sp>
            <p:nvSpPr>
              <p:cNvPr id="1000252" name="ellipse_2518">
                <a:extLst>
                  <a:ext uri="{FF2B5EF4-FFF2-40B4-BE49-F238E27FC236}">
                    <a16:creationId xmlns:a16="http://schemas.microsoft.com/office/drawing/2014/main" id="{DDF3ED82-957E-3475-41A4-A7A1C1D57421}"/>
                  </a:ext>
                </a:extLst>
              </p:cNvPr>
              <p:cNvSpPr/>
              <p:nvPr/>
            </p:nvSpPr>
            <p:spPr>
              <a:xfrm>
                <a:off x="1296724" y="3594466"/>
                <a:ext cx="19197" cy="19197"/>
              </a:xfrm>
              <a:prstGeom prst="ellipse">
                <a:avLst/>
              </a:prstGeom>
              <a:gradFill flip="none" rotWithShape="1">
                <a:gsLst>
                  <a:gs pos="0">
                    <a:srgbClr val="F4F6F8"/>
                  </a:gs>
                  <a:gs pos="43000">
                    <a:srgbClr val="CCD5DC"/>
                  </a:gs>
                  <a:gs pos="100000">
                    <a:srgbClr val="A2AFBA"/>
                  </a:gs>
                </a:gsLst>
                <a:lin ang="2700000" scaled="1"/>
                <a:tileRect/>
              </a:gradFill>
              <a:ln w="826" cap="rnd" cmpd="sng" algn="ctr">
                <a:noFill/>
                <a:prstDash val="solid"/>
                <a:round/>
                <a:headEnd type="none" w="med" len="med"/>
                <a:tailEnd type="none" w="med" len="med"/>
              </a:ln>
              <a:effectLst/>
            </p:spPr>
          </p:sp>
          <p:sp>
            <p:nvSpPr>
              <p:cNvPr id="1000253" name="ellipse_2519">
                <a:extLst>
                  <a:ext uri="{FF2B5EF4-FFF2-40B4-BE49-F238E27FC236}">
                    <a16:creationId xmlns:a16="http://schemas.microsoft.com/office/drawing/2014/main" id="{47164868-245A-0328-5405-8C61CACBC5F7}"/>
                  </a:ext>
                </a:extLst>
              </p:cNvPr>
              <p:cNvSpPr/>
              <p:nvPr/>
            </p:nvSpPr>
            <p:spPr>
              <a:xfrm>
                <a:off x="1438834" y="3720705"/>
                <a:ext cx="24513" cy="24513"/>
              </a:xfrm>
              <a:prstGeom prst="ellipse">
                <a:avLst/>
              </a:prstGeom>
              <a:gradFill flip="none" rotWithShape="1">
                <a:gsLst>
                  <a:gs pos="0">
                    <a:srgbClr val="F6F7F9"/>
                  </a:gs>
                  <a:gs pos="43000">
                    <a:srgbClr val="D2DAE1"/>
                  </a:gs>
                  <a:gs pos="100000">
                    <a:srgbClr val="AAB6C0"/>
                  </a:gs>
                </a:gsLst>
                <a:lin ang="2700000" scaled="1"/>
                <a:tileRect/>
              </a:gradFill>
              <a:ln w="826" cap="rnd" cmpd="sng" algn="ctr">
                <a:noFill/>
                <a:prstDash val="solid"/>
                <a:round/>
                <a:headEnd type="none" w="med" len="med"/>
                <a:tailEnd type="none" w="med" len="med"/>
              </a:ln>
              <a:effectLst/>
            </p:spPr>
          </p:sp>
          <p:sp>
            <p:nvSpPr>
              <p:cNvPr id="1000254" name="ellipse_2520">
                <a:extLst>
                  <a:ext uri="{FF2B5EF4-FFF2-40B4-BE49-F238E27FC236}">
                    <a16:creationId xmlns:a16="http://schemas.microsoft.com/office/drawing/2014/main" id="{C3C2841F-AABA-61AB-DA9B-54A09A92B5A2}"/>
                  </a:ext>
                </a:extLst>
              </p:cNvPr>
              <p:cNvSpPr/>
              <p:nvPr/>
            </p:nvSpPr>
            <p:spPr>
              <a:xfrm>
                <a:off x="1501618" y="3664422"/>
                <a:ext cx="25439" cy="25439"/>
              </a:xfrm>
              <a:prstGeom prst="ellipse">
                <a:avLst/>
              </a:prstGeom>
              <a:gradFill flip="none" rotWithShape="1">
                <a:gsLst>
                  <a:gs pos="0">
                    <a:srgbClr val="F4F6F8"/>
                  </a:gs>
                  <a:gs pos="43000">
                    <a:srgbClr val="CDD5DC"/>
                  </a:gs>
                  <a:gs pos="100000">
                    <a:srgbClr val="A3B0BB"/>
                  </a:gs>
                </a:gsLst>
                <a:lin ang="2700000" scaled="1"/>
                <a:tileRect/>
              </a:gradFill>
              <a:ln w="826" cap="rnd" cmpd="sng" algn="ctr">
                <a:noFill/>
                <a:prstDash val="solid"/>
                <a:round/>
                <a:headEnd type="none" w="med" len="med"/>
                <a:tailEnd type="none" w="med" len="med"/>
              </a:ln>
              <a:effectLst/>
            </p:spPr>
          </p:sp>
          <p:sp>
            <p:nvSpPr>
              <p:cNvPr id="1000255" name="ellipse_2521">
                <a:extLst>
                  <a:ext uri="{FF2B5EF4-FFF2-40B4-BE49-F238E27FC236}">
                    <a16:creationId xmlns:a16="http://schemas.microsoft.com/office/drawing/2014/main" id="{15101CB7-7C88-E28C-C9EC-B634666A41B3}"/>
                  </a:ext>
                </a:extLst>
              </p:cNvPr>
              <p:cNvSpPr/>
              <p:nvPr/>
            </p:nvSpPr>
            <p:spPr>
              <a:xfrm>
                <a:off x="1321281" y="3628338"/>
                <a:ext cx="23115" cy="23115"/>
              </a:xfrm>
              <a:prstGeom prst="ellipse">
                <a:avLst/>
              </a:prstGeom>
              <a:gradFill flip="none" rotWithShape="1">
                <a:gsLst>
                  <a:gs pos="0">
                    <a:srgbClr val="F4F6F8"/>
                  </a:gs>
                  <a:gs pos="43000">
                    <a:srgbClr val="CDD5DC"/>
                  </a:gs>
                  <a:gs pos="100000">
                    <a:srgbClr val="A3B0BB"/>
                  </a:gs>
                </a:gsLst>
                <a:lin ang="2700000" scaled="1"/>
                <a:tileRect/>
              </a:gradFill>
              <a:ln w="826" cap="rnd" cmpd="sng" algn="ctr">
                <a:noFill/>
                <a:prstDash val="solid"/>
                <a:round/>
                <a:headEnd type="none" w="med" len="med"/>
                <a:tailEnd type="none" w="med" len="med"/>
              </a:ln>
              <a:effectLst/>
            </p:spPr>
          </p:sp>
          <p:sp>
            <p:nvSpPr>
              <p:cNvPr id="1000256" name="ellipse_2522">
                <a:extLst>
                  <a:ext uri="{FF2B5EF4-FFF2-40B4-BE49-F238E27FC236}">
                    <a16:creationId xmlns:a16="http://schemas.microsoft.com/office/drawing/2014/main" id="{8EF00CDB-50A0-2ABD-6211-A36D467658A9}"/>
                  </a:ext>
                </a:extLst>
              </p:cNvPr>
              <p:cNvSpPr/>
              <p:nvPr/>
            </p:nvSpPr>
            <p:spPr>
              <a:xfrm>
                <a:off x="1295748" y="3626085"/>
                <a:ext cx="19345" cy="19345"/>
              </a:xfrm>
              <a:prstGeom prst="ellipse">
                <a:avLst/>
              </a:prstGeom>
              <a:gradFill flip="none" rotWithShape="1">
                <a:gsLst>
                  <a:gs pos="0">
                    <a:srgbClr val="F7F8F9"/>
                  </a:gs>
                  <a:gs pos="43000">
                    <a:srgbClr val="D7DEE4"/>
                  </a:gs>
                  <a:gs pos="100000">
                    <a:srgbClr val="AFBAC3"/>
                  </a:gs>
                </a:gsLst>
                <a:lin ang="2700000" scaled="1"/>
                <a:tileRect/>
              </a:gradFill>
              <a:ln w="826" cap="rnd" cmpd="sng" algn="ctr">
                <a:noFill/>
                <a:prstDash val="solid"/>
                <a:round/>
                <a:headEnd type="none" w="med" len="med"/>
                <a:tailEnd type="none" w="med" len="med"/>
              </a:ln>
              <a:effectLst/>
            </p:spPr>
          </p:sp>
          <p:sp>
            <p:nvSpPr>
              <p:cNvPr id="1000257" name="ellipse_2523">
                <a:extLst>
                  <a:ext uri="{FF2B5EF4-FFF2-40B4-BE49-F238E27FC236}">
                    <a16:creationId xmlns:a16="http://schemas.microsoft.com/office/drawing/2014/main" id="{CE2C5E31-BA69-4BE5-5B34-C36BD84BF64F}"/>
                  </a:ext>
                </a:extLst>
              </p:cNvPr>
              <p:cNvSpPr/>
              <p:nvPr/>
            </p:nvSpPr>
            <p:spPr>
              <a:xfrm>
                <a:off x="1338176" y="3604570"/>
                <a:ext cx="23202" cy="23202"/>
              </a:xfrm>
              <a:prstGeom prst="ellipse">
                <a:avLst/>
              </a:prstGeom>
              <a:gradFill flip="none" rotWithShape="1">
                <a:gsLst>
                  <a:gs pos="0">
                    <a:srgbClr val="F5F7F8"/>
                  </a:gs>
                  <a:gs pos="43000">
                    <a:srgbClr val="CFD7DF"/>
                  </a:gs>
                  <a:gs pos="100000">
                    <a:srgbClr val="A6B3BD"/>
                  </a:gs>
                </a:gsLst>
                <a:lin ang="2700000" scaled="1"/>
                <a:tileRect/>
              </a:gradFill>
              <a:ln w="826" cap="rnd" cmpd="sng" algn="ctr">
                <a:noFill/>
                <a:prstDash val="solid"/>
                <a:round/>
                <a:headEnd type="none" w="med" len="med"/>
                <a:tailEnd type="none" w="med" len="med"/>
              </a:ln>
              <a:effectLst/>
            </p:spPr>
          </p:sp>
          <p:sp>
            <p:nvSpPr>
              <p:cNvPr id="1000258" name="ellipse_2524">
                <a:extLst>
                  <a:ext uri="{FF2B5EF4-FFF2-40B4-BE49-F238E27FC236}">
                    <a16:creationId xmlns:a16="http://schemas.microsoft.com/office/drawing/2014/main" id="{5FB135F4-2FFC-B632-EDCC-71FF116A572D}"/>
                  </a:ext>
                </a:extLst>
              </p:cNvPr>
              <p:cNvSpPr/>
              <p:nvPr/>
            </p:nvSpPr>
            <p:spPr>
              <a:xfrm>
                <a:off x="1349937" y="3578135"/>
                <a:ext cx="25593" cy="25593"/>
              </a:xfrm>
              <a:prstGeom prst="ellipse">
                <a:avLst/>
              </a:prstGeom>
              <a:gradFill flip="none" rotWithShape="1">
                <a:gsLst>
                  <a:gs pos="0">
                    <a:srgbClr val="F5F7F8"/>
                  </a:gs>
                  <a:gs pos="43000">
                    <a:srgbClr val="D0D8DF"/>
                  </a:gs>
                  <a:gs pos="100000">
                    <a:srgbClr val="A7B3BD"/>
                  </a:gs>
                </a:gsLst>
                <a:lin ang="2700000" scaled="1"/>
                <a:tileRect/>
              </a:gradFill>
              <a:ln w="826" cap="rnd" cmpd="sng" algn="ctr">
                <a:noFill/>
                <a:prstDash val="solid"/>
                <a:round/>
                <a:headEnd type="none" w="med" len="med"/>
                <a:tailEnd type="none" w="med" len="med"/>
              </a:ln>
              <a:effectLst/>
            </p:spPr>
          </p:sp>
          <p:sp>
            <p:nvSpPr>
              <p:cNvPr id="1000259" name="ellipse_2525">
                <a:extLst>
                  <a:ext uri="{FF2B5EF4-FFF2-40B4-BE49-F238E27FC236}">
                    <a16:creationId xmlns:a16="http://schemas.microsoft.com/office/drawing/2014/main" id="{2BF3BB11-93D4-1836-8C1F-8B8E8631E4BE}"/>
                  </a:ext>
                </a:extLst>
              </p:cNvPr>
              <p:cNvSpPr/>
              <p:nvPr/>
            </p:nvSpPr>
            <p:spPr>
              <a:xfrm>
                <a:off x="1391990" y="3698653"/>
                <a:ext cx="18941" cy="18941"/>
              </a:xfrm>
              <a:prstGeom prst="ellipse">
                <a:avLst/>
              </a:prstGeom>
              <a:gradFill flip="none" rotWithShape="1">
                <a:gsLst>
                  <a:gs pos="0">
                    <a:srgbClr val="F6F8F9"/>
                  </a:gs>
                  <a:gs pos="43000">
                    <a:srgbClr val="D5DCE2"/>
                  </a:gs>
                  <a:gs pos="100000">
                    <a:srgbClr val="ADB8C2"/>
                  </a:gs>
                </a:gsLst>
                <a:lin ang="2700000" scaled="1"/>
                <a:tileRect/>
              </a:gradFill>
              <a:ln w="826" cap="rnd" cmpd="sng" algn="ctr">
                <a:noFill/>
                <a:prstDash val="solid"/>
                <a:round/>
                <a:headEnd type="none" w="med" len="med"/>
                <a:tailEnd type="none" w="med" len="med"/>
              </a:ln>
              <a:effectLst/>
            </p:spPr>
          </p:sp>
          <p:sp>
            <p:nvSpPr>
              <p:cNvPr id="1000260" name="ellipse_2526">
                <a:extLst>
                  <a:ext uri="{FF2B5EF4-FFF2-40B4-BE49-F238E27FC236}">
                    <a16:creationId xmlns:a16="http://schemas.microsoft.com/office/drawing/2014/main" id="{736672BE-9EF4-99C4-7F01-5BA92F9862E1}"/>
                  </a:ext>
                </a:extLst>
              </p:cNvPr>
              <p:cNvSpPr/>
              <p:nvPr/>
            </p:nvSpPr>
            <p:spPr>
              <a:xfrm>
                <a:off x="1335383" y="3592607"/>
                <a:ext cx="16783" cy="16783"/>
              </a:xfrm>
              <a:prstGeom prst="ellipse">
                <a:avLst/>
              </a:prstGeom>
              <a:gradFill flip="none" rotWithShape="1">
                <a:gsLst>
                  <a:gs pos="0">
                    <a:srgbClr val="F5F6F8"/>
                  </a:gs>
                  <a:gs pos="43000">
                    <a:srgbClr val="CED6DD"/>
                  </a:gs>
                  <a:gs pos="100000">
                    <a:srgbClr val="A5B1BC"/>
                  </a:gs>
                </a:gsLst>
                <a:lin ang="2700000" scaled="1"/>
                <a:tileRect/>
              </a:gradFill>
              <a:ln w="826" cap="rnd" cmpd="sng" algn="ctr">
                <a:noFill/>
                <a:prstDash val="solid"/>
                <a:round/>
                <a:headEnd type="none" w="med" len="med"/>
                <a:tailEnd type="none" w="med" len="med"/>
              </a:ln>
              <a:effectLst/>
            </p:spPr>
          </p:sp>
          <p:sp>
            <p:nvSpPr>
              <p:cNvPr id="1000261" name="ellipse_2527">
                <a:extLst>
                  <a:ext uri="{FF2B5EF4-FFF2-40B4-BE49-F238E27FC236}">
                    <a16:creationId xmlns:a16="http://schemas.microsoft.com/office/drawing/2014/main" id="{4143973B-1D1A-4D28-CFE3-0E840F6DAB76}"/>
                  </a:ext>
                </a:extLst>
              </p:cNvPr>
              <p:cNvSpPr/>
              <p:nvPr/>
            </p:nvSpPr>
            <p:spPr>
              <a:xfrm>
                <a:off x="1421016" y="3723168"/>
                <a:ext cx="20110" cy="20110"/>
              </a:xfrm>
              <a:prstGeom prst="ellipse">
                <a:avLst/>
              </a:prstGeom>
              <a:gradFill flip="none" rotWithShape="1">
                <a:gsLst>
                  <a:gs pos="0">
                    <a:srgbClr val="F6F7F9"/>
                  </a:gs>
                  <a:gs pos="43000">
                    <a:srgbClr val="D2DAE0"/>
                  </a:gs>
                  <a:gs pos="100000">
                    <a:srgbClr val="AAB6BF"/>
                  </a:gs>
                </a:gsLst>
                <a:lin ang="2700000" scaled="1"/>
                <a:tileRect/>
              </a:gradFill>
              <a:ln w="826" cap="rnd" cmpd="sng" algn="ctr">
                <a:noFill/>
                <a:prstDash val="solid"/>
                <a:round/>
                <a:headEnd type="none" w="med" len="med"/>
                <a:tailEnd type="none" w="med" len="med"/>
              </a:ln>
              <a:effectLst/>
            </p:spPr>
          </p:sp>
          <p:sp>
            <p:nvSpPr>
              <p:cNvPr id="1000262" name="ellipse_2528">
                <a:extLst>
                  <a:ext uri="{FF2B5EF4-FFF2-40B4-BE49-F238E27FC236}">
                    <a16:creationId xmlns:a16="http://schemas.microsoft.com/office/drawing/2014/main" id="{7FBB7923-8E86-F6EB-CC35-6BC6F000D761}"/>
                  </a:ext>
                </a:extLst>
              </p:cNvPr>
              <p:cNvSpPr/>
              <p:nvPr/>
            </p:nvSpPr>
            <p:spPr>
              <a:xfrm>
                <a:off x="1366273" y="3564666"/>
                <a:ext cx="21791" cy="21791"/>
              </a:xfrm>
              <a:prstGeom prst="ellipse">
                <a:avLst/>
              </a:prstGeom>
              <a:gradFill flip="none" rotWithShape="1">
                <a:gsLst>
                  <a:gs pos="0">
                    <a:srgbClr val="F7F9FA"/>
                  </a:gs>
                  <a:gs pos="43000">
                    <a:srgbClr val="DAE1E6"/>
                  </a:gs>
                  <a:gs pos="100000">
                    <a:srgbClr val="B2BDC6"/>
                  </a:gs>
                </a:gsLst>
                <a:lin ang="2700000" scaled="1"/>
                <a:tileRect/>
              </a:gradFill>
              <a:ln w="826" cap="rnd" cmpd="sng" algn="ctr">
                <a:noFill/>
                <a:prstDash val="solid"/>
                <a:round/>
                <a:headEnd type="none" w="med" len="med"/>
                <a:tailEnd type="none" w="med" len="med"/>
              </a:ln>
              <a:effectLst/>
            </p:spPr>
          </p:sp>
          <p:sp>
            <p:nvSpPr>
              <p:cNvPr id="1000263" name="ellipse_2529">
                <a:extLst>
                  <a:ext uri="{FF2B5EF4-FFF2-40B4-BE49-F238E27FC236}">
                    <a16:creationId xmlns:a16="http://schemas.microsoft.com/office/drawing/2014/main" id="{0DBEBF10-9665-B3D0-4796-F264844881C0}"/>
                  </a:ext>
                </a:extLst>
              </p:cNvPr>
              <p:cNvSpPr/>
              <p:nvPr/>
            </p:nvSpPr>
            <p:spPr>
              <a:xfrm>
                <a:off x="1327790" y="3609446"/>
                <a:ext cx="20508" cy="20508"/>
              </a:xfrm>
              <a:prstGeom prst="ellipse">
                <a:avLst/>
              </a:prstGeom>
              <a:gradFill flip="none" rotWithShape="1">
                <a:gsLst>
                  <a:gs pos="0">
                    <a:srgbClr val="F6F7F9"/>
                  </a:gs>
                  <a:gs pos="43000">
                    <a:srgbClr val="D3DAE1"/>
                  </a:gs>
                  <a:gs pos="100000">
                    <a:srgbClr val="AAB6C0"/>
                  </a:gs>
                </a:gsLst>
                <a:lin ang="2700000" scaled="1"/>
                <a:tileRect/>
              </a:gradFill>
              <a:ln w="826" cap="rnd" cmpd="sng" algn="ctr">
                <a:noFill/>
                <a:prstDash val="solid"/>
                <a:round/>
                <a:headEnd type="none" w="med" len="med"/>
                <a:tailEnd type="none" w="med" len="med"/>
              </a:ln>
              <a:effectLst/>
            </p:spPr>
          </p:sp>
          <p:sp>
            <p:nvSpPr>
              <p:cNvPr id="1000264" name="ellipse_2530">
                <a:extLst>
                  <a:ext uri="{FF2B5EF4-FFF2-40B4-BE49-F238E27FC236}">
                    <a16:creationId xmlns:a16="http://schemas.microsoft.com/office/drawing/2014/main" id="{217A2FD6-8AF0-8692-DBB1-535606B4B31C}"/>
                  </a:ext>
                </a:extLst>
              </p:cNvPr>
              <p:cNvSpPr/>
              <p:nvPr/>
            </p:nvSpPr>
            <p:spPr>
              <a:xfrm>
                <a:off x="1408118" y="3688755"/>
                <a:ext cx="22554" cy="22554"/>
              </a:xfrm>
              <a:prstGeom prst="ellipse">
                <a:avLst/>
              </a:prstGeom>
              <a:gradFill flip="none" rotWithShape="1">
                <a:gsLst>
                  <a:gs pos="0">
                    <a:srgbClr val="F6F7F9"/>
                  </a:gs>
                  <a:gs pos="43000">
                    <a:srgbClr val="D3DAE1"/>
                  </a:gs>
                  <a:gs pos="100000">
                    <a:srgbClr val="AAB6C0"/>
                  </a:gs>
                </a:gsLst>
                <a:lin ang="2700000" scaled="1"/>
                <a:tileRect/>
              </a:gradFill>
              <a:ln w="826" cap="rnd" cmpd="sng" algn="ctr">
                <a:noFill/>
                <a:prstDash val="solid"/>
                <a:round/>
                <a:headEnd type="none" w="med" len="med"/>
                <a:tailEnd type="none" w="med" len="med"/>
              </a:ln>
              <a:effectLst/>
            </p:spPr>
          </p:sp>
          <p:sp>
            <p:nvSpPr>
              <p:cNvPr id="1000265" name="ellipse_2531">
                <a:extLst>
                  <a:ext uri="{FF2B5EF4-FFF2-40B4-BE49-F238E27FC236}">
                    <a16:creationId xmlns:a16="http://schemas.microsoft.com/office/drawing/2014/main" id="{32742710-92D3-B6A6-B8CC-97C3CC34CEBD}"/>
                  </a:ext>
                </a:extLst>
              </p:cNvPr>
              <p:cNvSpPr/>
              <p:nvPr/>
            </p:nvSpPr>
            <p:spPr>
              <a:xfrm>
                <a:off x="1428373" y="3713303"/>
                <a:ext cx="24738" cy="24738"/>
              </a:xfrm>
              <a:prstGeom prst="ellipse">
                <a:avLst/>
              </a:prstGeom>
              <a:gradFill flip="none" rotWithShape="1">
                <a:gsLst>
                  <a:gs pos="0">
                    <a:srgbClr val="F6F8F9"/>
                  </a:gs>
                  <a:gs pos="43000">
                    <a:srgbClr val="D4DCE1"/>
                  </a:gs>
                  <a:gs pos="100000">
                    <a:srgbClr val="ABB8C1"/>
                  </a:gs>
                </a:gsLst>
                <a:lin ang="2700000" scaled="1"/>
                <a:tileRect/>
              </a:gradFill>
              <a:ln w="826" cap="rnd" cmpd="sng" algn="ctr">
                <a:noFill/>
                <a:prstDash val="solid"/>
                <a:round/>
                <a:headEnd type="none" w="med" len="med"/>
                <a:tailEnd type="none" w="med" len="med"/>
              </a:ln>
              <a:effectLst/>
            </p:spPr>
          </p:sp>
          <p:sp>
            <p:nvSpPr>
              <p:cNvPr id="1000266" name="ellipse_2532">
                <a:extLst>
                  <a:ext uri="{FF2B5EF4-FFF2-40B4-BE49-F238E27FC236}">
                    <a16:creationId xmlns:a16="http://schemas.microsoft.com/office/drawing/2014/main" id="{597A67AA-B217-C37A-6750-B676EF921A02}"/>
                  </a:ext>
                </a:extLst>
              </p:cNvPr>
              <p:cNvSpPr/>
              <p:nvPr/>
            </p:nvSpPr>
            <p:spPr>
              <a:xfrm>
                <a:off x="1547670" y="3653309"/>
                <a:ext cx="21842" cy="21842"/>
              </a:xfrm>
              <a:prstGeom prst="ellipse">
                <a:avLst/>
              </a:prstGeom>
              <a:gradFill flip="none" rotWithShape="1">
                <a:gsLst>
                  <a:gs pos="0">
                    <a:srgbClr val="F7F8F9"/>
                  </a:gs>
                  <a:gs pos="43000">
                    <a:srgbClr val="D7DFE4"/>
                  </a:gs>
                  <a:gs pos="100000">
                    <a:srgbClr val="AFBBC3"/>
                  </a:gs>
                </a:gsLst>
                <a:lin ang="2700000" scaled="1"/>
                <a:tileRect/>
              </a:gradFill>
              <a:ln w="826" cap="rnd" cmpd="sng" algn="ctr">
                <a:noFill/>
                <a:prstDash val="solid"/>
                <a:round/>
                <a:headEnd type="none" w="med" len="med"/>
                <a:tailEnd type="none" w="med" len="med"/>
              </a:ln>
              <a:effectLst/>
            </p:spPr>
          </p:sp>
          <p:sp>
            <p:nvSpPr>
              <p:cNvPr id="1000267" name="ellipse_2533">
                <a:extLst>
                  <a:ext uri="{FF2B5EF4-FFF2-40B4-BE49-F238E27FC236}">
                    <a16:creationId xmlns:a16="http://schemas.microsoft.com/office/drawing/2014/main" id="{7E8179D0-81A6-F519-32D5-57FA8F7A8CD5}"/>
                  </a:ext>
                </a:extLst>
              </p:cNvPr>
              <p:cNvSpPr/>
              <p:nvPr/>
            </p:nvSpPr>
            <p:spPr>
              <a:xfrm>
                <a:off x="1517557" y="3700982"/>
                <a:ext cx="20964" cy="20964"/>
              </a:xfrm>
              <a:prstGeom prst="ellipse">
                <a:avLst/>
              </a:prstGeom>
              <a:gradFill flip="none" rotWithShape="1">
                <a:gsLst>
                  <a:gs pos="0">
                    <a:srgbClr val="F6F7F9"/>
                  </a:gs>
                  <a:gs pos="43000">
                    <a:srgbClr val="D2DAE0"/>
                  </a:gs>
                  <a:gs pos="100000">
                    <a:srgbClr val="AAB5BF"/>
                  </a:gs>
                </a:gsLst>
                <a:lin ang="2700000" scaled="1"/>
                <a:tileRect/>
              </a:gradFill>
              <a:ln w="826" cap="rnd" cmpd="sng" algn="ctr">
                <a:noFill/>
                <a:prstDash val="solid"/>
                <a:round/>
                <a:headEnd type="none" w="med" len="med"/>
                <a:tailEnd type="none" w="med" len="med"/>
              </a:ln>
              <a:effectLst/>
            </p:spPr>
          </p:sp>
          <p:sp>
            <p:nvSpPr>
              <p:cNvPr id="1000268" name="ellipse_2534">
                <a:extLst>
                  <a:ext uri="{FF2B5EF4-FFF2-40B4-BE49-F238E27FC236}">
                    <a16:creationId xmlns:a16="http://schemas.microsoft.com/office/drawing/2014/main" id="{D1EDCE39-42F3-BBCC-8BD3-E9FF152E78BA}"/>
                  </a:ext>
                </a:extLst>
              </p:cNvPr>
              <p:cNvSpPr/>
              <p:nvPr/>
            </p:nvSpPr>
            <p:spPr>
              <a:xfrm>
                <a:off x="1535521" y="3630252"/>
                <a:ext cx="17917" cy="17917"/>
              </a:xfrm>
              <a:prstGeom prst="ellipse">
                <a:avLst/>
              </a:prstGeom>
              <a:gradFill flip="none" rotWithShape="1">
                <a:gsLst>
                  <a:gs pos="0">
                    <a:srgbClr val="F7F9FA"/>
                  </a:gs>
                  <a:gs pos="43000">
                    <a:srgbClr val="D9E0E5"/>
                  </a:gs>
                  <a:gs pos="100000">
                    <a:srgbClr val="B1BDC5"/>
                  </a:gs>
                </a:gsLst>
                <a:lin ang="2700000" scaled="1"/>
                <a:tileRect/>
              </a:gradFill>
              <a:ln w="826" cap="rnd" cmpd="sng" algn="ctr">
                <a:noFill/>
                <a:prstDash val="solid"/>
                <a:round/>
                <a:headEnd type="none" w="med" len="med"/>
                <a:tailEnd type="none" w="med" len="med"/>
              </a:ln>
              <a:effectLst/>
            </p:spPr>
          </p:sp>
          <p:sp>
            <p:nvSpPr>
              <p:cNvPr id="1000269" name="ellipse_2535">
                <a:extLst>
                  <a:ext uri="{FF2B5EF4-FFF2-40B4-BE49-F238E27FC236}">
                    <a16:creationId xmlns:a16="http://schemas.microsoft.com/office/drawing/2014/main" id="{27676B7F-93B2-EA63-EA89-FF844627A9F4}"/>
                  </a:ext>
                </a:extLst>
              </p:cNvPr>
              <p:cNvSpPr/>
              <p:nvPr/>
            </p:nvSpPr>
            <p:spPr>
              <a:xfrm>
                <a:off x="1344039" y="3678107"/>
                <a:ext cx="21719" cy="21719"/>
              </a:xfrm>
              <a:prstGeom prst="ellipse">
                <a:avLst/>
              </a:prstGeom>
              <a:gradFill flip="none" rotWithShape="1">
                <a:gsLst>
                  <a:gs pos="0">
                    <a:srgbClr val="F7F8F9"/>
                  </a:gs>
                  <a:gs pos="43000">
                    <a:srgbClr val="D7DEE4"/>
                  </a:gs>
                  <a:gs pos="100000">
                    <a:srgbClr val="AFBAC3"/>
                  </a:gs>
                </a:gsLst>
                <a:lin ang="2700000" scaled="1"/>
                <a:tileRect/>
              </a:gradFill>
              <a:ln w="826" cap="rnd" cmpd="sng" algn="ctr">
                <a:noFill/>
                <a:prstDash val="solid"/>
                <a:round/>
                <a:headEnd type="none" w="med" len="med"/>
                <a:tailEnd type="none" w="med" len="med"/>
              </a:ln>
              <a:effectLst/>
            </p:spPr>
          </p:sp>
          <p:sp>
            <p:nvSpPr>
              <p:cNvPr id="1000270" name="ellipse_2536">
                <a:extLst>
                  <a:ext uri="{FF2B5EF4-FFF2-40B4-BE49-F238E27FC236}">
                    <a16:creationId xmlns:a16="http://schemas.microsoft.com/office/drawing/2014/main" id="{44E0D983-C46F-5D11-22AB-4E4B70575F13}"/>
                  </a:ext>
                </a:extLst>
              </p:cNvPr>
              <p:cNvSpPr/>
              <p:nvPr/>
            </p:nvSpPr>
            <p:spPr>
              <a:xfrm>
                <a:off x="1486134" y="3678415"/>
                <a:ext cx="22120" cy="22120"/>
              </a:xfrm>
              <a:prstGeom prst="ellipse">
                <a:avLst/>
              </a:prstGeom>
              <a:gradFill flip="none" rotWithShape="1">
                <a:gsLst>
                  <a:gs pos="0">
                    <a:srgbClr val="F5F7F8"/>
                  </a:gs>
                  <a:gs pos="43000">
                    <a:srgbClr val="CED7DD"/>
                  </a:gs>
                  <a:gs pos="100000">
                    <a:srgbClr val="A5B2BC"/>
                  </a:gs>
                </a:gsLst>
                <a:lin ang="2700000" scaled="1"/>
                <a:tileRect/>
              </a:gradFill>
              <a:ln w="826" cap="rnd" cmpd="sng" algn="ctr">
                <a:noFill/>
                <a:prstDash val="solid"/>
                <a:round/>
                <a:headEnd type="none" w="med" len="med"/>
                <a:tailEnd type="none" w="med" len="med"/>
              </a:ln>
              <a:effectLst/>
            </p:spPr>
          </p:sp>
          <p:sp>
            <p:nvSpPr>
              <p:cNvPr id="1000271" name="ellipse_2537">
                <a:extLst>
                  <a:ext uri="{FF2B5EF4-FFF2-40B4-BE49-F238E27FC236}">
                    <a16:creationId xmlns:a16="http://schemas.microsoft.com/office/drawing/2014/main" id="{E621A111-EEB1-E5AB-EDC8-DFA8654AD96B}"/>
                  </a:ext>
                </a:extLst>
              </p:cNvPr>
              <p:cNvSpPr/>
              <p:nvPr/>
            </p:nvSpPr>
            <p:spPr>
              <a:xfrm>
                <a:off x="1538537" y="3597777"/>
                <a:ext cx="22828" cy="22828"/>
              </a:xfrm>
              <a:prstGeom prst="ellipse">
                <a:avLst/>
              </a:prstGeom>
              <a:gradFill flip="none" rotWithShape="1">
                <a:gsLst>
                  <a:gs pos="0">
                    <a:srgbClr val="F5F7F8"/>
                  </a:gs>
                  <a:gs pos="43000">
                    <a:srgbClr val="CFD7DE"/>
                  </a:gs>
                  <a:gs pos="100000">
                    <a:srgbClr val="A5B3BD"/>
                  </a:gs>
                </a:gsLst>
                <a:lin ang="2700000" scaled="1"/>
                <a:tileRect/>
              </a:gradFill>
              <a:ln w="826" cap="rnd" cmpd="sng" algn="ctr">
                <a:noFill/>
                <a:prstDash val="solid"/>
                <a:round/>
                <a:headEnd type="none" w="med" len="med"/>
                <a:tailEnd type="none" w="med" len="med"/>
              </a:ln>
              <a:effectLst/>
            </p:spPr>
          </p:sp>
          <p:sp>
            <p:nvSpPr>
              <p:cNvPr id="1000272" name="ellipse_2538">
                <a:extLst>
                  <a:ext uri="{FF2B5EF4-FFF2-40B4-BE49-F238E27FC236}">
                    <a16:creationId xmlns:a16="http://schemas.microsoft.com/office/drawing/2014/main" id="{92F69108-9906-5BB3-0BE6-D9C698ED3EBF}"/>
                  </a:ext>
                </a:extLst>
              </p:cNvPr>
              <p:cNvSpPr/>
              <p:nvPr/>
            </p:nvSpPr>
            <p:spPr>
              <a:xfrm>
                <a:off x="1401131" y="3720374"/>
                <a:ext cx="16876" cy="16876"/>
              </a:xfrm>
              <a:prstGeom prst="ellipse">
                <a:avLst/>
              </a:prstGeom>
              <a:gradFill flip="none" rotWithShape="1">
                <a:gsLst>
                  <a:gs pos="0">
                    <a:srgbClr val="F6F7F9"/>
                  </a:gs>
                  <a:gs pos="43000">
                    <a:srgbClr val="D2DAE0"/>
                  </a:gs>
                  <a:gs pos="100000">
                    <a:srgbClr val="A9B5BF"/>
                  </a:gs>
                </a:gsLst>
                <a:lin ang="2700000" scaled="1"/>
                <a:tileRect/>
              </a:gradFill>
              <a:ln w="826" cap="rnd" cmpd="sng" algn="ctr">
                <a:noFill/>
                <a:prstDash val="solid"/>
                <a:round/>
                <a:headEnd type="none" w="med" len="med"/>
                <a:tailEnd type="none" w="med" len="med"/>
              </a:ln>
              <a:effectLst/>
            </p:spPr>
          </p:sp>
          <p:sp>
            <p:nvSpPr>
              <p:cNvPr id="1000273" name="ellipse_2539">
                <a:extLst>
                  <a:ext uri="{FF2B5EF4-FFF2-40B4-BE49-F238E27FC236}">
                    <a16:creationId xmlns:a16="http://schemas.microsoft.com/office/drawing/2014/main" id="{F67306D9-74F3-C32A-1648-92C5E63C4BBA}"/>
                  </a:ext>
                </a:extLst>
              </p:cNvPr>
              <p:cNvSpPr/>
              <p:nvPr/>
            </p:nvSpPr>
            <p:spPr>
              <a:xfrm>
                <a:off x="1525941" y="3593109"/>
                <a:ext cx="21620" cy="21620"/>
              </a:xfrm>
              <a:prstGeom prst="ellipse">
                <a:avLst/>
              </a:prstGeom>
              <a:gradFill flip="none" rotWithShape="1">
                <a:gsLst>
                  <a:gs pos="0">
                    <a:srgbClr val="F5F7F8"/>
                  </a:gs>
                  <a:gs pos="43000">
                    <a:srgbClr val="CED7DD"/>
                  </a:gs>
                  <a:gs pos="100000">
                    <a:srgbClr val="A5B2BC"/>
                  </a:gs>
                </a:gsLst>
                <a:lin ang="2700000" scaled="1"/>
                <a:tileRect/>
              </a:gradFill>
              <a:ln w="826" cap="rnd" cmpd="sng" algn="ctr">
                <a:noFill/>
                <a:prstDash val="solid"/>
                <a:round/>
                <a:headEnd type="none" w="med" len="med"/>
                <a:tailEnd type="none" w="med" len="med"/>
              </a:ln>
              <a:effectLst/>
            </p:spPr>
          </p:sp>
          <p:sp>
            <p:nvSpPr>
              <p:cNvPr id="1000274" name="ellipse_2540">
                <a:extLst>
                  <a:ext uri="{FF2B5EF4-FFF2-40B4-BE49-F238E27FC236}">
                    <a16:creationId xmlns:a16="http://schemas.microsoft.com/office/drawing/2014/main" id="{02D0D3EA-FF84-6E81-3A68-6C68FFA68049}"/>
                  </a:ext>
                </a:extLst>
              </p:cNvPr>
              <p:cNvSpPr/>
              <p:nvPr/>
            </p:nvSpPr>
            <p:spPr>
              <a:xfrm>
                <a:off x="1462052" y="3689103"/>
                <a:ext cx="24723" cy="24723"/>
              </a:xfrm>
              <a:prstGeom prst="ellipse">
                <a:avLst/>
              </a:prstGeom>
              <a:gradFill flip="none" rotWithShape="1">
                <a:gsLst>
                  <a:gs pos="0">
                    <a:srgbClr val="F5F6F8"/>
                  </a:gs>
                  <a:gs pos="43000">
                    <a:srgbClr val="CDD6DC"/>
                  </a:gs>
                  <a:gs pos="100000">
                    <a:srgbClr val="A4B1BB"/>
                  </a:gs>
                </a:gsLst>
                <a:lin ang="2700000" scaled="1"/>
                <a:tileRect/>
              </a:gradFill>
              <a:ln w="826" cap="rnd" cmpd="sng" algn="ctr">
                <a:noFill/>
                <a:prstDash val="solid"/>
                <a:round/>
                <a:headEnd type="none" w="med" len="med"/>
                <a:tailEnd type="none" w="med" len="med"/>
              </a:ln>
              <a:effectLst/>
            </p:spPr>
          </p:sp>
          <p:sp>
            <p:nvSpPr>
              <p:cNvPr id="1000275" name="ellipse_2541">
                <a:extLst>
                  <a:ext uri="{FF2B5EF4-FFF2-40B4-BE49-F238E27FC236}">
                    <a16:creationId xmlns:a16="http://schemas.microsoft.com/office/drawing/2014/main" id="{8F6EF528-7843-7200-B0C0-96202E02402B}"/>
                  </a:ext>
                </a:extLst>
              </p:cNvPr>
              <p:cNvSpPr/>
              <p:nvPr/>
            </p:nvSpPr>
            <p:spPr>
              <a:xfrm>
                <a:off x="1338003" y="3621442"/>
                <a:ext cx="17209" cy="17209"/>
              </a:xfrm>
              <a:prstGeom prst="ellipse">
                <a:avLst/>
              </a:prstGeom>
              <a:gradFill flip="none" rotWithShape="1">
                <a:gsLst>
                  <a:gs pos="0">
                    <a:srgbClr val="F4F6F8"/>
                  </a:gs>
                  <a:gs pos="43000">
                    <a:srgbClr val="CDD5DC"/>
                  </a:gs>
                  <a:gs pos="100000">
                    <a:srgbClr val="A3B0BB"/>
                  </a:gs>
                </a:gsLst>
                <a:lin ang="2700000" scaled="1"/>
                <a:tileRect/>
              </a:gradFill>
              <a:ln w="826" cap="rnd" cmpd="sng" algn="ctr">
                <a:noFill/>
                <a:prstDash val="solid"/>
                <a:round/>
                <a:headEnd type="none" w="med" len="med"/>
                <a:tailEnd type="none" w="med" len="med"/>
              </a:ln>
              <a:effectLst/>
            </p:spPr>
          </p:sp>
          <p:sp>
            <p:nvSpPr>
              <p:cNvPr id="1000276" name="ellipse_2542">
                <a:extLst>
                  <a:ext uri="{FF2B5EF4-FFF2-40B4-BE49-F238E27FC236}">
                    <a16:creationId xmlns:a16="http://schemas.microsoft.com/office/drawing/2014/main" id="{14C8BD81-79EE-137F-430A-FA5A688B5737}"/>
                  </a:ext>
                </a:extLst>
              </p:cNvPr>
              <p:cNvSpPr/>
              <p:nvPr/>
            </p:nvSpPr>
            <p:spPr>
              <a:xfrm>
                <a:off x="1436611" y="3687896"/>
                <a:ext cx="16365" cy="16365"/>
              </a:xfrm>
              <a:prstGeom prst="ellipse">
                <a:avLst/>
              </a:prstGeom>
              <a:gradFill flip="none" rotWithShape="1">
                <a:gsLst>
                  <a:gs pos="0">
                    <a:srgbClr val="F5F7F8"/>
                  </a:gs>
                  <a:gs pos="43000">
                    <a:srgbClr val="D1D9DF"/>
                  </a:gs>
                  <a:gs pos="100000">
                    <a:srgbClr val="A8B4BE"/>
                  </a:gs>
                </a:gsLst>
                <a:lin ang="2700000" scaled="1"/>
                <a:tileRect/>
              </a:gradFill>
              <a:ln w="826" cap="rnd" cmpd="sng" algn="ctr">
                <a:noFill/>
                <a:prstDash val="solid"/>
                <a:round/>
                <a:headEnd type="none" w="med" len="med"/>
                <a:tailEnd type="none" w="med" len="med"/>
              </a:ln>
              <a:effectLst/>
            </p:spPr>
          </p:sp>
          <p:sp>
            <p:nvSpPr>
              <p:cNvPr id="1000277" name="ellipse_2543">
                <a:extLst>
                  <a:ext uri="{FF2B5EF4-FFF2-40B4-BE49-F238E27FC236}">
                    <a16:creationId xmlns:a16="http://schemas.microsoft.com/office/drawing/2014/main" id="{A989BBA7-5509-3F1B-3314-84A9534D730D}"/>
                  </a:ext>
                </a:extLst>
              </p:cNvPr>
              <p:cNvSpPr/>
              <p:nvPr/>
            </p:nvSpPr>
            <p:spPr>
              <a:xfrm>
                <a:off x="1387354" y="3566640"/>
                <a:ext cx="17190" cy="17190"/>
              </a:xfrm>
              <a:prstGeom prst="ellipse">
                <a:avLst/>
              </a:prstGeom>
              <a:gradFill flip="none" rotWithShape="1">
                <a:gsLst>
                  <a:gs pos="0">
                    <a:srgbClr val="F7F8F9"/>
                  </a:gs>
                  <a:gs pos="43000">
                    <a:srgbClr val="D7DFE4"/>
                  </a:gs>
                  <a:gs pos="100000">
                    <a:srgbClr val="AFBBC4"/>
                  </a:gs>
                </a:gsLst>
                <a:lin ang="2700000" scaled="1"/>
                <a:tileRect/>
              </a:gradFill>
              <a:ln w="826" cap="rnd" cmpd="sng" algn="ctr">
                <a:noFill/>
                <a:prstDash val="solid"/>
                <a:round/>
                <a:headEnd type="none" w="med" len="med"/>
                <a:tailEnd type="none" w="med" len="med"/>
              </a:ln>
              <a:effectLst/>
            </p:spPr>
          </p:sp>
          <p:sp>
            <p:nvSpPr>
              <p:cNvPr id="1000278" name="ellipse_2544">
                <a:extLst>
                  <a:ext uri="{FF2B5EF4-FFF2-40B4-BE49-F238E27FC236}">
                    <a16:creationId xmlns:a16="http://schemas.microsoft.com/office/drawing/2014/main" id="{3F8ED40A-4497-52D0-DF37-4682B897F655}"/>
                  </a:ext>
                </a:extLst>
              </p:cNvPr>
              <p:cNvSpPr/>
              <p:nvPr/>
            </p:nvSpPr>
            <p:spPr>
              <a:xfrm>
                <a:off x="1453977" y="3540995"/>
                <a:ext cx="18775" cy="18775"/>
              </a:xfrm>
              <a:prstGeom prst="ellipse">
                <a:avLst/>
              </a:prstGeom>
              <a:gradFill flip="none" rotWithShape="1">
                <a:gsLst>
                  <a:gs pos="0">
                    <a:srgbClr val="F5F7F8"/>
                  </a:gs>
                  <a:gs pos="43000">
                    <a:srgbClr val="CFD7DF"/>
                  </a:gs>
                  <a:gs pos="100000">
                    <a:srgbClr val="A6B3BD"/>
                  </a:gs>
                </a:gsLst>
                <a:lin ang="2700000" scaled="1"/>
                <a:tileRect/>
              </a:gradFill>
              <a:ln w="826" cap="rnd" cmpd="sng" algn="ctr">
                <a:noFill/>
                <a:prstDash val="solid"/>
                <a:round/>
                <a:headEnd type="none" w="med" len="med"/>
                <a:tailEnd type="none" w="med" len="med"/>
              </a:ln>
              <a:effectLst/>
            </p:spPr>
          </p:sp>
          <p:sp>
            <p:nvSpPr>
              <p:cNvPr id="1000279" name="ellipse_2545">
                <a:extLst>
                  <a:ext uri="{FF2B5EF4-FFF2-40B4-BE49-F238E27FC236}">
                    <a16:creationId xmlns:a16="http://schemas.microsoft.com/office/drawing/2014/main" id="{DE777F72-E70D-A9A3-5DBA-BF21F4A7D2B1}"/>
                  </a:ext>
                </a:extLst>
              </p:cNvPr>
              <p:cNvSpPr/>
              <p:nvPr/>
            </p:nvSpPr>
            <p:spPr>
              <a:xfrm>
                <a:off x="1487168" y="3548389"/>
                <a:ext cx="16148" cy="16148"/>
              </a:xfrm>
              <a:prstGeom prst="ellipse">
                <a:avLst/>
              </a:prstGeom>
              <a:gradFill flip="none" rotWithShape="1">
                <a:gsLst>
                  <a:gs pos="0">
                    <a:srgbClr val="F4F6F8"/>
                  </a:gs>
                  <a:gs pos="43000">
                    <a:srgbClr val="CDD5DC"/>
                  </a:gs>
                  <a:gs pos="100000">
                    <a:srgbClr val="A3B0BB"/>
                  </a:gs>
                </a:gsLst>
                <a:lin ang="2700000" scaled="1"/>
                <a:tileRect/>
              </a:gradFill>
              <a:ln w="826" cap="rnd" cmpd="sng" algn="ctr">
                <a:noFill/>
                <a:prstDash val="solid"/>
                <a:round/>
                <a:headEnd type="none" w="med" len="med"/>
                <a:tailEnd type="none" w="med" len="med"/>
              </a:ln>
              <a:effectLst/>
            </p:spPr>
          </p:sp>
          <p:sp>
            <p:nvSpPr>
              <p:cNvPr id="1000280" name="ellipse_2546">
                <a:extLst>
                  <a:ext uri="{FF2B5EF4-FFF2-40B4-BE49-F238E27FC236}">
                    <a16:creationId xmlns:a16="http://schemas.microsoft.com/office/drawing/2014/main" id="{34E75F19-D3CF-4792-8FAB-F593DC614F5A}"/>
                  </a:ext>
                </a:extLst>
              </p:cNvPr>
              <p:cNvSpPr/>
              <p:nvPr/>
            </p:nvSpPr>
            <p:spPr>
              <a:xfrm>
                <a:off x="1536436" y="3643342"/>
                <a:ext cx="21862" cy="21862"/>
              </a:xfrm>
              <a:prstGeom prst="ellipse">
                <a:avLst/>
              </a:prstGeom>
              <a:gradFill flip="none" rotWithShape="1">
                <a:gsLst>
                  <a:gs pos="0">
                    <a:srgbClr val="F5F7F8"/>
                  </a:gs>
                  <a:gs pos="43000">
                    <a:srgbClr val="D0D8DF"/>
                  </a:gs>
                  <a:gs pos="100000">
                    <a:srgbClr val="A7B3BD"/>
                  </a:gs>
                </a:gsLst>
                <a:lin ang="2700000" scaled="1"/>
                <a:tileRect/>
              </a:gradFill>
              <a:ln w="826" cap="rnd" cmpd="sng" algn="ctr">
                <a:noFill/>
                <a:prstDash val="solid"/>
                <a:round/>
                <a:headEnd type="none" w="med" len="med"/>
                <a:tailEnd type="none" w="med" len="med"/>
              </a:ln>
              <a:effectLst/>
            </p:spPr>
          </p:sp>
          <p:sp>
            <p:nvSpPr>
              <p:cNvPr id="1000281" name="ellipse_2547">
                <a:extLst>
                  <a:ext uri="{FF2B5EF4-FFF2-40B4-BE49-F238E27FC236}">
                    <a16:creationId xmlns:a16="http://schemas.microsoft.com/office/drawing/2014/main" id="{AA378CBE-C203-43F6-5D99-5FA00F5F622B}"/>
                  </a:ext>
                </a:extLst>
              </p:cNvPr>
              <p:cNvSpPr/>
              <p:nvPr/>
            </p:nvSpPr>
            <p:spPr>
              <a:xfrm>
                <a:off x="1542031" y="3603619"/>
                <a:ext cx="25264" cy="25264"/>
              </a:xfrm>
              <a:prstGeom prst="ellipse">
                <a:avLst/>
              </a:prstGeom>
              <a:gradFill flip="none" rotWithShape="1">
                <a:gsLst>
                  <a:gs pos="0">
                    <a:srgbClr val="F7F8F9"/>
                  </a:gs>
                  <a:gs pos="43000">
                    <a:srgbClr val="D7DFE4"/>
                  </a:gs>
                  <a:gs pos="100000">
                    <a:srgbClr val="AFBBC4"/>
                  </a:gs>
                </a:gsLst>
                <a:lin ang="2700000" scaled="1"/>
                <a:tileRect/>
              </a:gradFill>
              <a:ln w="826" cap="rnd" cmpd="sng" algn="ctr">
                <a:noFill/>
                <a:prstDash val="solid"/>
                <a:round/>
                <a:headEnd type="none" w="med" len="med"/>
                <a:tailEnd type="none" w="med" len="med"/>
              </a:ln>
              <a:effectLst/>
            </p:spPr>
          </p:sp>
          <p:sp>
            <p:nvSpPr>
              <p:cNvPr id="1000282" name="ellipse_2548">
                <a:extLst>
                  <a:ext uri="{FF2B5EF4-FFF2-40B4-BE49-F238E27FC236}">
                    <a16:creationId xmlns:a16="http://schemas.microsoft.com/office/drawing/2014/main" id="{5F7D7E26-969B-C1E5-ACE5-C625F6D04962}"/>
                  </a:ext>
                </a:extLst>
              </p:cNvPr>
              <p:cNvSpPr/>
              <p:nvPr/>
            </p:nvSpPr>
            <p:spPr>
              <a:xfrm>
                <a:off x="1434762" y="3711046"/>
                <a:ext cx="16788" cy="16788"/>
              </a:xfrm>
              <a:prstGeom prst="ellipse">
                <a:avLst/>
              </a:prstGeom>
              <a:gradFill flip="none" rotWithShape="1">
                <a:gsLst>
                  <a:gs pos="0">
                    <a:srgbClr val="F6F8F9"/>
                  </a:gs>
                  <a:gs pos="43000">
                    <a:srgbClr val="D6DDE3"/>
                  </a:gs>
                  <a:gs pos="100000">
                    <a:srgbClr val="AEB9C2"/>
                  </a:gs>
                </a:gsLst>
                <a:lin ang="2700000" scaled="1"/>
                <a:tileRect/>
              </a:gradFill>
              <a:ln w="826" cap="rnd" cmpd="sng" algn="ctr">
                <a:noFill/>
                <a:prstDash val="solid"/>
                <a:round/>
                <a:headEnd type="none" w="med" len="med"/>
                <a:tailEnd type="none" w="med" len="med"/>
              </a:ln>
              <a:effectLst/>
            </p:spPr>
          </p:sp>
          <p:sp>
            <p:nvSpPr>
              <p:cNvPr id="1000283" name="ellipse_2549">
                <a:extLst>
                  <a:ext uri="{FF2B5EF4-FFF2-40B4-BE49-F238E27FC236}">
                    <a16:creationId xmlns:a16="http://schemas.microsoft.com/office/drawing/2014/main" id="{9E756ADF-B0A0-2163-8070-A7D4725020AD}"/>
                  </a:ext>
                </a:extLst>
              </p:cNvPr>
              <p:cNvSpPr/>
              <p:nvPr/>
            </p:nvSpPr>
            <p:spPr>
              <a:xfrm>
                <a:off x="1543438" y="3672057"/>
                <a:ext cx="23717" cy="23717"/>
              </a:xfrm>
              <a:prstGeom prst="ellipse">
                <a:avLst/>
              </a:prstGeom>
              <a:gradFill flip="none" rotWithShape="1">
                <a:gsLst>
                  <a:gs pos="0">
                    <a:srgbClr val="F6F8F9"/>
                  </a:gs>
                  <a:gs pos="43000">
                    <a:srgbClr val="D5DCE2"/>
                  </a:gs>
                  <a:gs pos="100000">
                    <a:srgbClr val="ADB8C2"/>
                  </a:gs>
                </a:gsLst>
                <a:lin ang="2700000" scaled="1"/>
                <a:tileRect/>
              </a:gradFill>
              <a:ln w="826" cap="rnd" cmpd="sng" algn="ctr">
                <a:noFill/>
                <a:prstDash val="solid"/>
                <a:round/>
                <a:headEnd type="none" w="med" len="med"/>
                <a:tailEnd type="none" w="med" len="med"/>
              </a:ln>
              <a:effectLst/>
            </p:spPr>
          </p:sp>
          <p:sp>
            <p:nvSpPr>
              <p:cNvPr id="1000284" name="ellipse_2550">
                <a:extLst>
                  <a:ext uri="{FF2B5EF4-FFF2-40B4-BE49-F238E27FC236}">
                    <a16:creationId xmlns:a16="http://schemas.microsoft.com/office/drawing/2014/main" id="{D325B361-4AA2-A34F-CEA9-60983464DE22}"/>
                  </a:ext>
                </a:extLst>
              </p:cNvPr>
              <p:cNvSpPr/>
              <p:nvPr/>
            </p:nvSpPr>
            <p:spPr>
              <a:xfrm>
                <a:off x="1529817" y="3654293"/>
                <a:ext cx="15593" cy="15593"/>
              </a:xfrm>
              <a:prstGeom prst="ellipse">
                <a:avLst/>
              </a:prstGeom>
              <a:gradFill flip="none" rotWithShape="1">
                <a:gsLst>
                  <a:gs pos="0">
                    <a:srgbClr val="F7F8F9"/>
                  </a:gs>
                  <a:gs pos="43000">
                    <a:srgbClr val="D7DFE4"/>
                  </a:gs>
                  <a:gs pos="100000">
                    <a:srgbClr val="AFBBC3"/>
                  </a:gs>
                </a:gsLst>
                <a:lin ang="2700000" scaled="1"/>
                <a:tileRect/>
              </a:gradFill>
              <a:ln w="826" cap="rnd" cmpd="sng" algn="ctr">
                <a:noFill/>
                <a:prstDash val="solid"/>
                <a:round/>
                <a:headEnd type="none" w="med" len="med"/>
                <a:tailEnd type="none" w="med" len="med"/>
              </a:ln>
              <a:effectLst/>
            </p:spPr>
          </p:sp>
          <p:sp>
            <p:nvSpPr>
              <p:cNvPr id="1000285" name="ellipse_2551">
                <a:extLst>
                  <a:ext uri="{FF2B5EF4-FFF2-40B4-BE49-F238E27FC236}">
                    <a16:creationId xmlns:a16="http://schemas.microsoft.com/office/drawing/2014/main" id="{E77E8594-98F8-C3D8-08C5-EE29E99A3F08}"/>
                  </a:ext>
                </a:extLst>
              </p:cNvPr>
              <p:cNvSpPr/>
              <p:nvPr/>
            </p:nvSpPr>
            <p:spPr>
              <a:xfrm>
                <a:off x="1550063" y="3626271"/>
                <a:ext cx="18725" cy="18725"/>
              </a:xfrm>
              <a:prstGeom prst="ellipse">
                <a:avLst/>
              </a:prstGeom>
              <a:gradFill flip="none" rotWithShape="1">
                <a:gsLst>
                  <a:gs pos="0">
                    <a:srgbClr val="F5F7F8"/>
                  </a:gs>
                  <a:gs pos="43000">
                    <a:srgbClr val="CFD7DE"/>
                  </a:gs>
                  <a:gs pos="100000">
                    <a:srgbClr val="A5B2BD"/>
                  </a:gs>
                </a:gsLst>
                <a:lin ang="2700000" scaled="1"/>
                <a:tileRect/>
              </a:gradFill>
              <a:ln w="826" cap="rnd" cmpd="sng" algn="ctr">
                <a:noFill/>
                <a:prstDash val="solid"/>
                <a:round/>
                <a:headEnd type="none" w="med" len="med"/>
                <a:tailEnd type="none" w="med" len="med"/>
              </a:ln>
              <a:effectLst/>
            </p:spPr>
          </p:sp>
          <p:sp>
            <p:nvSpPr>
              <p:cNvPr id="1000286" name="ellipse_2552">
                <a:extLst>
                  <a:ext uri="{FF2B5EF4-FFF2-40B4-BE49-F238E27FC236}">
                    <a16:creationId xmlns:a16="http://schemas.microsoft.com/office/drawing/2014/main" id="{BC21A0E6-DA41-AC35-D2A6-07F821DD6C25}"/>
                  </a:ext>
                </a:extLst>
              </p:cNvPr>
              <p:cNvSpPr/>
              <p:nvPr/>
            </p:nvSpPr>
            <p:spPr>
              <a:xfrm>
                <a:off x="1395088" y="3533435"/>
                <a:ext cx="15948" cy="15948"/>
              </a:xfrm>
              <a:prstGeom prst="ellipse">
                <a:avLst/>
              </a:prstGeom>
              <a:gradFill flip="none" rotWithShape="1">
                <a:gsLst>
                  <a:gs pos="0">
                    <a:srgbClr val="F5F7F8"/>
                  </a:gs>
                  <a:gs pos="43000">
                    <a:srgbClr val="D1D9DF"/>
                  </a:gs>
                  <a:gs pos="100000">
                    <a:srgbClr val="A8B4BE"/>
                  </a:gs>
                </a:gsLst>
                <a:lin ang="2700000" scaled="1"/>
                <a:tileRect/>
              </a:gradFill>
              <a:ln w="826" cap="rnd" cmpd="sng" algn="ctr">
                <a:noFill/>
                <a:prstDash val="solid"/>
                <a:round/>
                <a:headEnd type="none" w="med" len="med"/>
                <a:tailEnd type="none" w="med" len="med"/>
              </a:ln>
              <a:effectLst/>
            </p:spPr>
          </p:sp>
          <p:sp>
            <p:nvSpPr>
              <p:cNvPr id="1000287" name="ellipse_2553">
                <a:extLst>
                  <a:ext uri="{FF2B5EF4-FFF2-40B4-BE49-F238E27FC236}">
                    <a16:creationId xmlns:a16="http://schemas.microsoft.com/office/drawing/2014/main" id="{4D6E01AB-428F-4348-D311-3959388A1D8F}"/>
                  </a:ext>
                </a:extLst>
              </p:cNvPr>
              <p:cNvSpPr/>
              <p:nvPr/>
            </p:nvSpPr>
            <p:spPr>
              <a:xfrm>
                <a:off x="1313742" y="3573420"/>
                <a:ext cx="15496" cy="15496"/>
              </a:xfrm>
              <a:prstGeom prst="ellipse">
                <a:avLst/>
              </a:prstGeom>
              <a:gradFill flip="none" rotWithShape="1">
                <a:gsLst>
                  <a:gs pos="0">
                    <a:srgbClr val="F6F8F9"/>
                  </a:gs>
                  <a:gs pos="43000">
                    <a:srgbClr val="D5DCE3"/>
                  </a:gs>
                  <a:gs pos="100000">
                    <a:srgbClr val="ADB8C2"/>
                  </a:gs>
                </a:gsLst>
                <a:lin ang="2700000" scaled="1"/>
                <a:tileRect/>
              </a:gradFill>
              <a:ln w="826" cap="rnd" cmpd="sng" algn="ctr">
                <a:noFill/>
                <a:prstDash val="solid"/>
                <a:round/>
                <a:headEnd type="none" w="med" len="med"/>
                <a:tailEnd type="none" w="med" len="med"/>
              </a:ln>
              <a:effectLst/>
            </p:spPr>
          </p:sp>
          <p:sp>
            <p:nvSpPr>
              <p:cNvPr id="1000288" name="ellipse_2554">
                <a:extLst>
                  <a:ext uri="{FF2B5EF4-FFF2-40B4-BE49-F238E27FC236}">
                    <a16:creationId xmlns:a16="http://schemas.microsoft.com/office/drawing/2014/main" id="{F05FDC31-A1C1-0D66-3409-5E6D025B5538}"/>
                  </a:ext>
                </a:extLst>
              </p:cNvPr>
              <p:cNvSpPr/>
              <p:nvPr/>
            </p:nvSpPr>
            <p:spPr>
              <a:xfrm>
                <a:off x="1329291" y="3672157"/>
                <a:ext cx="23375" cy="23375"/>
              </a:xfrm>
              <a:prstGeom prst="ellipse">
                <a:avLst/>
              </a:prstGeom>
              <a:gradFill flip="none" rotWithShape="1">
                <a:gsLst>
                  <a:gs pos="0">
                    <a:srgbClr val="F7F9FA"/>
                  </a:gs>
                  <a:gs pos="43000">
                    <a:srgbClr val="DAE0E6"/>
                  </a:gs>
                  <a:gs pos="100000">
                    <a:srgbClr val="B2BDC6"/>
                  </a:gs>
                </a:gsLst>
                <a:lin ang="2700000" scaled="1"/>
                <a:tileRect/>
              </a:gradFill>
              <a:ln w="826" cap="rnd" cmpd="sng" algn="ctr">
                <a:noFill/>
                <a:prstDash val="solid"/>
                <a:round/>
                <a:headEnd type="none" w="med" len="med"/>
                <a:tailEnd type="none" w="med" len="med"/>
              </a:ln>
              <a:effectLst/>
            </p:spPr>
          </p:sp>
          <p:sp>
            <p:nvSpPr>
              <p:cNvPr id="1000289" name="ellipse_2555">
                <a:extLst>
                  <a:ext uri="{FF2B5EF4-FFF2-40B4-BE49-F238E27FC236}">
                    <a16:creationId xmlns:a16="http://schemas.microsoft.com/office/drawing/2014/main" id="{30DC9C76-268C-3E8D-F541-4B5050CD7F1C}"/>
                  </a:ext>
                </a:extLst>
              </p:cNvPr>
              <p:cNvSpPr/>
              <p:nvPr/>
            </p:nvSpPr>
            <p:spPr>
              <a:xfrm>
                <a:off x="1307786" y="3621846"/>
                <a:ext cx="22071" cy="22071"/>
              </a:xfrm>
              <a:prstGeom prst="ellipse">
                <a:avLst/>
              </a:prstGeom>
              <a:gradFill flip="none" rotWithShape="1">
                <a:gsLst>
                  <a:gs pos="0">
                    <a:srgbClr val="F7F8F9"/>
                  </a:gs>
                  <a:gs pos="43000">
                    <a:srgbClr val="D8DFE4"/>
                  </a:gs>
                  <a:gs pos="100000">
                    <a:srgbClr val="B0BCC4"/>
                  </a:gs>
                </a:gsLst>
                <a:lin ang="2700000" scaled="1"/>
                <a:tileRect/>
              </a:gradFill>
              <a:ln w="826" cap="rnd" cmpd="sng" algn="ctr">
                <a:noFill/>
                <a:prstDash val="solid"/>
                <a:round/>
                <a:headEnd type="none" w="med" len="med"/>
                <a:tailEnd type="none" w="med" len="med"/>
              </a:ln>
              <a:effectLst/>
            </p:spPr>
          </p:sp>
          <p:sp>
            <p:nvSpPr>
              <p:cNvPr id="1000290" name="ellipse_2556">
                <a:extLst>
                  <a:ext uri="{FF2B5EF4-FFF2-40B4-BE49-F238E27FC236}">
                    <a16:creationId xmlns:a16="http://schemas.microsoft.com/office/drawing/2014/main" id="{42C983F0-FC0B-3FA1-0E42-BF411F34C0BE}"/>
                  </a:ext>
                </a:extLst>
              </p:cNvPr>
              <p:cNvSpPr/>
              <p:nvPr/>
            </p:nvSpPr>
            <p:spPr>
              <a:xfrm>
                <a:off x="1584475" y="3627694"/>
                <a:ext cx="15386" cy="15386"/>
              </a:xfrm>
              <a:prstGeom prst="ellipse">
                <a:avLst/>
              </a:prstGeom>
              <a:gradFill flip="none" rotWithShape="1">
                <a:gsLst>
                  <a:gs pos="0">
                    <a:srgbClr val="F7F8FA"/>
                  </a:gs>
                  <a:gs pos="43000">
                    <a:srgbClr val="D9DFE5"/>
                  </a:gs>
                  <a:gs pos="100000">
                    <a:srgbClr val="B1BCC5"/>
                  </a:gs>
                </a:gsLst>
                <a:lin ang="2700000" scaled="1"/>
                <a:tileRect/>
              </a:gradFill>
              <a:ln w="826" cap="rnd" cmpd="sng" algn="ctr">
                <a:noFill/>
                <a:prstDash val="solid"/>
                <a:round/>
                <a:headEnd type="none" w="med" len="med"/>
                <a:tailEnd type="none" w="med" len="med"/>
              </a:ln>
              <a:effectLst/>
            </p:spPr>
          </p:sp>
          <p:sp>
            <p:nvSpPr>
              <p:cNvPr id="1000291" name="ellipse_2557">
                <a:extLst>
                  <a:ext uri="{FF2B5EF4-FFF2-40B4-BE49-F238E27FC236}">
                    <a16:creationId xmlns:a16="http://schemas.microsoft.com/office/drawing/2014/main" id="{500E3F2C-6E73-44FD-3B8F-25595BA18816}"/>
                  </a:ext>
                </a:extLst>
              </p:cNvPr>
              <p:cNvSpPr/>
              <p:nvPr/>
            </p:nvSpPr>
            <p:spPr>
              <a:xfrm>
                <a:off x="1453895" y="3558216"/>
                <a:ext cx="24625" cy="24625"/>
              </a:xfrm>
              <a:prstGeom prst="ellipse">
                <a:avLst/>
              </a:prstGeom>
              <a:gradFill flip="none" rotWithShape="1">
                <a:gsLst>
                  <a:gs pos="0">
                    <a:srgbClr val="F5F7F8"/>
                  </a:gs>
                  <a:gs pos="43000">
                    <a:srgbClr val="D0D8DF"/>
                  </a:gs>
                  <a:gs pos="100000">
                    <a:srgbClr val="A7B3BE"/>
                  </a:gs>
                </a:gsLst>
                <a:lin ang="2700000" scaled="1"/>
                <a:tileRect/>
              </a:gradFill>
              <a:ln w="826" cap="rnd" cmpd="sng" algn="ctr">
                <a:noFill/>
                <a:prstDash val="solid"/>
                <a:round/>
                <a:headEnd type="none" w="med" len="med"/>
                <a:tailEnd type="none" w="med" len="med"/>
              </a:ln>
              <a:effectLst/>
            </p:spPr>
          </p:sp>
          <p:sp>
            <p:nvSpPr>
              <p:cNvPr id="1000292" name="ellipse_2558">
                <a:extLst>
                  <a:ext uri="{FF2B5EF4-FFF2-40B4-BE49-F238E27FC236}">
                    <a16:creationId xmlns:a16="http://schemas.microsoft.com/office/drawing/2014/main" id="{BA92DFB8-6961-641E-9628-62FEEA1F96B0}"/>
                  </a:ext>
                </a:extLst>
              </p:cNvPr>
              <p:cNvSpPr/>
              <p:nvPr/>
            </p:nvSpPr>
            <p:spPr>
              <a:xfrm>
                <a:off x="1514397" y="3669171"/>
                <a:ext cx="15296" cy="15296"/>
              </a:xfrm>
              <a:prstGeom prst="ellipse">
                <a:avLst/>
              </a:prstGeom>
              <a:gradFill flip="none" rotWithShape="1">
                <a:gsLst>
                  <a:gs pos="0">
                    <a:srgbClr val="F6F7F9"/>
                  </a:gs>
                  <a:gs pos="43000">
                    <a:srgbClr val="D3DAE1"/>
                  </a:gs>
                  <a:gs pos="100000">
                    <a:srgbClr val="AAB6C0"/>
                  </a:gs>
                </a:gsLst>
                <a:lin ang="2700000" scaled="1"/>
                <a:tileRect/>
              </a:gradFill>
              <a:ln w="826" cap="rnd" cmpd="sng" algn="ctr">
                <a:noFill/>
                <a:prstDash val="solid"/>
                <a:round/>
                <a:headEnd type="none" w="med" len="med"/>
                <a:tailEnd type="none" w="med" len="med"/>
              </a:ln>
              <a:effectLst/>
            </p:spPr>
          </p:sp>
          <p:sp>
            <p:nvSpPr>
              <p:cNvPr id="1000293" name="ellipse_2559">
                <a:extLst>
                  <a:ext uri="{FF2B5EF4-FFF2-40B4-BE49-F238E27FC236}">
                    <a16:creationId xmlns:a16="http://schemas.microsoft.com/office/drawing/2014/main" id="{E46A33B8-459F-FB45-B1F7-FACD9AED58FC}"/>
                  </a:ext>
                </a:extLst>
              </p:cNvPr>
              <p:cNvSpPr/>
              <p:nvPr/>
            </p:nvSpPr>
            <p:spPr>
              <a:xfrm>
                <a:off x="1502877" y="3686988"/>
                <a:ext cx="19310" cy="19310"/>
              </a:xfrm>
              <a:prstGeom prst="ellipse">
                <a:avLst/>
              </a:prstGeom>
              <a:gradFill flip="none" rotWithShape="1">
                <a:gsLst>
                  <a:gs pos="0">
                    <a:srgbClr val="F5F7F8"/>
                  </a:gs>
                  <a:gs pos="43000">
                    <a:srgbClr val="CED7DD"/>
                  </a:gs>
                  <a:gs pos="100000">
                    <a:srgbClr val="A5B2BC"/>
                  </a:gs>
                </a:gsLst>
                <a:lin ang="2700000" scaled="1"/>
                <a:tileRect/>
              </a:gradFill>
              <a:ln w="826" cap="rnd" cmpd="sng" algn="ctr">
                <a:noFill/>
                <a:prstDash val="solid"/>
                <a:round/>
                <a:headEnd type="none" w="med" len="med"/>
                <a:tailEnd type="none" w="med" len="med"/>
              </a:ln>
              <a:effectLst/>
            </p:spPr>
          </p:sp>
          <p:sp>
            <p:nvSpPr>
              <p:cNvPr id="1000294" name="ellipse_2560">
                <a:extLst>
                  <a:ext uri="{FF2B5EF4-FFF2-40B4-BE49-F238E27FC236}">
                    <a16:creationId xmlns:a16="http://schemas.microsoft.com/office/drawing/2014/main" id="{13A989D0-D01A-8AB7-F4D0-7F83E96ABD5C}"/>
                  </a:ext>
                </a:extLst>
              </p:cNvPr>
              <p:cNvSpPr/>
              <p:nvPr/>
            </p:nvSpPr>
            <p:spPr>
              <a:xfrm>
                <a:off x="1507745" y="3695631"/>
                <a:ext cx="15466" cy="15466"/>
              </a:xfrm>
              <a:prstGeom prst="ellipse">
                <a:avLst/>
              </a:prstGeom>
              <a:gradFill flip="none" rotWithShape="1">
                <a:gsLst>
                  <a:gs pos="0">
                    <a:srgbClr val="F6F8F9"/>
                  </a:gs>
                  <a:gs pos="43000">
                    <a:srgbClr val="D4DCE1"/>
                  </a:gs>
                  <a:gs pos="100000">
                    <a:srgbClr val="ABB8C1"/>
                  </a:gs>
                </a:gsLst>
                <a:lin ang="2700000" scaled="1"/>
                <a:tileRect/>
              </a:gradFill>
              <a:ln w="826" cap="rnd" cmpd="sng" algn="ctr">
                <a:noFill/>
                <a:prstDash val="solid"/>
                <a:round/>
                <a:headEnd type="none" w="med" len="med"/>
                <a:tailEnd type="none" w="med" len="med"/>
              </a:ln>
              <a:effectLst/>
            </p:spPr>
          </p:sp>
          <p:sp>
            <p:nvSpPr>
              <p:cNvPr id="1000295" name="ellipse_2561">
                <a:extLst>
                  <a:ext uri="{FF2B5EF4-FFF2-40B4-BE49-F238E27FC236}">
                    <a16:creationId xmlns:a16="http://schemas.microsoft.com/office/drawing/2014/main" id="{0EC35CF5-01FC-023A-D889-B39310F0189E}"/>
                  </a:ext>
                </a:extLst>
              </p:cNvPr>
              <p:cNvSpPr/>
              <p:nvPr/>
            </p:nvSpPr>
            <p:spPr>
              <a:xfrm>
                <a:off x="1432818" y="3538051"/>
                <a:ext cx="19094" cy="19094"/>
              </a:xfrm>
              <a:prstGeom prst="ellipse">
                <a:avLst/>
              </a:prstGeom>
              <a:gradFill flip="none" rotWithShape="1">
                <a:gsLst>
                  <a:gs pos="0">
                    <a:srgbClr val="F4F6F8"/>
                  </a:gs>
                  <a:gs pos="43000">
                    <a:srgbClr val="CDD5DC"/>
                  </a:gs>
                  <a:gs pos="100000">
                    <a:srgbClr val="A3B0BA"/>
                  </a:gs>
                </a:gsLst>
                <a:lin ang="2700000" scaled="1"/>
                <a:tileRect/>
              </a:gradFill>
              <a:ln w="826" cap="rnd" cmpd="sng" algn="ctr">
                <a:noFill/>
                <a:prstDash val="solid"/>
                <a:round/>
                <a:headEnd type="none" w="med" len="med"/>
                <a:tailEnd type="none" w="med" len="med"/>
              </a:ln>
              <a:effectLst/>
            </p:spPr>
          </p:sp>
          <p:sp>
            <p:nvSpPr>
              <p:cNvPr id="1000296" name="ellipse_2562">
                <a:extLst>
                  <a:ext uri="{FF2B5EF4-FFF2-40B4-BE49-F238E27FC236}">
                    <a16:creationId xmlns:a16="http://schemas.microsoft.com/office/drawing/2014/main" id="{AC030BF0-1986-9240-B14A-247842687B72}"/>
                  </a:ext>
                </a:extLst>
              </p:cNvPr>
              <p:cNvSpPr/>
              <p:nvPr/>
            </p:nvSpPr>
            <p:spPr>
              <a:xfrm>
                <a:off x="1511410" y="3670510"/>
                <a:ext cx="18124" cy="18124"/>
              </a:xfrm>
              <a:prstGeom prst="ellipse">
                <a:avLst/>
              </a:prstGeom>
              <a:gradFill flip="none" rotWithShape="1">
                <a:gsLst>
                  <a:gs pos="0">
                    <a:srgbClr val="F5F6F8"/>
                  </a:gs>
                  <a:gs pos="43000">
                    <a:srgbClr val="CDD5DC"/>
                  </a:gs>
                  <a:gs pos="100000">
                    <a:srgbClr val="A4B0BB"/>
                  </a:gs>
                </a:gsLst>
                <a:lin ang="2700000" scaled="1"/>
                <a:tileRect/>
              </a:gradFill>
              <a:ln w="826" cap="rnd" cmpd="sng" algn="ctr">
                <a:noFill/>
                <a:prstDash val="solid"/>
                <a:round/>
                <a:headEnd type="none" w="med" len="med"/>
                <a:tailEnd type="none" w="med" len="med"/>
              </a:ln>
              <a:effectLst/>
            </p:spPr>
          </p:sp>
          <p:sp>
            <p:nvSpPr>
              <p:cNvPr id="1000297" name="ellipse_2563">
                <a:extLst>
                  <a:ext uri="{FF2B5EF4-FFF2-40B4-BE49-F238E27FC236}">
                    <a16:creationId xmlns:a16="http://schemas.microsoft.com/office/drawing/2014/main" id="{D5AB8AD9-3FC6-3622-D6F5-34B9DBCC6D39}"/>
                  </a:ext>
                </a:extLst>
              </p:cNvPr>
              <p:cNvSpPr/>
              <p:nvPr/>
            </p:nvSpPr>
            <p:spPr>
              <a:xfrm>
                <a:off x="1465959" y="3697582"/>
                <a:ext cx="20714" cy="20714"/>
              </a:xfrm>
              <a:prstGeom prst="ellipse">
                <a:avLst/>
              </a:prstGeom>
              <a:gradFill flip="none" rotWithShape="1">
                <a:gsLst>
                  <a:gs pos="0">
                    <a:srgbClr val="F7F9FA"/>
                  </a:gs>
                  <a:gs pos="43000">
                    <a:srgbClr val="DAE0E5"/>
                  </a:gs>
                  <a:gs pos="100000">
                    <a:srgbClr val="B2BDC5"/>
                  </a:gs>
                </a:gsLst>
                <a:lin ang="2700000" scaled="1"/>
                <a:tileRect/>
              </a:gradFill>
              <a:ln w="826" cap="rnd" cmpd="sng" algn="ctr">
                <a:noFill/>
                <a:prstDash val="solid"/>
                <a:round/>
                <a:headEnd type="none" w="med" len="med"/>
                <a:tailEnd type="none" w="med" len="med"/>
              </a:ln>
              <a:effectLst/>
            </p:spPr>
          </p:sp>
          <p:sp>
            <p:nvSpPr>
              <p:cNvPr id="1000298" name="ellipse_2564">
                <a:extLst>
                  <a:ext uri="{FF2B5EF4-FFF2-40B4-BE49-F238E27FC236}">
                    <a16:creationId xmlns:a16="http://schemas.microsoft.com/office/drawing/2014/main" id="{11782660-85D0-03A5-6EFC-9251E25A7671}"/>
                  </a:ext>
                </a:extLst>
              </p:cNvPr>
              <p:cNvSpPr/>
              <p:nvPr/>
            </p:nvSpPr>
            <p:spPr>
              <a:xfrm>
                <a:off x="1421039" y="3688264"/>
                <a:ext cx="20580" cy="20580"/>
              </a:xfrm>
              <a:prstGeom prst="ellipse">
                <a:avLst/>
              </a:prstGeom>
              <a:gradFill flip="none" rotWithShape="1">
                <a:gsLst>
                  <a:gs pos="0">
                    <a:srgbClr val="F6F8F9"/>
                  </a:gs>
                  <a:gs pos="43000">
                    <a:srgbClr val="D5DCE2"/>
                  </a:gs>
                  <a:gs pos="100000">
                    <a:srgbClr val="ADB8C2"/>
                  </a:gs>
                </a:gsLst>
                <a:lin ang="2700000" scaled="1"/>
                <a:tileRect/>
              </a:gradFill>
              <a:ln w="826" cap="rnd" cmpd="sng" algn="ctr">
                <a:noFill/>
                <a:prstDash val="solid"/>
                <a:round/>
                <a:headEnd type="none" w="med" len="med"/>
                <a:tailEnd type="none" w="med" len="med"/>
              </a:ln>
              <a:effectLst/>
            </p:spPr>
          </p:sp>
          <p:sp>
            <p:nvSpPr>
              <p:cNvPr id="1000299" name="ellipse_2565">
                <a:extLst>
                  <a:ext uri="{FF2B5EF4-FFF2-40B4-BE49-F238E27FC236}">
                    <a16:creationId xmlns:a16="http://schemas.microsoft.com/office/drawing/2014/main" id="{E43450D4-A066-F050-70E6-BEECC4C933CF}"/>
                  </a:ext>
                </a:extLst>
              </p:cNvPr>
              <p:cNvSpPr/>
              <p:nvPr/>
            </p:nvSpPr>
            <p:spPr>
              <a:xfrm>
                <a:off x="1317547" y="3643031"/>
                <a:ext cx="24656" cy="24656"/>
              </a:xfrm>
              <a:prstGeom prst="ellipse">
                <a:avLst/>
              </a:prstGeom>
              <a:gradFill flip="none" rotWithShape="1">
                <a:gsLst>
                  <a:gs pos="0">
                    <a:srgbClr val="F6F7F8"/>
                  </a:gs>
                  <a:gs pos="43000">
                    <a:srgbClr val="D2DADF"/>
                  </a:gs>
                  <a:gs pos="100000">
                    <a:srgbClr val="A9B5BE"/>
                  </a:gs>
                </a:gsLst>
                <a:lin ang="2700000" scaled="1"/>
                <a:tileRect/>
              </a:gradFill>
              <a:ln w="826" cap="rnd" cmpd="sng" algn="ctr">
                <a:noFill/>
                <a:prstDash val="solid"/>
                <a:round/>
                <a:headEnd type="none" w="med" len="med"/>
                <a:tailEnd type="none" w="med" len="med"/>
              </a:ln>
              <a:effectLst/>
            </p:spPr>
          </p:sp>
          <p:sp>
            <p:nvSpPr>
              <p:cNvPr id="1000300" name="ellipse_2566">
                <a:extLst>
                  <a:ext uri="{FF2B5EF4-FFF2-40B4-BE49-F238E27FC236}">
                    <a16:creationId xmlns:a16="http://schemas.microsoft.com/office/drawing/2014/main" id="{19FF6EE5-6003-6D98-E5F6-9D51BFD12265}"/>
                  </a:ext>
                </a:extLst>
              </p:cNvPr>
              <p:cNvSpPr/>
              <p:nvPr/>
            </p:nvSpPr>
            <p:spPr>
              <a:xfrm>
                <a:off x="1490146" y="3564893"/>
                <a:ext cx="23114" cy="23114"/>
              </a:xfrm>
              <a:prstGeom prst="ellipse">
                <a:avLst/>
              </a:prstGeom>
              <a:gradFill flip="none" rotWithShape="1">
                <a:gsLst>
                  <a:gs pos="0">
                    <a:srgbClr val="F5F7F8"/>
                  </a:gs>
                  <a:gs pos="43000">
                    <a:srgbClr val="D1D9DF"/>
                  </a:gs>
                  <a:gs pos="100000">
                    <a:srgbClr val="A8B4BE"/>
                  </a:gs>
                </a:gsLst>
                <a:lin ang="2700000" scaled="1"/>
                <a:tileRect/>
              </a:gradFill>
              <a:ln w="826" cap="rnd" cmpd="sng" algn="ctr">
                <a:noFill/>
                <a:prstDash val="solid"/>
                <a:round/>
                <a:headEnd type="none" w="med" len="med"/>
                <a:tailEnd type="none" w="med" len="med"/>
              </a:ln>
              <a:effectLst/>
            </p:spPr>
          </p:sp>
          <p:sp>
            <p:nvSpPr>
              <p:cNvPr id="1000301" name="ellipse_2567">
                <a:extLst>
                  <a:ext uri="{FF2B5EF4-FFF2-40B4-BE49-F238E27FC236}">
                    <a16:creationId xmlns:a16="http://schemas.microsoft.com/office/drawing/2014/main" id="{C6C15B24-D511-405D-B09C-04C0639C4540}"/>
                  </a:ext>
                </a:extLst>
              </p:cNvPr>
              <p:cNvSpPr/>
              <p:nvPr/>
            </p:nvSpPr>
            <p:spPr>
              <a:xfrm>
                <a:off x="1318021" y="3588334"/>
                <a:ext cx="19866" cy="19866"/>
              </a:xfrm>
              <a:prstGeom prst="ellipse">
                <a:avLst/>
              </a:prstGeom>
              <a:gradFill flip="none" rotWithShape="1">
                <a:gsLst>
                  <a:gs pos="0">
                    <a:srgbClr val="F4F6F8"/>
                  </a:gs>
                  <a:gs pos="43000">
                    <a:srgbClr val="CDD5DC"/>
                  </a:gs>
                  <a:gs pos="100000">
                    <a:srgbClr val="A3B0BA"/>
                  </a:gs>
                </a:gsLst>
                <a:lin ang="2700000" scaled="1"/>
                <a:tileRect/>
              </a:gradFill>
              <a:ln w="826" cap="rnd" cmpd="sng" algn="ctr">
                <a:noFill/>
                <a:prstDash val="solid"/>
                <a:round/>
                <a:headEnd type="none" w="med" len="med"/>
                <a:tailEnd type="none" w="med" len="med"/>
              </a:ln>
              <a:effectLst/>
            </p:spPr>
          </p:sp>
          <p:sp>
            <p:nvSpPr>
              <p:cNvPr id="1000302" name="ellipse_2568">
                <a:extLst>
                  <a:ext uri="{FF2B5EF4-FFF2-40B4-BE49-F238E27FC236}">
                    <a16:creationId xmlns:a16="http://schemas.microsoft.com/office/drawing/2014/main" id="{38D48CA1-CA20-D346-1629-00FA28841E7F}"/>
                  </a:ext>
                </a:extLst>
              </p:cNvPr>
              <p:cNvSpPr/>
              <p:nvPr/>
            </p:nvSpPr>
            <p:spPr>
              <a:xfrm>
                <a:off x="1478242" y="3571021"/>
                <a:ext cx="21106" cy="21106"/>
              </a:xfrm>
              <a:prstGeom prst="ellipse">
                <a:avLst/>
              </a:prstGeom>
              <a:gradFill flip="none" rotWithShape="1">
                <a:gsLst>
                  <a:gs pos="0">
                    <a:srgbClr val="F5F7F8"/>
                  </a:gs>
                  <a:gs pos="43000">
                    <a:srgbClr val="D0D8DF"/>
                  </a:gs>
                  <a:gs pos="100000">
                    <a:srgbClr val="A7B3BE"/>
                  </a:gs>
                </a:gsLst>
                <a:lin ang="2700000" scaled="1"/>
                <a:tileRect/>
              </a:gradFill>
              <a:ln w="826" cap="rnd" cmpd="sng" algn="ctr">
                <a:noFill/>
                <a:prstDash val="solid"/>
                <a:round/>
                <a:headEnd type="none" w="med" len="med"/>
                <a:tailEnd type="none" w="med" len="med"/>
              </a:ln>
              <a:effectLst/>
            </p:spPr>
          </p:sp>
          <p:sp>
            <p:nvSpPr>
              <p:cNvPr id="1000303" name="ellipse_2569">
                <a:extLst>
                  <a:ext uri="{FF2B5EF4-FFF2-40B4-BE49-F238E27FC236}">
                    <a16:creationId xmlns:a16="http://schemas.microsoft.com/office/drawing/2014/main" id="{66B2F99A-A7D9-94ED-32CC-316EBFA85EC8}"/>
                  </a:ext>
                </a:extLst>
              </p:cNvPr>
              <p:cNvSpPr/>
              <p:nvPr/>
            </p:nvSpPr>
            <p:spPr>
              <a:xfrm>
                <a:off x="1317612" y="3652314"/>
                <a:ext cx="17900" cy="17900"/>
              </a:xfrm>
              <a:prstGeom prst="ellipse">
                <a:avLst/>
              </a:prstGeom>
              <a:gradFill flip="none" rotWithShape="1">
                <a:gsLst>
                  <a:gs pos="0">
                    <a:srgbClr val="F5F7F8"/>
                  </a:gs>
                  <a:gs pos="43000">
                    <a:srgbClr val="CED7DD"/>
                  </a:gs>
                  <a:gs pos="100000">
                    <a:srgbClr val="A5B2BC"/>
                  </a:gs>
                </a:gsLst>
                <a:lin ang="2700000" scaled="1"/>
                <a:tileRect/>
              </a:gradFill>
              <a:ln w="826" cap="rnd" cmpd="sng" algn="ctr">
                <a:noFill/>
                <a:prstDash val="solid"/>
                <a:round/>
                <a:headEnd type="none" w="med" len="med"/>
                <a:tailEnd type="none" w="med" len="med"/>
              </a:ln>
              <a:effectLst/>
            </p:spPr>
          </p:sp>
          <p:sp>
            <p:nvSpPr>
              <p:cNvPr id="1000304" name="ellipse_2570">
                <a:extLst>
                  <a:ext uri="{FF2B5EF4-FFF2-40B4-BE49-F238E27FC236}">
                    <a16:creationId xmlns:a16="http://schemas.microsoft.com/office/drawing/2014/main" id="{4DF343C0-A658-8D1F-D7F5-787F07E530A4}"/>
                  </a:ext>
                </a:extLst>
              </p:cNvPr>
              <p:cNvSpPr/>
              <p:nvPr/>
            </p:nvSpPr>
            <p:spPr>
              <a:xfrm>
                <a:off x="1437620" y="3709822"/>
                <a:ext cx="15418" cy="15418"/>
              </a:xfrm>
              <a:prstGeom prst="ellipse">
                <a:avLst/>
              </a:prstGeom>
              <a:gradFill flip="none" rotWithShape="1">
                <a:gsLst>
                  <a:gs pos="0">
                    <a:srgbClr val="F6F8F9"/>
                  </a:gs>
                  <a:gs pos="43000">
                    <a:srgbClr val="D3DBE1"/>
                  </a:gs>
                  <a:gs pos="100000">
                    <a:srgbClr val="AAB7C0"/>
                  </a:gs>
                </a:gsLst>
                <a:lin ang="2700000" scaled="1"/>
                <a:tileRect/>
              </a:gradFill>
              <a:ln w="826" cap="rnd" cmpd="sng" algn="ctr">
                <a:noFill/>
                <a:prstDash val="solid"/>
                <a:round/>
                <a:headEnd type="none" w="med" len="med"/>
                <a:tailEnd type="none" w="med" len="med"/>
              </a:ln>
              <a:effectLst/>
            </p:spPr>
          </p:sp>
          <p:sp>
            <p:nvSpPr>
              <p:cNvPr id="1000305" name="ellipse_2571">
                <a:extLst>
                  <a:ext uri="{FF2B5EF4-FFF2-40B4-BE49-F238E27FC236}">
                    <a16:creationId xmlns:a16="http://schemas.microsoft.com/office/drawing/2014/main" id="{D8E3A3F0-2C10-A66C-70C4-448F8D60A09B}"/>
                  </a:ext>
                </a:extLst>
              </p:cNvPr>
              <p:cNvSpPr/>
              <p:nvPr/>
            </p:nvSpPr>
            <p:spPr>
              <a:xfrm>
                <a:off x="1482151" y="3682518"/>
                <a:ext cx="16703" cy="16703"/>
              </a:xfrm>
              <a:prstGeom prst="ellipse">
                <a:avLst/>
              </a:prstGeom>
              <a:gradFill flip="none" rotWithShape="1">
                <a:gsLst>
                  <a:gs pos="0">
                    <a:srgbClr val="F7F9FA"/>
                  </a:gs>
                  <a:gs pos="43000">
                    <a:srgbClr val="DAE0E5"/>
                  </a:gs>
                  <a:gs pos="100000">
                    <a:srgbClr val="B2BDC5"/>
                  </a:gs>
                </a:gsLst>
                <a:lin ang="2700000" scaled="1"/>
                <a:tileRect/>
              </a:gradFill>
              <a:ln w="826" cap="rnd" cmpd="sng" algn="ctr">
                <a:noFill/>
                <a:prstDash val="solid"/>
                <a:round/>
                <a:headEnd type="none" w="med" len="med"/>
                <a:tailEnd type="none" w="med" len="med"/>
              </a:ln>
              <a:effectLst/>
            </p:spPr>
          </p:sp>
          <p:sp>
            <p:nvSpPr>
              <p:cNvPr id="1000306" name="ellipse_2572">
                <a:extLst>
                  <a:ext uri="{FF2B5EF4-FFF2-40B4-BE49-F238E27FC236}">
                    <a16:creationId xmlns:a16="http://schemas.microsoft.com/office/drawing/2014/main" id="{8194396C-A973-4487-4555-EA3A1B899A63}"/>
                  </a:ext>
                </a:extLst>
              </p:cNvPr>
              <p:cNvSpPr/>
              <p:nvPr/>
            </p:nvSpPr>
            <p:spPr>
              <a:xfrm>
                <a:off x="1411116" y="3562784"/>
                <a:ext cx="21423" cy="21423"/>
              </a:xfrm>
              <a:prstGeom prst="ellipse">
                <a:avLst/>
              </a:prstGeom>
              <a:gradFill flip="none" rotWithShape="1">
                <a:gsLst>
                  <a:gs pos="0">
                    <a:srgbClr val="F7F9FA"/>
                  </a:gs>
                  <a:gs pos="43000">
                    <a:srgbClr val="DAE1E6"/>
                  </a:gs>
                  <a:gs pos="100000">
                    <a:srgbClr val="B2BDC6"/>
                  </a:gs>
                </a:gsLst>
                <a:lin ang="2700000" scaled="1"/>
                <a:tileRect/>
              </a:gradFill>
              <a:ln w="826" cap="rnd" cmpd="sng" algn="ctr">
                <a:noFill/>
                <a:prstDash val="solid"/>
                <a:round/>
                <a:headEnd type="none" w="med" len="med"/>
                <a:tailEnd type="none" w="med" len="med"/>
              </a:ln>
              <a:effectLst/>
            </p:spPr>
          </p:sp>
          <p:sp>
            <p:nvSpPr>
              <p:cNvPr id="1000307" name="ellipse_2573">
                <a:extLst>
                  <a:ext uri="{FF2B5EF4-FFF2-40B4-BE49-F238E27FC236}">
                    <a16:creationId xmlns:a16="http://schemas.microsoft.com/office/drawing/2014/main" id="{D1235B61-8EAA-4B48-2223-5DD9A0E782DD}"/>
                  </a:ext>
                </a:extLst>
              </p:cNvPr>
              <p:cNvSpPr/>
              <p:nvPr/>
            </p:nvSpPr>
            <p:spPr>
              <a:xfrm>
                <a:off x="1454564" y="3537748"/>
                <a:ext cx="19763" cy="19763"/>
              </a:xfrm>
              <a:prstGeom prst="ellipse">
                <a:avLst/>
              </a:prstGeom>
              <a:gradFill flip="none" rotWithShape="1">
                <a:gsLst>
                  <a:gs pos="0">
                    <a:srgbClr val="F7F8F9"/>
                  </a:gs>
                  <a:gs pos="43000">
                    <a:srgbClr val="D7DEE4"/>
                  </a:gs>
                  <a:gs pos="100000">
                    <a:srgbClr val="AFBAC3"/>
                  </a:gs>
                </a:gsLst>
                <a:lin ang="2700000" scaled="1"/>
                <a:tileRect/>
              </a:gradFill>
              <a:ln w="826" cap="rnd" cmpd="sng" algn="ctr">
                <a:noFill/>
                <a:prstDash val="solid"/>
                <a:round/>
                <a:headEnd type="none" w="med" len="med"/>
                <a:tailEnd type="none" w="med" len="med"/>
              </a:ln>
              <a:effectLst/>
            </p:spPr>
          </p:sp>
          <p:sp>
            <p:nvSpPr>
              <p:cNvPr id="1000308" name="ellipse_2574">
                <a:extLst>
                  <a:ext uri="{FF2B5EF4-FFF2-40B4-BE49-F238E27FC236}">
                    <a16:creationId xmlns:a16="http://schemas.microsoft.com/office/drawing/2014/main" id="{A8F21E38-5910-9142-2450-A0C4A1579B17}"/>
                  </a:ext>
                </a:extLst>
              </p:cNvPr>
              <p:cNvSpPr/>
              <p:nvPr/>
            </p:nvSpPr>
            <p:spPr>
              <a:xfrm>
                <a:off x="1516785" y="3654731"/>
                <a:ext cx="21578" cy="21578"/>
              </a:xfrm>
              <a:prstGeom prst="ellipse">
                <a:avLst/>
              </a:prstGeom>
              <a:gradFill flip="none" rotWithShape="1">
                <a:gsLst>
                  <a:gs pos="0">
                    <a:srgbClr val="F6F8F9"/>
                  </a:gs>
                  <a:gs pos="43000">
                    <a:srgbClr val="D3DBE1"/>
                  </a:gs>
                  <a:gs pos="100000">
                    <a:srgbClr val="AAB7C0"/>
                  </a:gs>
                </a:gsLst>
                <a:lin ang="2700000" scaled="1"/>
                <a:tileRect/>
              </a:gradFill>
              <a:ln w="826" cap="rnd" cmpd="sng" algn="ctr">
                <a:noFill/>
                <a:prstDash val="solid"/>
                <a:round/>
                <a:headEnd type="none" w="med" len="med"/>
                <a:tailEnd type="none" w="med" len="med"/>
              </a:ln>
              <a:effectLst/>
            </p:spPr>
          </p:sp>
          <p:sp>
            <p:nvSpPr>
              <p:cNvPr id="1000309" name="ellipse_2575">
                <a:extLst>
                  <a:ext uri="{FF2B5EF4-FFF2-40B4-BE49-F238E27FC236}">
                    <a16:creationId xmlns:a16="http://schemas.microsoft.com/office/drawing/2014/main" id="{91011C7C-2802-3DB3-278E-B025DD9B1057}"/>
                  </a:ext>
                </a:extLst>
              </p:cNvPr>
              <p:cNvSpPr/>
              <p:nvPr/>
            </p:nvSpPr>
            <p:spPr>
              <a:xfrm>
                <a:off x="1410634" y="3697683"/>
                <a:ext cx="24162" cy="24162"/>
              </a:xfrm>
              <a:prstGeom prst="ellipse">
                <a:avLst/>
              </a:prstGeom>
              <a:gradFill flip="none" rotWithShape="1">
                <a:gsLst>
                  <a:gs pos="0">
                    <a:srgbClr val="F6F7F9"/>
                  </a:gs>
                  <a:gs pos="43000">
                    <a:srgbClr val="D3DAE1"/>
                  </a:gs>
                  <a:gs pos="100000">
                    <a:srgbClr val="AAB6C0"/>
                  </a:gs>
                </a:gsLst>
                <a:lin ang="2700000" scaled="1"/>
                <a:tileRect/>
              </a:gradFill>
              <a:ln w="826" cap="rnd" cmpd="sng" algn="ctr">
                <a:noFill/>
                <a:prstDash val="solid"/>
                <a:round/>
                <a:headEnd type="none" w="med" len="med"/>
                <a:tailEnd type="none" w="med" len="med"/>
              </a:ln>
              <a:effectLst/>
            </p:spPr>
          </p:sp>
          <p:sp>
            <p:nvSpPr>
              <p:cNvPr id="1000310" name="ellipse_2576">
                <a:extLst>
                  <a:ext uri="{FF2B5EF4-FFF2-40B4-BE49-F238E27FC236}">
                    <a16:creationId xmlns:a16="http://schemas.microsoft.com/office/drawing/2014/main" id="{23AF5197-3884-9B95-E031-3BC4B19DF2A7}"/>
                  </a:ext>
                </a:extLst>
              </p:cNvPr>
              <p:cNvSpPr/>
              <p:nvPr/>
            </p:nvSpPr>
            <p:spPr>
              <a:xfrm>
                <a:off x="1425946" y="3562304"/>
                <a:ext cx="17525" cy="17525"/>
              </a:xfrm>
              <a:prstGeom prst="ellipse">
                <a:avLst/>
              </a:prstGeom>
              <a:gradFill flip="none" rotWithShape="1">
                <a:gsLst>
                  <a:gs pos="0">
                    <a:srgbClr val="F7F8F9"/>
                  </a:gs>
                  <a:gs pos="43000">
                    <a:srgbClr val="D7DFE4"/>
                  </a:gs>
                  <a:gs pos="100000">
                    <a:srgbClr val="AFBBC4"/>
                  </a:gs>
                </a:gsLst>
                <a:lin ang="2700000" scaled="1"/>
                <a:tileRect/>
              </a:gradFill>
              <a:ln w="826" cap="rnd" cmpd="sng" algn="ctr">
                <a:noFill/>
                <a:prstDash val="solid"/>
                <a:round/>
                <a:headEnd type="none" w="med" len="med"/>
                <a:tailEnd type="none" w="med" len="med"/>
              </a:ln>
              <a:effectLst/>
            </p:spPr>
          </p:sp>
          <p:sp>
            <p:nvSpPr>
              <p:cNvPr id="1000311" name="ellipse_2577">
                <a:extLst>
                  <a:ext uri="{FF2B5EF4-FFF2-40B4-BE49-F238E27FC236}">
                    <a16:creationId xmlns:a16="http://schemas.microsoft.com/office/drawing/2014/main" id="{C4EE9AFD-A060-8683-218C-53B71A9BDBFF}"/>
                  </a:ext>
                </a:extLst>
              </p:cNvPr>
              <p:cNvSpPr/>
              <p:nvPr/>
            </p:nvSpPr>
            <p:spPr>
              <a:xfrm>
                <a:off x="1355269" y="3594031"/>
                <a:ext cx="21133" cy="21133"/>
              </a:xfrm>
              <a:prstGeom prst="ellipse">
                <a:avLst/>
              </a:prstGeom>
              <a:gradFill flip="none" rotWithShape="1">
                <a:gsLst>
                  <a:gs pos="0">
                    <a:srgbClr val="F7F8F9"/>
                  </a:gs>
                  <a:gs pos="43000">
                    <a:srgbClr val="D8DFE4"/>
                  </a:gs>
                  <a:gs pos="100000">
                    <a:srgbClr val="B0BCC4"/>
                  </a:gs>
                </a:gsLst>
                <a:lin ang="2700000" scaled="1"/>
                <a:tileRect/>
              </a:gradFill>
              <a:ln w="826" cap="rnd" cmpd="sng" algn="ctr">
                <a:noFill/>
                <a:prstDash val="solid"/>
                <a:round/>
                <a:headEnd type="none" w="med" len="med"/>
                <a:tailEnd type="none" w="med" len="med"/>
              </a:ln>
              <a:effectLst/>
            </p:spPr>
          </p:sp>
          <p:sp>
            <p:nvSpPr>
              <p:cNvPr id="1000312" name="ellipse_2578">
                <a:extLst>
                  <a:ext uri="{FF2B5EF4-FFF2-40B4-BE49-F238E27FC236}">
                    <a16:creationId xmlns:a16="http://schemas.microsoft.com/office/drawing/2014/main" id="{80D13E62-9BAB-96EE-4FBD-31E4267B0824}"/>
                  </a:ext>
                </a:extLst>
              </p:cNvPr>
              <p:cNvSpPr/>
              <p:nvPr/>
            </p:nvSpPr>
            <p:spPr>
              <a:xfrm>
                <a:off x="1506719" y="3690770"/>
                <a:ext cx="17358" cy="17358"/>
              </a:xfrm>
              <a:prstGeom prst="ellipse">
                <a:avLst/>
              </a:prstGeom>
              <a:gradFill flip="none" rotWithShape="1">
                <a:gsLst>
                  <a:gs pos="0">
                    <a:srgbClr val="F5F7F8"/>
                  </a:gs>
                  <a:gs pos="43000">
                    <a:srgbClr val="D1D9DF"/>
                  </a:gs>
                  <a:gs pos="100000">
                    <a:srgbClr val="A8B4BE"/>
                  </a:gs>
                </a:gsLst>
                <a:lin ang="2700000" scaled="1"/>
                <a:tileRect/>
              </a:gradFill>
              <a:ln w="826" cap="rnd" cmpd="sng" algn="ctr">
                <a:noFill/>
                <a:prstDash val="solid"/>
                <a:round/>
                <a:headEnd type="none" w="med" len="med"/>
                <a:tailEnd type="none" w="med" len="med"/>
              </a:ln>
              <a:effectLst/>
            </p:spPr>
          </p:sp>
          <p:sp>
            <p:nvSpPr>
              <p:cNvPr id="1000313" name="ellipse_2579">
                <a:extLst>
                  <a:ext uri="{FF2B5EF4-FFF2-40B4-BE49-F238E27FC236}">
                    <a16:creationId xmlns:a16="http://schemas.microsoft.com/office/drawing/2014/main" id="{F476A188-06C3-3BDC-6413-95ED370A4E7B}"/>
                  </a:ext>
                </a:extLst>
              </p:cNvPr>
              <p:cNvSpPr/>
              <p:nvPr/>
            </p:nvSpPr>
            <p:spPr>
              <a:xfrm>
                <a:off x="1349195" y="3647004"/>
                <a:ext cx="22300" cy="22300"/>
              </a:xfrm>
              <a:prstGeom prst="ellipse">
                <a:avLst/>
              </a:prstGeom>
              <a:gradFill flip="none" rotWithShape="1">
                <a:gsLst>
                  <a:gs pos="0">
                    <a:srgbClr val="F7F8FA"/>
                  </a:gs>
                  <a:gs pos="43000">
                    <a:srgbClr val="D9DFE5"/>
                  </a:gs>
                  <a:gs pos="100000">
                    <a:srgbClr val="B1BCC5"/>
                  </a:gs>
                </a:gsLst>
                <a:lin ang="2700000" scaled="1"/>
                <a:tileRect/>
              </a:gradFill>
              <a:ln w="826" cap="rnd" cmpd="sng" algn="ctr">
                <a:noFill/>
                <a:prstDash val="solid"/>
                <a:round/>
                <a:headEnd type="none" w="med" len="med"/>
                <a:tailEnd type="none" w="med" len="med"/>
              </a:ln>
              <a:effectLst/>
            </p:spPr>
          </p:sp>
          <p:sp>
            <p:nvSpPr>
              <p:cNvPr id="1000314" name="ellipse_2580">
                <a:extLst>
                  <a:ext uri="{FF2B5EF4-FFF2-40B4-BE49-F238E27FC236}">
                    <a16:creationId xmlns:a16="http://schemas.microsoft.com/office/drawing/2014/main" id="{42C47C13-DE97-AF17-D5AD-592634C79C92}"/>
                  </a:ext>
                </a:extLst>
              </p:cNvPr>
              <p:cNvSpPr/>
              <p:nvPr/>
            </p:nvSpPr>
            <p:spPr>
              <a:xfrm>
                <a:off x="1577404" y="3601425"/>
                <a:ext cx="20206" cy="20206"/>
              </a:xfrm>
              <a:prstGeom prst="ellipse">
                <a:avLst/>
              </a:prstGeom>
              <a:gradFill flip="none" rotWithShape="1">
                <a:gsLst>
                  <a:gs pos="0">
                    <a:srgbClr val="F7F8F9"/>
                  </a:gs>
                  <a:gs pos="43000">
                    <a:srgbClr val="D7DEE4"/>
                  </a:gs>
                  <a:gs pos="100000">
                    <a:srgbClr val="AFBAC3"/>
                  </a:gs>
                </a:gsLst>
                <a:lin ang="2700000" scaled="1"/>
                <a:tileRect/>
              </a:gradFill>
              <a:ln w="826" cap="rnd" cmpd="sng" algn="ctr">
                <a:noFill/>
                <a:prstDash val="solid"/>
                <a:round/>
                <a:headEnd type="none" w="med" len="med"/>
                <a:tailEnd type="none" w="med" len="med"/>
              </a:ln>
              <a:effectLst/>
            </p:spPr>
          </p:sp>
          <p:sp>
            <p:nvSpPr>
              <p:cNvPr id="1000315" name="ellipse_2581">
                <a:extLst>
                  <a:ext uri="{FF2B5EF4-FFF2-40B4-BE49-F238E27FC236}">
                    <a16:creationId xmlns:a16="http://schemas.microsoft.com/office/drawing/2014/main" id="{D1756583-8B94-EE92-DBA2-50BC1A24F68C}"/>
                  </a:ext>
                </a:extLst>
              </p:cNvPr>
              <p:cNvSpPr/>
              <p:nvPr/>
            </p:nvSpPr>
            <p:spPr>
              <a:xfrm>
                <a:off x="1509076" y="3554975"/>
                <a:ext cx="15762" cy="15762"/>
              </a:xfrm>
              <a:prstGeom prst="ellipse">
                <a:avLst/>
              </a:prstGeom>
              <a:gradFill flip="none" rotWithShape="1">
                <a:gsLst>
                  <a:gs pos="0">
                    <a:srgbClr val="F5F7F8"/>
                  </a:gs>
                  <a:gs pos="43000">
                    <a:srgbClr val="CFD7DE"/>
                  </a:gs>
                  <a:gs pos="100000">
                    <a:srgbClr val="A5B2BD"/>
                  </a:gs>
                </a:gsLst>
                <a:lin ang="2700000" scaled="1"/>
                <a:tileRect/>
              </a:gradFill>
              <a:ln w="826" cap="rnd" cmpd="sng" algn="ctr">
                <a:noFill/>
                <a:prstDash val="solid"/>
                <a:round/>
                <a:headEnd type="none" w="med" len="med"/>
                <a:tailEnd type="none" w="med" len="med"/>
              </a:ln>
              <a:effectLst/>
            </p:spPr>
          </p:sp>
          <p:sp>
            <p:nvSpPr>
              <p:cNvPr id="1000316" name="ellipse_2582">
                <a:extLst>
                  <a:ext uri="{FF2B5EF4-FFF2-40B4-BE49-F238E27FC236}">
                    <a16:creationId xmlns:a16="http://schemas.microsoft.com/office/drawing/2014/main" id="{C316A7E2-CA6A-95B8-687F-90386E0128DE}"/>
                  </a:ext>
                </a:extLst>
              </p:cNvPr>
              <p:cNvSpPr/>
              <p:nvPr/>
            </p:nvSpPr>
            <p:spPr>
              <a:xfrm>
                <a:off x="1462460" y="3706007"/>
                <a:ext cx="22750" cy="22750"/>
              </a:xfrm>
              <a:prstGeom prst="ellipse">
                <a:avLst/>
              </a:prstGeom>
              <a:gradFill flip="none" rotWithShape="1">
                <a:gsLst>
                  <a:gs pos="0">
                    <a:srgbClr val="F6F7F9"/>
                  </a:gs>
                  <a:gs pos="43000">
                    <a:srgbClr val="D2DAE0"/>
                  </a:gs>
                  <a:gs pos="100000">
                    <a:srgbClr val="AAB5BF"/>
                  </a:gs>
                </a:gsLst>
                <a:lin ang="2700000" scaled="1"/>
                <a:tileRect/>
              </a:gradFill>
              <a:ln w="826" cap="rnd" cmpd="sng" algn="ctr">
                <a:noFill/>
                <a:prstDash val="solid"/>
                <a:round/>
                <a:headEnd type="none" w="med" len="med"/>
                <a:tailEnd type="none" w="med" len="med"/>
              </a:ln>
              <a:effectLst/>
            </p:spPr>
          </p:sp>
          <p:sp>
            <p:nvSpPr>
              <p:cNvPr id="1000317" name="ellipse_2583">
                <a:extLst>
                  <a:ext uri="{FF2B5EF4-FFF2-40B4-BE49-F238E27FC236}">
                    <a16:creationId xmlns:a16="http://schemas.microsoft.com/office/drawing/2014/main" id="{74DDD940-4CD2-A0A5-B2C7-4504E7352258}"/>
                  </a:ext>
                </a:extLst>
              </p:cNvPr>
              <p:cNvSpPr/>
              <p:nvPr/>
            </p:nvSpPr>
            <p:spPr>
              <a:xfrm>
                <a:off x="1439477" y="3526920"/>
                <a:ext cx="21290" cy="21290"/>
              </a:xfrm>
              <a:prstGeom prst="ellipse">
                <a:avLst/>
              </a:prstGeom>
              <a:gradFill flip="none" rotWithShape="1">
                <a:gsLst>
                  <a:gs pos="0">
                    <a:srgbClr val="F7F8F9"/>
                  </a:gs>
                  <a:gs pos="43000">
                    <a:srgbClr val="D7DFE4"/>
                  </a:gs>
                  <a:gs pos="100000">
                    <a:srgbClr val="AFBBC3"/>
                  </a:gs>
                </a:gsLst>
                <a:lin ang="2700000" scaled="1"/>
                <a:tileRect/>
              </a:gradFill>
              <a:ln w="826" cap="rnd" cmpd="sng" algn="ctr">
                <a:noFill/>
                <a:prstDash val="solid"/>
                <a:round/>
                <a:headEnd type="none" w="med" len="med"/>
                <a:tailEnd type="none" w="med" len="med"/>
              </a:ln>
              <a:effectLst/>
            </p:spPr>
          </p:sp>
          <p:sp>
            <p:nvSpPr>
              <p:cNvPr id="1000318" name="ellipse_2584">
                <a:extLst>
                  <a:ext uri="{FF2B5EF4-FFF2-40B4-BE49-F238E27FC236}">
                    <a16:creationId xmlns:a16="http://schemas.microsoft.com/office/drawing/2014/main" id="{4498C106-0564-7F4F-0CC1-7DBB6E2A40D2}"/>
                  </a:ext>
                </a:extLst>
              </p:cNvPr>
              <p:cNvSpPr/>
              <p:nvPr/>
            </p:nvSpPr>
            <p:spPr>
              <a:xfrm>
                <a:off x="1310268" y="3672453"/>
                <a:ext cx="21000" cy="21000"/>
              </a:xfrm>
              <a:prstGeom prst="ellipse">
                <a:avLst/>
              </a:prstGeom>
              <a:gradFill flip="none" rotWithShape="1">
                <a:gsLst>
                  <a:gs pos="0">
                    <a:srgbClr val="F5F7F8"/>
                  </a:gs>
                  <a:gs pos="43000">
                    <a:srgbClr val="CFD7DE"/>
                  </a:gs>
                  <a:gs pos="100000">
                    <a:srgbClr val="A5B2BD"/>
                  </a:gs>
                </a:gsLst>
                <a:lin ang="2700000" scaled="1"/>
                <a:tileRect/>
              </a:gradFill>
              <a:ln w="826" cap="rnd" cmpd="sng" algn="ctr">
                <a:noFill/>
                <a:prstDash val="solid"/>
                <a:round/>
                <a:headEnd type="none" w="med" len="med"/>
                <a:tailEnd type="none" w="med" len="med"/>
              </a:ln>
              <a:effectLst/>
            </p:spPr>
          </p:sp>
          <p:sp>
            <p:nvSpPr>
              <p:cNvPr id="1000319" name="ellipse_2585">
                <a:extLst>
                  <a:ext uri="{FF2B5EF4-FFF2-40B4-BE49-F238E27FC236}">
                    <a16:creationId xmlns:a16="http://schemas.microsoft.com/office/drawing/2014/main" id="{955A9450-5E4F-0246-5994-CEEF230545F8}"/>
                  </a:ext>
                </a:extLst>
              </p:cNvPr>
              <p:cNvSpPr/>
              <p:nvPr/>
            </p:nvSpPr>
            <p:spPr>
              <a:xfrm>
                <a:off x="1552938" y="3621802"/>
                <a:ext cx="15605" cy="15605"/>
              </a:xfrm>
              <a:prstGeom prst="ellipse">
                <a:avLst/>
              </a:prstGeom>
              <a:gradFill flip="none" rotWithShape="1">
                <a:gsLst>
                  <a:gs pos="0">
                    <a:srgbClr val="F6F8F9"/>
                  </a:gs>
                  <a:gs pos="43000">
                    <a:srgbClr val="D4DCE1"/>
                  </a:gs>
                  <a:gs pos="100000">
                    <a:srgbClr val="ABB8C1"/>
                  </a:gs>
                </a:gsLst>
                <a:lin ang="2700000" scaled="1"/>
                <a:tileRect/>
              </a:gradFill>
              <a:ln w="826" cap="rnd" cmpd="sng" algn="ctr">
                <a:noFill/>
                <a:prstDash val="solid"/>
                <a:round/>
                <a:headEnd type="none" w="med" len="med"/>
                <a:tailEnd type="none" w="med" len="med"/>
              </a:ln>
              <a:effectLst/>
            </p:spPr>
          </p:sp>
          <p:sp>
            <p:nvSpPr>
              <p:cNvPr id="1000320" name="ellipse_2586">
                <a:extLst>
                  <a:ext uri="{FF2B5EF4-FFF2-40B4-BE49-F238E27FC236}">
                    <a16:creationId xmlns:a16="http://schemas.microsoft.com/office/drawing/2014/main" id="{5CBE987D-7092-ECFD-978B-D293378877CC}"/>
                  </a:ext>
                </a:extLst>
              </p:cNvPr>
              <p:cNvSpPr/>
              <p:nvPr/>
            </p:nvSpPr>
            <p:spPr>
              <a:xfrm>
                <a:off x="1558418" y="3676011"/>
                <a:ext cx="22184" cy="22184"/>
              </a:xfrm>
              <a:prstGeom prst="ellipse">
                <a:avLst/>
              </a:prstGeom>
              <a:gradFill flip="none" rotWithShape="1">
                <a:gsLst>
                  <a:gs pos="0">
                    <a:srgbClr val="F6F8F9"/>
                  </a:gs>
                  <a:gs pos="43000">
                    <a:srgbClr val="D5DCE2"/>
                  </a:gs>
                  <a:gs pos="100000">
                    <a:srgbClr val="ACB8C2"/>
                  </a:gs>
                </a:gsLst>
                <a:lin ang="2700000" scaled="1"/>
                <a:tileRect/>
              </a:gradFill>
              <a:ln w="826" cap="rnd" cmpd="sng" algn="ctr">
                <a:noFill/>
                <a:prstDash val="solid"/>
                <a:round/>
                <a:headEnd type="none" w="med" len="med"/>
                <a:tailEnd type="none" w="med" len="med"/>
              </a:ln>
              <a:effectLst/>
            </p:spPr>
          </p:sp>
          <p:sp>
            <p:nvSpPr>
              <p:cNvPr id="1000321" name="ellipse_2587">
                <a:extLst>
                  <a:ext uri="{FF2B5EF4-FFF2-40B4-BE49-F238E27FC236}">
                    <a16:creationId xmlns:a16="http://schemas.microsoft.com/office/drawing/2014/main" id="{2D6903AD-83B6-DD42-43ED-F850EB96BBA7}"/>
                  </a:ext>
                </a:extLst>
              </p:cNvPr>
              <p:cNvSpPr/>
              <p:nvPr/>
            </p:nvSpPr>
            <p:spPr>
              <a:xfrm>
                <a:off x="1456866" y="3525328"/>
                <a:ext cx="23606" cy="23606"/>
              </a:xfrm>
              <a:prstGeom prst="ellipse">
                <a:avLst/>
              </a:prstGeom>
              <a:gradFill flip="none" rotWithShape="1">
                <a:gsLst>
                  <a:gs pos="0">
                    <a:srgbClr val="F7F8FA"/>
                  </a:gs>
                  <a:gs pos="43000">
                    <a:srgbClr val="D9DFE5"/>
                  </a:gs>
                  <a:gs pos="100000">
                    <a:srgbClr val="B1BCC5"/>
                  </a:gs>
                </a:gsLst>
                <a:lin ang="2700000" scaled="1"/>
                <a:tileRect/>
              </a:gradFill>
              <a:ln w="826" cap="rnd" cmpd="sng" algn="ctr">
                <a:noFill/>
                <a:prstDash val="solid"/>
                <a:round/>
                <a:headEnd type="none" w="med" len="med"/>
                <a:tailEnd type="none" w="med" len="med"/>
              </a:ln>
              <a:effectLst/>
            </p:spPr>
          </p:sp>
          <p:sp>
            <p:nvSpPr>
              <p:cNvPr id="1000322" name="ellipse_2588">
                <a:extLst>
                  <a:ext uri="{FF2B5EF4-FFF2-40B4-BE49-F238E27FC236}">
                    <a16:creationId xmlns:a16="http://schemas.microsoft.com/office/drawing/2014/main" id="{8C575F62-55F6-339F-4E35-244711AD82BB}"/>
                  </a:ext>
                </a:extLst>
              </p:cNvPr>
              <p:cNvSpPr/>
              <p:nvPr/>
            </p:nvSpPr>
            <p:spPr>
              <a:xfrm>
                <a:off x="1364561" y="3569140"/>
                <a:ext cx="22851" cy="22851"/>
              </a:xfrm>
              <a:prstGeom prst="ellipse">
                <a:avLst/>
              </a:prstGeom>
              <a:gradFill flip="none" rotWithShape="1">
                <a:gsLst>
                  <a:gs pos="0">
                    <a:srgbClr val="F5F6F8"/>
                  </a:gs>
                  <a:gs pos="43000">
                    <a:srgbClr val="CED6DD"/>
                  </a:gs>
                  <a:gs pos="100000">
                    <a:srgbClr val="A5B1BC"/>
                  </a:gs>
                </a:gsLst>
                <a:lin ang="2700000" scaled="1"/>
                <a:tileRect/>
              </a:gradFill>
              <a:ln w="826" cap="rnd" cmpd="sng" algn="ctr">
                <a:noFill/>
                <a:prstDash val="solid"/>
                <a:round/>
                <a:headEnd type="none" w="med" len="med"/>
                <a:tailEnd type="none" w="med" len="med"/>
              </a:ln>
              <a:effectLst/>
            </p:spPr>
          </p:sp>
          <p:sp>
            <p:nvSpPr>
              <p:cNvPr id="1000323" name="ellipse_2589">
                <a:extLst>
                  <a:ext uri="{FF2B5EF4-FFF2-40B4-BE49-F238E27FC236}">
                    <a16:creationId xmlns:a16="http://schemas.microsoft.com/office/drawing/2014/main" id="{CAEBCA48-4FE5-2845-AEFC-45E125A004AC}"/>
                  </a:ext>
                </a:extLst>
              </p:cNvPr>
              <p:cNvSpPr/>
              <p:nvPr/>
            </p:nvSpPr>
            <p:spPr>
              <a:xfrm>
                <a:off x="1539847" y="3619786"/>
                <a:ext cx="18619" cy="18619"/>
              </a:xfrm>
              <a:prstGeom prst="ellipse">
                <a:avLst/>
              </a:prstGeom>
              <a:gradFill flip="none" rotWithShape="1">
                <a:gsLst>
                  <a:gs pos="0">
                    <a:srgbClr val="F6F7F9"/>
                  </a:gs>
                  <a:gs pos="43000">
                    <a:srgbClr val="D2DAE1"/>
                  </a:gs>
                  <a:gs pos="100000">
                    <a:srgbClr val="AAB6C0"/>
                  </a:gs>
                </a:gsLst>
                <a:lin ang="2700000" scaled="1"/>
                <a:tileRect/>
              </a:gradFill>
              <a:ln w="826" cap="rnd" cmpd="sng" algn="ctr">
                <a:noFill/>
                <a:prstDash val="solid"/>
                <a:round/>
                <a:headEnd type="none" w="med" len="med"/>
                <a:tailEnd type="none" w="med" len="med"/>
              </a:ln>
              <a:effectLst/>
            </p:spPr>
          </p:sp>
          <p:sp>
            <p:nvSpPr>
              <p:cNvPr id="1000324" name="ellipse_2590">
                <a:extLst>
                  <a:ext uri="{FF2B5EF4-FFF2-40B4-BE49-F238E27FC236}">
                    <a16:creationId xmlns:a16="http://schemas.microsoft.com/office/drawing/2014/main" id="{DF06E000-EAEB-755F-C2E5-44E982BD6FAC}"/>
                  </a:ext>
                </a:extLst>
              </p:cNvPr>
              <p:cNvSpPr/>
              <p:nvPr/>
            </p:nvSpPr>
            <p:spPr>
              <a:xfrm>
                <a:off x="1298635" y="3654692"/>
                <a:ext cx="18927" cy="18927"/>
              </a:xfrm>
              <a:prstGeom prst="ellipse">
                <a:avLst/>
              </a:prstGeom>
              <a:gradFill flip="none" rotWithShape="1">
                <a:gsLst>
                  <a:gs pos="0">
                    <a:srgbClr val="F6F8F9"/>
                  </a:gs>
                  <a:gs pos="43000">
                    <a:srgbClr val="D5DCE1"/>
                  </a:gs>
                  <a:gs pos="100000">
                    <a:srgbClr val="ACB8C1"/>
                  </a:gs>
                </a:gsLst>
                <a:lin ang="2700000" scaled="1"/>
                <a:tileRect/>
              </a:gradFill>
              <a:ln w="826" cap="rnd" cmpd="sng" algn="ctr">
                <a:noFill/>
                <a:prstDash val="solid"/>
                <a:round/>
                <a:headEnd type="none" w="med" len="med"/>
                <a:tailEnd type="none" w="med" len="med"/>
              </a:ln>
              <a:effectLst/>
            </p:spPr>
          </p:sp>
          <p:sp>
            <p:nvSpPr>
              <p:cNvPr id="1000325" name="ellipse_2591">
                <a:extLst>
                  <a:ext uri="{FF2B5EF4-FFF2-40B4-BE49-F238E27FC236}">
                    <a16:creationId xmlns:a16="http://schemas.microsoft.com/office/drawing/2014/main" id="{1D69911C-2278-1AF0-52F9-76CFBF5A6155}"/>
                  </a:ext>
                </a:extLst>
              </p:cNvPr>
              <p:cNvSpPr/>
              <p:nvPr/>
            </p:nvSpPr>
            <p:spPr>
              <a:xfrm>
                <a:off x="1319712" y="3686409"/>
                <a:ext cx="23715" cy="23715"/>
              </a:xfrm>
              <a:prstGeom prst="ellipse">
                <a:avLst/>
              </a:prstGeom>
              <a:gradFill flip="none" rotWithShape="1">
                <a:gsLst>
                  <a:gs pos="0">
                    <a:srgbClr val="F5F7F8"/>
                  </a:gs>
                  <a:gs pos="43000">
                    <a:srgbClr val="D1D9DF"/>
                  </a:gs>
                  <a:gs pos="100000">
                    <a:srgbClr val="A8B4BE"/>
                  </a:gs>
                </a:gsLst>
                <a:lin ang="2700000" scaled="1"/>
                <a:tileRect/>
              </a:gradFill>
              <a:ln w="826" cap="rnd" cmpd="sng" algn="ctr">
                <a:noFill/>
                <a:prstDash val="solid"/>
                <a:round/>
                <a:headEnd type="none" w="med" len="med"/>
                <a:tailEnd type="none" w="med" len="med"/>
              </a:ln>
              <a:effectLst/>
            </p:spPr>
          </p:sp>
          <p:sp>
            <p:nvSpPr>
              <p:cNvPr id="1000326" name="ellipse_2592">
                <a:extLst>
                  <a:ext uri="{FF2B5EF4-FFF2-40B4-BE49-F238E27FC236}">
                    <a16:creationId xmlns:a16="http://schemas.microsoft.com/office/drawing/2014/main" id="{6882F4BA-2C8B-8E25-1923-3241B260E7F9}"/>
                  </a:ext>
                </a:extLst>
              </p:cNvPr>
              <p:cNvSpPr/>
              <p:nvPr/>
            </p:nvSpPr>
            <p:spPr>
              <a:xfrm>
                <a:off x="1501588" y="3562901"/>
                <a:ext cx="22327" cy="22327"/>
              </a:xfrm>
              <a:prstGeom prst="ellipse">
                <a:avLst/>
              </a:prstGeom>
              <a:gradFill flip="none" rotWithShape="1">
                <a:gsLst>
                  <a:gs pos="0">
                    <a:srgbClr val="F6F8F9"/>
                  </a:gs>
                  <a:gs pos="43000">
                    <a:srgbClr val="D6DDE3"/>
                  </a:gs>
                  <a:gs pos="100000">
                    <a:srgbClr val="AEB9C2"/>
                  </a:gs>
                </a:gsLst>
                <a:lin ang="2700000" scaled="1"/>
                <a:tileRect/>
              </a:gradFill>
              <a:ln w="826" cap="rnd" cmpd="sng" algn="ctr">
                <a:noFill/>
                <a:prstDash val="solid"/>
                <a:round/>
                <a:headEnd type="none" w="med" len="med"/>
                <a:tailEnd type="none" w="med" len="med"/>
              </a:ln>
              <a:effectLst/>
            </p:spPr>
          </p:sp>
          <p:sp>
            <p:nvSpPr>
              <p:cNvPr id="1000327" name="ellipse_2593">
                <a:extLst>
                  <a:ext uri="{FF2B5EF4-FFF2-40B4-BE49-F238E27FC236}">
                    <a16:creationId xmlns:a16="http://schemas.microsoft.com/office/drawing/2014/main" id="{6A6574C4-B659-3F75-0113-A62F811EF936}"/>
                  </a:ext>
                </a:extLst>
              </p:cNvPr>
              <p:cNvSpPr/>
              <p:nvPr/>
            </p:nvSpPr>
            <p:spPr>
              <a:xfrm>
                <a:off x="1466525" y="3529327"/>
                <a:ext cx="15101" cy="15101"/>
              </a:xfrm>
              <a:prstGeom prst="ellipse">
                <a:avLst/>
              </a:prstGeom>
              <a:gradFill flip="none" rotWithShape="1">
                <a:gsLst>
                  <a:gs pos="0">
                    <a:srgbClr val="F4F6F8"/>
                  </a:gs>
                  <a:gs pos="43000">
                    <a:srgbClr val="CCD5DC"/>
                  </a:gs>
                  <a:gs pos="100000">
                    <a:srgbClr val="A2AFBA"/>
                  </a:gs>
                </a:gsLst>
                <a:lin ang="2700000" scaled="1"/>
                <a:tileRect/>
              </a:gradFill>
              <a:ln w="826" cap="rnd" cmpd="sng" algn="ctr">
                <a:noFill/>
                <a:prstDash val="solid"/>
                <a:round/>
                <a:headEnd type="none" w="med" len="med"/>
                <a:tailEnd type="none" w="med" len="med"/>
              </a:ln>
              <a:effectLst/>
            </p:spPr>
          </p:sp>
          <p:sp>
            <p:nvSpPr>
              <p:cNvPr id="1000328" name="ellipse_2594">
                <a:extLst>
                  <a:ext uri="{FF2B5EF4-FFF2-40B4-BE49-F238E27FC236}">
                    <a16:creationId xmlns:a16="http://schemas.microsoft.com/office/drawing/2014/main" id="{B62AD147-E3B3-9097-0FCC-123ECEF5BA45}"/>
                  </a:ext>
                </a:extLst>
              </p:cNvPr>
              <p:cNvSpPr/>
              <p:nvPr/>
            </p:nvSpPr>
            <p:spPr>
              <a:xfrm>
                <a:off x="1333290" y="3551629"/>
                <a:ext cx="21303" cy="21303"/>
              </a:xfrm>
              <a:prstGeom prst="ellipse">
                <a:avLst/>
              </a:prstGeom>
              <a:gradFill flip="none" rotWithShape="1">
                <a:gsLst>
                  <a:gs pos="0">
                    <a:srgbClr val="F6F8F9"/>
                  </a:gs>
                  <a:gs pos="43000">
                    <a:srgbClr val="D3DBE1"/>
                  </a:gs>
                  <a:gs pos="100000">
                    <a:srgbClr val="AAB7C0"/>
                  </a:gs>
                </a:gsLst>
                <a:lin ang="2700000" scaled="1"/>
                <a:tileRect/>
              </a:gradFill>
              <a:ln w="826" cap="rnd" cmpd="sng" algn="ctr">
                <a:noFill/>
                <a:prstDash val="solid"/>
                <a:round/>
                <a:headEnd type="none" w="med" len="med"/>
                <a:tailEnd type="none" w="med" len="med"/>
              </a:ln>
              <a:effectLst/>
            </p:spPr>
          </p:sp>
          <p:sp>
            <p:nvSpPr>
              <p:cNvPr id="1000329" name="ellipse_2595">
                <a:extLst>
                  <a:ext uri="{FF2B5EF4-FFF2-40B4-BE49-F238E27FC236}">
                    <a16:creationId xmlns:a16="http://schemas.microsoft.com/office/drawing/2014/main" id="{77BF1038-D505-F8CA-2C1C-0E74237E5BFA}"/>
                  </a:ext>
                </a:extLst>
              </p:cNvPr>
              <p:cNvSpPr/>
              <p:nvPr/>
            </p:nvSpPr>
            <p:spPr>
              <a:xfrm>
                <a:off x="1339812" y="3618696"/>
                <a:ext cx="23994" cy="23994"/>
              </a:xfrm>
              <a:prstGeom prst="ellipse">
                <a:avLst/>
              </a:prstGeom>
              <a:gradFill flip="none" rotWithShape="1">
                <a:gsLst>
                  <a:gs pos="0">
                    <a:srgbClr val="F6F8F9"/>
                  </a:gs>
                  <a:gs pos="43000">
                    <a:srgbClr val="D3DBE1"/>
                  </a:gs>
                  <a:gs pos="100000">
                    <a:srgbClr val="AAB7C0"/>
                  </a:gs>
                </a:gsLst>
                <a:lin ang="2700000" scaled="1"/>
                <a:tileRect/>
              </a:gradFill>
              <a:ln w="826" cap="rnd" cmpd="sng" algn="ctr">
                <a:noFill/>
                <a:prstDash val="solid"/>
                <a:round/>
                <a:headEnd type="none" w="med" len="med"/>
                <a:tailEnd type="none" w="med" len="med"/>
              </a:ln>
              <a:effectLst/>
            </p:spPr>
          </p:sp>
          <p:sp>
            <p:nvSpPr>
              <p:cNvPr id="1000330" name="ellipse_2596">
                <a:extLst>
                  <a:ext uri="{FF2B5EF4-FFF2-40B4-BE49-F238E27FC236}">
                    <a16:creationId xmlns:a16="http://schemas.microsoft.com/office/drawing/2014/main" id="{A7B49748-33B7-3A62-1045-9DB9835D3416}"/>
                  </a:ext>
                </a:extLst>
              </p:cNvPr>
              <p:cNvSpPr/>
              <p:nvPr/>
            </p:nvSpPr>
            <p:spPr>
              <a:xfrm>
                <a:off x="1322053" y="3616233"/>
                <a:ext cx="19417" cy="19417"/>
              </a:xfrm>
              <a:prstGeom prst="ellipse">
                <a:avLst/>
              </a:prstGeom>
              <a:gradFill flip="none" rotWithShape="1">
                <a:gsLst>
                  <a:gs pos="0">
                    <a:srgbClr val="F5F6F8"/>
                  </a:gs>
                  <a:gs pos="43000">
                    <a:srgbClr val="CDD6DD"/>
                  </a:gs>
                  <a:gs pos="100000">
                    <a:srgbClr val="A4B1BC"/>
                  </a:gs>
                </a:gsLst>
                <a:lin ang="2700000" scaled="1"/>
                <a:tileRect/>
              </a:gradFill>
              <a:ln w="826" cap="rnd" cmpd="sng" algn="ctr">
                <a:noFill/>
                <a:prstDash val="solid"/>
                <a:round/>
                <a:headEnd type="none" w="med" len="med"/>
                <a:tailEnd type="none" w="med" len="med"/>
              </a:ln>
              <a:effectLst/>
            </p:spPr>
          </p:sp>
          <p:sp>
            <p:nvSpPr>
              <p:cNvPr id="1000331" name="ellipse_2597">
                <a:extLst>
                  <a:ext uri="{FF2B5EF4-FFF2-40B4-BE49-F238E27FC236}">
                    <a16:creationId xmlns:a16="http://schemas.microsoft.com/office/drawing/2014/main" id="{0996888B-EDD8-3762-76D6-B7CA382B37A8}"/>
                  </a:ext>
                </a:extLst>
              </p:cNvPr>
              <p:cNvSpPr/>
              <p:nvPr/>
            </p:nvSpPr>
            <p:spPr>
              <a:xfrm>
                <a:off x="1442627" y="3702519"/>
                <a:ext cx="16815" cy="16815"/>
              </a:xfrm>
              <a:prstGeom prst="ellipse">
                <a:avLst/>
              </a:prstGeom>
              <a:gradFill flip="none" rotWithShape="1">
                <a:gsLst>
                  <a:gs pos="0">
                    <a:srgbClr val="F5F6F8"/>
                  </a:gs>
                  <a:gs pos="43000">
                    <a:srgbClr val="CDD5DC"/>
                  </a:gs>
                  <a:gs pos="100000">
                    <a:srgbClr val="A4B0BB"/>
                  </a:gs>
                </a:gsLst>
                <a:lin ang="2700000" scaled="1"/>
                <a:tileRect/>
              </a:gradFill>
              <a:ln w="826" cap="rnd" cmpd="sng" algn="ctr">
                <a:noFill/>
                <a:prstDash val="solid"/>
                <a:round/>
                <a:headEnd type="none" w="med" len="med"/>
                <a:tailEnd type="none" w="med" len="med"/>
              </a:ln>
              <a:effectLst/>
            </p:spPr>
          </p:sp>
          <p:sp>
            <p:nvSpPr>
              <p:cNvPr id="1000332" name="ellipse_2598">
                <a:extLst>
                  <a:ext uri="{FF2B5EF4-FFF2-40B4-BE49-F238E27FC236}">
                    <a16:creationId xmlns:a16="http://schemas.microsoft.com/office/drawing/2014/main" id="{19C60745-A832-DA02-D0EA-1C1A65CCA15D}"/>
                  </a:ext>
                </a:extLst>
              </p:cNvPr>
              <p:cNvSpPr/>
              <p:nvPr/>
            </p:nvSpPr>
            <p:spPr>
              <a:xfrm>
                <a:off x="1359926" y="3695336"/>
                <a:ext cx="19088" cy="19088"/>
              </a:xfrm>
              <a:prstGeom prst="ellipse">
                <a:avLst/>
              </a:prstGeom>
              <a:gradFill flip="none" rotWithShape="1">
                <a:gsLst>
                  <a:gs pos="0">
                    <a:srgbClr val="F6F8F9"/>
                  </a:gs>
                  <a:gs pos="43000">
                    <a:srgbClr val="D5DCE2"/>
                  </a:gs>
                  <a:gs pos="100000">
                    <a:srgbClr val="ACB8C2"/>
                  </a:gs>
                </a:gsLst>
                <a:lin ang="2700000" scaled="1"/>
                <a:tileRect/>
              </a:gradFill>
              <a:ln w="826" cap="rnd" cmpd="sng" algn="ctr">
                <a:noFill/>
                <a:prstDash val="solid"/>
                <a:round/>
                <a:headEnd type="none" w="med" len="med"/>
                <a:tailEnd type="none" w="med" len="med"/>
              </a:ln>
              <a:effectLst/>
            </p:spPr>
          </p:sp>
          <p:sp>
            <p:nvSpPr>
              <p:cNvPr id="1000333" name="ellipse_2599">
                <a:extLst>
                  <a:ext uri="{FF2B5EF4-FFF2-40B4-BE49-F238E27FC236}">
                    <a16:creationId xmlns:a16="http://schemas.microsoft.com/office/drawing/2014/main" id="{2F6E0C93-7C68-5F62-7D28-0CB3F5D65166}"/>
                  </a:ext>
                </a:extLst>
              </p:cNvPr>
              <p:cNvSpPr/>
              <p:nvPr/>
            </p:nvSpPr>
            <p:spPr>
              <a:xfrm>
                <a:off x="1316114" y="3579850"/>
                <a:ext cx="19778" cy="19778"/>
              </a:xfrm>
              <a:prstGeom prst="ellipse">
                <a:avLst/>
              </a:prstGeom>
              <a:gradFill flip="none" rotWithShape="1">
                <a:gsLst>
                  <a:gs pos="0">
                    <a:srgbClr val="F4F6F8"/>
                  </a:gs>
                  <a:gs pos="43000">
                    <a:srgbClr val="CCD5DC"/>
                  </a:gs>
                  <a:gs pos="100000">
                    <a:srgbClr val="A2AFBA"/>
                  </a:gs>
                </a:gsLst>
                <a:lin ang="2700000" scaled="1"/>
                <a:tileRect/>
              </a:gradFill>
              <a:ln w="826" cap="rnd" cmpd="sng" algn="ctr">
                <a:noFill/>
                <a:prstDash val="solid"/>
                <a:round/>
                <a:headEnd type="none" w="med" len="med"/>
                <a:tailEnd type="none" w="med" len="med"/>
              </a:ln>
              <a:effectLst/>
            </p:spPr>
          </p:sp>
          <p:sp>
            <p:nvSpPr>
              <p:cNvPr id="1000334" name="ellipse_2600">
                <a:extLst>
                  <a:ext uri="{FF2B5EF4-FFF2-40B4-BE49-F238E27FC236}">
                    <a16:creationId xmlns:a16="http://schemas.microsoft.com/office/drawing/2014/main" id="{D8FBEBB6-B1F8-E8AB-E4FC-155D1869441E}"/>
                  </a:ext>
                </a:extLst>
              </p:cNvPr>
              <p:cNvSpPr/>
              <p:nvPr/>
            </p:nvSpPr>
            <p:spPr>
              <a:xfrm>
                <a:off x="1434798" y="3553542"/>
                <a:ext cx="17285" cy="17285"/>
              </a:xfrm>
              <a:prstGeom prst="ellipse">
                <a:avLst/>
              </a:prstGeom>
              <a:gradFill flip="none" rotWithShape="1">
                <a:gsLst>
                  <a:gs pos="0">
                    <a:srgbClr val="F5F7F8"/>
                  </a:gs>
                  <a:gs pos="43000">
                    <a:srgbClr val="CFD7DF"/>
                  </a:gs>
                  <a:gs pos="100000">
                    <a:srgbClr val="A6B3BD"/>
                  </a:gs>
                </a:gsLst>
                <a:lin ang="2700000" scaled="1"/>
                <a:tileRect/>
              </a:gradFill>
              <a:ln w="826" cap="rnd" cmpd="sng" algn="ctr">
                <a:noFill/>
                <a:prstDash val="solid"/>
                <a:round/>
                <a:headEnd type="none" w="med" len="med"/>
                <a:tailEnd type="none" w="med" len="med"/>
              </a:ln>
              <a:effectLst/>
            </p:spPr>
          </p:sp>
          <p:sp>
            <p:nvSpPr>
              <p:cNvPr id="1000335" name="ellipse_2601">
                <a:extLst>
                  <a:ext uri="{FF2B5EF4-FFF2-40B4-BE49-F238E27FC236}">
                    <a16:creationId xmlns:a16="http://schemas.microsoft.com/office/drawing/2014/main" id="{11F259AC-E55E-B06D-E907-7CE656682DE7}"/>
                  </a:ext>
                </a:extLst>
              </p:cNvPr>
              <p:cNvSpPr/>
              <p:nvPr/>
            </p:nvSpPr>
            <p:spPr>
              <a:xfrm>
                <a:off x="1494855" y="3573622"/>
                <a:ext cx="23632" cy="23632"/>
              </a:xfrm>
              <a:prstGeom prst="ellipse">
                <a:avLst/>
              </a:prstGeom>
              <a:gradFill flip="none" rotWithShape="1">
                <a:gsLst>
                  <a:gs pos="0">
                    <a:srgbClr val="F4F6F8"/>
                  </a:gs>
                  <a:gs pos="43000">
                    <a:srgbClr val="CDD5DC"/>
                  </a:gs>
                  <a:gs pos="100000">
                    <a:srgbClr val="A3B0BB"/>
                  </a:gs>
                </a:gsLst>
                <a:lin ang="2700000" scaled="1"/>
                <a:tileRect/>
              </a:gradFill>
              <a:ln w="826" cap="rnd" cmpd="sng" algn="ctr">
                <a:noFill/>
                <a:prstDash val="solid"/>
                <a:round/>
                <a:headEnd type="none" w="med" len="med"/>
                <a:tailEnd type="none" w="med" len="med"/>
              </a:ln>
              <a:effectLst/>
            </p:spPr>
          </p:sp>
        </p:grpSp>
        <p:grpSp>
          <p:nvGrpSpPr>
            <p:cNvPr id="1000336" name="Feature vector">
              <a:extLst>
                <a:ext uri="{FF2B5EF4-FFF2-40B4-BE49-F238E27FC236}">
                  <a16:creationId xmlns:a16="http://schemas.microsoft.com/office/drawing/2014/main" id="{99E68025-94E1-CBF8-4A37-7BFDD3FE8535}"/>
                </a:ext>
              </a:extLst>
            </p:cNvPr>
            <p:cNvGrpSpPr/>
            <p:nvPr/>
          </p:nvGrpSpPr>
          <p:grpSpPr>
            <a:xfrm>
              <a:off x="2335947" y="2728473"/>
              <a:ext cx="190058" cy="26564"/>
              <a:chOff x="1274580" y="3787605"/>
              <a:chExt cx="338355" cy="49275"/>
            </a:xfrm>
          </p:grpSpPr>
          <p:sp>
            <p:nvSpPr>
              <p:cNvPr id="1000337" name="feature_1">
                <a:extLst>
                  <a:ext uri="{FF2B5EF4-FFF2-40B4-BE49-F238E27FC236}">
                    <a16:creationId xmlns:a16="http://schemas.microsoft.com/office/drawing/2014/main" id="{33E28662-0418-7032-D10F-AE91B5CE5D64}"/>
                  </a:ext>
                </a:extLst>
              </p:cNvPr>
              <p:cNvSpPr/>
              <p:nvPr/>
            </p:nvSpPr>
            <p:spPr>
              <a:xfrm>
                <a:off x="1274580" y="3787605"/>
                <a:ext cx="45521" cy="49275"/>
              </a:xfrm>
              <a:prstGeom prst="rect">
                <a:avLst/>
              </a:prstGeom>
              <a:solidFill>
                <a:srgbClr val="90C4B4"/>
              </a:solidFill>
              <a:ln w="2103" cap="rnd" cmpd="sng" algn="ctr">
                <a:noFill/>
                <a:prstDash val="solid"/>
                <a:round/>
                <a:headEnd type="none" w="med" len="med"/>
                <a:tailEnd type="none" w="med" len="med"/>
              </a:ln>
              <a:effectLst/>
            </p:spPr>
          </p:sp>
          <p:sp>
            <p:nvSpPr>
              <p:cNvPr id="1000338" name="feature_2">
                <a:extLst>
                  <a:ext uri="{FF2B5EF4-FFF2-40B4-BE49-F238E27FC236}">
                    <a16:creationId xmlns:a16="http://schemas.microsoft.com/office/drawing/2014/main" id="{ACB19763-E887-9587-E392-1C9FC7251782}"/>
                  </a:ext>
                </a:extLst>
              </p:cNvPr>
              <p:cNvSpPr/>
              <p:nvPr/>
            </p:nvSpPr>
            <p:spPr>
              <a:xfrm>
                <a:off x="1323386" y="3787605"/>
                <a:ext cx="45521" cy="49275"/>
              </a:xfrm>
              <a:prstGeom prst="rect">
                <a:avLst/>
              </a:prstGeom>
              <a:solidFill>
                <a:srgbClr val="B9DBD1"/>
              </a:solidFill>
              <a:ln w="2103" cap="rnd" cmpd="sng" algn="ctr">
                <a:noFill/>
                <a:prstDash val="solid"/>
                <a:round/>
                <a:headEnd type="none" w="med" len="med"/>
                <a:tailEnd type="none" w="med" len="med"/>
              </a:ln>
              <a:effectLst/>
            </p:spPr>
          </p:sp>
          <p:sp>
            <p:nvSpPr>
              <p:cNvPr id="1000339" name="feature_3">
                <a:extLst>
                  <a:ext uri="{FF2B5EF4-FFF2-40B4-BE49-F238E27FC236}">
                    <a16:creationId xmlns:a16="http://schemas.microsoft.com/office/drawing/2014/main" id="{216AC24E-D341-41D4-4163-AD14A922F907}"/>
                  </a:ext>
                </a:extLst>
              </p:cNvPr>
              <p:cNvSpPr/>
              <p:nvPr/>
            </p:nvSpPr>
            <p:spPr>
              <a:xfrm>
                <a:off x="1372191" y="3787605"/>
                <a:ext cx="45521" cy="49275"/>
              </a:xfrm>
              <a:prstGeom prst="rect">
                <a:avLst/>
              </a:prstGeom>
              <a:solidFill>
                <a:srgbClr val="4EAA93"/>
              </a:solidFill>
              <a:ln w="2103" cap="rnd" cmpd="sng" algn="ctr">
                <a:noFill/>
                <a:prstDash val="solid"/>
                <a:round/>
                <a:headEnd type="none" w="med" len="med"/>
                <a:tailEnd type="none" w="med" len="med"/>
              </a:ln>
              <a:effectLst/>
            </p:spPr>
          </p:sp>
          <p:sp>
            <p:nvSpPr>
              <p:cNvPr id="1000340" name="feature_4">
                <a:extLst>
                  <a:ext uri="{FF2B5EF4-FFF2-40B4-BE49-F238E27FC236}">
                    <a16:creationId xmlns:a16="http://schemas.microsoft.com/office/drawing/2014/main" id="{A4F64858-09E0-CB24-9DDC-A80EE77497D6}"/>
                  </a:ext>
                </a:extLst>
              </p:cNvPr>
              <p:cNvSpPr/>
              <p:nvPr/>
            </p:nvSpPr>
            <p:spPr>
              <a:xfrm>
                <a:off x="1420997" y="3787605"/>
                <a:ext cx="45521" cy="49275"/>
              </a:xfrm>
              <a:prstGeom prst="rect">
                <a:avLst/>
              </a:prstGeom>
              <a:solidFill>
                <a:srgbClr val="90C4B4"/>
              </a:solidFill>
              <a:ln w="2103" cap="rnd" cmpd="sng" algn="ctr">
                <a:noFill/>
                <a:prstDash val="solid"/>
                <a:round/>
                <a:headEnd type="none" w="med" len="med"/>
                <a:tailEnd type="none" w="med" len="med"/>
              </a:ln>
              <a:effectLst/>
            </p:spPr>
          </p:sp>
          <p:sp>
            <p:nvSpPr>
              <p:cNvPr id="1000341" name="feature_5">
                <a:extLst>
                  <a:ext uri="{FF2B5EF4-FFF2-40B4-BE49-F238E27FC236}">
                    <a16:creationId xmlns:a16="http://schemas.microsoft.com/office/drawing/2014/main" id="{8B91877C-33CE-794A-EB6B-D934DA51A5B0}"/>
                  </a:ext>
                </a:extLst>
              </p:cNvPr>
              <p:cNvSpPr/>
              <p:nvPr/>
            </p:nvSpPr>
            <p:spPr>
              <a:xfrm>
                <a:off x="1469803" y="3787605"/>
                <a:ext cx="45521" cy="49275"/>
              </a:xfrm>
              <a:prstGeom prst="rect">
                <a:avLst/>
              </a:prstGeom>
              <a:solidFill>
                <a:srgbClr val="B9DBD1"/>
              </a:solidFill>
              <a:ln w="2103" cap="rnd" cmpd="sng" algn="ctr">
                <a:noFill/>
                <a:prstDash val="solid"/>
                <a:round/>
                <a:headEnd type="none" w="med" len="med"/>
                <a:tailEnd type="none" w="med" len="med"/>
              </a:ln>
              <a:effectLst/>
            </p:spPr>
          </p:sp>
          <p:sp>
            <p:nvSpPr>
              <p:cNvPr id="1000342" name="feature_6">
                <a:extLst>
                  <a:ext uri="{FF2B5EF4-FFF2-40B4-BE49-F238E27FC236}">
                    <a16:creationId xmlns:a16="http://schemas.microsoft.com/office/drawing/2014/main" id="{DE5F7ECF-0B7F-DF31-85B8-5178F8859213}"/>
                  </a:ext>
                </a:extLst>
              </p:cNvPr>
              <p:cNvSpPr/>
              <p:nvPr/>
            </p:nvSpPr>
            <p:spPr>
              <a:xfrm>
                <a:off x="1518609" y="3787605"/>
                <a:ext cx="45521" cy="49275"/>
              </a:xfrm>
              <a:prstGeom prst="rect">
                <a:avLst/>
              </a:prstGeom>
              <a:solidFill>
                <a:srgbClr val="4EAA93"/>
              </a:solidFill>
              <a:ln w="2103" cap="rnd" cmpd="sng" algn="ctr">
                <a:noFill/>
                <a:prstDash val="solid"/>
                <a:round/>
                <a:headEnd type="none" w="med" len="med"/>
                <a:tailEnd type="none" w="med" len="med"/>
              </a:ln>
              <a:effectLst/>
            </p:spPr>
          </p:sp>
          <p:sp>
            <p:nvSpPr>
              <p:cNvPr id="1000343" name="feature_7">
                <a:extLst>
                  <a:ext uri="{FF2B5EF4-FFF2-40B4-BE49-F238E27FC236}">
                    <a16:creationId xmlns:a16="http://schemas.microsoft.com/office/drawing/2014/main" id="{2E63B57E-9DB1-2A57-0F1D-EDC9CF6F1674}"/>
                  </a:ext>
                </a:extLst>
              </p:cNvPr>
              <p:cNvSpPr/>
              <p:nvPr/>
            </p:nvSpPr>
            <p:spPr>
              <a:xfrm>
                <a:off x="1567414" y="3787605"/>
                <a:ext cx="45521" cy="49275"/>
              </a:xfrm>
              <a:prstGeom prst="rect">
                <a:avLst/>
              </a:prstGeom>
              <a:solidFill>
                <a:srgbClr val="90C4B4"/>
              </a:solidFill>
              <a:ln w="2103" cap="rnd" cmpd="sng" algn="ctr">
                <a:noFill/>
                <a:prstDash val="solid"/>
                <a:round/>
                <a:headEnd type="none" w="med" len="med"/>
                <a:tailEnd type="none" w="med" len="med"/>
              </a:ln>
              <a:effectLst/>
            </p:spPr>
          </p:sp>
        </p:grpSp>
        <p:sp>
          <p:nvSpPr>
            <p:cNvPr id="1000344" name="Candidate blob | editable contour">
              <a:extLst>
                <a:ext uri="{FF2B5EF4-FFF2-40B4-BE49-F238E27FC236}">
                  <a16:creationId xmlns:a16="http://schemas.microsoft.com/office/drawing/2014/main" id="{E31A3EFC-64C9-C007-2629-63FD21AA2CAC}"/>
                </a:ext>
              </a:extLst>
            </p:cNvPr>
            <p:cNvSpPr/>
            <p:nvPr/>
          </p:nvSpPr>
          <p:spPr>
            <a:xfrm>
              <a:off x="2714019" y="2595654"/>
              <a:ext cx="155316" cy="100125"/>
            </a:xfrm>
            <a:custGeom>
              <a:avLst/>
              <a:gdLst/>
              <a:ahLst/>
              <a:cxnLst/>
              <a:rect l="0" t="0" r="w" b="h"/>
              <a:pathLst>
                <a:path w="227897" h="155682" extrusionOk="0">
                  <a:moveTo>
                    <a:pt x="5338" y="97866"/>
                  </a:moveTo>
                  <a:cubicBezTo>
                    <a:pt x="0" y="80701"/>
                    <a:pt x="18889" y="54504"/>
                    <a:pt x="29976" y="43663"/>
                  </a:cubicBezTo>
                  <a:cubicBezTo>
                    <a:pt x="41062" y="32823"/>
                    <a:pt x="58719" y="39447"/>
                    <a:pt x="71859" y="32823"/>
                  </a:cubicBezTo>
                  <a:cubicBezTo>
                    <a:pt x="84999" y="26198"/>
                    <a:pt x="92391" y="7829"/>
                    <a:pt x="108816" y="3915"/>
                  </a:cubicBezTo>
                  <a:cubicBezTo>
                    <a:pt x="125241" y="0"/>
                    <a:pt x="153984" y="3613"/>
                    <a:pt x="170409" y="9335"/>
                  </a:cubicBezTo>
                  <a:cubicBezTo>
                    <a:pt x="186834" y="15056"/>
                    <a:pt x="198332" y="26198"/>
                    <a:pt x="207366" y="38243"/>
                  </a:cubicBezTo>
                  <a:cubicBezTo>
                    <a:pt x="216399" y="50288"/>
                    <a:pt x="227897" y="67151"/>
                    <a:pt x="224612" y="81605"/>
                  </a:cubicBezTo>
                  <a:cubicBezTo>
                    <a:pt x="221327" y="96059"/>
                    <a:pt x="203259" y="113223"/>
                    <a:pt x="187656" y="124967"/>
                  </a:cubicBezTo>
                  <a:cubicBezTo>
                    <a:pt x="172052" y="136711"/>
                    <a:pt x="151931" y="148455"/>
                    <a:pt x="130989" y="152068"/>
                  </a:cubicBezTo>
                  <a:cubicBezTo>
                    <a:pt x="110048" y="155682"/>
                    <a:pt x="82946" y="155682"/>
                    <a:pt x="62004" y="146648"/>
                  </a:cubicBezTo>
                  <a:cubicBezTo>
                    <a:pt x="41062" y="137614"/>
                    <a:pt x="10676" y="115030"/>
                    <a:pt x="5338" y="97866"/>
                  </a:cubicBezTo>
                  <a:close/>
                </a:path>
              </a:pathLst>
            </a:custGeom>
            <a:gradFill flip="none" rotWithShape="1">
              <a:gsLst>
                <a:gs pos="0">
                  <a:srgbClr val="E9F2F9"/>
                </a:gs>
                <a:gs pos="48000">
                  <a:srgbClr val="85B7DD"/>
                </a:gs>
                <a:gs pos="100000">
                  <a:srgbClr val="65A1CE"/>
                </a:gs>
              </a:gsLst>
              <a:lin ang="2700000" scaled="1"/>
              <a:tileRect/>
            </a:gradFill>
            <a:ln w="1502" cap="rnd" cmpd="sng" algn="ctr">
              <a:solidFill>
                <a:srgbClr val="71A9D4"/>
              </a:solidFill>
              <a:prstDash val="solid"/>
              <a:round/>
              <a:headEnd type="none" w="med" len="med"/>
              <a:tailEnd type="none" w="med" len="med"/>
            </a:ln>
            <a:effectLst/>
          </p:spPr>
        </p:sp>
        <p:sp>
          <p:nvSpPr>
            <p:cNvPr id="1000345" name="ellipse_2612">
              <a:extLst>
                <a:ext uri="{FF2B5EF4-FFF2-40B4-BE49-F238E27FC236}">
                  <a16:creationId xmlns:a16="http://schemas.microsoft.com/office/drawing/2014/main" id="{8AE12945-5D6F-238C-2A9A-0A08053A425E}"/>
                </a:ext>
              </a:extLst>
            </p:cNvPr>
            <p:cNvSpPr/>
            <p:nvPr/>
          </p:nvSpPr>
          <p:spPr>
            <a:xfrm>
              <a:off x="2726281" y="2603827"/>
              <a:ext cx="81745" cy="34737"/>
            </a:xfrm>
            <a:prstGeom prst="ellipse">
              <a:avLst/>
            </a:prstGeom>
            <a:solidFill>
              <a:srgbClr val="FFFFFF">
                <a:alpha val="35000"/>
              </a:srgbClr>
            </a:solidFill>
            <a:ln w="1502" cap="rnd" cmpd="sng" algn="ctr">
              <a:noFill/>
              <a:prstDash val="solid"/>
              <a:round/>
              <a:headEnd type="none" w="med" len="med"/>
              <a:tailEnd type="none" w="med" len="med"/>
            </a:ln>
            <a:effectLst/>
          </p:spPr>
        </p:sp>
        <p:grpSp>
          <p:nvGrpSpPr>
            <p:cNvPr id="1000346" name="Pseudo-atom sampling points; no chemical bonds">
              <a:extLst>
                <a:ext uri="{FF2B5EF4-FFF2-40B4-BE49-F238E27FC236}">
                  <a16:creationId xmlns:a16="http://schemas.microsoft.com/office/drawing/2014/main" id="{5F367166-E500-F4E8-B96F-02C1B4BBDB3C}"/>
                </a:ext>
              </a:extLst>
            </p:cNvPr>
            <p:cNvGrpSpPr/>
            <p:nvPr/>
          </p:nvGrpSpPr>
          <p:grpSpPr>
            <a:xfrm>
              <a:off x="3038957" y="2593611"/>
              <a:ext cx="132836" cy="100125"/>
              <a:chOff x="2356083" y="3581646"/>
              <a:chExt cx="132815" cy="121377"/>
            </a:xfrm>
          </p:grpSpPr>
          <p:sp>
            <p:nvSpPr>
              <p:cNvPr id="1000347" name="Pseudo atom | small solid diamond">
                <a:extLst>
                  <a:ext uri="{FF2B5EF4-FFF2-40B4-BE49-F238E27FC236}">
                    <a16:creationId xmlns:a16="http://schemas.microsoft.com/office/drawing/2014/main" id="{781DB60E-A5FB-C0FB-50C1-431E4B508321}"/>
                  </a:ext>
                </a:extLst>
              </p:cNvPr>
              <p:cNvSpPr/>
              <p:nvPr/>
            </p:nvSpPr>
            <p:spPr>
              <a:xfrm>
                <a:off x="2470337" y="3657927"/>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48" name="Pseudo atom | small solid diamond">
                <a:extLst>
                  <a:ext uri="{FF2B5EF4-FFF2-40B4-BE49-F238E27FC236}">
                    <a16:creationId xmlns:a16="http://schemas.microsoft.com/office/drawing/2014/main" id="{DFB70FDA-8400-47CF-2409-59073CC9A01A}"/>
                  </a:ext>
                </a:extLst>
              </p:cNvPr>
              <p:cNvSpPr/>
              <p:nvPr/>
            </p:nvSpPr>
            <p:spPr>
              <a:xfrm>
                <a:off x="2367832" y="3581646"/>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49" name="Pseudo atom | small solid diamond">
                <a:extLst>
                  <a:ext uri="{FF2B5EF4-FFF2-40B4-BE49-F238E27FC236}">
                    <a16:creationId xmlns:a16="http://schemas.microsoft.com/office/drawing/2014/main" id="{4288E186-CA94-B6E4-59B5-EB6666924BCE}"/>
                  </a:ext>
                </a:extLst>
              </p:cNvPr>
              <p:cNvSpPr/>
              <p:nvPr/>
            </p:nvSpPr>
            <p:spPr>
              <a:xfrm>
                <a:off x="2462977" y="3688569"/>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50" name="Pseudo atom | small solid diamond">
                <a:extLst>
                  <a:ext uri="{FF2B5EF4-FFF2-40B4-BE49-F238E27FC236}">
                    <a16:creationId xmlns:a16="http://schemas.microsoft.com/office/drawing/2014/main" id="{AFE744C0-B4B8-09C7-A062-B0DAA7462E2E}"/>
                  </a:ext>
                </a:extLst>
              </p:cNvPr>
              <p:cNvSpPr/>
              <p:nvPr/>
            </p:nvSpPr>
            <p:spPr>
              <a:xfrm>
                <a:off x="2381094" y="3596723"/>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51" name="Pseudo atom | small solid diamond">
                <a:extLst>
                  <a:ext uri="{FF2B5EF4-FFF2-40B4-BE49-F238E27FC236}">
                    <a16:creationId xmlns:a16="http://schemas.microsoft.com/office/drawing/2014/main" id="{D2A2D11F-2746-B5E1-C6BC-9528FA81910B}"/>
                  </a:ext>
                </a:extLst>
              </p:cNvPr>
              <p:cNvSpPr/>
              <p:nvPr/>
            </p:nvSpPr>
            <p:spPr>
              <a:xfrm>
                <a:off x="2474444" y="3633245"/>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52" name="Pseudo atom | small solid diamond">
                <a:extLst>
                  <a:ext uri="{FF2B5EF4-FFF2-40B4-BE49-F238E27FC236}">
                    <a16:creationId xmlns:a16="http://schemas.microsoft.com/office/drawing/2014/main" id="{68A7C28A-F208-6D51-4301-536F71372346}"/>
                  </a:ext>
                </a:extLst>
              </p:cNvPr>
              <p:cNvSpPr/>
              <p:nvPr/>
            </p:nvSpPr>
            <p:spPr>
              <a:xfrm>
                <a:off x="2419798" y="3615676"/>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53" name="Pseudo atom | small solid diamond">
                <a:extLst>
                  <a:ext uri="{FF2B5EF4-FFF2-40B4-BE49-F238E27FC236}">
                    <a16:creationId xmlns:a16="http://schemas.microsoft.com/office/drawing/2014/main" id="{69720BC7-E6DF-F6FA-5B3E-A13A063D1A54}"/>
                  </a:ext>
                </a:extLst>
              </p:cNvPr>
              <p:cNvSpPr/>
              <p:nvPr/>
            </p:nvSpPr>
            <p:spPr>
              <a:xfrm>
                <a:off x="2356083" y="3630928"/>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54" name="Pseudo atom | small solid diamond">
                <a:extLst>
                  <a:ext uri="{FF2B5EF4-FFF2-40B4-BE49-F238E27FC236}">
                    <a16:creationId xmlns:a16="http://schemas.microsoft.com/office/drawing/2014/main" id="{DF04F3A9-5F3C-BCC6-6C54-8DBC498941FF}"/>
                  </a:ext>
                </a:extLst>
              </p:cNvPr>
              <p:cNvSpPr/>
              <p:nvPr/>
            </p:nvSpPr>
            <p:spPr>
              <a:xfrm>
                <a:off x="2399168" y="3621448"/>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55" name="Pseudo atom | small solid diamond">
                <a:extLst>
                  <a:ext uri="{FF2B5EF4-FFF2-40B4-BE49-F238E27FC236}">
                    <a16:creationId xmlns:a16="http://schemas.microsoft.com/office/drawing/2014/main" id="{168A37BD-5FAA-976A-07F9-2720000CCC4D}"/>
                  </a:ext>
                </a:extLst>
              </p:cNvPr>
              <p:cNvSpPr/>
              <p:nvPr/>
            </p:nvSpPr>
            <p:spPr>
              <a:xfrm>
                <a:off x="2442478" y="3664017"/>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sp>
            <p:nvSpPr>
              <p:cNvPr id="1000356" name="Pseudo atom | small solid diamond">
                <a:extLst>
                  <a:ext uri="{FF2B5EF4-FFF2-40B4-BE49-F238E27FC236}">
                    <a16:creationId xmlns:a16="http://schemas.microsoft.com/office/drawing/2014/main" id="{AA5190CC-FDB0-443A-7F99-8BB6213E4600}"/>
                  </a:ext>
                </a:extLst>
              </p:cNvPr>
              <p:cNvSpPr/>
              <p:nvPr/>
            </p:nvSpPr>
            <p:spPr>
              <a:xfrm>
                <a:off x="2457792" y="3672561"/>
                <a:ext cx="14454" cy="14454"/>
              </a:xfrm>
              <a:custGeom>
                <a:avLst/>
                <a:gdLst/>
                <a:ahLst/>
                <a:cxnLst/>
                <a:rect l="0" t="0" r="w" b="h"/>
                <a:pathLst>
                  <a:path w="14454" h="14454" extrusionOk="0">
                    <a:moveTo>
                      <a:pt x="7227" y="0"/>
                    </a:moveTo>
                    <a:lnTo>
                      <a:pt x="14454" y="7227"/>
                    </a:lnTo>
                    <a:lnTo>
                      <a:pt x="7227" y="14454"/>
                    </a:lnTo>
                    <a:lnTo>
                      <a:pt x="0" y="7227"/>
                    </a:lnTo>
                    <a:close/>
                  </a:path>
                </a:pathLst>
              </a:custGeom>
              <a:solidFill>
                <a:srgbClr val="D6800B"/>
              </a:solidFill>
              <a:ln w="976" cap="rnd" cmpd="sng" algn="ctr">
                <a:solidFill>
                  <a:srgbClr val="AE6104"/>
                </a:solidFill>
                <a:prstDash val="solid"/>
                <a:round/>
                <a:headEnd type="none" w="med" len="med"/>
                <a:tailEnd type="none" w="med" len="med"/>
              </a:ln>
              <a:effectLst/>
            </p:spPr>
          </p:sp>
        </p:grpSp>
        <p:grpSp>
          <p:nvGrpSpPr>
            <p:cNvPr id="1000357" name="Candidate representation h_j">
              <a:extLst>
                <a:ext uri="{FF2B5EF4-FFF2-40B4-BE49-F238E27FC236}">
                  <a16:creationId xmlns:a16="http://schemas.microsoft.com/office/drawing/2014/main" id="{DEDC3D0D-2623-6C68-83CC-8F99A3986545}"/>
                </a:ext>
              </a:extLst>
            </p:cNvPr>
            <p:cNvGrpSpPr/>
            <p:nvPr/>
          </p:nvGrpSpPr>
          <p:grpSpPr>
            <a:xfrm>
              <a:off x="3212665" y="3366003"/>
              <a:ext cx="269760" cy="51084"/>
              <a:chOff x="2641140" y="4746825"/>
              <a:chExt cx="397485" cy="72270"/>
            </a:xfrm>
          </p:grpSpPr>
          <p:sp>
            <p:nvSpPr>
              <p:cNvPr id="1000358" name="feature_1">
                <a:extLst>
                  <a:ext uri="{FF2B5EF4-FFF2-40B4-BE49-F238E27FC236}">
                    <a16:creationId xmlns:a16="http://schemas.microsoft.com/office/drawing/2014/main" id="{D65D8A68-9C8F-BA8F-BC07-74C1232D36BF}"/>
                  </a:ext>
                </a:extLst>
              </p:cNvPr>
              <p:cNvSpPr/>
              <p:nvPr/>
            </p:nvSpPr>
            <p:spPr>
              <a:xfrm>
                <a:off x="2641140" y="4746825"/>
                <a:ext cx="53968" cy="72270"/>
              </a:xfrm>
              <a:prstGeom prst="rect">
                <a:avLst/>
              </a:prstGeom>
              <a:solidFill>
                <a:srgbClr val="367FB7"/>
              </a:solidFill>
              <a:ln w="2103" cap="rnd" cmpd="sng" algn="ctr">
                <a:noFill/>
                <a:prstDash val="solid"/>
                <a:round/>
                <a:headEnd type="none" w="med" len="med"/>
                <a:tailEnd type="none" w="med" len="med"/>
              </a:ln>
              <a:effectLst/>
            </p:spPr>
          </p:sp>
          <p:sp>
            <p:nvSpPr>
              <p:cNvPr id="1000359" name="feature_2">
                <a:extLst>
                  <a:ext uri="{FF2B5EF4-FFF2-40B4-BE49-F238E27FC236}">
                    <a16:creationId xmlns:a16="http://schemas.microsoft.com/office/drawing/2014/main" id="{600B7885-DF2A-8651-0754-9A403169CEC3}"/>
                  </a:ext>
                </a:extLst>
              </p:cNvPr>
              <p:cNvSpPr/>
              <p:nvPr/>
            </p:nvSpPr>
            <p:spPr>
              <a:xfrm>
                <a:off x="2698393" y="4746825"/>
                <a:ext cx="53968" cy="72270"/>
              </a:xfrm>
              <a:prstGeom prst="rect">
                <a:avLst/>
              </a:prstGeom>
              <a:solidFill>
                <a:srgbClr val="7EAED0"/>
              </a:solidFill>
              <a:ln w="2103" cap="rnd" cmpd="sng" algn="ctr">
                <a:noFill/>
                <a:prstDash val="solid"/>
                <a:round/>
                <a:headEnd type="none" w="med" len="med"/>
                <a:tailEnd type="none" w="med" len="med"/>
              </a:ln>
              <a:effectLst/>
            </p:spPr>
          </p:sp>
          <p:sp>
            <p:nvSpPr>
              <p:cNvPr id="1000360" name="feature_3">
                <a:extLst>
                  <a:ext uri="{FF2B5EF4-FFF2-40B4-BE49-F238E27FC236}">
                    <a16:creationId xmlns:a16="http://schemas.microsoft.com/office/drawing/2014/main" id="{BA88E2F3-87D0-B1B3-32E7-4AE7667E357F}"/>
                  </a:ext>
                </a:extLst>
              </p:cNvPr>
              <p:cNvSpPr/>
              <p:nvPr/>
            </p:nvSpPr>
            <p:spPr>
              <a:xfrm>
                <a:off x="2755646" y="4746825"/>
                <a:ext cx="53968" cy="72270"/>
              </a:xfrm>
              <a:prstGeom prst="rect">
                <a:avLst/>
              </a:prstGeom>
              <a:solidFill>
                <a:srgbClr val="BCD8E7"/>
              </a:solidFill>
              <a:ln w="2103" cap="rnd" cmpd="sng" algn="ctr">
                <a:noFill/>
                <a:prstDash val="solid"/>
                <a:round/>
                <a:headEnd type="none" w="med" len="med"/>
                <a:tailEnd type="none" w="med" len="med"/>
              </a:ln>
              <a:effectLst/>
            </p:spPr>
          </p:sp>
          <p:sp>
            <p:nvSpPr>
              <p:cNvPr id="1000361" name="feature_4">
                <a:extLst>
                  <a:ext uri="{FF2B5EF4-FFF2-40B4-BE49-F238E27FC236}">
                    <a16:creationId xmlns:a16="http://schemas.microsoft.com/office/drawing/2014/main" id="{E2DCE39C-9337-3F5A-0097-DE5C3515106E}"/>
                  </a:ext>
                </a:extLst>
              </p:cNvPr>
              <p:cNvSpPr/>
              <p:nvPr/>
            </p:nvSpPr>
            <p:spPr>
              <a:xfrm>
                <a:off x="2812899" y="4746825"/>
                <a:ext cx="53968" cy="72270"/>
              </a:xfrm>
              <a:prstGeom prst="rect">
                <a:avLst/>
              </a:prstGeom>
              <a:solidFill>
                <a:srgbClr val="88C3B4"/>
              </a:solidFill>
              <a:ln w="2103" cap="rnd" cmpd="sng" algn="ctr">
                <a:noFill/>
                <a:prstDash val="solid"/>
                <a:round/>
                <a:headEnd type="none" w="med" len="med"/>
                <a:tailEnd type="none" w="med" len="med"/>
              </a:ln>
              <a:effectLst/>
            </p:spPr>
          </p:sp>
          <p:sp>
            <p:nvSpPr>
              <p:cNvPr id="1000362" name="feature_5">
                <a:extLst>
                  <a:ext uri="{FF2B5EF4-FFF2-40B4-BE49-F238E27FC236}">
                    <a16:creationId xmlns:a16="http://schemas.microsoft.com/office/drawing/2014/main" id="{C0F7338C-FC40-3723-A5BB-325A34A9B2EB}"/>
                  </a:ext>
                </a:extLst>
              </p:cNvPr>
              <p:cNvSpPr/>
              <p:nvPr/>
            </p:nvSpPr>
            <p:spPr>
              <a:xfrm>
                <a:off x="2870151" y="4746825"/>
                <a:ext cx="53968" cy="72270"/>
              </a:xfrm>
              <a:prstGeom prst="rect">
                <a:avLst/>
              </a:prstGeom>
              <a:solidFill>
                <a:srgbClr val="238777"/>
              </a:solidFill>
              <a:ln w="2103" cap="rnd" cmpd="sng" algn="ctr">
                <a:noFill/>
                <a:prstDash val="solid"/>
                <a:round/>
                <a:headEnd type="none" w="med" len="med"/>
                <a:tailEnd type="none" w="med" len="med"/>
              </a:ln>
              <a:effectLst/>
            </p:spPr>
          </p:sp>
          <p:sp>
            <p:nvSpPr>
              <p:cNvPr id="1000363" name="feature_6">
                <a:extLst>
                  <a:ext uri="{FF2B5EF4-FFF2-40B4-BE49-F238E27FC236}">
                    <a16:creationId xmlns:a16="http://schemas.microsoft.com/office/drawing/2014/main" id="{64872053-1660-1F13-ADD4-CC852F191F5C}"/>
                  </a:ext>
                </a:extLst>
              </p:cNvPr>
              <p:cNvSpPr/>
              <p:nvPr/>
            </p:nvSpPr>
            <p:spPr>
              <a:xfrm>
                <a:off x="2927404" y="4746825"/>
                <a:ext cx="53968" cy="72270"/>
              </a:xfrm>
              <a:prstGeom prst="rect">
                <a:avLst/>
              </a:prstGeom>
              <a:solidFill>
                <a:srgbClr val="B1A4CC"/>
              </a:solidFill>
              <a:ln w="2103" cap="rnd" cmpd="sng" algn="ctr">
                <a:noFill/>
                <a:prstDash val="solid"/>
                <a:round/>
                <a:headEnd type="none" w="med" len="med"/>
                <a:tailEnd type="none" w="med" len="med"/>
              </a:ln>
              <a:effectLst/>
            </p:spPr>
          </p:sp>
          <p:sp>
            <p:nvSpPr>
              <p:cNvPr id="1000364" name="feature_7">
                <a:extLst>
                  <a:ext uri="{FF2B5EF4-FFF2-40B4-BE49-F238E27FC236}">
                    <a16:creationId xmlns:a16="http://schemas.microsoft.com/office/drawing/2014/main" id="{6E526A97-1FA5-0BE0-EFBA-37CFC07E0A38}"/>
                  </a:ext>
                </a:extLst>
              </p:cNvPr>
              <p:cNvSpPr/>
              <p:nvPr/>
            </p:nvSpPr>
            <p:spPr>
              <a:xfrm>
                <a:off x="2984657" y="4746825"/>
                <a:ext cx="53968" cy="72270"/>
              </a:xfrm>
              <a:prstGeom prst="rect">
                <a:avLst/>
              </a:prstGeom>
              <a:solidFill>
                <a:srgbClr val="D4CBE6"/>
              </a:solidFill>
              <a:ln w="2103" cap="rnd" cmpd="sng" algn="ctr">
                <a:noFill/>
                <a:prstDash val="solid"/>
                <a:round/>
                <a:headEnd type="none" w="med" len="med"/>
                <a:tailEnd type="none" w="med" len="med"/>
              </a:ln>
              <a:effectLst/>
            </p:spPr>
          </p:sp>
        </p:grpSp>
        <p:grpSp>
          <p:nvGrpSpPr>
            <p:cNvPr id="1000365" name="Own molecular graph | preserved original">
              <a:extLst>
                <a:ext uri="{FF2B5EF4-FFF2-40B4-BE49-F238E27FC236}">
                  <a16:creationId xmlns:a16="http://schemas.microsoft.com/office/drawing/2014/main" id="{E984DCD3-9159-99E3-2465-B1548DDD94F7}"/>
                </a:ext>
              </a:extLst>
            </p:cNvPr>
            <p:cNvGrpSpPr/>
            <p:nvPr/>
          </p:nvGrpSpPr>
          <p:grpSpPr>
            <a:xfrm>
              <a:off x="3727661" y="2491442"/>
              <a:ext cx="181883" cy="124645"/>
              <a:chOff x="2933657" y="2962431"/>
              <a:chExt cx="311024" cy="187573"/>
            </a:xfrm>
          </p:grpSpPr>
          <p:cxnSp>
            <p:nvCxnSpPr>
              <p:cNvPr id="1000366" name="path_2698">
                <a:extLst>
                  <a:ext uri="{FF2B5EF4-FFF2-40B4-BE49-F238E27FC236}">
                    <a16:creationId xmlns:a16="http://schemas.microsoft.com/office/drawing/2014/main" id="{3B57AB99-3A59-D031-4761-6111834417EA}"/>
                  </a:ext>
                </a:extLst>
              </p:cNvPr>
              <p:cNvCxnSpPr/>
              <p:nvPr/>
            </p:nvCxnSpPr>
            <p:spPr>
              <a:xfrm flipV="1">
                <a:off x="2948439" y="2977214"/>
                <a:ext cx="63663" cy="70463"/>
              </a:xfrm>
              <a:prstGeom prst="line">
                <a:avLst/>
              </a:prstGeom>
              <a:noFill/>
              <a:ln w="2404" cap="rnd" cmpd="sng" algn="ctr">
                <a:solidFill>
                  <a:srgbClr val="238777"/>
                </a:solidFill>
                <a:prstDash val="solid"/>
                <a:round/>
                <a:headEnd type="none" w="med" len="med"/>
                <a:tailEnd type="none" w="med" len="med"/>
              </a:ln>
              <a:effectLst/>
            </p:spPr>
          </p:cxnSp>
          <p:cxnSp>
            <p:nvCxnSpPr>
              <p:cNvPr id="1000367" name="path_2699">
                <a:extLst>
                  <a:ext uri="{FF2B5EF4-FFF2-40B4-BE49-F238E27FC236}">
                    <a16:creationId xmlns:a16="http://schemas.microsoft.com/office/drawing/2014/main" id="{98A740D6-4EAA-43C6-80F5-3080DD85FB31}"/>
                  </a:ext>
                </a:extLst>
              </p:cNvPr>
              <p:cNvCxnSpPr/>
              <p:nvPr/>
            </p:nvCxnSpPr>
            <p:spPr>
              <a:xfrm>
                <a:off x="3012103" y="2977214"/>
                <a:ext cx="113924" cy="14947"/>
              </a:xfrm>
              <a:prstGeom prst="line">
                <a:avLst/>
              </a:prstGeom>
              <a:noFill/>
              <a:ln w="2404" cap="rnd" cmpd="sng" algn="ctr">
                <a:solidFill>
                  <a:srgbClr val="238777"/>
                </a:solidFill>
                <a:prstDash val="solid"/>
                <a:round/>
                <a:headEnd type="none" w="med" len="med"/>
                <a:tailEnd type="none" w="med" len="med"/>
              </a:ln>
              <a:effectLst/>
            </p:spPr>
          </p:cxnSp>
          <p:cxnSp>
            <p:nvCxnSpPr>
              <p:cNvPr id="1000368" name="path_2700">
                <a:extLst>
                  <a:ext uri="{FF2B5EF4-FFF2-40B4-BE49-F238E27FC236}">
                    <a16:creationId xmlns:a16="http://schemas.microsoft.com/office/drawing/2014/main" id="{93511570-3AB6-D9E8-6D87-96033501B106}"/>
                  </a:ext>
                </a:extLst>
              </p:cNvPr>
              <p:cNvCxnSpPr/>
              <p:nvPr/>
            </p:nvCxnSpPr>
            <p:spPr>
              <a:xfrm>
                <a:off x="3126026" y="2992160"/>
                <a:ext cx="73715" cy="64058"/>
              </a:xfrm>
              <a:prstGeom prst="line">
                <a:avLst/>
              </a:prstGeom>
              <a:noFill/>
              <a:ln w="2404" cap="rnd" cmpd="sng" algn="ctr">
                <a:solidFill>
                  <a:srgbClr val="238777"/>
                </a:solidFill>
                <a:prstDash val="solid"/>
                <a:round/>
                <a:headEnd type="none" w="med" len="med"/>
                <a:tailEnd type="none" w="med" len="med"/>
              </a:ln>
              <a:effectLst/>
            </p:spPr>
          </p:cxnSp>
          <p:cxnSp>
            <p:nvCxnSpPr>
              <p:cNvPr id="1000369" name="path_2701">
                <a:extLst>
                  <a:ext uri="{FF2B5EF4-FFF2-40B4-BE49-F238E27FC236}">
                    <a16:creationId xmlns:a16="http://schemas.microsoft.com/office/drawing/2014/main" id="{04CE901F-8D26-94FA-9B89-D2A47C8FC2F7}"/>
                  </a:ext>
                </a:extLst>
              </p:cNvPr>
              <p:cNvCxnSpPr/>
              <p:nvPr/>
            </p:nvCxnSpPr>
            <p:spPr>
              <a:xfrm flipH="1">
                <a:off x="3129377" y="3056218"/>
                <a:ext cx="70365" cy="79004"/>
              </a:xfrm>
              <a:prstGeom prst="line">
                <a:avLst/>
              </a:prstGeom>
              <a:noFill/>
              <a:ln w="2404" cap="rnd" cmpd="sng" algn="ctr">
                <a:solidFill>
                  <a:srgbClr val="238777"/>
                </a:solidFill>
                <a:prstDash val="solid"/>
                <a:round/>
                <a:headEnd type="none" w="med" len="med"/>
                <a:tailEnd type="none" w="med" len="med"/>
              </a:ln>
              <a:effectLst/>
            </p:spPr>
          </p:cxnSp>
          <p:cxnSp>
            <p:nvCxnSpPr>
              <p:cNvPr id="1000370" name="path_2702">
                <a:extLst>
                  <a:ext uri="{FF2B5EF4-FFF2-40B4-BE49-F238E27FC236}">
                    <a16:creationId xmlns:a16="http://schemas.microsoft.com/office/drawing/2014/main" id="{EC1150AA-0F94-8274-B8F8-CD42CA2CCF94}"/>
                  </a:ext>
                </a:extLst>
              </p:cNvPr>
              <p:cNvCxnSpPr/>
              <p:nvPr/>
            </p:nvCxnSpPr>
            <p:spPr>
              <a:xfrm flipH="1" flipV="1">
                <a:off x="3012103" y="3116005"/>
                <a:ext cx="117275" cy="19217"/>
              </a:xfrm>
              <a:prstGeom prst="line">
                <a:avLst/>
              </a:prstGeom>
              <a:noFill/>
              <a:ln w="2404" cap="rnd" cmpd="sng" algn="ctr">
                <a:solidFill>
                  <a:srgbClr val="238777"/>
                </a:solidFill>
                <a:prstDash val="solid"/>
                <a:round/>
                <a:headEnd type="none" w="med" len="med"/>
                <a:tailEnd type="none" w="med" len="med"/>
              </a:ln>
              <a:effectLst/>
            </p:spPr>
          </p:cxnSp>
          <p:cxnSp>
            <p:nvCxnSpPr>
              <p:cNvPr id="1000371" name="path_2703">
                <a:extLst>
                  <a:ext uri="{FF2B5EF4-FFF2-40B4-BE49-F238E27FC236}">
                    <a16:creationId xmlns:a16="http://schemas.microsoft.com/office/drawing/2014/main" id="{0034303D-67A5-8636-E314-8599028C0D41}"/>
                  </a:ext>
                </a:extLst>
              </p:cNvPr>
              <p:cNvCxnSpPr/>
              <p:nvPr/>
            </p:nvCxnSpPr>
            <p:spPr>
              <a:xfrm flipH="1" flipV="1">
                <a:off x="2948439" y="3047677"/>
                <a:ext cx="63663" cy="68328"/>
              </a:xfrm>
              <a:prstGeom prst="line">
                <a:avLst/>
              </a:prstGeom>
              <a:noFill/>
              <a:ln w="2404" cap="rnd" cmpd="sng" algn="ctr">
                <a:solidFill>
                  <a:srgbClr val="238777"/>
                </a:solidFill>
                <a:prstDash val="solid"/>
                <a:round/>
                <a:headEnd type="none" w="med" len="med"/>
                <a:tailEnd type="none" w="med" len="med"/>
              </a:ln>
              <a:effectLst/>
            </p:spPr>
          </p:cxnSp>
          <p:cxnSp>
            <p:nvCxnSpPr>
              <p:cNvPr id="1000372" name="path_2704">
                <a:extLst>
                  <a:ext uri="{FF2B5EF4-FFF2-40B4-BE49-F238E27FC236}">
                    <a16:creationId xmlns:a16="http://schemas.microsoft.com/office/drawing/2014/main" id="{20B1B0E6-292E-7C01-D81A-2A534602E598}"/>
                  </a:ext>
                </a:extLst>
              </p:cNvPr>
              <p:cNvCxnSpPr/>
              <p:nvPr/>
            </p:nvCxnSpPr>
            <p:spPr>
              <a:xfrm flipV="1">
                <a:off x="3126026" y="2985754"/>
                <a:ext cx="103872" cy="6406"/>
              </a:xfrm>
              <a:prstGeom prst="line">
                <a:avLst/>
              </a:prstGeom>
              <a:noFill/>
              <a:ln w="2404" cap="rnd" cmpd="sng" algn="ctr">
                <a:solidFill>
                  <a:srgbClr val="238777"/>
                </a:solidFill>
                <a:prstDash val="solid"/>
                <a:round/>
                <a:headEnd type="none" w="med" len="med"/>
                <a:tailEnd type="none" w="med" len="med"/>
              </a:ln>
              <a:effectLst/>
            </p:spPr>
          </p:cxnSp>
          <p:sp>
            <p:nvSpPr>
              <p:cNvPr id="1000373" name="ellipse_2705">
                <a:extLst>
                  <a:ext uri="{FF2B5EF4-FFF2-40B4-BE49-F238E27FC236}">
                    <a16:creationId xmlns:a16="http://schemas.microsoft.com/office/drawing/2014/main" id="{EB0E3608-3FBE-E101-4D13-CF3659164BA9}"/>
                  </a:ext>
                </a:extLst>
              </p:cNvPr>
              <p:cNvSpPr/>
              <p:nvPr/>
            </p:nvSpPr>
            <p:spPr>
              <a:xfrm>
                <a:off x="2933657" y="3032894"/>
                <a:ext cx="29565" cy="29565"/>
              </a:xfrm>
              <a:prstGeom prst="ellipse">
                <a:avLst/>
              </a:prstGeom>
              <a:gradFill flip="none" rotWithShape="1">
                <a:gsLst>
                  <a:gs pos="0">
                    <a:srgbClr val="DEEDEB"/>
                  </a:gs>
                  <a:gs pos="43000">
                    <a:srgbClr val="61A99D"/>
                  </a:gs>
                  <a:gs pos="100000">
                    <a:srgbClr val="267D72"/>
                  </a:gs>
                </a:gsLst>
                <a:lin ang="2700000" scaled="1"/>
                <a:tileRect/>
              </a:gradFill>
              <a:ln w="826" cap="rnd" cmpd="sng" algn="ctr">
                <a:noFill/>
                <a:prstDash val="solid"/>
                <a:round/>
                <a:headEnd type="none" w="med" len="med"/>
                <a:tailEnd type="none" w="med" len="med"/>
              </a:ln>
              <a:effectLst/>
            </p:spPr>
          </p:sp>
          <p:sp>
            <p:nvSpPr>
              <p:cNvPr id="1000374" name="ellipse_2706">
                <a:extLst>
                  <a:ext uri="{FF2B5EF4-FFF2-40B4-BE49-F238E27FC236}">
                    <a16:creationId xmlns:a16="http://schemas.microsoft.com/office/drawing/2014/main" id="{71E39C61-95D2-555A-FE30-BC9A73440ED3}"/>
                  </a:ext>
                </a:extLst>
              </p:cNvPr>
              <p:cNvSpPr/>
              <p:nvPr/>
            </p:nvSpPr>
            <p:spPr>
              <a:xfrm>
                <a:off x="2997320" y="2962431"/>
                <a:ext cx="29565" cy="29565"/>
              </a:xfrm>
              <a:prstGeom prst="ellipse">
                <a:avLst/>
              </a:prstGeom>
              <a:gradFill flip="none" rotWithShape="1">
                <a:gsLst>
                  <a:gs pos="0">
                    <a:srgbClr val="DEEDEB"/>
                  </a:gs>
                  <a:gs pos="43000">
                    <a:srgbClr val="61A99D"/>
                  </a:gs>
                  <a:gs pos="100000">
                    <a:srgbClr val="267D72"/>
                  </a:gs>
                </a:gsLst>
                <a:lin ang="2700000" scaled="1"/>
                <a:tileRect/>
              </a:gradFill>
              <a:ln w="826" cap="rnd" cmpd="sng" algn="ctr">
                <a:noFill/>
                <a:prstDash val="solid"/>
                <a:round/>
                <a:headEnd type="none" w="med" len="med"/>
                <a:tailEnd type="none" w="med" len="med"/>
              </a:ln>
              <a:effectLst/>
            </p:spPr>
          </p:sp>
          <p:sp>
            <p:nvSpPr>
              <p:cNvPr id="1000375" name="ellipse_2707">
                <a:extLst>
                  <a:ext uri="{FF2B5EF4-FFF2-40B4-BE49-F238E27FC236}">
                    <a16:creationId xmlns:a16="http://schemas.microsoft.com/office/drawing/2014/main" id="{A1A2C6DA-016B-A316-2ABD-0C71B843664A}"/>
                  </a:ext>
                </a:extLst>
              </p:cNvPr>
              <p:cNvSpPr/>
              <p:nvPr/>
            </p:nvSpPr>
            <p:spPr>
              <a:xfrm>
                <a:off x="3111244" y="2977378"/>
                <a:ext cx="29565" cy="29565"/>
              </a:xfrm>
              <a:prstGeom prst="ellipse">
                <a:avLst/>
              </a:prstGeom>
              <a:gradFill flip="none" rotWithShape="1">
                <a:gsLst>
                  <a:gs pos="0">
                    <a:srgbClr val="DEEDEB"/>
                  </a:gs>
                  <a:gs pos="43000">
                    <a:srgbClr val="61A99D"/>
                  </a:gs>
                  <a:gs pos="100000">
                    <a:srgbClr val="267D72"/>
                  </a:gs>
                </a:gsLst>
                <a:lin ang="2700000" scaled="1"/>
                <a:tileRect/>
              </a:gradFill>
              <a:ln w="826" cap="rnd" cmpd="sng" algn="ctr">
                <a:noFill/>
                <a:prstDash val="solid"/>
                <a:round/>
                <a:headEnd type="none" w="med" len="med"/>
                <a:tailEnd type="none" w="med" len="med"/>
              </a:ln>
              <a:effectLst/>
            </p:spPr>
          </p:sp>
          <p:sp>
            <p:nvSpPr>
              <p:cNvPr id="1000376" name="ellipse_2708">
                <a:extLst>
                  <a:ext uri="{FF2B5EF4-FFF2-40B4-BE49-F238E27FC236}">
                    <a16:creationId xmlns:a16="http://schemas.microsoft.com/office/drawing/2014/main" id="{52AB3EDD-E61D-D303-F163-06590CA44791}"/>
                  </a:ext>
                </a:extLst>
              </p:cNvPr>
              <p:cNvSpPr/>
              <p:nvPr/>
            </p:nvSpPr>
            <p:spPr>
              <a:xfrm>
                <a:off x="3184959" y="3041435"/>
                <a:ext cx="29565" cy="29565"/>
              </a:xfrm>
              <a:prstGeom prst="ellipse">
                <a:avLst/>
              </a:prstGeom>
              <a:gradFill flip="none" rotWithShape="1">
                <a:gsLst>
                  <a:gs pos="0">
                    <a:srgbClr val="DEEDEB"/>
                  </a:gs>
                  <a:gs pos="43000">
                    <a:srgbClr val="61A99D"/>
                  </a:gs>
                  <a:gs pos="100000">
                    <a:srgbClr val="267D72"/>
                  </a:gs>
                </a:gsLst>
                <a:lin ang="2700000" scaled="1"/>
                <a:tileRect/>
              </a:gradFill>
              <a:ln w="826" cap="rnd" cmpd="sng" algn="ctr">
                <a:noFill/>
                <a:prstDash val="solid"/>
                <a:round/>
                <a:headEnd type="none" w="med" len="med"/>
                <a:tailEnd type="none" w="med" len="med"/>
              </a:ln>
              <a:effectLst/>
            </p:spPr>
          </p:sp>
          <p:sp>
            <p:nvSpPr>
              <p:cNvPr id="1000377" name="ellipse_2709">
                <a:extLst>
                  <a:ext uri="{FF2B5EF4-FFF2-40B4-BE49-F238E27FC236}">
                    <a16:creationId xmlns:a16="http://schemas.microsoft.com/office/drawing/2014/main" id="{081EE2C8-6DAE-4D6C-595E-68121459A3F0}"/>
                  </a:ext>
                </a:extLst>
              </p:cNvPr>
              <p:cNvSpPr/>
              <p:nvPr/>
            </p:nvSpPr>
            <p:spPr>
              <a:xfrm>
                <a:off x="3114595" y="3120439"/>
                <a:ext cx="29565" cy="29565"/>
              </a:xfrm>
              <a:prstGeom prst="ellipse">
                <a:avLst/>
              </a:prstGeom>
              <a:gradFill flip="none" rotWithShape="1">
                <a:gsLst>
                  <a:gs pos="0">
                    <a:srgbClr val="DEEDEB"/>
                  </a:gs>
                  <a:gs pos="43000">
                    <a:srgbClr val="61A99D"/>
                  </a:gs>
                  <a:gs pos="100000">
                    <a:srgbClr val="267D72"/>
                  </a:gs>
                </a:gsLst>
                <a:lin ang="2700000" scaled="1"/>
                <a:tileRect/>
              </a:gradFill>
              <a:ln w="826" cap="rnd" cmpd="sng" algn="ctr">
                <a:noFill/>
                <a:prstDash val="solid"/>
                <a:round/>
                <a:headEnd type="none" w="med" len="med"/>
                <a:tailEnd type="none" w="med" len="med"/>
              </a:ln>
              <a:effectLst/>
            </p:spPr>
          </p:sp>
          <p:sp>
            <p:nvSpPr>
              <p:cNvPr id="1000378" name="ellipse_2710">
                <a:extLst>
                  <a:ext uri="{FF2B5EF4-FFF2-40B4-BE49-F238E27FC236}">
                    <a16:creationId xmlns:a16="http://schemas.microsoft.com/office/drawing/2014/main" id="{F6B2A962-AFF4-2669-ADE8-276F29C790D7}"/>
                  </a:ext>
                </a:extLst>
              </p:cNvPr>
              <p:cNvSpPr/>
              <p:nvPr/>
            </p:nvSpPr>
            <p:spPr>
              <a:xfrm>
                <a:off x="2997320" y="3101222"/>
                <a:ext cx="29565" cy="29565"/>
              </a:xfrm>
              <a:prstGeom prst="ellipse">
                <a:avLst/>
              </a:prstGeom>
              <a:gradFill flip="none" rotWithShape="1">
                <a:gsLst>
                  <a:gs pos="0">
                    <a:srgbClr val="DEEDEB"/>
                  </a:gs>
                  <a:gs pos="43000">
                    <a:srgbClr val="61A99D"/>
                  </a:gs>
                  <a:gs pos="100000">
                    <a:srgbClr val="267D72"/>
                  </a:gs>
                </a:gsLst>
                <a:lin ang="2700000" scaled="1"/>
                <a:tileRect/>
              </a:gradFill>
              <a:ln w="826" cap="rnd" cmpd="sng" algn="ctr">
                <a:noFill/>
                <a:prstDash val="solid"/>
                <a:round/>
                <a:headEnd type="none" w="med" len="med"/>
                <a:tailEnd type="none" w="med" len="med"/>
              </a:ln>
              <a:effectLst/>
            </p:spPr>
          </p:sp>
          <p:sp>
            <p:nvSpPr>
              <p:cNvPr id="1000379" name="ellipse_2711">
                <a:extLst>
                  <a:ext uri="{FF2B5EF4-FFF2-40B4-BE49-F238E27FC236}">
                    <a16:creationId xmlns:a16="http://schemas.microsoft.com/office/drawing/2014/main" id="{1D530D63-4687-11C5-A025-BFA9768F502D}"/>
                  </a:ext>
                </a:extLst>
              </p:cNvPr>
              <p:cNvSpPr/>
              <p:nvPr/>
            </p:nvSpPr>
            <p:spPr>
              <a:xfrm>
                <a:off x="3215116" y="2970972"/>
                <a:ext cx="29565" cy="29565"/>
              </a:xfrm>
              <a:prstGeom prst="ellipse">
                <a:avLst/>
              </a:prstGeom>
              <a:gradFill flip="none" rotWithShape="1">
                <a:gsLst>
                  <a:gs pos="0">
                    <a:srgbClr val="DEEDEB"/>
                  </a:gs>
                  <a:gs pos="43000">
                    <a:srgbClr val="61A99D"/>
                  </a:gs>
                  <a:gs pos="100000">
                    <a:srgbClr val="267D72"/>
                  </a:gs>
                </a:gsLst>
                <a:lin ang="2700000" scaled="1"/>
                <a:tileRect/>
              </a:gradFill>
              <a:ln w="826" cap="rnd" cmpd="sng" algn="ctr">
                <a:noFill/>
                <a:prstDash val="solid"/>
                <a:round/>
                <a:headEnd type="none" w="med" len="med"/>
                <a:tailEnd type="none" w="med" len="med"/>
              </a:ln>
              <a:effectLst/>
            </p:spPr>
          </p:sp>
        </p:grpSp>
        <p:grpSp>
          <p:nvGrpSpPr>
            <p:cNvPr id="1000380" name="Language vector v_k">
              <a:extLst>
                <a:ext uri="{FF2B5EF4-FFF2-40B4-BE49-F238E27FC236}">
                  <a16:creationId xmlns:a16="http://schemas.microsoft.com/office/drawing/2014/main" id="{DB21D811-F0E3-7C47-0257-36C011B600C8}"/>
                </a:ext>
              </a:extLst>
            </p:cNvPr>
            <p:cNvGrpSpPr/>
            <p:nvPr/>
          </p:nvGrpSpPr>
          <p:grpSpPr>
            <a:xfrm>
              <a:off x="4630947" y="2736646"/>
              <a:ext cx="253410" cy="28800"/>
              <a:chOff x="3942000" y="3774465"/>
              <a:chExt cx="338355" cy="75555"/>
            </a:xfrm>
          </p:grpSpPr>
          <p:sp>
            <p:nvSpPr>
              <p:cNvPr id="1000381" name="feature_1">
                <a:extLst>
                  <a:ext uri="{FF2B5EF4-FFF2-40B4-BE49-F238E27FC236}">
                    <a16:creationId xmlns:a16="http://schemas.microsoft.com/office/drawing/2014/main" id="{E4CBBF75-7649-2C3B-662D-4E9EF2456B37}"/>
                  </a:ext>
                </a:extLst>
              </p:cNvPr>
              <p:cNvSpPr/>
              <p:nvPr/>
            </p:nvSpPr>
            <p:spPr>
              <a:xfrm>
                <a:off x="3942000" y="3774465"/>
                <a:ext cx="45521" cy="75555"/>
              </a:xfrm>
              <a:prstGeom prst="rect">
                <a:avLst/>
              </a:prstGeom>
              <a:solidFill>
                <a:srgbClr val="88AAC7"/>
              </a:solidFill>
              <a:ln w="2103" cap="rnd" cmpd="sng" algn="ctr">
                <a:noFill/>
                <a:prstDash val="solid"/>
                <a:round/>
                <a:headEnd type="none" w="med" len="med"/>
                <a:tailEnd type="none" w="med" len="med"/>
              </a:ln>
              <a:effectLst/>
            </p:spPr>
          </p:sp>
          <p:sp>
            <p:nvSpPr>
              <p:cNvPr id="1000382" name="feature_2">
                <a:extLst>
                  <a:ext uri="{FF2B5EF4-FFF2-40B4-BE49-F238E27FC236}">
                    <a16:creationId xmlns:a16="http://schemas.microsoft.com/office/drawing/2014/main" id="{A26B6B1C-3A4E-4DBF-F27F-037D094BDEB4}"/>
                  </a:ext>
                </a:extLst>
              </p:cNvPr>
              <p:cNvSpPr/>
              <p:nvPr/>
            </p:nvSpPr>
            <p:spPr>
              <a:xfrm>
                <a:off x="3990806" y="3774465"/>
                <a:ext cx="45521" cy="75555"/>
              </a:xfrm>
              <a:prstGeom prst="rect">
                <a:avLst/>
              </a:prstGeom>
              <a:solidFill>
                <a:srgbClr val="6F98BB"/>
              </a:solidFill>
              <a:ln w="2103" cap="rnd" cmpd="sng" algn="ctr">
                <a:noFill/>
                <a:prstDash val="solid"/>
                <a:round/>
                <a:headEnd type="none" w="med" len="med"/>
                <a:tailEnd type="none" w="med" len="med"/>
              </a:ln>
              <a:effectLst/>
            </p:spPr>
          </p:sp>
          <p:sp>
            <p:nvSpPr>
              <p:cNvPr id="1000383" name="feature_3">
                <a:extLst>
                  <a:ext uri="{FF2B5EF4-FFF2-40B4-BE49-F238E27FC236}">
                    <a16:creationId xmlns:a16="http://schemas.microsoft.com/office/drawing/2014/main" id="{B05F8F86-3224-25CB-D8DE-7BC9F054A4D8}"/>
                  </a:ext>
                </a:extLst>
              </p:cNvPr>
              <p:cNvSpPr/>
              <p:nvPr/>
            </p:nvSpPr>
            <p:spPr>
              <a:xfrm>
                <a:off x="4039611" y="3774465"/>
                <a:ext cx="45521" cy="75555"/>
              </a:xfrm>
              <a:prstGeom prst="rect">
                <a:avLst/>
              </a:prstGeom>
              <a:solidFill>
                <a:srgbClr val="AAC2D6"/>
              </a:solidFill>
              <a:ln w="2103" cap="rnd" cmpd="sng" algn="ctr">
                <a:noFill/>
                <a:prstDash val="solid"/>
                <a:round/>
                <a:headEnd type="none" w="med" len="med"/>
                <a:tailEnd type="none" w="med" len="med"/>
              </a:ln>
              <a:effectLst/>
            </p:spPr>
          </p:sp>
          <p:sp>
            <p:nvSpPr>
              <p:cNvPr id="1000384" name="feature_4">
                <a:extLst>
                  <a:ext uri="{FF2B5EF4-FFF2-40B4-BE49-F238E27FC236}">
                    <a16:creationId xmlns:a16="http://schemas.microsoft.com/office/drawing/2014/main" id="{03B8146A-535E-64AA-0F5F-D84B79AA6A7D}"/>
                  </a:ext>
                </a:extLst>
              </p:cNvPr>
              <p:cNvSpPr/>
              <p:nvPr/>
            </p:nvSpPr>
            <p:spPr>
              <a:xfrm>
                <a:off x="4088417" y="3774465"/>
                <a:ext cx="45521" cy="75555"/>
              </a:xfrm>
              <a:prstGeom prst="rect">
                <a:avLst/>
              </a:prstGeom>
              <a:solidFill>
                <a:srgbClr val="507FA8"/>
              </a:solidFill>
              <a:ln w="2103" cap="rnd" cmpd="sng" algn="ctr">
                <a:noFill/>
                <a:prstDash val="solid"/>
                <a:round/>
                <a:headEnd type="none" w="med" len="med"/>
                <a:tailEnd type="none" w="med" len="med"/>
              </a:ln>
              <a:effectLst/>
            </p:spPr>
          </p:sp>
          <p:sp>
            <p:nvSpPr>
              <p:cNvPr id="1000385" name="feature_5">
                <a:extLst>
                  <a:ext uri="{FF2B5EF4-FFF2-40B4-BE49-F238E27FC236}">
                    <a16:creationId xmlns:a16="http://schemas.microsoft.com/office/drawing/2014/main" id="{067C6B73-C12D-ACBE-B0BE-AF2220773A41}"/>
                  </a:ext>
                </a:extLst>
              </p:cNvPr>
              <p:cNvSpPr/>
              <p:nvPr/>
            </p:nvSpPr>
            <p:spPr>
              <a:xfrm>
                <a:off x="4137223" y="3774465"/>
                <a:ext cx="45521" cy="75555"/>
              </a:xfrm>
              <a:prstGeom prst="rect">
                <a:avLst/>
              </a:prstGeom>
              <a:solidFill>
                <a:srgbClr val="BFD2E1"/>
              </a:solidFill>
              <a:ln w="2103" cap="rnd" cmpd="sng" algn="ctr">
                <a:noFill/>
                <a:prstDash val="solid"/>
                <a:round/>
                <a:headEnd type="none" w="med" len="med"/>
                <a:tailEnd type="none" w="med" len="med"/>
              </a:ln>
              <a:effectLst/>
            </p:spPr>
          </p:sp>
          <p:sp>
            <p:nvSpPr>
              <p:cNvPr id="1000386" name="feature_6">
                <a:extLst>
                  <a:ext uri="{FF2B5EF4-FFF2-40B4-BE49-F238E27FC236}">
                    <a16:creationId xmlns:a16="http://schemas.microsoft.com/office/drawing/2014/main" id="{637F6933-58CF-846D-B9EB-DC0034ED65E5}"/>
                  </a:ext>
                </a:extLst>
              </p:cNvPr>
              <p:cNvSpPr/>
              <p:nvPr/>
            </p:nvSpPr>
            <p:spPr>
              <a:xfrm>
                <a:off x="4186029" y="3774465"/>
                <a:ext cx="45521" cy="75555"/>
              </a:xfrm>
              <a:prstGeom prst="rect">
                <a:avLst/>
              </a:prstGeom>
              <a:solidFill>
                <a:srgbClr val="739DBF"/>
              </a:solidFill>
              <a:ln w="2103" cap="rnd" cmpd="sng" algn="ctr">
                <a:noFill/>
                <a:prstDash val="solid"/>
                <a:round/>
                <a:headEnd type="none" w="med" len="med"/>
                <a:tailEnd type="none" w="med" len="med"/>
              </a:ln>
              <a:effectLst/>
            </p:spPr>
          </p:sp>
          <p:sp>
            <p:nvSpPr>
              <p:cNvPr id="1000387" name="feature_7">
                <a:extLst>
                  <a:ext uri="{FF2B5EF4-FFF2-40B4-BE49-F238E27FC236}">
                    <a16:creationId xmlns:a16="http://schemas.microsoft.com/office/drawing/2014/main" id="{7D4F0DF1-7DA0-4F38-3B47-A30256FEA355}"/>
                  </a:ext>
                </a:extLst>
              </p:cNvPr>
              <p:cNvSpPr/>
              <p:nvPr/>
            </p:nvSpPr>
            <p:spPr>
              <a:xfrm>
                <a:off x="4234834" y="3774465"/>
                <a:ext cx="45521" cy="75555"/>
              </a:xfrm>
              <a:prstGeom prst="rect">
                <a:avLst/>
              </a:prstGeom>
              <a:solidFill>
                <a:srgbClr val="96B8D0"/>
              </a:solidFill>
              <a:ln w="2103" cap="rnd" cmpd="sng" algn="ctr">
                <a:noFill/>
                <a:prstDash val="solid"/>
                <a:round/>
                <a:headEnd type="none" w="med" len="med"/>
                <a:tailEnd type="none" w="med" len="med"/>
              </a:ln>
              <a:effectLst/>
            </p:spPr>
          </p:sp>
        </p:grpSp>
        <p:grpSp>
          <p:nvGrpSpPr>
            <p:cNvPr id="1000388" name="Language vector v_k">
              <a:extLst>
                <a:ext uri="{FF2B5EF4-FFF2-40B4-BE49-F238E27FC236}">
                  <a16:creationId xmlns:a16="http://schemas.microsoft.com/office/drawing/2014/main" id="{785257C2-B8F1-6477-E8AD-7086FBB840AA}"/>
                </a:ext>
              </a:extLst>
            </p:cNvPr>
            <p:cNvGrpSpPr/>
            <p:nvPr/>
          </p:nvGrpSpPr>
          <p:grpSpPr>
            <a:xfrm>
              <a:off x="4630947" y="2775015"/>
              <a:ext cx="253410" cy="27978"/>
              <a:chOff x="3942000" y="3774465"/>
              <a:chExt cx="338355" cy="75555"/>
            </a:xfrm>
          </p:grpSpPr>
          <p:sp>
            <p:nvSpPr>
              <p:cNvPr id="1000389" name="feature_1">
                <a:extLst>
                  <a:ext uri="{FF2B5EF4-FFF2-40B4-BE49-F238E27FC236}">
                    <a16:creationId xmlns:a16="http://schemas.microsoft.com/office/drawing/2014/main" id="{DEA04DBE-068C-DEA2-0311-83E7984BDFF6}"/>
                  </a:ext>
                </a:extLst>
              </p:cNvPr>
              <p:cNvSpPr/>
              <p:nvPr/>
            </p:nvSpPr>
            <p:spPr>
              <a:xfrm>
                <a:off x="3942000" y="3774465"/>
                <a:ext cx="45521" cy="75555"/>
              </a:xfrm>
              <a:prstGeom prst="rect">
                <a:avLst/>
              </a:prstGeom>
              <a:solidFill>
                <a:srgbClr val="C6A56F"/>
              </a:solidFill>
              <a:ln w="2103" cap="rnd" cmpd="sng" algn="ctr">
                <a:noFill/>
                <a:prstDash val="solid"/>
                <a:round/>
                <a:headEnd type="none" w="med" len="med"/>
                <a:tailEnd type="none" w="med" len="med"/>
              </a:ln>
              <a:effectLst/>
            </p:spPr>
          </p:sp>
          <p:sp>
            <p:nvSpPr>
              <p:cNvPr id="1000390" name="feature_2">
                <a:extLst>
                  <a:ext uri="{FF2B5EF4-FFF2-40B4-BE49-F238E27FC236}">
                    <a16:creationId xmlns:a16="http://schemas.microsoft.com/office/drawing/2014/main" id="{ADBADEC8-2ED9-F6B3-06D2-A99C88093E6B}"/>
                  </a:ext>
                </a:extLst>
              </p:cNvPr>
              <p:cNvSpPr/>
              <p:nvPr/>
            </p:nvSpPr>
            <p:spPr>
              <a:xfrm>
                <a:off x="3990806" y="3774465"/>
                <a:ext cx="45521" cy="75555"/>
              </a:xfrm>
              <a:prstGeom prst="rect">
                <a:avLst/>
              </a:prstGeom>
              <a:solidFill>
                <a:srgbClr val="AF8A50"/>
              </a:solidFill>
              <a:ln w="2103" cap="rnd" cmpd="sng" algn="ctr">
                <a:noFill/>
                <a:prstDash val="solid"/>
                <a:round/>
                <a:headEnd type="none" w="med" len="med"/>
                <a:tailEnd type="none" w="med" len="med"/>
              </a:ln>
              <a:effectLst/>
            </p:spPr>
          </p:sp>
          <p:sp>
            <p:nvSpPr>
              <p:cNvPr id="1000391" name="feature_3">
                <a:extLst>
                  <a:ext uri="{FF2B5EF4-FFF2-40B4-BE49-F238E27FC236}">
                    <a16:creationId xmlns:a16="http://schemas.microsoft.com/office/drawing/2014/main" id="{63F08473-FCED-C737-2023-9510F8F153C1}"/>
                  </a:ext>
                </a:extLst>
              </p:cNvPr>
              <p:cNvSpPr/>
              <p:nvPr/>
            </p:nvSpPr>
            <p:spPr>
              <a:xfrm>
                <a:off x="4039611" y="3774465"/>
                <a:ext cx="45521" cy="75555"/>
              </a:xfrm>
              <a:prstGeom prst="rect">
                <a:avLst/>
              </a:prstGeom>
              <a:solidFill>
                <a:srgbClr val="DDC6A3"/>
              </a:solidFill>
              <a:ln w="2103" cap="rnd" cmpd="sng" algn="ctr">
                <a:noFill/>
                <a:prstDash val="solid"/>
                <a:round/>
                <a:headEnd type="none" w="med" len="med"/>
                <a:tailEnd type="none" w="med" len="med"/>
              </a:ln>
              <a:effectLst/>
            </p:spPr>
          </p:sp>
          <p:sp>
            <p:nvSpPr>
              <p:cNvPr id="1000392" name="feature_4">
                <a:extLst>
                  <a:ext uri="{FF2B5EF4-FFF2-40B4-BE49-F238E27FC236}">
                    <a16:creationId xmlns:a16="http://schemas.microsoft.com/office/drawing/2014/main" id="{3CEC3E8B-664F-66BE-00A8-9901B55CAE47}"/>
                  </a:ext>
                </a:extLst>
              </p:cNvPr>
              <p:cNvSpPr/>
              <p:nvPr/>
            </p:nvSpPr>
            <p:spPr>
              <a:xfrm>
                <a:off x="4088417" y="3774465"/>
                <a:ext cx="45521" cy="75555"/>
              </a:xfrm>
              <a:prstGeom prst="rect">
                <a:avLst/>
              </a:prstGeom>
              <a:solidFill>
                <a:srgbClr val="BF9A62"/>
              </a:solidFill>
              <a:ln w="2103" cap="rnd" cmpd="sng" algn="ctr">
                <a:noFill/>
                <a:prstDash val="solid"/>
                <a:round/>
                <a:headEnd type="none" w="med" len="med"/>
                <a:tailEnd type="none" w="med" len="med"/>
              </a:ln>
              <a:effectLst/>
            </p:spPr>
          </p:sp>
          <p:sp>
            <p:nvSpPr>
              <p:cNvPr id="1000393" name="feature_5">
                <a:extLst>
                  <a:ext uri="{FF2B5EF4-FFF2-40B4-BE49-F238E27FC236}">
                    <a16:creationId xmlns:a16="http://schemas.microsoft.com/office/drawing/2014/main" id="{BAC72561-5E35-9ED5-412E-7F6C16A06F15}"/>
                  </a:ext>
                </a:extLst>
              </p:cNvPr>
              <p:cNvSpPr/>
              <p:nvPr/>
            </p:nvSpPr>
            <p:spPr>
              <a:xfrm>
                <a:off x="4137223" y="3774465"/>
                <a:ext cx="45521" cy="75555"/>
              </a:xfrm>
              <a:prstGeom prst="rect">
                <a:avLst/>
              </a:prstGeom>
              <a:solidFill>
                <a:srgbClr val="E5D4B7"/>
              </a:solidFill>
              <a:ln w="2103" cap="rnd" cmpd="sng" algn="ctr">
                <a:noFill/>
                <a:prstDash val="solid"/>
                <a:round/>
                <a:headEnd type="none" w="med" len="med"/>
                <a:tailEnd type="none" w="med" len="med"/>
              </a:ln>
              <a:effectLst/>
            </p:spPr>
          </p:sp>
          <p:sp>
            <p:nvSpPr>
              <p:cNvPr id="1000394" name="feature_6">
                <a:extLst>
                  <a:ext uri="{FF2B5EF4-FFF2-40B4-BE49-F238E27FC236}">
                    <a16:creationId xmlns:a16="http://schemas.microsoft.com/office/drawing/2014/main" id="{52655DE8-FBCD-D13A-7DA9-1045831329D6}"/>
                  </a:ext>
                </a:extLst>
              </p:cNvPr>
              <p:cNvSpPr/>
              <p:nvPr/>
            </p:nvSpPr>
            <p:spPr>
              <a:xfrm>
                <a:off x="4186029" y="3774465"/>
                <a:ext cx="45521" cy="75555"/>
              </a:xfrm>
              <a:prstGeom prst="rect">
                <a:avLst/>
              </a:prstGeom>
              <a:solidFill>
                <a:srgbClr val="AD8241"/>
              </a:solidFill>
              <a:ln w="2103" cap="rnd" cmpd="sng" algn="ctr">
                <a:noFill/>
                <a:prstDash val="solid"/>
                <a:round/>
                <a:headEnd type="none" w="med" len="med"/>
                <a:tailEnd type="none" w="med" len="med"/>
              </a:ln>
              <a:effectLst/>
            </p:spPr>
          </p:sp>
          <p:sp>
            <p:nvSpPr>
              <p:cNvPr id="1000395" name="feature_7">
                <a:extLst>
                  <a:ext uri="{FF2B5EF4-FFF2-40B4-BE49-F238E27FC236}">
                    <a16:creationId xmlns:a16="http://schemas.microsoft.com/office/drawing/2014/main" id="{F083CD27-6571-299A-A5B1-5D0344DD8344}"/>
                  </a:ext>
                </a:extLst>
              </p:cNvPr>
              <p:cNvSpPr/>
              <p:nvPr/>
            </p:nvSpPr>
            <p:spPr>
              <a:xfrm>
                <a:off x="4234834" y="3774465"/>
                <a:ext cx="45521" cy="75555"/>
              </a:xfrm>
              <a:prstGeom prst="rect">
                <a:avLst/>
              </a:prstGeom>
              <a:solidFill>
                <a:srgbClr val="D5B887"/>
              </a:solidFill>
              <a:ln w="2103" cap="rnd" cmpd="sng" algn="ctr">
                <a:noFill/>
                <a:prstDash val="solid"/>
                <a:round/>
                <a:headEnd type="none" w="med" len="med"/>
                <a:tailEnd type="none" w="med" len="med"/>
              </a:ln>
              <a:effectLst/>
            </p:spPr>
          </p:sp>
        </p:grpSp>
        <p:grpSp>
          <p:nvGrpSpPr>
            <p:cNvPr id="1000396" name="Language vector v_k">
              <a:extLst>
                <a:ext uri="{FF2B5EF4-FFF2-40B4-BE49-F238E27FC236}">
                  <a16:creationId xmlns:a16="http://schemas.microsoft.com/office/drawing/2014/main" id="{0AC4E601-9C05-97A1-DF87-0D3E4519E7FC}"/>
                </a:ext>
              </a:extLst>
            </p:cNvPr>
            <p:cNvGrpSpPr/>
            <p:nvPr/>
          </p:nvGrpSpPr>
          <p:grpSpPr>
            <a:xfrm>
              <a:off x="4630947" y="2815552"/>
              <a:ext cx="253410" cy="28800"/>
              <a:chOff x="3942000" y="3774465"/>
              <a:chExt cx="338355" cy="75555"/>
            </a:xfrm>
          </p:grpSpPr>
          <p:sp>
            <p:nvSpPr>
              <p:cNvPr id="1000397" name="feature_1">
                <a:extLst>
                  <a:ext uri="{FF2B5EF4-FFF2-40B4-BE49-F238E27FC236}">
                    <a16:creationId xmlns:a16="http://schemas.microsoft.com/office/drawing/2014/main" id="{EA95893C-F4F9-D594-1DF4-7139B823B97C}"/>
                  </a:ext>
                </a:extLst>
              </p:cNvPr>
              <p:cNvSpPr/>
              <p:nvPr/>
            </p:nvSpPr>
            <p:spPr>
              <a:xfrm>
                <a:off x="3942000" y="3774465"/>
                <a:ext cx="45521" cy="75555"/>
              </a:xfrm>
              <a:prstGeom prst="rect">
                <a:avLst/>
              </a:prstGeom>
              <a:solidFill>
                <a:srgbClr val="A796B9"/>
              </a:solidFill>
              <a:ln w="2103" cap="rnd" cmpd="sng" algn="ctr">
                <a:noFill/>
                <a:prstDash val="solid"/>
                <a:round/>
                <a:headEnd type="none" w="med" len="med"/>
                <a:tailEnd type="none" w="med" len="med"/>
              </a:ln>
              <a:effectLst/>
            </p:spPr>
          </p:sp>
          <p:sp>
            <p:nvSpPr>
              <p:cNvPr id="1000398" name="feature_2">
                <a:extLst>
                  <a:ext uri="{FF2B5EF4-FFF2-40B4-BE49-F238E27FC236}">
                    <a16:creationId xmlns:a16="http://schemas.microsoft.com/office/drawing/2014/main" id="{91F0B3AD-4475-9D43-71A7-376866CD3DB3}"/>
                  </a:ext>
                </a:extLst>
              </p:cNvPr>
              <p:cNvSpPr/>
              <p:nvPr/>
            </p:nvSpPr>
            <p:spPr>
              <a:xfrm>
                <a:off x="3990806" y="3774465"/>
                <a:ext cx="45521" cy="75555"/>
              </a:xfrm>
              <a:prstGeom prst="rect">
                <a:avLst/>
              </a:prstGeom>
              <a:solidFill>
                <a:srgbClr val="C4B5D0"/>
              </a:solidFill>
              <a:ln w="2103" cap="rnd" cmpd="sng" algn="ctr">
                <a:noFill/>
                <a:prstDash val="solid"/>
                <a:round/>
                <a:headEnd type="none" w="med" len="med"/>
                <a:tailEnd type="none" w="med" len="med"/>
              </a:ln>
              <a:effectLst/>
            </p:spPr>
          </p:sp>
          <p:sp>
            <p:nvSpPr>
              <p:cNvPr id="1000399" name="feature_3">
                <a:extLst>
                  <a:ext uri="{FF2B5EF4-FFF2-40B4-BE49-F238E27FC236}">
                    <a16:creationId xmlns:a16="http://schemas.microsoft.com/office/drawing/2014/main" id="{B81ECC84-9B7C-4C4D-C88D-7FB035368A87}"/>
                  </a:ext>
                </a:extLst>
              </p:cNvPr>
              <p:cNvSpPr/>
              <p:nvPr/>
            </p:nvSpPr>
            <p:spPr>
              <a:xfrm>
                <a:off x="4039611" y="3774465"/>
                <a:ext cx="45521" cy="75555"/>
              </a:xfrm>
              <a:prstGeom prst="rect">
                <a:avLst/>
              </a:prstGeom>
              <a:solidFill>
                <a:srgbClr val="8F79A4"/>
              </a:solidFill>
              <a:ln w="2103" cap="rnd" cmpd="sng" algn="ctr">
                <a:noFill/>
                <a:prstDash val="solid"/>
                <a:round/>
                <a:headEnd type="none" w="med" len="med"/>
                <a:tailEnd type="none" w="med" len="med"/>
              </a:ln>
              <a:effectLst/>
            </p:spPr>
          </p:sp>
          <p:sp>
            <p:nvSpPr>
              <p:cNvPr id="1000400" name="feature_4">
                <a:extLst>
                  <a:ext uri="{FF2B5EF4-FFF2-40B4-BE49-F238E27FC236}">
                    <a16:creationId xmlns:a16="http://schemas.microsoft.com/office/drawing/2014/main" id="{B03DF191-BF43-3191-86CA-1669FCAFABD7}"/>
                  </a:ext>
                </a:extLst>
              </p:cNvPr>
              <p:cNvSpPr/>
              <p:nvPr/>
            </p:nvSpPr>
            <p:spPr>
              <a:xfrm>
                <a:off x="4088417" y="3774465"/>
                <a:ext cx="45521" cy="75555"/>
              </a:xfrm>
              <a:prstGeom prst="rect">
                <a:avLst/>
              </a:prstGeom>
              <a:solidFill>
                <a:srgbClr val="B2A0C1"/>
              </a:solidFill>
              <a:ln w="2103" cap="rnd" cmpd="sng" algn="ctr">
                <a:noFill/>
                <a:prstDash val="solid"/>
                <a:round/>
                <a:headEnd type="none" w="med" len="med"/>
                <a:tailEnd type="none" w="med" len="med"/>
              </a:ln>
              <a:effectLst/>
            </p:spPr>
          </p:sp>
          <p:sp>
            <p:nvSpPr>
              <p:cNvPr id="1000401" name="feature_5">
                <a:extLst>
                  <a:ext uri="{FF2B5EF4-FFF2-40B4-BE49-F238E27FC236}">
                    <a16:creationId xmlns:a16="http://schemas.microsoft.com/office/drawing/2014/main" id="{25D48E40-4ACD-01FE-F784-E67AFCA17A22}"/>
                  </a:ext>
                </a:extLst>
              </p:cNvPr>
              <p:cNvSpPr/>
              <p:nvPr/>
            </p:nvSpPr>
            <p:spPr>
              <a:xfrm>
                <a:off x="4137223" y="3774465"/>
                <a:ext cx="45521" cy="75555"/>
              </a:xfrm>
              <a:prstGeom prst="rect">
                <a:avLst/>
              </a:prstGeom>
              <a:solidFill>
                <a:srgbClr val="D6CBE0"/>
              </a:solidFill>
              <a:ln w="2103" cap="rnd" cmpd="sng" algn="ctr">
                <a:noFill/>
                <a:prstDash val="solid"/>
                <a:round/>
                <a:headEnd type="none" w="med" len="med"/>
                <a:tailEnd type="none" w="med" len="med"/>
              </a:ln>
              <a:effectLst/>
            </p:spPr>
          </p:sp>
          <p:sp>
            <p:nvSpPr>
              <p:cNvPr id="1000402" name="feature_6">
                <a:extLst>
                  <a:ext uri="{FF2B5EF4-FFF2-40B4-BE49-F238E27FC236}">
                    <a16:creationId xmlns:a16="http://schemas.microsoft.com/office/drawing/2014/main" id="{A72BA1DE-ED84-B03D-8E38-BBD8FBDB9511}"/>
                  </a:ext>
                </a:extLst>
              </p:cNvPr>
              <p:cNvSpPr/>
              <p:nvPr/>
            </p:nvSpPr>
            <p:spPr>
              <a:xfrm>
                <a:off x="4186029" y="3774465"/>
                <a:ext cx="45521" cy="75555"/>
              </a:xfrm>
              <a:prstGeom prst="rect">
                <a:avLst/>
              </a:prstGeom>
              <a:solidFill>
                <a:srgbClr val="A68AB9"/>
              </a:solidFill>
              <a:ln w="2103" cap="rnd" cmpd="sng" algn="ctr">
                <a:noFill/>
                <a:prstDash val="solid"/>
                <a:round/>
                <a:headEnd type="none" w="med" len="med"/>
                <a:tailEnd type="none" w="med" len="med"/>
              </a:ln>
              <a:effectLst/>
            </p:spPr>
          </p:sp>
          <p:sp>
            <p:nvSpPr>
              <p:cNvPr id="1000403" name="feature_7">
                <a:extLst>
                  <a:ext uri="{FF2B5EF4-FFF2-40B4-BE49-F238E27FC236}">
                    <a16:creationId xmlns:a16="http://schemas.microsoft.com/office/drawing/2014/main" id="{0571D172-BC9E-BEF6-C1A9-4FEB3FFBD028}"/>
                  </a:ext>
                </a:extLst>
              </p:cNvPr>
              <p:cNvSpPr/>
              <p:nvPr/>
            </p:nvSpPr>
            <p:spPr>
              <a:xfrm>
                <a:off x="4234834" y="3774465"/>
                <a:ext cx="45521" cy="75555"/>
              </a:xfrm>
              <a:prstGeom prst="rect">
                <a:avLst/>
              </a:prstGeom>
              <a:solidFill>
                <a:srgbClr val="BBA8CC"/>
              </a:solidFill>
              <a:ln w="2103" cap="rnd" cmpd="sng" algn="ctr">
                <a:noFill/>
                <a:prstDash val="solid"/>
                <a:round/>
                <a:headEnd type="none" w="med" len="med"/>
                <a:tailEnd type="none" w="med" len="med"/>
              </a:ln>
              <a:effectLst/>
            </p:spPr>
          </p:sp>
        </p:grpSp>
        <p:grpSp>
          <p:nvGrpSpPr>
            <p:cNvPr id="1000404" name="Language vector v_k">
              <a:extLst>
                <a:ext uri="{FF2B5EF4-FFF2-40B4-BE49-F238E27FC236}">
                  <a16:creationId xmlns:a16="http://schemas.microsoft.com/office/drawing/2014/main" id="{50F3736C-D05A-EB44-9427-03D7CAF1C724}"/>
                </a:ext>
              </a:extLst>
            </p:cNvPr>
            <p:cNvGrpSpPr/>
            <p:nvPr/>
          </p:nvGrpSpPr>
          <p:grpSpPr>
            <a:xfrm>
              <a:off x="4164998" y="2998197"/>
              <a:ext cx="245236" cy="40867"/>
              <a:chOff x="3942000" y="3774465"/>
              <a:chExt cx="338355" cy="75555"/>
            </a:xfrm>
          </p:grpSpPr>
          <p:sp>
            <p:nvSpPr>
              <p:cNvPr id="1000405" name="feature_1">
                <a:extLst>
                  <a:ext uri="{FF2B5EF4-FFF2-40B4-BE49-F238E27FC236}">
                    <a16:creationId xmlns:a16="http://schemas.microsoft.com/office/drawing/2014/main" id="{DBCEF0E1-2F54-2DDA-5988-D460DE393014}"/>
                  </a:ext>
                </a:extLst>
              </p:cNvPr>
              <p:cNvSpPr/>
              <p:nvPr/>
            </p:nvSpPr>
            <p:spPr>
              <a:xfrm>
                <a:off x="3942000" y="3774465"/>
                <a:ext cx="45521" cy="75555"/>
              </a:xfrm>
              <a:prstGeom prst="rect">
                <a:avLst/>
              </a:prstGeom>
              <a:solidFill>
                <a:srgbClr val="3C9B84"/>
              </a:solidFill>
              <a:ln w="2103" cap="rnd" cmpd="sng" algn="ctr">
                <a:noFill/>
                <a:prstDash val="solid"/>
                <a:round/>
                <a:headEnd type="none" w="med" len="med"/>
                <a:tailEnd type="none" w="med" len="med"/>
              </a:ln>
              <a:effectLst/>
            </p:spPr>
          </p:sp>
          <p:sp>
            <p:nvSpPr>
              <p:cNvPr id="1000406" name="feature_2">
                <a:extLst>
                  <a:ext uri="{FF2B5EF4-FFF2-40B4-BE49-F238E27FC236}">
                    <a16:creationId xmlns:a16="http://schemas.microsoft.com/office/drawing/2014/main" id="{6C5E4571-FAA8-6128-23F9-52EF6DDEB703}"/>
                  </a:ext>
                </a:extLst>
              </p:cNvPr>
              <p:cNvSpPr/>
              <p:nvPr/>
            </p:nvSpPr>
            <p:spPr>
              <a:xfrm>
                <a:off x="3990806" y="3774465"/>
                <a:ext cx="45521" cy="75555"/>
              </a:xfrm>
              <a:prstGeom prst="rect">
                <a:avLst/>
              </a:prstGeom>
              <a:solidFill>
                <a:srgbClr val="6FB9A3"/>
              </a:solidFill>
              <a:ln w="2103" cap="rnd" cmpd="sng" algn="ctr">
                <a:noFill/>
                <a:prstDash val="solid"/>
                <a:round/>
                <a:headEnd type="none" w="med" len="med"/>
                <a:tailEnd type="none" w="med" len="med"/>
              </a:ln>
              <a:effectLst/>
            </p:spPr>
          </p:sp>
          <p:sp>
            <p:nvSpPr>
              <p:cNvPr id="1000407" name="feature_3">
                <a:extLst>
                  <a:ext uri="{FF2B5EF4-FFF2-40B4-BE49-F238E27FC236}">
                    <a16:creationId xmlns:a16="http://schemas.microsoft.com/office/drawing/2014/main" id="{3B8E0B05-D49D-A29A-2D9D-E3535631024C}"/>
                  </a:ext>
                </a:extLst>
              </p:cNvPr>
              <p:cNvSpPr/>
              <p:nvPr/>
            </p:nvSpPr>
            <p:spPr>
              <a:xfrm>
                <a:off x="4039611" y="3774465"/>
                <a:ext cx="45521" cy="75555"/>
              </a:xfrm>
              <a:prstGeom prst="rect">
                <a:avLst/>
              </a:prstGeom>
              <a:solidFill>
                <a:srgbClr val="ADD8CA"/>
              </a:solidFill>
              <a:ln w="2103" cap="rnd" cmpd="sng" algn="ctr">
                <a:noFill/>
                <a:prstDash val="solid"/>
                <a:round/>
                <a:headEnd type="none" w="med" len="med"/>
                <a:tailEnd type="none" w="med" len="med"/>
              </a:ln>
              <a:effectLst/>
            </p:spPr>
          </p:sp>
          <p:sp>
            <p:nvSpPr>
              <p:cNvPr id="1000408" name="feature_4">
                <a:extLst>
                  <a:ext uri="{FF2B5EF4-FFF2-40B4-BE49-F238E27FC236}">
                    <a16:creationId xmlns:a16="http://schemas.microsoft.com/office/drawing/2014/main" id="{E76CAE2F-99E4-0F5B-0C33-04CEF0290527}"/>
                  </a:ext>
                </a:extLst>
              </p:cNvPr>
              <p:cNvSpPr/>
              <p:nvPr/>
            </p:nvSpPr>
            <p:spPr>
              <a:xfrm>
                <a:off x="4088417" y="3774465"/>
                <a:ext cx="45521" cy="75555"/>
              </a:xfrm>
              <a:prstGeom prst="rect">
                <a:avLst/>
              </a:prstGeom>
              <a:solidFill>
                <a:srgbClr val="CBE7DC"/>
              </a:solidFill>
              <a:ln w="2103" cap="rnd" cmpd="sng" algn="ctr">
                <a:noFill/>
                <a:prstDash val="solid"/>
                <a:round/>
                <a:headEnd type="none" w="med" len="med"/>
                <a:tailEnd type="none" w="med" len="med"/>
              </a:ln>
              <a:effectLst/>
            </p:spPr>
          </p:sp>
          <p:sp>
            <p:nvSpPr>
              <p:cNvPr id="1000409" name="feature_5">
                <a:extLst>
                  <a:ext uri="{FF2B5EF4-FFF2-40B4-BE49-F238E27FC236}">
                    <a16:creationId xmlns:a16="http://schemas.microsoft.com/office/drawing/2014/main" id="{4DB21312-2A6C-DE9D-0282-758E1DBDDE32}"/>
                  </a:ext>
                </a:extLst>
              </p:cNvPr>
              <p:cNvSpPr/>
              <p:nvPr/>
            </p:nvSpPr>
            <p:spPr>
              <a:xfrm>
                <a:off x="4137223" y="3774465"/>
                <a:ext cx="45521" cy="75555"/>
              </a:xfrm>
              <a:prstGeom prst="rect">
                <a:avLst/>
              </a:prstGeom>
              <a:solidFill>
                <a:srgbClr val="3C9B84"/>
              </a:solidFill>
              <a:ln w="2103" cap="rnd" cmpd="sng" algn="ctr">
                <a:noFill/>
                <a:prstDash val="solid"/>
                <a:round/>
                <a:headEnd type="none" w="med" len="med"/>
                <a:tailEnd type="none" w="med" len="med"/>
              </a:ln>
              <a:effectLst/>
            </p:spPr>
          </p:sp>
          <p:sp>
            <p:nvSpPr>
              <p:cNvPr id="1000410" name="feature_6">
                <a:extLst>
                  <a:ext uri="{FF2B5EF4-FFF2-40B4-BE49-F238E27FC236}">
                    <a16:creationId xmlns:a16="http://schemas.microsoft.com/office/drawing/2014/main" id="{50B37619-FD77-5CE7-462A-A087E0E67751}"/>
                  </a:ext>
                </a:extLst>
              </p:cNvPr>
              <p:cNvSpPr/>
              <p:nvPr/>
            </p:nvSpPr>
            <p:spPr>
              <a:xfrm>
                <a:off x="4186029" y="3774465"/>
                <a:ext cx="45521" cy="75555"/>
              </a:xfrm>
              <a:prstGeom prst="rect">
                <a:avLst/>
              </a:prstGeom>
              <a:solidFill>
                <a:srgbClr val="6FB9A3"/>
              </a:solidFill>
              <a:ln w="2103" cap="rnd" cmpd="sng" algn="ctr">
                <a:noFill/>
                <a:prstDash val="solid"/>
                <a:round/>
                <a:headEnd type="none" w="med" len="med"/>
                <a:tailEnd type="none" w="med" len="med"/>
              </a:ln>
              <a:effectLst/>
            </p:spPr>
          </p:sp>
          <p:sp>
            <p:nvSpPr>
              <p:cNvPr id="1000411" name="feature_7">
                <a:extLst>
                  <a:ext uri="{FF2B5EF4-FFF2-40B4-BE49-F238E27FC236}">
                    <a16:creationId xmlns:a16="http://schemas.microsoft.com/office/drawing/2014/main" id="{060D024B-FDE7-BAAD-BC8D-3BD803B65161}"/>
                  </a:ext>
                </a:extLst>
              </p:cNvPr>
              <p:cNvSpPr/>
              <p:nvPr/>
            </p:nvSpPr>
            <p:spPr>
              <a:xfrm>
                <a:off x="4234834" y="3774465"/>
                <a:ext cx="45521" cy="75555"/>
              </a:xfrm>
              <a:prstGeom prst="rect">
                <a:avLst/>
              </a:prstGeom>
              <a:solidFill>
                <a:srgbClr val="ADD8CA"/>
              </a:solidFill>
              <a:ln w="2103" cap="rnd" cmpd="sng" algn="ctr">
                <a:noFill/>
                <a:prstDash val="solid"/>
                <a:round/>
                <a:headEnd type="none" w="med" len="med"/>
                <a:tailEnd type="none" w="med" len="med"/>
              </a:ln>
              <a:effectLst/>
            </p:spPr>
          </p:sp>
        </p:grpSp>
        <p:grpSp>
          <p:nvGrpSpPr>
            <p:cNvPr id="1000412" name="Candidate representation h_j">
              <a:extLst>
                <a:ext uri="{FF2B5EF4-FFF2-40B4-BE49-F238E27FC236}">
                  <a16:creationId xmlns:a16="http://schemas.microsoft.com/office/drawing/2014/main" id="{2F6254E0-5703-2638-04D9-DCACEB48B5A6}"/>
                </a:ext>
              </a:extLst>
            </p:cNvPr>
            <p:cNvGrpSpPr/>
            <p:nvPr/>
          </p:nvGrpSpPr>
          <p:grpSpPr>
            <a:xfrm>
              <a:off x="4152736" y="3366003"/>
              <a:ext cx="269760" cy="51084"/>
              <a:chOff x="2641140" y="4746825"/>
              <a:chExt cx="397485" cy="72270"/>
            </a:xfrm>
          </p:grpSpPr>
          <p:sp>
            <p:nvSpPr>
              <p:cNvPr id="1000413" name="feature_1">
                <a:extLst>
                  <a:ext uri="{FF2B5EF4-FFF2-40B4-BE49-F238E27FC236}">
                    <a16:creationId xmlns:a16="http://schemas.microsoft.com/office/drawing/2014/main" id="{E4A291EB-57F4-1E52-590A-D6B63B2FBA2F}"/>
                  </a:ext>
                </a:extLst>
              </p:cNvPr>
              <p:cNvSpPr/>
              <p:nvPr/>
            </p:nvSpPr>
            <p:spPr>
              <a:xfrm>
                <a:off x="2641140" y="4746825"/>
                <a:ext cx="53968" cy="72270"/>
              </a:xfrm>
              <a:prstGeom prst="rect">
                <a:avLst/>
              </a:prstGeom>
              <a:solidFill>
                <a:srgbClr val="367FB7"/>
              </a:solidFill>
              <a:ln w="2103" cap="rnd" cmpd="sng" algn="ctr">
                <a:noFill/>
                <a:prstDash val="solid"/>
                <a:round/>
                <a:headEnd type="none" w="med" len="med"/>
                <a:tailEnd type="none" w="med" len="med"/>
              </a:ln>
              <a:effectLst/>
            </p:spPr>
          </p:sp>
          <p:sp>
            <p:nvSpPr>
              <p:cNvPr id="1000414" name="feature_2">
                <a:extLst>
                  <a:ext uri="{FF2B5EF4-FFF2-40B4-BE49-F238E27FC236}">
                    <a16:creationId xmlns:a16="http://schemas.microsoft.com/office/drawing/2014/main" id="{D24E603B-5695-3C30-CB45-EC308C80E18D}"/>
                  </a:ext>
                </a:extLst>
              </p:cNvPr>
              <p:cNvSpPr/>
              <p:nvPr/>
            </p:nvSpPr>
            <p:spPr>
              <a:xfrm>
                <a:off x="2698393" y="4746825"/>
                <a:ext cx="53968" cy="72270"/>
              </a:xfrm>
              <a:prstGeom prst="rect">
                <a:avLst/>
              </a:prstGeom>
              <a:solidFill>
                <a:srgbClr val="7EAED0"/>
              </a:solidFill>
              <a:ln w="2103" cap="rnd" cmpd="sng" algn="ctr">
                <a:noFill/>
                <a:prstDash val="solid"/>
                <a:round/>
                <a:headEnd type="none" w="med" len="med"/>
                <a:tailEnd type="none" w="med" len="med"/>
              </a:ln>
              <a:effectLst/>
            </p:spPr>
          </p:sp>
          <p:sp>
            <p:nvSpPr>
              <p:cNvPr id="1000415" name="feature_3">
                <a:extLst>
                  <a:ext uri="{FF2B5EF4-FFF2-40B4-BE49-F238E27FC236}">
                    <a16:creationId xmlns:a16="http://schemas.microsoft.com/office/drawing/2014/main" id="{85762206-ED64-4563-DCB1-DF8D9BFB58F1}"/>
                  </a:ext>
                </a:extLst>
              </p:cNvPr>
              <p:cNvSpPr/>
              <p:nvPr/>
            </p:nvSpPr>
            <p:spPr>
              <a:xfrm>
                <a:off x="2755646" y="4746825"/>
                <a:ext cx="53968" cy="72270"/>
              </a:xfrm>
              <a:prstGeom prst="rect">
                <a:avLst/>
              </a:prstGeom>
              <a:solidFill>
                <a:srgbClr val="BCD8E7"/>
              </a:solidFill>
              <a:ln w="2103" cap="rnd" cmpd="sng" algn="ctr">
                <a:noFill/>
                <a:prstDash val="solid"/>
                <a:round/>
                <a:headEnd type="none" w="med" len="med"/>
                <a:tailEnd type="none" w="med" len="med"/>
              </a:ln>
              <a:effectLst/>
            </p:spPr>
          </p:sp>
          <p:sp>
            <p:nvSpPr>
              <p:cNvPr id="1000416" name="feature_4">
                <a:extLst>
                  <a:ext uri="{FF2B5EF4-FFF2-40B4-BE49-F238E27FC236}">
                    <a16:creationId xmlns:a16="http://schemas.microsoft.com/office/drawing/2014/main" id="{6DE2FCF2-F726-0568-ADFA-56DA6F47D8F4}"/>
                  </a:ext>
                </a:extLst>
              </p:cNvPr>
              <p:cNvSpPr/>
              <p:nvPr/>
            </p:nvSpPr>
            <p:spPr>
              <a:xfrm>
                <a:off x="2812899" y="4746825"/>
                <a:ext cx="53968" cy="72270"/>
              </a:xfrm>
              <a:prstGeom prst="rect">
                <a:avLst/>
              </a:prstGeom>
              <a:solidFill>
                <a:srgbClr val="88C3B4"/>
              </a:solidFill>
              <a:ln w="2103" cap="rnd" cmpd="sng" algn="ctr">
                <a:noFill/>
                <a:prstDash val="solid"/>
                <a:round/>
                <a:headEnd type="none" w="med" len="med"/>
                <a:tailEnd type="none" w="med" len="med"/>
              </a:ln>
              <a:effectLst/>
            </p:spPr>
          </p:sp>
          <p:sp>
            <p:nvSpPr>
              <p:cNvPr id="1000417" name="feature_5">
                <a:extLst>
                  <a:ext uri="{FF2B5EF4-FFF2-40B4-BE49-F238E27FC236}">
                    <a16:creationId xmlns:a16="http://schemas.microsoft.com/office/drawing/2014/main" id="{4B5E321C-D59C-9FCB-BBCC-B8FC26253E07}"/>
                  </a:ext>
                </a:extLst>
              </p:cNvPr>
              <p:cNvSpPr/>
              <p:nvPr/>
            </p:nvSpPr>
            <p:spPr>
              <a:xfrm>
                <a:off x="2870151" y="4746825"/>
                <a:ext cx="53968" cy="72270"/>
              </a:xfrm>
              <a:prstGeom prst="rect">
                <a:avLst/>
              </a:prstGeom>
              <a:solidFill>
                <a:srgbClr val="238777"/>
              </a:solidFill>
              <a:ln w="2103" cap="rnd" cmpd="sng" algn="ctr">
                <a:noFill/>
                <a:prstDash val="solid"/>
                <a:round/>
                <a:headEnd type="none" w="med" len="med"/>
                <a:tailEnd type="none" w="med" len="med"/>
              </a:ln>
              <a:effectLst/>
            </p:spPr>
          </p:sp>
          <p:sp>
            <p:nvSpPr>
              <p:cNvPr id="1000418" name="feature_6">
                <a:extLst>
                  <a:ext uri="{FF2B5EF4-FFF2-40B4-BE49-F238E27FC236}">
                    <a16:creationId xmlns:a16="http://schemas.microsoft.com/office/drawing/2014/main" id="{C42F8CA6-633A-8658-ED63-49317095F1D4}"/>
                  </a:ext>
                </a:extLst>
              </p:cNvPr>
              <p:cNvSpPr/>
              <p:nvPr/>
            </p:nvSpPr>
            <p:spPr>
              <a:xfrm>
                <a:off x="2927404" y="4746825"/>
                <a:ext cx="53968" cy="72270"/>
              </a:xfrm>
              <a:prstGeom prst="rect">
                <a:avLst/>
              </a:prstGeom>
              <a:solidFill>
                <a:srgbClr val="B1A4CC"/>
              </a:solidFill>
              <a:ln w="2103" cap="rnd" cmpd="sng" algn="ctr">
                <a:noFill/>
                <a:prstDash val="solid"/>
                <a:round/>
                <a:headEnd type="none" w="med" len="med"/>
                <a:tailEnd type="none" w="med" len="med"/>
              </a:ln>
              <a:effectLst/>
            </p:spPr>
          </p:sp>
          <p:sp>
            <p:nvSpPr>
              <p:cNvPr id="1000419" name="feature_7">
                <a:extLst>
                  <a:ext uri="{FF2B5EF4-FFF2-40B4-BE49-F238E27FC236}">
                    <a16:creationId xmlns:a16="http://schemas.microsoft.com/office/drawing/2014/main" id="{554FBEF5-3ABB-CC15-3654-8C44823BE44D}"/>
                  </a:ext>
                </a:extLst>
              </p:cNvPr>
              <p:cNvSpPr/>
              <p:nvPr/>
            </p:nvSpPr>
            <p:spPr>
              <a:xfrm>
                <a:off x="2984657" y="4746825"/>
                <a:ext cx="53968" cy="72270"/>
              </a:xfrm>
              <a:prstGeom prst="rect">
                <a:avLst/>
              </a:prstGeom>
              <a:solidFill>
                <a:srgbClr val="D4CBE6"/>
              </a:solidFill>
              <a:ln w="2103" cap="rnd" cmpd="sng" algn="ctr">
                <a:noFill/>
                <a:prstDash val="solid"/>
                <a:round/>
                <a:headEnd type="none" w="med" len="med"/>
                <a:tailEnd type="none" w="med" len="med"/>
              </a:ln>
              <a:effectLst/>
            </p:spPr>
          </p:sp>
        </p:grpSp>
        <p:sp>
          <p:nvSpPr>
            <p:cNvPr id="1000421" name="Arrow 10 | proportional arrowhead">
              <a:extLst>
                <a:ext uri="{FF2B5EF4-FFF2-40B4-BE49-F238E27FC236}">
                  <a16:creationId xmlns:a16="http://schemas.microsoft.com/office/drawing/2014/main" id="{9A1130D2-A603-9E8B-419A-813135CA7137}"/>
                </a:ext>
              </a:extLst>
            </p:cNvPr>
            <p:cNvSpPr/>
            <p:nvPr/>
          </p:nvSpPr>
          <p:spPr>
            <a:xfrm>
              <a:off x="2677234" y="2208436"/>
              <a:ext cx="18393" cy="14304"/>
            </a:xfrm>
            <a:custGeom>
              <a:avLst/>
              <a:gdLst/>
              <a:ahLst/>
              <a:cxnLst/>
              <a:rect l="0" t="0" r="0" b="0"/>
              <a:pathLst>
                <a:path w="85725" h="66675">
                  <a:moveTo>
                    <a:pt x="85725" y="33338"/>
                  </a:moveTo>
                  <a:lnTo>
                    <a:pt x="0" y="0"/>
                  </a:lnTo>
                  <a:lnTo>
                    <a:pt x="0" y="66675"/>
                  </a:lnTo>
                  <a:close/>
                </a:path>
              </a:pathLst>
            </a:custGeom>
            <a:solidFill>
              <a:srgbClr val="397FA6"/>
            </a:solidFill>
            <a:ln w="1">
              <a:noFill/>
            </a:ln>
          </p:spPr>
        </p:sp>
        <p:sp>
          <p:nvSpPr>
            <p:cNvPr id="1000422" name="Arrow 11 | proportional arrowhead">
              <a:extLst>
                <a:ext uri="{FF2B5EF4-FFF2-40B4-BE49-F238E27FC236}">
                  <a16:creationId xmlns:a16="http://schemas.microsoft.com/office/drawing/2014/main" id="{4A4C90F2-34DE-2D1F-A22D-CA8214E9B483}"/>
                </a:ext>
              </a:extLst>
            </p:cNvPr>
            <p:cNvSpPr/>
            <p:nvPr/>
          </p:nvSpPr>
          <p:spPr>
            <a:xfrm>
              <a:off x="3173836" y="2208436"/>
              <a:ext cx="18393" cy="14304"/>
            </a:xfrm>
            <a:custGeom>
              <a:avLst/>
              <a:gdLst/>
              <a:ahLst/>
              <a:cxnLst/>
              <a:rect l="0" t="0" r="0" b="0"/>
              <a:pathLst>
                <a:path w="85725" h="66675">
                  <a:moveTo>
                    <a:pt x="85725" y="33338"/>
                  </a:moveTo>
                  <a:lnTo>
                    <a:pt x="0" y="0"/>
                  </a:lnTo>
                  <a:lnTo>
                    <a:pt x="0" y="66675"/>
                  </a:lnTo>
                  <a:close/>
                </a:path>
              </a:pathLst>
            </a:custGeom>
            <a:solidFill>
              <a:srgbClr val="397FA6"/>
            </a:solidFill>
            <a:ln w="1">
              <a:noFill/>
            </a:ln>
          </p:spPr>
        </p:sp>
        <p:sp>
          <p:nvSpPr>
            <p:cNvPr id="1000423" name="Arrow 12 | proportional arrowhead">
              <a:extLst>
                <a:ext uri="{FF2B5EF4-FFF2-40B4-BE49-F238E27FC236}">
                  <a16:creationId xmlns:a16="http://schemas.microsoft.com/office/drawing/2014/main" id="{86E3AE0C-D159-5117-B8AE-B7F2525CD6C4}"/>
                </a:ext>
              </a:extLst>
            </p:cNvPr>
            <p:cNvSpPr/>
            <p:nvPr/>
          </p:nvSpPr>
          <p:spPr>
            <a:xfrm>
              <a:off x="3340392" y="3137827"/>
              <a:ext cx="14305" cy="18390"/>
            </a:xfrm>
            <a:custGeom>
              <a:avLst/>
              <a:gdLst/>
              <a:ahLst/>
              <a:cxnLst/>
              <a:rect l="0" t="0" r="0" b="0"/>
              <a:pathLst>
                <a:path w="66675" h="85725">
                  <a:moveTo>
                    <a:pt x="33338" y="85725"/>
                  </a:moveTo>
                  <a:lnTo>
                    <a:pt x="66675" y="0"/>
                  </a:lnTo>
                  <a:lnTo>
                    <a:pt x="0" y="0"/>
                  </a:lnTo>
                  <a:close/>
                </a:path>
              </a:pathLst>
            </a:custGeom>
            <a:solidFill>
              <a:srgbClr val="397FA6"/>
            </a:solidFill>
            <a:ln w="1">
              <a:noFill/>
            </a:ln>
          </p:spPr>
        </p:sp>
        <p:sp>
          <p:nvSpPr>
            <p:cNvPr id="1000424" name="Arrow 20 | proportional arrowhead">
              <a:extLst>
                <a:ext uri="{FF2B5EF4-FFF2-40B4-BE49-F238E27FC236}">
                  <a16:creationId xmlns:a16="http://schemas.microsoft.com/office/drawing/2014/main" id="{0B92A21C-7A5C-E006-F7C4-AEF6FB8841C0}"/>
                </a:ext>
              </a:extLst>
            </p:cNvPr>
            <p:cNvSpPr/>
            <p:nvPr/>
          </p:nvSpPr>
          <p:spPr>
            <a:xfrm>
              <a:off x="2457543" y="2921133"/>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25" name="Arrow 21 | proportional arrowhead">
              <a:extLst>
                <a:ext uri="{FF2B5EF4-FFF2-40B4-BE49-F238E27FC236}">
                  <a16:creationId xmlns:a16="http://schemas.microsoft.com/office/drawing/2014/main" id="{AC051E56-8816-FCB2-77A6-4E401D1AF975}"/>
                </a:ext>
              </a:extLst>
            </p:cNvPr>
            <p:cNvSpPr/>
            <p:nvPr/>
          </p:nvSpPr>
          <p:spPr>
            <a:xfrm>
              <a:off x="3005237" y="2921133"/>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26" name="Arrow 23 | proportional arrowhead">
              <a:extLst>
                <a:ext uri="{FF2B5EF4-FFF2-40B4-BE49-F238E27FC236}">
                  <a16:creationId xmlns:a16="http://schemas.microsoft.com/office/drawing/2014/main" id="{EF8610ED-C431-29C1-C737-E9C38F57E412}"/>
                </a:ext>
              </a:extLst>
            </p:cNvPr>
            <p:cNvSpPr/>
            <p:nvPr/>
          </p:nvSpPr>
          <p:spPr>
            <a:xfrm>
              <a:off x="3237189" y="3009436"/>
              <a:ext cx="18393" cy="14304"/>
            </a:xfrm>
            <a:custGeom>
              <a:avLst/>
              <a:gdLst/>
              <a:ahLst/>
              <a:cxnLst/>
              <a:rect l="0" t="0" r="0" b="0"/>
              <a:pathLst>
                <a:path w="85725" h="66675">
                  <a:moveTo>
                    <a:pt x="0" y="33338"/>
                  </a:moveTo>
                  <a:lnTo>
                    <a:pt x="85725" y="66675"/>
                  </a:lnTo>
                  <a:lnTo>
                    <a:pt x="85725" y="0"/>
                  </a:lnTo>
                  <a:close/>
                </a:path>
              </a:pathLst>
            </a:custGeom>
            <a:solidFill>
              <a:srgbClr val="397FA6"/>
            </a:solidFill>
            <a:ln w="1">
              <a:noFill/>
            </a:ln>
          </p:spPr>
        </p:sp>
        <p:sp>
          <p:nvSpPr>
            <p:cNvPr id="1000427" name="Arrow 26 | proportional arrowhead">
              <a:extLst>
                <a:ext uri="{FF2B5EF4-FFF2-40B4-BE49-F238E27FC236}">
                  <a16:creationId xmlns:a16="http://schemas.microsoft.com/office/drawing/2014/main" id="{077171ED-3548-C24D-273B-7D71591F8CD3}"/>
                </a:ext>
              </a:extLst>
            </p:cNvPr>
            <p:cNvSpPr/>
            <p:nvPr/>
          </p:nvSpPr>
          <p:spPr>
            <a:xfrm>
              <a:off x="2731390" y="3155537"/>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28" name="Arrow 28 | proportional arrowhead">
              <a:extLst>
                <a:ext uri="{FF2B5EF4-FFF2-40B4-BE49-F238E27FC236}">
                  <a16:creationId xmlns:a16="http://schemas.microsoft.com/office/drawing/2014/main" id="{14D4051F-938A-E57B-8E3F-185D2F4CDCAE}"/>
                </a:ext>
              </a:extLst>
            </p:cNvPr>
            <p:cNvSpPr/>
            <p:nvPr/>
          </p:nvSpPr>
          <p:spPr>
            <a:xfrm>
              <a:off x="3218796" y="3217859"/>
              <a:ext cx="18393" cy="14304"/>
            </a:xfrm>
            <a:custGeom>
              <a:avLst/>
              <a:gdLst/>
              <a:ahLst/>
              <a:cxnLst/>
              <a:rect l="0" t="0" r="0" b="0"/>
              <a:pathLst>
                <a:path w="85725" h="66675">
                  <a:moveTo>
                    <a:pt x="85725" y="33338"/>
                  </a:moveTo>
                  <a:lnTo>
                    <a:pt x="0" y="0"/>
                  </a:lnTo>
                  <a:lnTo>
                    <a:pt x="0" y="66675"/>
                  </a:lnTo>
                  <a:close/>
                </a:path>
              </a:pathLst>
            </a:custGeom>
            <a:solidFill>
              <a:srgbClr val="2B887C"/>
            </a:solidFill>
            <a:ln w="1">
              <a:noFill/>
            </a:ln>
          </p:spPr>
        </p:sp>
        <p:sp>
          <p:nvSpPr>
            <p:cNvPr id="1000429" name="Arrow 29 | proportional arrowhead">
              <a:extLst>
                <a:ext uri="{FF2B5EF4-FFF2-40B4-BE49-F238E27FC236}">
                  <a16:creationId xmlns:a16="http://schemas.microsoft.com/office/drawing/2014/main" id="{B7F0B9CA-2F8D-6835-9862-2B8B01FFB1D4}"/>
                </a:ext>
              </a:extLst>
            </p:cNvPr>
            <p:cNvSpPr/>
            <p:nvPr/>
          </p:nvSpPr>
          <p:spPr>
            <a:xfrm>
              <a:off x="3340392" y="3331266"/>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0" name="Arrow 42 | proportional arrowhead">
              <a:extLst>
                <a:ext uri="{FF2B5EF4-FFF2-40B4-BE49-F238E27FC236}">
                  <a16:creationId xmlns:a16="http://schemas.microsoft.com/office/drawing/2014/main" id="{DD01F955-18F7-ED16-6F6C-057D2646D553}"/>
                </a:ext>
              </a:extLst>
            </p:cNvPr>
            <p:cNvSpPr/>
            <p:nvPr/>
          </p:nvSpPr>
          <p:spPr>
            <a:xfrm>
              <a:off x="3810428" y="2447089"/>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1" name="Arrow 44 | proportional arrowhead">
              <a:extLst>
                <a:ext uri="{FF2B5EF4-FFF2-40B4-BE49-F238E27FC236}">
                  <a16:creationId xmlns:a16="http://schemas.microsoft.com/office/drawing/2014/main" id="{4E51557D-82ED-BBFE-6DCA-A1DB6949DEC0}"/>
                </a:ext>
              </a:extLst>
            </p:cNvPr>
            <p:cNvSpPr/>
            <p:nvPr/>
          </p:nvSpPr>
          <p:spPr>
            <a:xfrm>
              <a:off x="4280464" y="2481225"/>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2" name="Arrow 45 | proportional arrowhead">
              <a:extLst>
                <a:ext uri="{FF2B5EF4-FFF2-40B4-BE49-F238E27FC236}">
                  <a16:creationId xmlns:a16="http://schemas.microsoft.com/office/drawing/2014/main" id="{20E5C6CA-DA40-7252-41D3-6A1CEF4D4A5C}"/>
                </a:ext>
              </a:extLst>
            </p:cNvPr>
            <p:cNvSpPr/>
            <p:nvPr/>
          </p:nvSpPr>
          <p:spPr>
            <a:xfrm>
              <a:off x="4750499" y="2479182"/>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4" name="Arrow 53 | proportional arrowhead">
              <a:extLst>
                <a:ext uri="{FF2B5EF4-FFF2-40B4-BE49-F238E27FC236}">
                  <a16:creationId xmlns:a16="http://schemas.microsoft.com/office/drawing/2014/main" id="{CB86692E-B357-CB4B-6860-6EC1E6BB1798}"/>
                </a:ext>
              </a:extLst>
            </p:cNvPr>
            <p:cNvSpPr/>
            <p:nvPr/>
          </p:nvSpPr>
          <p:spPr>
            <a:xfrm>
              <a:off x="3810428" y="2916463"/>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5" name="Arrow 55 | proportional arrowhead">
              <a:extLst>
                <a:ext uri="{FF2B5EF4-FFF2-40B4-BE49-F238E27FC236}">
                  <a16:creationId xmlns:a16="http://schemas.microsoft.com/office/drawing/2014/main" id="{9240BB73-8EB8-900D-BA49-D32A5BF0094D}"/>
                </a:ext>
              </a:extLst>
            </p:cNvPr>
            <p:cNvSpPr/>
            <p:nvPr/>
          </p:nvSpPr>
          <p:spPr>
            <a:xfrm>
              <a:off x="4280464" y="2953243"/>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6" name="Arrow 56 | proportional arrowhead">
              <a:extLst>
                <a:ext uri="{FF2B5EF4-FFF2-40B4-BE49-F238E27FC236}">
                  <a16:creationId xmlns:a16="http://schemas.microsoft.com/office/drawing/2014/main" id="{61A67BD4-3E2E-C35B-FD06-6912B2D10921}"/>
                </a:ext>
              </a:extLst>
            </p:cNvPr>
            <p:cNvSpPr/>
            <p:nvPr/>
          </p:nvSpPr>
          <p:spPr>
            <a:xfrm>
              <a:off x="4750499" y="2701909"/>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7" name="Arrow 60 | proportional arrowhead">
              <a:extLst>
                <a:ext uri="{FF2B5EF4-FFF2-40B4-BE49-F238E27FC236}">
                  <a16:creationId xmlns:a16="http://schemas.microsoft.com/office/drawing/2014/main" id="{A1876484-D9F3-31B9-C377-3F1B8A6E997A}"/>
                </a:ext>
              </a:extLst>
            </p:cNvPr>
            <p:cNvSpPr/>
            <p:nvPr/>
          </p:nvSpPr>
          <p:spPr>
            <a:xfrm>
              <a:off x="4750499" y="2916463"/>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38" name="Arrow 62 | proportional arrowhead">
              <a:extLst>
                <a:ext uri="{FF2B5EF4-FFF2-40B4-BE49-F238E27FC236}">
                  <a16:creationId xmlns:a16="http://schemas.microsoft.com/office/drawing/2014/main" id="{6A20C86D-107A-83D1-CD03-013AD868586E}"/>
                </a:ext>
              </a:extLst>
            </p:cNvPr>
            <p:cNvSpPr/>
            <p:nvPr/>
          </p:nvSpPr>
          <p:spPr>
            <a:xfrm>
              <a:off x="4048511" y="3011479"/>
              <a:ext cx="18393" cy="14304"/>
            </a:xfrm>
            <a:custGeom>
              <a:avLst/>
              <a:gdLst/>
              <a:ahLst/>
              <a:cxnLst/>
              <a:rect l="0" t="0" r="0" b="0"/>
              <a:pathLst>
                <a:path w="85725" h="66675">
                  <a:moveTo>
                    <a:pt x="0" y="33338"/>
                  </a:moveTo>
                  <a:lnTo>
                    <a:pt x="85725" y="66675"/>
                  </a:lnTo>
                  <a:lnTo>
                    <a:pt x="85725" y="0"/>
                  </a:lnTo>
                  <a:close/>
                </a:path>
              </a:pathLst>
            </a:custGeom>
            <a:solidFill>
              <a:srgbClr val="397FA6"/>
            </a:solidFill>
            <a:ln w="1">
              <a:noFill/>
            </a:ln>
          </p:spPr>
        </p:sp>
        <p:sp>
          <p:nvSpPr>
            <p:cNvPr id="1000439" name="Arrow 63 | proportional arrowhead">
              <a:extLst>
                <a:ext uri="{FF2B5EF4-FFF2-40B4-BE49-F238E27FC236}">
                  <a16:creationId xmlns:a16="http://schemas.microsoft.com/office/drawing/2014/main" id="{0894B77E-FEAF-B7A4-510A-48B2647366BF}"/>
                </a:ext>
              </a:extLst>
            </p:cNvPr>
            <p:cNvSpPr/>
            <p:nvPr/>
          </p:nvSpPr>
          <p:spPr>
            <a:xfrm>
              <a:off x="4508329" y="3011479"/>
              <a:ext cx="18393" cy="14304"/>
            </a:xfrm>
            <a:custGeom>
              <a:avLst/>
              <a:gdLst/>
              <a:ahLst/>
              <a:cxnLst/>
              <a:rect l="0" t="0" r="0" b="0"/>
              <a:pathLst>
                <a:path w="85725" h="66675">
                  <a:moveTo>
                    <a:pt x="85725" y="33338"/>
                  </a:moveTo>
                  <a:lnTo>
                    <a:pt x="0" y="0"/>
                  </a:lnTo>
                  <a:lnTo>
                    <a:pt x="0" y="66675"/>
                  </a:lnTo>
                  <a:close/>
                </a:path>
              </a:pathLst>
            </a:custGeom>
            <a:solidFill>
              <a:srgbClr val="397FA6"/>
            </a:solidFill>
            <a:ln w="1">
              <a:noFill/>
            </a:ln>
          </p:spPr>
        </p:sp>
        <p:sp>
          <p:nvSpPr>
            <p:cNvPr id="1000440" name="Arrow 66 | proportional arrowhead">
              <a:extLst>
                <a:ext uri="{FF2B5EF4-FFF2-40B4-BE49-F238E27FC236}">
                  <a16:creationId xmlns:a16="http://schemas.microsoft.com/office/drawing/2014/main" id="{9598AF92-BE3D-FA2F-B066-BA19F4D48DBE}"/>
                </a:ext>
              </a:extLst>
            </p:cNvPr>
            <p:cNvSpPr/>
            <p:nvPr/>
          </p:nvSpPr>
          <p:spPr>
            <a:xfrm>
              <a:off x="4122082" y="3217859"/>
              <a:ext cx="18393" cy="14304"/>
            </a:xfrm>
            <a:custGeom>
              <a:avLst/>
              <a:gdLst/>
              <a:ahLst/>
              <a:cxnLst/>
              <a:rect l="0" t="0" r="0" b="0"/>
              <a:pathLst>
                <a:path w="85725" h="66675">
                  <a:moveTo>
                    <a:pt x="85725" y="33338"/>
                  </a:moveTo>
                  <a:lnTo>
                    <a:pt x="0" y="0"/>
                  </a:lnTo>
                  <a:lnTo>
                    <a:pt x="0" y="66675"/>
                  </a:lnTo>
                  <a:close/>
                </a:path>
              </a:pathLst>
            </a:custGeom>
            <a:solidFill>
              <a:srgbClr val="2B887C"/>
            </a:solidFill>
            <a:ln w="1">
              <a:noFill/>
            </a:ln>
          </p:spPr>
        </p:sp>
        <p:sp>
          <p:nvSpPr>
            <p:cNvPr id="1000441" name="Arrow 67 | proportional arrowhead">
              <a:extLst>
                <a:ext uri="{FF2B5EF4-FFF2-40B4-BE49-F238E27FC236}">
                  <a16:creationId xmlns:a16="http://schemas.microsoft.com/office/drawing/2014/main" id="{DF095FAB-0270-E0A5-D771-DE3436968382}"/>
                </a:ext>
              </a:extLst>
            </p:cNvPr>
            <p:cNvSpPr/>
            <p:nvPr/>
          </p:nvSpPr>
          <p:spPr>
            <a:xfrm>
              <a:off x="4434758" y="3217859"/>
              <a:ext cx="18393" cy="14304"/>
            </a:xfrm>
            <a:custGeom>
              <a:avLst/>
              <a:gdLst/>
              <a:ahLst/>
              <a:cxnLst/>
              <a:rect l="0" t="0" r="0" b="0"/>
              <a:pathLst>
                <a:path w="85725" h="66675">
                  <a:moveTo>
                    <a:pt x="0" y="33338"/>
                  </a:moveTo>
                  <a:lnTo>
                    <a:pt x="85725" y="66675"/>
                  </a:lnTo>
                  <a:lnTo>
                    <a:pt x="85725" y="0"/>
                  </a:lnTo>
                  <a:close/>
                </a:path>
              </a:pathLst>
            </a:custGeom>
            <a:solidFill>
              <a:srgbClr val="2B887C"/>
            </a:solidFill>
            <a:ln w="1">
              <a:noFill/>
            </a:ln>
          </p:spPr>
        </p:sp>
        <p:sp>
          <p:nvSpPr>
            <p:cNvPr id="1000442" name="Arrow 68 | proportional arrowhead">
              <a:extLst>
                <a:ext uri="{FF2B5EF4-FFF2-40B4-BE49-F238E27FC236}">
                  <a16:creationId xmlns:a16="http://schemas.microsoft.com/office/drawing/2014/main" id="{BF2FABEE-ADB6-7D34-0CBA-738ED49BE0FB}"/>
                </a:ext>
              </a:extLst>
            </p:cNvPr>
            <p:cNvSpPr/>
            <p:nvPr/>
          </p:nvSpPr>
          <p:spPr>
            <a:xfrm>
              <a:off x="4280464" y="3137827"/>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43" name="Arrow 69 | proportional arrowhead">
              <a:extLst>
                <a:ext uri="{FF2B5EF4-FFF2-40B4-BE49-F238E27FC236}">
                  <a16:creationId xmlns:a16="http://schemas.microsoft.com/office/drawing/2014/main" id="{D3764AA3-E159-3417-99FA-B2C163B449E2}"/>
                </a:ext>
              </a:extLst>
            </p:cNvPr>
            <p:cNvSpPr/>
            <p:nvPr/>
          </p:nvSpPr>
          <p:spPr>
            <a:xfrm>
              <a:off x="4280464" y="3331266"/>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44" name="Arrow 71 | proportional arrowhead">
              <a:extLst>
                <a:ext uri="{FF2B5EF4-FFF2-40B4-BE49-F238E27FC236}">
                  <a16:creationId xmlns:a16="http://schemas.microsoft.com/office/drawing/2014/main" id="{23559ECB-3FBE-FF17-9476-820527F22602}"/>
                </a:ext>
              </a:extLst>
            </p:cNvPr>
            <p:cNvSpPr/>
            <p:nvPr/>
          </p:nvSpPr>
          <p:spPr>
            <a:xfrm>
              <a:off x="2457543" y="3503682"/>
              <a:ext cx="14305" cy="18390"/>
            </a:xfrm>
            <a:custGeom>
              <a:avLst/>
              <a:gdLst/>
              <a:ahLst/>
              <a:cxnLst/>
              <a:rect l="0" t="0" r="0" b="0"/>
              <a:pathLst>
                <a:path w="66675" h="85725">
                  <a:moveTo>
                    <a:pt x="33338" y="85725"/>
                  </a:moveTo>
                  <a:lnTo>
                    <a:pt x="66675" y="0"/>
                  </a:lnTo>
                  <a:lnTo>
                    <a:pt x="0" y="0"/>
                  </a:lnTo>
                  <a:close/>
                </a:path>
              </a:pathLst>
            </a:custGeom>
            <a:solidFill>
              <a:srgbClr val="397FA6"/>
            </a:solidFill>
            <a:ln w="1">
              <a:noFill/>
            </a:ln>
          </p:spPr>
        </p:sp>
        <p:sp>
          <p:nvSpPr>
            <p:cNvPr id="1000445" name="Arrow 72 | proportional arrowhead">
              <a:extLst>
                <a:ext uri="{FF2B5EF4-FFF2-40B4-BE49-F238E27FC236}">
                  <a16:creationId xmlns:a16="http://schemas.microsoft.com/office/drawing/2014/main" id="{7517B025-10A8-A009-DE72-88C09BC2BB06}"/>
                </a:ext>
              </a:extLst>
            </p:cNvPr>
            <p:cNvSpPr/>
            <p:nvPr/>
          </p:nvSpPr>
          <p:spPr>
            <a:xfrm>
              <a:off x="2779415" y="3577492"/>
              <a:ext cx="18393" cy="14304"/>
            </a:xfrm>
            <a:custGeom>
              <a:avLst/>
              <a:gdLst/>
              <a:ahLst/>
              <a:cxnLst/>
              <a:rect l="0" t="0" r="0" b="0"/>
              <a:pathLst>
                <a:path w="85725" h="66675">
                  <a:moveTo>
                    <a:pt x="85725" y="33338"/>
                  </a:moveTo>
                  <a:lnTo>
                    <a:pt x="0" y="0"/>
                  </a:lnTo>
                  <a:lnTo>
                    <a:pt x="0" y="66675"/>
                  </a:lnTo>
                  <a:close/>
                </a:path>
              </a:pathLst>
            </a:custGeom>
            <a:solidFill>
              <a:srgbClr val="397FA6"/>
            </a:solidFill>
            <a:ln w="1">
              <a:noFill/>
            </a:ln>
          </p:spPr>
        </p:sp>
        <p:sp>
          <p:nvSpPr>
            <p:cNvPr id="1000446" name="Arrow 75 | proportional arrowhead">
              <a:extLst>
                <a:ext uri="{FF2B5EF4-FFF2-40B4-BE49-F238E27FC236}">
                  <a16:creationId xmlns:a16="http://schemas.microsoft.com/office/drawing/2014/main" id="{1BEFC5C3-9B97-946A-ADD0-72A62060FE3B}"/>
                </a:ext>
              </a:extLst>
            </p:cNvPr>
            <p:cNvSpPr/>
            <p:nvPr/>
          </p:nvSpPr>
          <p:spPr>
            <a:xfrm>
              <a:off x="3615261" y="3577492"/>
              <a:ext cx="18393" cy="14304"/>
            </a:xfrm>
            <a:custGeom>
              <a:avLst/>
              <a:gdLst/>
              <a:ahLst/>
              <a:cxnLst/>
              <a:rect l="0" t="0" r="0" b="0"/>
              <a:pathLst>
                <a:path w="85725" h="66675">
                  <a:moveTo>
                    <a:pt x="85725" y="33338"/>
                  </a:moveTo>
                  <a:lnTo>
                    <a:pt x="0" y="0"/>
                  </a:lnTo>
                  <a:lnTo>
                    <a:pt x="0" y="66675"/>
                  </a:lnTo>
                  <a:close/>
                </a:path>
              </a:pathLst>
            </a:custGeom>
            <a:solidFill>
              <a:srgbClr val="397FA6"/>
            </a:solidFill>
            <a:ln w="1">
              <a:noFill/>
            </a:ln>
          </p:spPr>
        </p:sp>
        <p:sp>
          <p:nvSpPr>
            <p:cNvPr id="1000447" name="Arrow 76 | proportional arrowhead">
              <a:extLst>
                <a:ext uri="{FF2B5EF4-FFF2-40B4-BE49-F238E27FC236}">
                  <a16:creationId xmlns:a16="http://schemas.microsoft.com/office/drawing/2014/main" id="{D251F1F1-558C-41C5-9F3A-203E3782E78D}"/>
                </a:ext>
              </a:extLst>
            </p:cNvPr>
            <p:cNvSpPr/>
            <p:nvPr/>
          </p:nvSpPr>
          <p:spPr>
            <a:xfrm>
              <a:off x="3843126" y="3505615"/>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1000448" name="Arrow 78 | proportional arrowhead">
              <a:extLst>
                <a:ext uri="{FF2B5EF4-FFF2-40B4-BE49-F238E27FC236}">
                  <a16:creationId xmlns:a16="http://schemas.microsoft.com/office/drawing/2014/main" id="{B1F820D7-7F01-8C49-A106-89FF63166DFB}"/>
                </a:ext>
              </a:extLst>
            </p:cNvPr>
            <p:cNvSpPr/>
            <p:nvPr/>
          </p:nvSpPr>
          <p:spPr>
            <a:xfrm>
              <a:off x="4350969" y="3577492"/>
              <a:ext cx="18393" cy="14304"/>
            </a:xfrm>
            <a:custGeom>
              <a:avLst/>
              <a:gdLst/>
              <a:ahLst/>
              <a:cxnLst/>
              <a:rect l="0" t="0" r="0" b="0"/>
              <a:pathLst>
                <a:path w="85725" h="66675">
                  <a:moveTo>
                    <a:pt x="85725" y="33338"/>
                  </a:moveTo>
                  <a:lnTo>
                    <a:pt x="0" y="0"/>
                  </a:lnTo>
                  <a:lnTo>
                    <a:pt x="0" y="66675"/>
                  </a:lnTo>
                  <a:close/>
                </a:path>
              </a:pathLst>
            </a:custGeom>
            <a:solidFill>
              <a:srgbClr val="2B887C"/>
            </a:solidFill>
            <a:ln w="1">
              <a:noFill/>
            </a:ln>
          </p:spPr>
        </p:sp>
        <p:sp>
          <p:nvSpPr>
            <p:cNvPr id="1000449" name="c | shared input to candidate crop | proportional arrowhead">
              <a:extLst>
                <a:ext uri="{FF2B5EF4-FFF2-40B4-BE49-F238E27FC236}">
                  <a16:creationId xmlns:a16="http://schemas.microsoft.com/office/drawing/2014/main" id="{C8500456-80AC-8D9E-AD1B-66EB38770AF4}"/>
                </a:ext>
              </a:extLst>
            </p:cNvPr>
            <p:cNvSpPr/>
            <p:nvPr/>
          </p:nvSpPr>
          <p:spPr>
            <a:xfrm>
              <a:off x="2215373" y="2208436"/>
              <a:ext cx="18393" cy="14304"/>
            </a:xfrm>
            <a:custGeom>
              <a:avLst/>
              <a:gdLst/>
              <a:ahLst/>
              <a:cxnLst/>
              <a:rect l="0" t="0" r="0" b="0"/>
              <a:pathLst>
                <a:path w="85725" h="66675">
                  <a:moveTo>
                    <a:pt x="85725" y="33338"/>
                  </a:moveTo>
                  <a:lnTo>
                    <a:pt x="0" y="0"/>
                  </a:lnTo>
                  <a:lnTo>
                    <a:pt x="0" y="66675"/>
                  </a:lnTo>
                  <a:close/>
                </a:path>
              </a:pathLst>
            </a:custGeom>
            <a:solidFill>
              <a:srgbClr val="397FA6"/>
            </a:solidFill>
            <a:ln w="1">
              <a:noFill/>
            </a:ln>
          </p:spPr>
        </p:sp>
      </p:grpSp>
      <p:grpSp>
        <p:nvGrpSpPr>
          <p:cNvPr id="2965" name="d | Build: downstream pose reconstruction">
            <a:extLst>
              <a:ext uri="{FF2B5EF4-FFF2-40B4-BE49-F238E27FC236}">
                <a16:creationId xmlns:a16="http://schemas.microsoft.com/office/drawing/2014/main" id="{B34551E4-F0AE-AFBF-6A03-67BFDF889B37}"/>
              </a:ext>
            </a:extLst>
          </p:cNvPr>
          <p:cNvGrpSpPr/>
          <p:nvPr/>
        </p:nvGrpSpPr>
        <p:grpSpPr>
          <a:xfrm>
            <a:off x="1405608" y="3880469"/>
            <a:ext cx="3668807" cy="544065"/>
            <a:chOff x="65700" y="5420250"/>
            <a:chExt cx="5124600" cy="759952"/>
          </a:xfrm>
        </p:grpSpPr>
        <p:sp>
          <p:nvSpPr>
            <p:cNvPr id="2966" name="d | panel background">
              <a:extLst>
                <a:ext uri="{FF2B5EF4-FFF2-40B4-BE49-F238E27FC236}">
                  <a16:creationId xmlns:a16="http://schemas.microsoft.com/office/drawing/2014/main" id="{FFE8BD39-910B-EC4D-2654-133C832EFB6C}"/>
                </a:ext>
              </a:extLst>
            </p:cNvPr>
            <p:cNvSpPr/>
            <p:nvPr/>
          </p:nvSpPr>
          <p:spPr>
            <a:xfrm>
              <a:off x="65700" y="5420250"/>
              <a:ext cx="5124600" cy="748980"/>
            </a:xfrm>
            <a:prstGeom prst="roundRect">
              <a:avLst>
                <a:gd name="adj" fmla="val 5263"/>
              </a:avLst>
            </a:prstGeom>
            <a:solidFill>
              <a:srgbClr val="FCFAF5"/>
            </a:solidFill>
            <a:ln w="6480" cap="rnd" cmpd="sng" algn="ctr">
              <a:solidFill>
                <a:srgbClr val="D8CAB6"/>
              </a:solidFill>
              <a:prstDash val="solid"/>
              <a:round/>
              <a:headEnd type="none" w="med" len="med"/>
              <a:tailEnd type="none" w="med" len="med"/>
            </a:ln>
            <a:effectLst/>
          </p:spPr>
        </p:sp>
        <p:sp>
          <p:nvSpPr>
            <p:cNvPr id="2967" name="Text | d">
              <a:extLst>
                <a:ext uri="{FF2B5EF4-FFF2-40B4-BE49-F238E27FC236}">
                  <a16:creationId xmlns:a16="http://schemas.microsoft.com/office/drawing/2014/main" id="{EA3D4737-5CF3-CB86-6373-734AF124B8CC}"/>
                </a:ext>
              </a:extLst>
            </p:cNvPr>
            <p:cNvSpPr txBox="1"/>
            <p:nvPr/>
          </p:nvSpPr>
          <p:spPr>
            <a:xfrm>
              <a:off x="137970" y="5426820"/>
              <a:ext cx="143553" cy="191253"/>
            </a:xfrm>
            <a:prstGeom prst="rect">
              <a:avLst/>
            </a:prstGeom>
            <a:noFill/>
            <a:ln>
              <a:noFill/>
            </a:ln>
            <a:effectLst/>
          </p:spPr>
          <p:txBody>
            <a:bodyPr vertOverflow="overflow" horzOverflow="overflow" wrap="none" lIns="0" tIns="0" rIns="0" bIns="0" anchor="t" anchorCtr="0">
              <a:noAutofit/>
            </a:bodyPr>
            <a:lstStyle/>
            <a:p>
              <a:r>
                <a:rPr lang="en-US" sz="760" b="1" dirty="0">
                  <a:solidFill>
                    <a:srgbClr val="1D3043"/>
                  </a:solidFill>
                  <a:latin typeface="Arial"/>
                  <a:ea typeface="Arial"/>
                  <a:cs typeface="Arial"/>
                </a:rPr>
                <a:t>d</a:t>
              </a:r>
              <a:endParaRPr lang="en-US" sz="760"/>
            </a:p>
          </p:txBody>
        </p:sp>
        <p:sp>
          <p:nvSpPr>
            <p:cNvPr id="2968" name="Text | Build: downstream pose reconstruction">
              <a:extLst>
                <a:ext uri="{FF2B5EF4-FFF2-40B4-BE49-F238E27FC236}">
                  <a16:creationId xmlns:a16="http://schemas.microsoft.com/office/drawing/2014/main" id="{ED0A423C-EB77-A3A7-BC48-A58F0FBD59EB}"/>
                </a:ext>
              </a:extLst>
            </p:cNvPr>
            <p:cNvSpPr txBox="1"/>
            <p:nvPr/>
          </p:nvSpPr>
          <p:spPr>
            <a:xfrm>
              <a:off x="279225" y="5446530"/>
              <a:ext cx="2524252" cy="158600"/>
            </a:xfrm>
            <a:prstGeom prst="rect">
              <a:avLst/>
            </a:prstGeom>
            <a:noFill/>
            <a:ln>
              <a:noFill/>
            </a:ln>
            <a:effectLst/>
          </p:spPr>
          <p:txBody>
            <a:bodyPr vertOverflow="overflow" horzOverflow="overflow" wrap="none" lIns="0" tIns="0" rIns="0" bIns="0" anchor="t" anchorCtr="0">
              <a:noAutofit/>
            </a:bodyPr>
            <a:lstStyle/>
            <a:p>
              <a:r>
                <a:rPr lang="en-US" sz="629" b="1" dirty="0">
                  <a:solidFill>
                    <a:srgbClr val="1D3043"/>
                  </a:solidFill>
                  <a:latin typeface="Arial"/>
                  <a:ea typeface="Arial"/>
                  <a:cs typeface="Arial"/>
                </a:rPr>
                <a:t>Build: downstream pose reconstruction</a:t>
              </a:r>
              <a:endParaRPr lang="en-US" sz="629"/>
            </a:p>
          </p:txBody>
        </p:sp>
        <p:grpSp>
          <p:nvGrpSpPr>
            <p:cNvPr id="2969" name="d | Site p: local receptor environment">
              <a:extLst>
                <a:ext uri="{FF2B5EF4-FFF2-40B4-BE49-F238E27FC236}">
                  <a16:creationId xmlns:a16="http://schemas.microsoft.com/office/drawing/2014/main" id="{C0489A87-5CF7-18B9-B0E5-C82E3E47E6B2}"/>
                </a:ext>
              </a:extLst>
            </p:cNvPr>
            <p:cNvGrpSpPr/>
            <p:nvPr/>
          </p:nvGrpSpPr>
          <p:grpSpPr>
            <a:xfrm>
              <a:off x="156538" y="5645738"/>
              <a:ext cx="422329" cy="355206"/>
              <a:chOff x="156538" y="5645738"/>
              <a:chExt cx="422329" cy="355206"/>
            </a:xfrm>
          </p:grpSpPr>
          <p:sp>
            <p:nvSpPr>
              <p:cNvPr id="2970" name="ellipse_2785">
                <a:extLst>
                  <a:ext uri="{FF2B5EF4-FFF2-40B4-BE49-F238E27FC236}">
                    <a16:creationId xmlns:a16="http://schemas.microsoft.com/office/drawing/2014/main" id="{CA0AAA83-A605-E2CB-971B-8D0720E796DF}"/>
                  </a:ext>
                </a:extLst>
              </p:cNvPr>
              <p:cNvSpPr/>
              <p:nvPr/>
            </p:nvSpPr>
            <p:spPr>
              <a:xfrm>
                <a:off x="222058" y="5716873"/>
                <a:ext cx="33105" cy="33105"/>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2971" name="ellipse_2786">
                <a:extLst>
                  <a:ext uri="{FF2B5EF4-FFF2-40B4-BE49-F238E27FC236}">
                    <a16:creationId xmlns:a16="http://schemas.microsoft.com/office/drawing/2014/main" id="{A14B8DCE-BDB9-35FB-95F5-65EB32AAA3DC}"/>
                  </a:ext>
                </a:extLst>
              </p:cNvPr>
              <p:cNvSpPr/>
              <p:nvPr/>
            </p:nvSpPr>
            <p:spPr>
              <a:xfrm>
                <a:off x="157899" y="5757423"/>
                <a:ext cx="31010" cy="31010"/>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2972" name="ellipse_2787">
                <a:extLst>
                  <a:ext uri="{FF2B5EF4-FFF2-40B4-BE49-F238E27FC236}">
                    <a16:creationId xmlns:a16="http://schemas.microsoft.com/office/drawing/2014/main" id="{FD28396F-7ECD-8BF0-42DE-D53A37C4CCAC}"/>
                  </a:ext>
                </a:extLst>
              </p:cNvPr>
              <p:cNvSpPr/>
              <p:nvPr/>
            </p:nvSpPr>
            <p:spPr>
              <a:xfrm>
                <a:off x="352661" y="5961347"/>
                <a:ext cx="39598" cy="39598"/>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2973" name="ellipse_2788">
                <a:extLst>
                  <a:ext uri="{FF2B5EF4-FFF2-40B4-BE49-F238E27FC236}">
                    <a16:creationId xmlns:a16="http://schemas.microsoft.com/office/drawing/2014/main" id="{3AED4DF1-6AC0-3B01-444F-503F56190B1A}"/>
                  </a:ext>
                </a:extLst>
              </p:cNvPr>
              <p:cNvSpPr/>
              <p:nvPr/>
            </p:nvSpPr>
            <p:spPr>
              <a:xfrm>
                <a:off x="438877" y="5870428"/>
                <a:ext cx="41094" cy="41094"/>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974" name="ellipse_2789">
                <a:extLst>
                  <a:ext uri="{FF2B5EF4-FFF2-40B4-BE49-F238E27FC236}">
                    <a16:creationId xmlns:a16="http://schemas.microsoft.com/office/drawing/2014/main" id="{3AB66AD0-1E9D-C9E6-F045-FB3832289032}"/>
                  </a:ext>
                </a:extLst>
              </p:cNvPr>
              <p:cNvSpPr/>
              <p:nvPr/>
            </p:nvSpPr>
            <p:spPr>
              <a:xfrm>
                <a:off x="191193" y="5812140"/>
                <a:ext cx="37340" cy="37340"/>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975" name="ellipse_2790">
                <a:extLst>
                  <a:ext uri="{FF2B5EF4-FFF2-40B4-BE49-F238E27FC236}">
                    <a16:creationId xmlns:a16="http://schemas.microsoft.com/office/drawing/2014/main" id="{D46CE07D-6CD0-8181-1CFA-CABCB8A3139D}"/>
                  </a:ext>
                </a:extLst>
              </p:cNvPr>
              <p:cNvSpPr/>
              <p:nvPr/>
            </p:nvSpPr>
            <p:spPr>
              <a:xfrm>
                <a:off x="156538" y="5808499"/>
                <a:ext cx="31250" cy="31250"/>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2976" name="ellipse_2791">
                <a:extLst>
                  <a:ext uri="{FF2B5EF4-FFF2-40B4-BE49-F238E27FC236}">
                    <a16:creationId xmlns:a16="http://schemas.microsoft.com/office/drawing/2014/main" id="{FF98234F-B350-985F-6ED1-77342FB02801}"/>
                  </a:ext>
                </a:extLst>
              </p:cNvPr>
              <p:cNvSpPr/>
              <p:nvPr/>
            </p:nvSpPr>
            <p:spPr>
              <a:xfrm>
                <a:off x="214413" y="5773744"/>
                <a:ext cx="37480" cy="37480"/>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2977" name="ellipse_2792">
                <a:extLst>
                  <a:ext uri="{FF2B5EF4-FFF2-40B4-BE49-F238E27FC236}">
                    <a16:creationId xmlns:a16="http://schemas.microsoft.com/office/drawing/2014/main" id="{DBC71CCB-4FF7-B7AE-FD51-12BEA1EF1229}"/>
                  </a:ext>
                </a:extLst>
              </p:cNvPr>
              <p:cNvSpPr/>
              <p:nvPr/>
            </p:nvSpPr>
            <p:spPr>
              <a:xfrm>
                <a:off x="230297" y="5731041"/>
                <a:ext cx="41343" cy="41343"/>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2978" name="ellipse_2793">
                <a:extLst>
                  <a:ext uri="{FF2B5EF4-FFF2-40B4-BE49-F238E27FC236}">
                    <a16:creationId xmlns:a16="http://schemas.microsoft.com/office/drawing/2014/main" id="{F8228110-2EED-5F4F-3327-545094E95119}"/>
                  </a:ext>
                </a:extLst>
              </p:cNvPr>
              <p:cNvSpPr/>
              <p:nvPr/>
            </p:nvSpPr>
            <p:spPr>
              <a:xfrm>
                <a:off x="288920" y="5925724"/>
                <a:ext cx="30597" cy="30597"/>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2979" name="ellipse_2794">
                <a:extLst>
                  <a:ext uri="{FF2B5EF4-FFF2-40B4-BE49-F238E27FC236}">
                    <a16:creationId xmlns:a16="http://schemas.microsoft.com/office/drawing/2014/main" id="{85CBE319-AC05-FBFE-9E66-70BF9DB17D34}"/>
                  </a:ext>
                </a:extLst>
              </p:cNvPr>
              <p:cNvSpPr/>
              <p:nvPr/>
            </p:nvSpPr>
            <p:spPr>
              <a:xfrm>
                <a:off x="211344" y="5754420"/>
                <a:ext cx="27111" cy="27111"/>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2980" name="ellipse_2795">
                <a:extLst>
                  <a:ext uri="{FF2B5EF4-FFF2-40B4-BE49-F238E27FC236}">
                    <a16:creationId xmlns:a16="http://schemas.microsoft.com/office/drawing/2014/main" id="{0FE5FD7B-9874-6EBF-AD27-8CEB3072F2F0}"/>
                  </a:ext>
                </a:extLst>
              </p:cNvPr>
              <p:cNvSpPr/>
              <p:nvPr/>
            </p:nvSpPr>
            <p:spPr>
              <a:xfrm>
                <a:off x="328690" y="5965326"/>
                <a:ext cx="32486" cy="32486"/>
              </a:xfrm>
              <a:prstGeom prst="ellipse">
                <a:avLst/>
              </a:prstGeom>
              <a:gradFill flip="none" rotWithShape="1">
                <a:gsLst>
                  <a:gs pos="0">
                    <a:srgbClr val="F6F7F9"/>
                  </a:gs>
                  <a:gs pos="43000">
                    <a:srgbClr val="D2DAE0"/>
                  </a:gs>
                  <a:gs pos="100000">
                    <a:srgbClr val="AAB6BF"/>
                  </a:gs>
                </a:gsLst>
                <a:lin ang="2700000" scaled="1"/>
                <a:tileRect/>
              </a:gradFill>
              <a:ln w="1807" cap="rnd" cmpd="sng" algn="ctr">
                <a:noFill/>
                <a:prstDash val="solid"/>
                <a:round/>
                <a:headEnd type="none" w="med" len="med"/>
                <a:tailEnd type="none" w="med" len="med"/>
              </a:ln>
              <a:effectLst/>
            </p:spPr>
          </p:sp>
          <p:sp>
            <p:nvSpPr>
              <p:cNvPr id="2981" name="ellipse_2796">
                <a:extLst>
                  <a:ext uri="{FF2B5EF4-FFF2-40B4-BE49-F238E27FC236}">
                    <a16:creationId xmlns:a16="http://schemas.microsoft.com/office/drawing/2014/main" id="{E1A73CA5-B74F-1602-EBBC-A083CA0FC454}"/>
                  </a:ext>
                </a:extLst>
              </p:cNvPr>
              <p:cNvSpPr/>
              <p:nvPr/>
            </p:nvSpPr>
            <p:spPr>
              <a:xfrm>
                <a:off x="253216" y="5709285"/>
                <a:ext cx="35201" cy="35201"/>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2982" name="ellipse_2797">
                <a:extLst>
                  <a:ext uri="{FF2B5EF4-FFF2-40B4-BE49-F238E27FC236}">
                    <a16:creationId xmlns:a16="http://schemas.microsoft.com/office/drawing/2014/main" id="{1809A72E-6B90-B1A7-D042-182285C34312}"/>
                  </a:ext>
                </a:extLst>
              </p:cNvPr>
              <p:cNvSpPr/>
              <p:nvPr/>
            </p:nvSpPr>
            <p:spPr>
              <a:xfrm>
                <a:off x="200456" y="5781621"/>
                <a:ext cx="33128" cy="33128"/>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2983" name="ellipse_2798">
                <a:extLst>
                  <a:ext uri="{FF2B5EF4-FFF2-40B4-BE49-F238E27FC236}">
                    <a16:creationId xmlns:a16="http://schemas.microsoft.com/office/drawing/2014/main" id="{A16679F9-334F-B18C-ACFF-AD46025D60DA}"/>
                  </a:ext>
                </a:extLst>
              </p:cNvPr>
              <p:cNvSpPr/>
              <p:nvPr/>
            </p:nvSpPr>
            <p:spPr>
              <a:xfrm>
                <a:off x="310661" y="5909736"/>
                <a:ext cx="36434" cy="36434"/>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2984" name="ellipse_2799">
                <a:extLst>
                  <a:ext uri="{FF2B5EF4-FFF2-40B4-BE49-F238E27FC236}">
                    <a16:creationId xmlns:a16="http://schemas.microsoft.com/office/drawing/2014/main" id="{2F0BBD10-4099-6F0A-7AFA-39F33718D6AE}"/>
                  </a:ext>
                </a:extLst>
              </p:cNvPr>
              <p:cNvSpPr/>
              <p:nvPr/>
            </p:nvSpPr>
            <p:spPr>
              <a:xfrm>
                <a:off x="338250" y="5949390"/>
                <a:ext cx="39962" cy="39962"/>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2985" name="ellipse_2800">
                <a:extLst>
                  <a:ext uri="{FF2B5EF4-FFF2-40B4-BE49-F238E27FC236}">
                    <a16:creationId xmlns:a16="http://schemas.microsoft.com/office/drawing/2014/main" id="{1CAB5721-DD27-DD0F-1990-0831B9AD9E33}"/>
                  </a:ext>
                </a:extLst>
              </p:cNvPr>
              <p:cNvSpPr/>
              <p:nvPr/>
            </p:nvSpPr>
            <p:spPr>
              <a:xfrm>
                <a:off x="502631" y="5852476"/>
                <a:ext cx="35284" cy="35284"/>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2986" name="ellipse_2801">
                <a:extLst>
                  <a:ext uri="{FF2B5EF4-FFF2-40B4-BE49-F238E27FC236}">
                    <a16:creationId xmlns:a16="http://schemas.microsoft.com/office/drawing/2014/main" id="{CBED4ED5-F0A0-13BD-5402-EF7EB05A01FA}"/>
                  </a:ext>
                </a:extLst>
              </p:cNvPr>
              <p:cNvSpPr/>
              <p:nvPr/>
            </p:nvSpPr>
            <p:spPr>
              <a:xfrm>
                <a:off x="461331" y="5929487"/>
                <a:ext cx="33865" cy="33865"/>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2987" name="ellipse_2802">
                <a:extLst>
                  <a:ext uri="{FF2B5EF4-FFF2-40B4-BE49-F238E27FC236}">
                    <a16:creationId xmlns:a16="http://schemas.microsoft.com/office/drawing/2014/main" id="{14F3310C-06F5-9251-8CD5-62B197764884}"/>
                  </a:ext>
                </a:extLst>
              </p:cNvPr>
              <p:cNvSpPr/>
              <p:nvPr/>
            </p:nvSpPr>
            <p:spPr>
              <a:xfrm>
                <a:off x="486398" y="5815231"/>
                <a:ext cx="28943" cy="28943"/>
              </a:xfrm>
              <a:prstGeom prst="ellipse">
                <a:avLst/>
              </a:prstGeom>
              <a:gradFill flip="none" rotWithShape="1">
                <a:gsLst>
                  <a:gs pos="0">
                    <a:srgbClr val="F7F9FA"/>
                  </a:gs>
                  <a:gs pos="43000">
                    <a:srgbClr val="D9E0E5"/>
                  </a:gs>
                  <a:gs pos="100000">
                    <a:srgbClr val="B1BDC5"/>
                  </a:gs>
                </a:gsLst>
                <a:lin ang="2700000" scaled="1"/>
                <a:tileRect/>
              </a:gradFill>
              <a:ln w="1807" cap="rnd" cmpd="sng" algn="ctr">
                <a:noFill/>
                <a:prstDash val="solid"/>
                <a:round/>
                <a:headEnd type="none" w="med" len="med"/>
                <a:tailEnd type="none" w="med" len="med"/>
              </a:ln>
              <a:effectLst/>
            </p:spPr>
          </p:sp>
          <p:sp>
            <p:nvSpPr>
              <p:cNvPr id="2988" name="ellipse_2803">
                <a:extLst>
                  <a:ext uri="{FF2B5EF4-FFF2-40B4-BE49-F238E27FC236}">
                    <a16:creationId xmlns:a16="http://schemas.microsoft.com/office/drawing/2014/main" id="{3ACBC187-3424-B608-CE43-76B82BA8257C}"/>
                  </a:ext>
                </a:extLst>
              </p:cNvPr>
              <p:cNvSpPr/>
              <p:nvPr/>
            </p:nvSpPr>
            <p:spPr>
              <a:xfrm>
                <a:off x="222653" y="5892536"/>
                <a:ext cx="35084" cy="35084"/>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2989" name="ellipse_2804">
                <a:extLst>
                  <a:ext uri="{FF2B5EF4-FFF2-40B4-BE49-F238E27FC236}">
                    <a16:creationId xmlns:a16="http://schemas.microsoft.com/office/drawing/2014/main" id="{FEEA2CFE-E2F2-3EAD-DD82-FC041BC57E84}"/>
                  </a:ext>
                </a:extLst>
              </p:cNvPr>
              <p:cNvSpPr/>
              <p:nvPr/>
            </p:nvSpPr>
            <p:spPr>
              <a:xfrm>
                <a:off x="417986" y="5893032"/>
                <a:ext cx="35733" cy="35733"/>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2990" name="ellipse_2805">
                <a:extLst>
                  <a:ext uri="{FF2B5EF4-FFF2-40B4-BE49-F238E27FC236}">
                    <a16:creationId xmlns:a16="http://schemas.microsoft.com/office/drawing/2014/main" id="{A93C5C9B-1D77-4AF3-4A22-E9A577F45052}"/>
                  </a:ext>
                </a:extLst>
              </p:cNvPr>
              <p:cNvSpPr/>
              <p:nvPr/>
            </p:nvSpPr>
            <p:spPr>
              <a:xfrm>
                <a:off x="489955" y="5762771"/>
                <a:ext cx="36877" cy="36877"/>
              </a:xfrm>
              <a:prstGeom prst="ellipse">
                <a:avLst/>
              </a:prstGeom>
              <a:gradFill flip="none" rotWithShape="1">
                <a:gsLst>
                  <a:gs pos="0">
                    <a:srgbClr val="F5F7F8"/>
                  </a:gs>
                  <a:gs pos="43000">
                    <a:srgbClr val="CFD7DE"/>
                  </a:gs>
                  <a:gs pos="100000">
                    <a:srgbClr val="A5B3BD"/>
                  </a:gs>
                </a:gsLst>
                <a:lin ang="2700000" scaled="1"/>
                <a:tileRect/>
              </a:gradFill>
              <a:ln w="1807" cap="rnd" cmpd="sng" algn="ctr">
                <a:noFill/>
                <a:prstDash val="solid"/>
                <a:round/>
                <a:headEnd type="none" w="med" len="med"/>
                <a:tailEnd type="none" w="med" len="med"/>
              </a:ln>
              <a:effectLst/>
            </p:spPr>
          </p:sp>
          <p:sp>
            <p:nvSpPr>
              <p:cNvPr id="2991" name="ellipse_2806">
                <a:extLst>
                  <a:ext uri="{FF2B5EF4-FFF2-40B4-BE49-F238E27FC236}">
                    <a16:creationId xmlns:a16="http://schemas.microsoft.com/office/drawing/2014/main" id="{823C9E70-C66D-F84B-BD36-BF117961DE2D}"/>
                  </a:ext>
                </a:extLst>
              </p:cNvPr>
              <p:cNvSpPr/>
              <p:nvPr/>
            </p:nvSpPr>
            <p:spPr>
              <a:xfrm>
                <a:off x="301737" y="5960812"/>
                <a:ext cx="27261" cy="27261"/>
              </a:xfrm>
              <a:prstGeom prst="ellipse">
                <a:avLst/>
              </a:prstGeom>
              <a:gradFill flip="none" rotWithShape="1">
                <a:gsLst>
                  <a:gs pos="0">
                    <a:srgbClr val="F6F7F9"/>
                  </a:gs>
                  <a:gs pos="43000">
                    <a:srgbClr val="D2DAE0"/>
                  </a:gs>
                  <a:gs pos="100000">
                    <a:srgbClr val="A9B5BF"/>
                  </a:gs>
                </a:gsLst>
                <a:lin ang="2700000" scaled="1"/>
                <a:tileRect/>
              </a:gradFill>
              <a:ln w="1807" cap="rnd" cmpd="sng" algn="ctr">
                <a:noFill/>
                <a:prstDash val="solid"/>
                <a:round/>
                <a:headEnd type="none" w="med" len="med"/>
                <a:tailEnd type="none" w="med" len="med"/>
              </a:ln>
              <a:effectLst/>
            </p:spPr>
          </p:sp>
          <p:sp>
            <p:nvSpPr>
              <p:cNvPr id="2992" name="ellipse_2807">
                <a:extLst>
                  <a:ext uri="{FF2B5EF4-FFF2-40B4-BE49-F238E27FC236}">
                    <a16:creationId xmlns:a16="http://schemas.microsoft.com/office/drawing/2014/main" id="{E5E95766-1CB8-3A88-6278-65F1BC0B6ADE}"/>
                  </a:ext>
                </a:extLst>
              </p:cNvPr>
              <p:cNvSpPr/>
              <p:nvPr/>
            </p:nvSpPr>
            <p:spPr>
              <a:xfrm>
                <a:off x="472780" y="5755231"/>
                <a:ext cx="34925" cy="34925"/>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2993" name="ellipse_2808">
                <a:extLst>
                  <a:ext uri="{FF2B5EF4-FFF2-40B4-BE49-F238E27FC236}">
                    <a16:creationId xmlns:a16="http://schemas.microsoft.com/office/drawing/2014/main" id="{F545B1FA-1D84-7D14-06F0-FCDA7586DCB8}"/>
                  </a:ext>
                </a:extLst>
              </p:cNvPr>
              <p:cNvSpPr/>
              <p:nvPr/>
            </p:nvSpPr>
            <p:spPr>
              <a:xfrm>
                <a:off x="384561" y="5910298"/>
                <a:ext cx="39938" cy="39938"/>
              </a:xfrm>
              <a:prstGeom prst="ellipse">
                <a:avLst/>
              </a:prstGeom>
              <a:gradFill flip="none" rotWithShape="1">
                <a:gsLst>
                  <a:gs pos="0">
                    <a:srgbClr val="F5F6F8"/>
                  </a:gs>
                  <a:gs pos="43000">
                    <a:srgbClr val="CDD6DC"/>
                  </a:gs>
                  <a:gs pos="100000">
                    <a:srgbClr val="A4B1BB"/>
                  </a:gs>
                </a:gsLst>
                <a:lin ang="2700000" scaled="1"/>
                <a:tileRect/>
              </a:gradFill>
              <a:ln w="1807" cap="rnd" cmpd="sng" algn="ctr">
                <a:noFill/>
                <a:prstDash val="solid"/>
                <a:round/>
                <a:headEnd type="none" w="med" len="med"/>
                <a:tailEnd type="none" w="med" len="med"/>
              </a:ln>
              <a:effectLst/>
            </p:spPr>
          </p:sp>
          <p:sp>
            <p:nvSpPr>
              <p:cNvPr id="2994" name="ellipse_2809">
                <a:extLst>
                  <a:ext uri="{FF2B5EF4-FFF2-40B4-BE49-F238E27FC236}">
                    <a16:creationId xmlns:a16="http://schemas.microsoft.com/office/drawing/2014/main" id="{0A1CC2BA-9A17-88AE-D7A0-D034C4C12C38}"/>
                  </a:ext>
                </a:extLst>
              </p:cNvPr>
              <p:cNvSpPr/>
              <p:nvPr/>
            </p:nvSpPr>
            <p:spPr>
              <a:xfrm>
                <a:off x="214896" y="5800999"/>
                <a:ext cx="27799" cy="27799"/>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995" name="ellipse_2810">
                <a:extLst>
                  <a:ext uri="{FF2B5EF4-FFF2-40B4-BE49-F238E27FC236}">
                    <a16:creationId xmlns:a16="http://schemas.microsoft.com/office/drawing/2014/main" id="{A6E7BA0E-D666-5ED7-4C2D-614B26D3BC42}"/>
                  </a:ext>
                </a:extLst>
              </p:cNvPr>
              <p:cNvSpPr/>
              <p:nvPr/>
            </p:nvSpPr>
            <p:spPr>
              <a:xfrm>
                <a:off x="350583" y="5908348"/>
                <a:ext cx="26436" cy="26436"/>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2996" name="ellipse_2811">
                <a:extLst>
                  <a:ext uri="{FF2B5EF4-FFF2-40B4-BE49-F238E27FC236}">
                    <a16:creationId xmlns:a16="http://schemas.microsoft.com/office/drawing/2014/main" id="{7988AFC6-2B0F-DDAA-EA3D-51BEA82D7F83}"/>
                  </a:ext>
                </a:extLst>
              </p:cNvPr>
              <p:cNvSpPr/>
              <p:nvPr/>
            </p:nvSpPr>
            <p:spPr>
              <a:xfrm>
                <a:off x="282756" y="5712473"/>
                <a:ext cx="27768" cy="27768"/>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2997" name="ellipse_2812">
                <a:extLst>
                  <a:ext uri="{FF2B5EF4-FFF2-40B4-BE49-F238E27FC236}">
                    <a16:creationId xmlns:a16="http://schemas.microsoft.com/office/drawing/2014/main" id="{AA810104-3987-F266-8C71-30FA0C030146}"/>
                  </a:ext>
                </a:extLst>
              </p:cNvPr>
              <p:cNvSpPr/>
              <p:nvPr/>
            </p:nvSpPr>
            <p:spPr>
              <a:xfrm>
                <a:off x="374172" y="5671047"/>
                <a:ext cx="30329" cy="30329"/>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2998" name="ellipse_2813">
                <a:extLst>
                  <a:ext uri="{FF2B5EF4-FFF2-40B4-BE49-F238E27FC236}">
                    <a16:creationId xmlns:a16="http://schemas.microsoft.com/office/drawing/2014/main" id="{3931C957-CEB3-A6C1-4379-56E65943C8C0}"/>
                  </a:ext>
                </a:extLst>
              </p:cNvPr>
              <p:cNvSpPr/>
              <p:nvPr/>
            </p:nvSpPr>
            <p:spPr>
              <a:xfrm>
                <a:off x="420125" y="5682990"/>
                <a:ext cx="26085" cy="26085"/>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2999" name="ellipse_2814">
                <a:extLst>
                  <a:ext uri="{FF2B5EF4-FFF2-40B4-BE49-F238E27FC236}">
                    <a16:creationId xmlns:a16="http://schemas.microsoft.com/office/drawing/2014/main" id="{ADA87E4C-EC87-90DA-69EA-F9EDCEB5E1E2}"/>
                  </a:ext>
                </a:extLst>
              </p:cNvPr>
              <p:cNvSpPr/>
              <p:nvPr/>
            </p:nvSpPr>
            <p:spPr>
              <a:xfrm>
                <a:off x="487182" y="5836376"/>
                <a:ext cx="35316" cy="35316"/>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3000" name="ellipse_2815">
                <a:extLst>
                  <a:ext uri="{FF2B5EF4-FFF2-40B4-BE49-F238E27FC236}">
                    <a16:creationId xmlns:a16="http://schemas.microsoft.com/office/drawing/2014/main" id="{F8D54D0B-E267-DE10-A5DE-D70ECFFD4DAD}"/>
                  </a:ext>
                </a:extLst>
              </p:cNvPr>
              <p:cNvSpPr/>
              <p:nvPr/>
            </p:nvSpPr>
            <p:spPr>
              <a:xfrm>
                <a:off x="494466" y="5772208"/>
                <a:ext cx="40811" cy="40811"/>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001" name="ellipse_2816">
                <a:extLst>
                  <a:ext uri="{FF2B5EF4-FFF2-40B4-BE49-F238E27FC236}">
                    <a16:creationId xmlns:a16="http://schemas.microsoft.com/office/drawing/2014/main" id="{9CC1BED9-05EE-42BD-AC77-3CAA5FDD3E16}"/>
                  </a:ext>
                </a:extLst>
              </p:cNvPr>
              <p:cNvSpPr/>
              <p:nvPr/>
            </p:nvSpPr>
            <p:spPr>
              <a:xfrm>
                <a:off x="347990" y="5945745"/>
                <a:ext cx="27119" cy="27119"/>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002" name="ellipse_2817">
                <a:extLst>
                  <a:ext uri="{FF2B5EF4-FFF2-40B4-BE49-F238E27FC236}">
                    <a16:creationId xmlns:a16="http://schemas.microsoft.com/office/drawing/2014/main" id="{9CC977B3-3E98-EBCA-3076-4EC4573AF79D}"/>
                  </a:ext>
                </a:extLst>
              </p:cNvPr>
              <p:cNvSpPr/>
              <p:nvPr/>
            </p:nvSpPr>
            <p:spPr>
              <a:xfrm>
                <a:off x="496587" y="5882763"/>
                <a:ext cx="38312" cy="38312"/>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003" name="ellipse_2818">
                <a:extLst>
                  <a:ext uri="{FF2B5EF4-FFF2-40B4-BE49-F238E27FC236}">
                    <a16:creationId xmlns:a16="http://schemas.microsoft.com/office/drawing/2014/main" id="{A2710FE8-4B31-FA78-CCD5-F61EE8E8F04D}"/>
                  </a:ext>
                </a:extLst>
              </p:cNvPr>
              <p:cNvSpPr/>
              <p:nvPr/>
            </p:nvSpPr>
            <p:spPr>
              <a:xfrm>
                <a:off x="478834" y="5854066"/>
                <a:ext cx="25188" cy="25188"/>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004" name="ellipse_2819">
                <a:extLst>
                  <a:ext uri="{FF2B5EF4-FFF2-40B4-BE49-F238E27FC236}">
                    <a16:creationId xmlns:a16="http://schemas.microsoft.com/office/drawing/2014/main" id="{3412DAC9-3D41-CE7A-8BC9-0DFC57C5DA95}"/>
                  </a:ext>
                </a:extLst>
              </p:cNvPr>
              <p:cNvSpPr/>
              <p:nvPr/>
            </p:nvSpPr>
            <p:spPr>
              <a:xfrm>
                <a:off x="506296" y="5808800"/>
                <a:ext cx="30249" cy="30249"/>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005" name="ellipse_2820">
                <a:extLst>
                  <a:ext uri="{FF2B5EF4-FFF2-40B4-BE49-F238E27FC236}">
                    <a16:creationId xmlns:a16="http://schemas.microsoft.com/office/drawing/2014/main" id="{5F06A462-04B1-B720-BE18-4D18E02506D6}"/>
                  </a:ext>
                </a:extLst>
              </p:cNvPr>
              <p:cNvSpPr/>
              <p:nvPr/>
            </p:nvSpPr>
            <p:spPr>
              <a:xfrm>
                <a:off x="293539" y="5658834"/>
                <a:ext cx="25763" cy="25763"/>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006" name="ellipse_2821">
                <a:extLst>
                  <a:ext uri="{FF2B5EF4-FFF2-40B4-BE49-F238E27FC236}">
                    <a16:creationId xmlns:a16="http://schemas.microsoft.com/office/drawing/2014/main" id="{21BCC87E-2B26-464D-38BB-A0B66AA9D653}"/>
                  </a:ext>
                </a:extLst>
              </p:cNvPr>
              <p:cNvSpPr/>
              <p:nvPr/>
            </p:nvSpPr>
            <p:spPr>
              <a:xfrm>
                <a:off x="181742" y="5723425"/>
                <a:ext cx="25033" cy="25033"/>
              </a:xfrm>
              <a:prstGeom prst="ellipse">
                <a:avLst/>
              </a:prstGeom>
              <a:gradFill flip="none" rotWithShape="1">
                <a:gsLst>
                  <a:gs pos="0">
                    <a:srgbClr val="F6F8F9"/>
                  </a:gs>
                  <a:gs pos="43000">
                    <a:srgbClr val="D5DCE3"/>
                  </a:gs>
                  <a:gs pos="100000">
                    <a:srgbClr val="ADB8C2"/>
                  </a:gs>
                </a:gsLst>
                <a:lin ang="2700000" scaled="1"/>
                <a:tileRect/>
              </a:gradFill>
              <a:ln w="1807" cap="rnd" cmpd="sng" algn="ctr">
                <a:noFill/>
                <a:prstDash val="solid"/>
                <a:round/>
                <a:headEnd type="none" w="med" len="med"/>
                <a:tailEnd type="none" w="med" len="med"/>
              </a:ln>
              <a:effectLst/>
            </p:spPr>
          </p:sp>
          <p:sp>
            <p:nvSpPr>
              <p:cNvPr id="3007" name="ellipse_2822">
                <a:extLst>
                  <a:ext uri="{FF2B5EF4-FFF2-40B4-BE49-F238E27FC236}">
                    <a16:creationId xmlns:a16="http://schemas.microsoft.com/office/drawing/2014/main" id="{F3D03016-E508-BCE2-FA55-8B81C5BF2A46}"/>
                  </a:ext>
                </a:extLst>
              </p:cNvPr>
              <p:cNvSpPr/>
              <p:nvPr/>
            </p:nvSpPr>
            <p:spPr>
              <a:xfrm>
                <a:off x="202176" y="5882924"/>
                <a:ext cx="37759" cy="37759"/>
              </a:xfrm>
              <a:prstGeom prst="ellipse">
                <a:avLst/>
              </a:prstGeom>
              <a:gradFill flip="none" rotWithShape="1">
                <a:gsLst>
                  <a:gs pos="0">
                    <a:srgbClr val="F7F9FA"/>
                  </a:gs>
                  <a:gs pos="43000">
                    <a:srgbClr val="DAE0E6"/>
                  </a:gs>
                  <a:gs pos="100000">
                    <a:srgbClr val="B2BDC6"/>
                  </a:gs>
                </a:gsLst>
                <a:lin ang="2700000" scaled="1"/>
                <a:tileRect/>
              </a:gradFill>
              <a:ln w="1807" cap="rnd" cmpd="sng" algn="ctr">
                <a:noFill/>
                <a:prstDash val="solid"/>
                <a:round/>
                <a:headEnd type="none" w="med" len="med"/>
                <a:tailEnd type="none" w="med" len="med"/>
              </a:ln>
              <a:effectLst/>
            </p:spPr>
          </p:sp>
          <p:sp>
            <p:nvSpPr>
              <p:cNvPr id="3008" name="ellipse_2823">
                <a:extLst>
                  <a:ext uri="{FF2B5EF4-FFF2-40B4-BE49-F238E27FC236}">
                    <a16:creationId xmlns:a16="http://schemas.microsoft.com/office/drawing/2014/main" id="{907BD8BE-7569-03E1-A6ED-48B8C897098B}"/>
                  </a:ext>
                </a:extLst>
              </p:cNvPr>
              <p:cNvSpPr/>
              <p:nvPr/>
            </p:nvSpPr>
            <p:spPr>
              <a:xfrm>
                <a:off x="172763" y="5801652"/>
                <a:ext cx="35653" cy="35653"/>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009" name="ellipse_2824">
                <a:extLst>
                  <a:ext uri="{FF2B5EF4-FFF2-40B4-BE49-F238E27FC236}">
                    <a16:creationId xmlns:a16="http://schemas.microsoft.com/office/drawing/2014/main" id="{9EF0B124-36AA-C54C-EB8A-CE1C5EEDB2AA}"/>
                  </a:ext>
                </a:extLst>
              </p:cNvPr>
              <p:cNvSpPr/>
              <p:nvPr/>
            </p:nvSpPr>
            <p:spPr>
              <a:xfrm>
                <a:off x="554014" y="5811099"/>
                <a:ext cx="24854" cy="24854"/>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010" name="ellipse_2825">
                <a:extLst>
                  <a:ext uri="{FF2B5EF4-FFF2-40B4-BE49-F238E27FC236}">
                    <a16:creationId xmlns:a16="http://schemas.microsoft.com/office/drawing/2014/main" id="{786D6754-159C-AA01-108C-FFF003CF5146}"/>
                  </a:ext>
                </a:extLst>
              </p:cNvPr>
              <p:cNvSpPr/>
              <p:nvPr/>
            </p:nvSpPr>
            <p:spPr>
              <a:xfrm>
                <a:off x="373355" y="5698866"/>
                <a:ext cx="39779" cy="39779"/>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011" name="ellipse_2826">
                <a:extLst>
                  <a:ext uri="{FF2B5EF4-FFF2-40B4-BE49-F238E27FC236}">
                    <a16:creationId xmlns:a16="http://schemas.microsoft.com/office/drawing/2014/main" id="{568DBAE1-3959-B064-D0D2-9E2ECB62A15C}"/>
                  </a:ext>
                </a:extLst>
              </p:cNvPr>
              <p:cNvSpPr/>
              <p:nvPr/>
            </p:nvSpPr>
            <p:spPr>
              <a:xfrm>
                <a:off x="457668" y="5878100"/>
                <a:ext cx="24710" cy="24710"/>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012" name="ellipse_2827">
                <a:extLst>
                  <a:ext uri="{FF2B5EF4-FFF2-40B4-BE49-F238E27FC236}">
                    <a16:creationId xmlns:a16="http://schemas.microsoft.com/office/drawing/2014/main" id="{CF753095-E51B-CC9B-056C-E7D72266B7C3}"/>
                  </a:ext>
                </a:extLst>
              </p:cNvPr>
              <p:cNvSpPr/>
              <p:nvPr/>
            </p:nvSpPr>
            <p:spPr>
              <a:xfrm>
                <a:off x="441345" y="5906882"/>
                <a:ext cx="31193" cy="31193"/>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013" name="ellipse_2828">
                <a:extLst>
                  <a:ext uri="{FF2B5EF4-FFF2-40B4-BE49-F238E27FC236}">
                    <a16:creationId xmlns:a16="http://schemas.microsoft.com/office/drawing/2014/main" id="{7E6F0A32-4FD7-F3FB-6C3A-F4FDFF2B5F61}"/>
                  </a:ext>
                </a:extLst>
              </p:cNvPr>
              <p:cNvSpPr/>
              <p:nvPr/>
            </p:nvSpPr>
            <p:spPr>
              <a:xfrm>
                <a:off x="448501" y="5920842"/>
                <a:ext cx="24983" cy="24983"/>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014" name="ellipse_2829">
                <a:extLst>
                  <a:ext uri="{FF2B5EF4-FFF2-40B4-BE49-F238E27FC236}">
                    <a16:creationId xmlns:a16="http://schemas.microsoft.com/office/drawing/2014/main" id="{33BCEC31-E0F4-5BAC-2117-94BBA54BA411}"/>
                  </a:ext>
                </a:extLst>
              </p:cNvPr>
              <p:cNvSpPr/>
              <p:nvPr/>
            </p:nvSpPr>
            <p:spPr>
              <a:xfrm>
                <a:off x="345039" y="5666290"/>
                <a:ext cx="30845" cy="30845"/>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015" name="ellipse_2830">
                <a:extLst>
                  <a:ext uri="{FF2B5EF4-FFF2-40B4-BE49-F238E27FC236}">
                    <a16:creationId xmlns:a16="http://schemas.microsoft.com/office/drawing/2014/main" id="{3932021D-D3A0-1DF4-DD22-B28B7E846C89}"/>
                  </a:ext>
                </a:extLst>
              </p:cNvPr>
              <p:cNvSpPr/>
              <p:nvPr/>
            </p:nvSpPr>
            <p:spPr>
              <a:xfrm>
                <a:off x="453220" y="5880263"/>
                <a:ext cx="29276" cy="29276"/>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016" name="ellipse_2831">
                <a:extLst>
                  <a:ext uri="{FF2B5EF4-FFF2-40B4-BE49-F238E27FC236}">
                    <a16:creationId xmlns:a16="http://schemas.microsoft.com/office/drawing/2014/main" id="{B50DC36A-7815-BEBB-85F6-B228D0259A04}"/>
                  </a:ext>
                </a:extLst>
              </p:cNvPr>
              <p:cNvSpPr/>
              <p:nvPr/>
            </p:nvSpPr>
            <p:spPr>
              <a:xfrm>
                <a:off x="390415" y="5923995"/>
                <a:ext cx="33461" cy="33461"/>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017" name="ellipse_2832">
                <a:extLst>
                  <a:ext uri="{FF2B5EF4-FFF2-40B4-BE49-F238E27FC236}">
                    <a16:creationId xmlns:a16="http://schemas.microsoft.com/office/drawing/2014/main" id="{FC935C58-993B-0056-F71C-9430F8CCC8A7}"/>
                  </a:ext>
                </a:extLst>
              </p:cNvPr>
              <p:cNvSpPr/>
              <p:nvPr/>
            </p:nvSpPr>
            <p:spPr>
              <a:xfrm>
                <a:off x="328664" y="5908942"/>
                <a:ext cx="33245" cy="33245"/>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018" name="ellipse_2833">
                <a:extLst>
                  <a:ext uri="{FF2B5EF4-FFF2-40B4-BE49-F238E27FC236}">
                    <a16:creationId xmlns:a16="http://schemas.microsoft.com/office/drawing/2014/main" id="{6DB7F1B1-F03B-7983-FF62-413B85477A9E}"/>
                  </a:ext>
                </a:extLst>
              </p:cNvPr>
              <p:cNvSpPr/>
              <p:nvPr/>
            </p:nvSpPr>
            <p:spPr>
              <a:xfrm>
                <a:off x="185873" y="5835875"/>
                <a:ext cx="39829" cy="39829"/>
              </a:xfrm>
              <a:prstGeom prst="ellipse">
                <a:avLst/>
              </a:prstGeom>
              <a:gradFill flip="none" rotWithShape="1">
                <a:gsLst>
                  <a:gs pos="0">
                    <a:srgbClr val="F6F7F8"/>
                  </a:gs>
                  <a:gs pos="43000">
                    <a:srgbClr val="D2DADF"/>
                  </a:gs>
                  <a:gs pos="100000">
                    <a:srgbClr val="A9B5BE"/>
                  </a:gs>
                </a:gsLst>
                <a:lin ang="2700000" scaled="1"/>
                <a:tileRect/>
              </a:gradFill>
              <a:ln w="1807" cap="rnd" cmpd="sng" algn="ctr">
                <a:noFill/>
                <a:prstDash val="solid"/>
                <a:round/>
                <a:headEnd type="none" w="med" len="med"/>
                <a:tailEnd type="none" w="med" len="med"/>
              </a:ln>
              <a:effectLst/>
            </p:spPr>
          </p:sp>
          <p:sp>
            <p:nvSpPr>
              <p:cNvPr id="3019" name="ellipse_2834">
                <a:extLst>
                  <a:ext uri="{FF2B5EF4-FFF2-40B4-BE49-F238E27FC236}">
                    <a16:creationId xmlns:a16="http://schemas.microsoft.com/office/drawing/2014/main" id="{8D6F51CF-EE3E-6518-AEA0-C72AB1D65128}"/>
                  </a:ext>
                </a:extLst>
              </p:cNvPr>
              <p:cNvSpPr/>
              <p:nvPr/>
            </p:nvSpPr>
            <p:spPr>
              <a:xfrm>
                <a:off x="423383" y="5709650"/>
                <a:ext cx="37338" cy="37338"/>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020" name="ellipse_2835">
                <a:extLst>
                  <a:ext uri="{FF2B5EF4-FFF2-40B4-BE49-F238E27FC236}">
                    <a16:creationId xmlns:a16="http://schemas.microsoft.com/office/drawing/2014/main" id="{AB4DCE3B-A69D-6090-C8C6-B0F6DF4C2FE7}"/>
                  </a:ext>
                </a:extLst>
              </p:cNvPr>
              <p:cNvSpPr/>
              <p:nvPr/>
            </p:nvSpPr>
            <p:spPr>
              <a:xfrm>
                <a:off x="187101" y="5747518"/>
                <a:ext cx="32092" cy="32092"/>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021" name="ellipse_2836">
                <a:extLst>
                  <a:ext uri="{FF2B5EF4-FFF2-40B4-BE49-F238E27FC236}">
                    <a16:creationId xmlns:a16="http://schemas.microsoft.com/office/drawing/2014/main" id="{15562F8A-CAE6-3942-D83B-98AEFCF57392}"/>
                  </a:ext>
                </a:extLst>
              </p:cNvPr>
              <p:cNvSpPr/>
              <p:nvPr/>
            </p:nvSpPr>
            <p:spPr>
              <a:xfrm>
                <a:off x="407256" y="5719549"/>
                <a:ext cx="34094" cy="34094"/>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022" name="ellipse_2837">
                <a:extLst>
                  <a:ext uri="{FF2B5EF4-FFF2-40B4-BE49-F238E27FC236}">
                    <a16:creationId xmlns:a16="http://schemas.microsoft.com/office/drawing/2014/main" id="{0FDC1297-B63F-8314-D00C-43ABE6017AD1}"/>
                  </a:ext>
                </a:extLst>
              </p:cNvPr>
              <p:cNvSpPr/>
              <p:nvPr/>
            </p:nvSpPr>
            <p:spPr>
              <a:xfrm>
                <a:off x="186775" y="5850869"/>
                <a:ext cx="28916" cy="28916"/>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023" name="ellipse_2838">
                <a:extLst>
                  <a:ext uri="{FF2B5EF4-FFF2-40B4-BE49-F238E27FC236}">
                    <a16:creationId xmlns:a16="http://schemas.microsoft.com/office/drawing/2014/main" id="{8177A3DE-1C96-531B-A3F7-7B002E1FB6E3}"/>
                  </a:ext>
                </a:extLst>
              </p:cNvPr>
              <p:cNvSpPr/>
              <p:nvPr/>
            </p:nvSpPr>
            <p:spPr>
              <a:xfrm>
                <a:off x="352084" y="5943768"/>
                <a:ext cx="24906" cy="24906"/>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024" name="ellipse_2839">
                <a:extLst>
                  <a:ext uri="{FF2B5EF4-FFF2-40B4-BE49-F238E27FC236}">
                    <a16:creationId xmlns:a16="http://schemas.microsoft.com/office/drawing/2014/main" id="{5ACE5EE3-FD4D-7A5D-DEB5-2CF707EF0422}"/>
                  </a:ext>
                </a:extLst>
              </p:cNvPr>
              <p:cNvSpPr/>
              <p:nvPr/>
            </p:nvSpPr>
            <p:spPr>
              <a:xfrm>
                <a:off x="413160" y="5899661"/>
                <a:ext cx="26981" cy="26981"/>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025" name="ellipse_2840">
                <a:extLst>
                  <a:ext uri="{FF2B5EF4-FFF2-40B4-BE49-F238E27FC236}">
                    <a16:creationId xmlns:a16="http://schemas.microsoft.com/office/drawing/2014/main" id="{2EC9A255-E9A9-05F9-42CE-ECE8095BF4FE}"/>
                  </a:ext>
                </a:extLst>
              </p:cNvPr>
              <p:cNvSpPr/>
              <p:nvPr/>
            </p:nvSpPr>
            <p:spPr>
              <a:xfrm>
                <a:off x="314920" y="5706244"/>
                <a:ext cx="34606" cy="34606"/>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026" name="ellipse_2841">
                <a:extLst>
                  <a:ext uri="{FF2B5EF4-FFF2-40B4-BE49-F238E27FC236}">
                    <a16:creationId xmlns:a16="http://schemas.microsoft.com/office/drawing/2014/main" id="{F5789E10-7595-1212-3BDC-DDA7C42970B8}"/>
                  </a:ext>
                </a:extLst>
              </p:cNvPr>
              <p:cNvSpPr/>
              <p:nvPr/>
            </p:nvSpPr>
            <p:spPr>
              <a:xfrm>
                <a:off x="374860" y="5665801"/>
                <a:ext cx="31924" cy="31924"/>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027" name="ellipse_2842">
                <a:extLst>
                  <a:ext uri="{FF2B5EF4-FFF2-40B4-BE49-F238E27FC236}">
                    <a16:creationId xmlns:a16="http://schemas.microsoft.com/office/drawing/2014/main" id="{359BD8FB-928C-CDA9-A6D5-00A17DC07AC2}"/>
                  </a:ext>
                </a:extLst>
              </p:cNvPr>
              <p:cNvSpPr/>
              <p:nvPr/>
            </p:nvSpPr>
            <p:spPr>
              <a:xfrm>
                <a:off x="460196" y="5854774"/>
                <a:ext cx="34857" cy="34857"/>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028" name="ellipse_2843">
                <a:extLst>
                  <a:ext uri="{FF2B5EF4-FFF2-40B4-BE49-F238E27FC236}">
                    <a16:creationId xmlns:a16="http://schemas.microsoft.com/office/drawing/2014/main" id="{CE2B7E31-BF66-873D-6BCF-85BDD1F563D7}"/>
                  </a:ext>
                </a:extLst>
              </p:cNvPr>
              <p:cNvSpPr/>
              <p:nvPr/>
            </p:nvSpPr>
            <p:spPr>
              <a:xfrm>
                <a:off x="313928" y="5924158"/>
                <a:ext cx="39031" cy="39031"/>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029" name="ellipse_2844">
                <a:extLst>
                  <a:ext uri="{FF2B5EF4-FFF2-40B4-BE49-F238E27FC236}">
                    <a16:creationId xmlns:a16="http://schemas.microsoft.com/office/drawing/2014/main" id="{DDF4FBE4-DE73-B613-A7A2-F969231E23CB}"/>
                  </a:ext>
                </a:extLst>
              </p:cNvPr>
              <p:cNvSpPr/>
              <p:nvPr/>
            </p:nvSpPr>
            <p:spPr>
              <a:xfrm>
                <a:off x="335779" y="5705469"/>
                <a:ext cx="28310" cy="28310"/>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030" name="ellipse_2845">
                <a:extLst>
                  <a:ext uri="{FF2B5EF4-FFF2-40B4-BE49-F238E27FC236}">
                    <a16:creationId xmlns:a16="http://schemas.microsoft.com/office/drawing/2014/main" id="{AC355085-8ED9-D169-EE32-F7CD2B7E165C}"/>
                  </a:ext>
                </a:extLst>
              </p:cNvPr>
              <p:cNvSpPr/>
              <p:nvPr/>
            </p:nvSpPr>
            <p:spPr>
              <a:xfrm>
                <a:off x="238164" y="5756720"/>
                <a:ext cx="34137" cy="34137"/>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031" name="ellipse_2846">
                <a:extLst>
                  <a:ext uri="{FF2B5EF4-FFF2-40B4-BE49-F238E27FC236}">
                    <a16:creationId xmlns:a16="http://schemas.microsoft.com/office/drawing/2014/main" id="{2AEABE46-9376-6CB6-AE42-65182368E2F0}"/>
                  </a:ext>
                </a:extLst>
              </p:cNvPr>
              <p:cNvSpPr/>
              <p:nvPr/>
            </p:nvSpPr>
            <p:spPr>
              <a:xfrm>
                <a:off x="446862" y="5912990"/>
                <a:ext cx="28039" cy="28039"/>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032" name="ellipse_2847">
                <a:extLst>
                  <a:ext uri="{FF2B5EF4-FFF2-40B4-BE49-F238E27FC236}">
                    <a16:creationId xmlns:a16="http://schemas.microsoft.com/office/drawing/2014/main" id="{6ED17049-CE4B-814C-3C50-BF92753F3024}"/>
                  </a:ext>
                </a:extLst>
              </p:cNvPr>
              <p:cNvSpPr/>
              <p:nvPr/>
            </p:nvSpPr>
            <p:spPr>
              <a:xfrm>
                <a:off x="229673" y="5842292"/>
                <a:ext cx="36022" cy="36022"/>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033" name="ellipse_2848">
                <a:extLst>
                  <a:ext uri="{FF2B5EF4-FFF2-40B4-BE49-F238E27FC236}">
                    <a16:creationId xmlns:a16="http://schemas.microsoft.com/office/drawing/2014/main" id="{B0AE1966-C76C-532C-AD07-F6087296BABE}"/>
                  </a:ext>
                </a:extLst>
              </p:cNvPr>
              <p:cNvSpPr/>
              <p:nvPr/>
            </p:nvSpPr>
            <p:spPr>
              <a:xfrm>
                <a:off x="543712" y="5768664"/>
                <a:ext cx="32641" cy="32641"/>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034" name="ellipse_2849">
                <a:extLst>
                  <a:ext uri="{FF2B5EF4-FFF2-40B4-BE49-F238E27FC236}">
                    <a16:creationId xmlns:a16="http://schemas.microsoft.com/office/drawing/2014/main" id="{5F2EE4D3-9E52-DF54-8EA4-24337D6D7907}"/>
                  </a:ext>
                </a:extLst>
              </p:cNvPr>
              <p:cNvSpPr/>
              <p:nvPr/>
            </p:nvSpPr>
            <p:spPr>
              <a:xfrm>
                <a:off x="450294" y="5693630"/>
                <a:ext cx="25462" cy="25462"/>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035" name="ellipse_2850">
                <a:extLst>
                  <a:ext uri="{FF2B5EF4-FFF2-40B4-BE49-F238E27FC236}">
                    <a16:creationId xmlns:a16="http://schemas.microsoft.com/office/drawing/2014/main" id="{0954E74B-B06C-B5AE-7922-1E1157EC9ECD}"/>
                  </a:ext>
                </a:extLst>
              </p:cNvPr>
              <p:cNvSpPr/>
              <p:nvPr/>
            </p:nvSpPr>
            <p:spPr>
              <a:xfrm>
                <a:off x="385359" y="5937604"/>
                <a:ext cx="36749" cy="36749"/>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036" name="ellipse_2851">
                <a:extLst>
                  <a:ext uri="{FF2B5EF4-FFF2-40B4-BE49-F238E27FC236}">
                    <a16:creationId xmlns:a16="http://schemas.microsoft.com/office/drawing/2014/main" id="{87497123-46D3-592E-C945-A8A94F2AECE6}"/>
                  </a:ext>
                </a:extLst>
              </p:cNvPr>
              <p:cNvSpPr/>
              <p:nvPr/>
            </p:nvSpPr>
            <p:spPr>
              <a:xfrm>
                <a:off x="353932" y="5648310"/>
                <a:ext cx="34391" cy="34391"/>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037" name="ellipse_2852">
                <a:extLst>
                  <a:ext uri="{FF2B5EF4-FFF2-40B4-BE49-F238E27FC236}">
                    <a16:creationId xmlns:a16="http://schemas.microsoft.com/office/drawing/2014/main" id="{9D74FEC7-465D-2782-7529-1A30497D788C}"/>
                  </a:ext>
                </a:extLst>
              </p:cNvPr>
              <p:cNvSpPr/>
              <p:nvPr/>
            </p:nvSpPr>
            <p:spPr>
              <a:xfrm>
                <a:off x="176305" y="5883401"/>
                <a:ext cx="33923" cy="33923"/>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038" name="ellipse_2853">
                <a:extLst>
                  <a:ext uri="{FF2B5EF4-FFF2-40B4-BE49-F238E27FC236}">
                    <a16:creationId xmlns:a16="http://schemas.microsoft.com/office/drawing/2014/main" id="{7C5CFA1A-1843-AE50-5A42-CD7658A6193D}"/>
                  </a:ext>
                </a:extLst>
              </p:cNvPr>
              <p:cNvSpPr/>
              <p:nvPr/>
            </p:nvSpPr>
            <p:spPr>
              <a:xfrm>
                <a:off x="510624" y="5801581"/>
                <a:ext cx="25208" cy="25208"/>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039" name="ellipse_2854">
                <a:extLst>
                  <a:ext uri="{FF2B5EF4-FFF2-40B4-BE49-F238E27FC236}">
                    <a16:creationId xmlns:a16="http://schemas.microsoft.com/office/drawing/2014/main" id="{51EA4D62-0BF7-F788-BCD7-BE6A14DB9B25}"/>
                  </a:ext>
                </a:extLst>
              </p:cNvPr>
              <p:cNvSpPr/>
              <p:nvPr/>
            </p:nvSpPr>
            <p:spPr>
              <a:xfrm>
                <a:off x="517368" y="5889149"/>
                <a:ext cx="35835" cy="35835"/>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040" name="ellipse_2855">
                <a:extLst>
                  <a:ext uri="{FF2B5EF4-FFF2-40B4-BE49-F238E27FC236}">
                    <a16:creationId xmlns:a16="http://schemas.microsoft.com/office/drawing/2014/main" id="{23D3B6DC-C7AF-68D6-C1EE-F42B903FB567}"/>
                  </a:ext>
                </a:extLst>
              </p:cNvPr>
              <p:cNvSpPr/>
              <p:nvPr/>
            </p:nvSpPr>
            <p:spPr>
              <a:xfrm>
                <a:off x="377563" y="5645738"/>
                <a:ext cx="38133" cy="38133"/>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041" name="ellipse_2856">
                <a:extLst>
                  <a:ext uri="{FF2B5EF4-FFF2-40B4-BE49-F238E27FC236}">
                    <a16:creationId xmlns:a16="http://schemas.microsoft.com/office/drawing/2014/main" id="{345C9DE5-D1BF-9BE7-9F59-6071EA2E6056}"/>
                  </a:ext>
                </a:extLst>
              </p:cNvPr>
              <p:cNvSpPr/>
              <p:nvPr/>
            </p:nvSpPr>
            <p:spPr>
              <a:xfrm>
                <a:off x="250735" y="5716511"/>
                <a:ext cx="36913" cy="36913"/>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042" name="ellipse_2857">
                <a:extLst>
                  <a:ext uri="{FF2B5EF4-FFF2-40B4-BE49-F238E27FC236}">
                    <a16:creationId xmlns:a16="http://schemas.microsoft.com/office/drawing/2014/main" id="{C3422346-1F5D-8F69-1BE2-F539565817B5}"/>
                  </a:ext>
                </a:extLst>
              </p:cNvPr>
              <p:cNvSpPr/>
              <p:nvPr/>
            </p:nvSpPr>
            <p:spPr>
              <a:xfrm>
                <a:off x="492262" y="5798324"/>
                <a:ext cx="30077" cy="30077"/>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043" name="ellipse_2858">
                <a:extLst>
                  <a:ext uri="{FF2B5EF4-FFF2-40B4-BE49-F238E27FC236}">
                    <a16:creationId xmlns:a16="http://schemas.microsoft.com/office/drawing/2014/main" id="{055DCEC8-0E16-B029-B28D-018B390493C0}"/>
                  </a:ext>
                </a:extLst>
              </p:cNvPr>
              <p:cNvSpPr/>
              <p:nvPr/>
            </p:nvSpPr>
            <p:spPr>
              <a:xfrm>
                <a:off x="160558" y="5854711"/>
                <a:ext cx="30574" cy="30574"/>
              </a:xfrm>
              <a:prstGeom prst="ellipse">
                <a:avLst/>
              </a:prstGeom>
              <a:gradFill flip="none" rotWithShape="1">
                <a:gsLst>
                  <a:gs pos="0">
                    <a:srgbClr val="F6F8F9"/>
                  </a:gs>
                  <a:gs pos="43000">
                    <a:srgbClr val="D5DCE1"/>
                  </a:gs>
                  <a:gs pos="100000">
                    <a:srgbClr val="ACB8C1"/>
                  </a:gs>
                </a:gsLst>
                <a:lin ang="2700000" scaled="1"/>
                <a:tileRect/>
              </a:gradFill>
              <a:ln w="1807" cap="rnd" cmpd="sng" algn="ctr">
                <a:noFill/>
                <a:prstDash val="solid"/>
                <a:round/>
                <a:headEnd type="none" w="med" len="med"/>
                <a:tailEnd type="none" w="med" len="med"/>
              </a:ln>
              <a:effectLst/>
            </p:spPr>
          </p:sp>
          <p:sp>
            <p:nvSpPr>
              <p:cNvPr id="3044" name="ellipse_2859">
                <a:extLst>
                  <a:ext uri="{FF2B5EF4-FFF2-40B4-BE49-F238E27FC236}">
                    <a16:creationId xmlns:a16="http://schemas.microsoft.com/office/drawing/2014/main" id="{4B81A359-B3E9-B4CB-17C6-228E772B2C63}"/>
                  </a:ext>
                </a:extLst>
              </p:cNvPr>
              <p:cNvSpPr/>
              <p:nvPr/>
            </p:nvSpPr>
            <p:spPr>
              <a:xfrm>
                <a:off x="188963" y="5905946"/>
                <a:ext cx="38308" cy="38308"/>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045" name="ellipse_2860">
                <a:extLst>
                  <a:ext uri="{FF2B5EF4-FFF2-40B4-BE49-F238E27FC236}">
                    <a16:creationId xmlns:a16="http://schemas.microsoft.com/office/drawing/2014/main" id="{6B517B41-3A99-E7D3-D975-3768156DB547}"/>
                  </a:ext>
                </a:extLst>
              </p:cNvPr>
              <p:cNvSpPr/>
              <p:nvPr/>
            </p:nvSpPr>
            <p:spPr>
              <a:xfrm>
                <a:off x="439210" y="5706433"/>
                <a:ext cx="36067" cy="36067"/>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046" name="ellipse_2861">
                <a:extLst>
                  <a:ext uri="{FF2B5EF4-FFF2-40B4-BE49-F238E27FC236}">
                    <a16:creationId xmlns:a16="http://schemas.microsoft.com/office/drawing/2014/main" id="{531B5FE1-D63C-61FB-19C9-D2B2BB744B6F}"/>
                  </a:ext>
                </a:extLst>
              </p:cNvPr>
              <p:cNvSpPr/>
              <p:nvPr/>
            </p:nvSpPr>
            <p:spPr>
              <a:xfrm>
                <a:off x="391867" y="5652198"/>
                <a:ext cx="24393" cy="24393"/>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047" name="ellipse_2862">
                <a:extLst>
                  <a:ext uri="{FF2B5EF4-FFF2-40B4-BE49-F238E27FC236}">
                    <a16:creationId xmlns:a16="http://schemas.microsoft.com/office/drawing/2014/main" id="{EB96E649-FDE5-9040-F106-E31F40AF137B}"/>
                  </a:ext>
                </a:extLst>
              </p:cNvPr>
              <p:cNvSpPr/>
              <p:nvPr/>
            </p:nvSpPr>
            <p:spPr>
              <a:xfrm>
                <a:off x="207923" y="5688224"/>
                <a:ext cx="34413" cy="34413"/>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048" name="ellipse_2863">
                <a:extLst>
                  <a:ext uri="{FF2B5EF4-FFF2-40B4-BE49-F238E27FC236}">
                    <a16:creationId xmlns:a16="http://schemas.microsoft.com/office/drawing/2014/main" id="{EF288EFB-658F-A630-5A6B-0B41F30EA045}"/>
                  </a:ext>
                </a:extLst>
              </p:cNvPr>
              <p:cNvSpPr/>
              <p:nvPr/>
            </p:nvSpPr>
            <p:spPr>
              <a:xfrm>
                <a:off x="216568" y="5796563"/>
                <a:ext cx="38760" cy="38760"/>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049" name="ellipse_2864">
                <a:extLst>
                  <a:ext uri="{FF2B5EF4-FFF2-40B4-BE49-F238E27FC236}">
                    <a16:creationId xmlns:a16="http://schemas.microsoft.com/office/drawing/2014/main" id="{765F9830-BB16-3140-619E-AD14014AB0C9}"/>
                  </a:ext>
                </a:extLst>
              </p:cNvPr>
              <p:cNvSpPr/>
              <p:nvPr/>
            </p:nvSpPr>
            <p:spPr>
              <a:xfrm>
                <a:off x="192699" y="5792585"/>
                <a:ext cx="31366" cy="31366"/>
              </a:xfrm>
              <a:prstGeom prst="ellipse">
                <a:avLst/>
              </a:prstGeom>
              <a:gradFill flip="none" rotWithShape="1">
                <a:gsLst>
                  <a:gs pos="0">
                    <a:srgbClr val="F5F6F8"/>
                  </a:gs>
                  <a:gs pos="43000">
                    <a:srgbClr val="CDD6DD"/>
                  </a:gs>
                  <a:gs pos="100000">
                    <a:srgbClr val="A4B1BC"/>
                  </a:gs>
                </a:gsLst>
                <a:lin ang="2700000" scaled="1"/>
                <a:tileRect/>
              </a:gradFill>
              <a:ln w="1807" cap="rnd" cmpd="sng" algn="ctr">
                <a:noFill/>
                <a:prstDash val="solid"/>
                <a:round/>
                <a:headEnd type="none" w="med" len="med"/>
                <a:tailEnd type="none" w="med" len="med"/>
              </a:ln>
              <a:effectLst/>
            </p:spPr>
          </p:sp>
          <p:sp>
            <p:nvSpPr>
              <p:cNvPr id="3050" name="ellipse_2865">
                <a:extLst>
                  <a:ext uri="{FF2B5EF4-FFF2-40B4-BE49-F238E27FC236}">
                    <a16:creationId xmlns:a16="http://schemas.microsoft.com/office/drawing/2014/main" id="{DE3C1A11-E4EE-776C-C735-9E72BC51EE6E}"/>
                  </a:ext>
                </a:extLst>
              </p:cNvPr>
              <p:cNvSpPr/>
              <p:nvPr/>
            </p:nvSpPr>
            <p:spPr>
              <a:xfrm>
                <a:off x="358802" y="5931970"/>
                <a:ext cx="27163" cy="27163"/>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051" name="ellipse_2866">
                <a:extLst>
                  <a:ext uri="{FF2B5EF4-FFF2-40B4-BE49-F238E27FC236}">
                    <a16:creationId xmlns:a16="http://schemas.microsoft.com/office/drawing/2014/main" id="{03850323-AD18-71D3-BF88-223FFE099C2D}"/>
                  </a:ext>
                </a:extLst>
              </p:cNvPr>
              <p:cNvSpPr/>
              <p:nvPr/>
            </p:nvSpPr>
            <p:spPr>
              <a:xfrm>
                <a:off x="244814" y="5920367"/>
                <a:ext cx="30834" cy="30834"/>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052" name="ellipse_2867">
                <a:extLst>
                  <a:ext uri="{FF2B5EF4-FFF2-40B4-BE49-F238E27FC236}">
                    <a16:creationId xmlns:a16="http://schemas.microsoft.com/office/drawing/2014/main" id="{4AA83D3B-7837-2A01-69D8-B4CB14867137}"/>
                  </a:ext>
                </a:extLst>
              </p:cNvPr>
              <p:cNvSpPr/>
              <p:nvPr/>
            </p:nvSpPr>
            <p:spPr>
              <a:xfrm>
                <a:off x="184490" y="5733812"/>
                <a:ext cx="31950" cy="31950"/>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053" name="ellipse_2868">
                <a:extLst>
                  <a:ext uri="{FF2B5EF4-FFF2-40B4-BE49-F238E27FC236}">
                    <a16:creationId xmlns:a16="http://schemas.microsoft.com/office/drawing/2014/main" id="{B40411E4-6C5F-C64F-FA1D-15CF8C9E9FA6}"/>
                  </a:ext>
                </a:extLst>
              </p:cNvPr>
              <p:cNvSpPr/>
              <p:nvPr/>
            </p:nvSpPr>
            <p:spPr>
              <a:xfrm>
                <a:off x="347980" y="5691315"/>
                <a:ext cx="27922" cy="27922"/>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054" name="ellipse_2869">
                <a:extLst>
                  <a:ext uri="{FF2B5EF4-FFF2-40B4-BE49-F238E27FC236}">
                    <a16:creationId xmlns:a16="http://schemas.microsoft.com/office/drawing/2014/main" id="{6CB74576-67FB-2A3F-1CD8-B7B2689A486D}"/>
                  </a:ext>
                </a:extLst>
              </p:cNvPr>
              <p:cNvSpPr/>
              <p:nvPr/>
            </p:nvSpPr>
            <p:spPr>
              <a:xfrm>
                <a:off x="429796" y="5723751"/>
                <a:ext cx="38175" cy="38175"/>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grpSp>
        <p:sp>
          <p:nvSpPr>
            <p:cNvPr id="3055" name="Candidate blob | editable contour">
              <a:extLst>
                <a:ext uri="{FF2B5EF4-FFF2-40B4-BE49-F238E27FC236}">
                  <a16:creationId xmlns:a16="http://schemas.microsoft.com/office/drawing/2014/main" id="{2B60B6F3-67C0-7497-6A70-F322471EA5A3}"/>
                </a:ext>
              </a:extLst>
            </p:cNvPr>
            <p:cNvSpPr/>
            <p:nvPr/>
          </p:nvSpPr>
          <p:spPr>
            <a:xfrm>
              <a:off x="302286" y="5754734"/>
              <a:ext cx="109391" cy="82087"/>
            </a:xfrm>
            <a:custGeom>
              <a:avLst/>
              <a:gdLst/>
              <a:ahLst/>
              <a:cxnLst/>
              <a:rect l="0" t="0" r="w" b="h"/>
              <a:pathLst>
                <a:path w="109391" h="82087" extrusionOk="0">
                  <a:moveTo>
                    <a:pt x="2562" y="51602"/>
                  </a:moveTo>
                  <a:cubicBezTo>
                    <a:pt x="0" y="42552"/>
                    <a:pt x="9067" y="28738"/>
                    <a:pt x="14388" y="23022"/>
                  </a:cubicBezTo>
                  <a:cubicBezTo>
                    <a:pt x="19710" y="17306"/>
                    <a:pt x="28185" y="20800"/>
                    <a:pt x="34492" y="17306"/>
                  </a:cubicBezTo>
                  <a:cubicBezTo>
                    <a:pt x="40800" y="13813"/>
                    <a:pt x="44348" y="4128"/>
                    <a:pt x="52232" y="2064"/>
                  </a:cubicBezTo>
                  <a:cubicBezTo>
                    <a:pt x="60116" y="0"/>
                    <a:pt x="73913" y="1905"/>
                    <a:pt x="81797" y="4922"/>
                  </a:cubicBezTo>
                  <a:cubicBezTo>
                    <a:pt x="89680" y="7939"/>
                    <a:pt x="95199" y="13813"/>
                    <a:pt x="99535" y="20164"/>
                  </a:cubicBezTo>
                  <a:cubicBezTo>
                    <a:pt x="103872" y="26515"/>
                    <a:pt x="109391" y="35407"/>
                    <a:pt x="107814" y="43028"/>
                  </a:cubicBezTo>
                  <a:cubicBezTo>
                    <a:pt x="106237" y="50649"/>
                    <a:pt x="97565" y="59699"/>
                    <a:pt x="90075" y="65892"/>
                  </a:cubicBezTo>
                  <a:cubicBezTo>
                    <a:pt x="82585" y="72084"/>
                    <a:pt x="72927" y="78276"/>
                    <a:pt x="62875" y="80181"/>
                  </a:cubicBezTo>
                  <a:cubicBezTo>
                    <a:pt x="52823" y="82087"/>
                    <a:pt x="39814" y="82087"/>
                    <a:pt x="29762" y="77323"/>
                  </a:cubicBezTo>
                  <a:cubicBezTo>
                    <a:pt x="19710" y="72560"/>
                    <a:pt x="5125" y="60652"/>
                    <a:pt x="2562" y="51602"/>
                  </a:cubicBezTo>
                  <a:close/>
                </a:path>
              </a:pathLst>
            </a:custGeom>
            <a:gradFill flip="none" rotWithShape="1">
              <a:gsLst>
                <a:gs pos="0">
                  <a:srgbClr val="E7F1F9"/>
                </a:gs>
                <a:gs pos="48000">
                  <a:srgbClr val="79B3DC"/>
                </a:gs>
                <a:gs pos="100000">
                  <a:srgbClr val="5E9ECD"/>
                </a:gs>
              </a:gsLst>
              <a:lin ang="2700000" scaled="1"/>
              <a:tileRect/>
            </a:gradFill>
            <a:ln w="3285" cap="rnd" cmpd="sng" algn="ctr">
              <a:solidFill>
                <a:srgbClr val="68A6D3"/>
              </a:solidFill>
              <a:prstDash val="solid"/>
              <a:round/>
              <a:headEnd type="none" w="med" len="med"/>
              <a:tailEnd type="none" w="med" len="med"/>
            </a:ln>
            <a:effectLst/>
          </p:spPr>
        </p:sp>
        <p:sp>
          <p:nvSpPr>
            <p:cNvPr id="3056" name="ellipse_2871">
              <a:extLst>
                <a:ext uri="{FF2B5EF4-FFF2-40B4-BE49-F238E27FC236}">
                  <a16:creationId xmlns:a16="http://schemas.microsoft.com/office/drawing/2014/main" id="{2C6F6947-E63A-3C0E-CC2E-574FCFA29E70}"/>
                </a:ext>
              </a:extLst>
            </p:cNvPr>
            <p:cNvSpPr/>
            <p:nvPr/>
          </p:nvSpPr>
          <p:spPr>
            <a:xfrm>
              <a:off x="327317" y="5777757"/>
              <a:ext cx="27200" cy="10479"/>
            </a:xfrm>
            <a:prstGeom prst="ellipse">
              <a:avLst/>
            </a:prstGeom>
            <a:solidFill>
              <a:srgbClr val="FFFFFF">
                <a:alpha val="35000"/>
              </a:srgbClr>
            </a:solidFill>
            <a:ln w="3285" cap="rnd" cmpd="sng" algn="ctr">
              <a:noFill/>
              <a:prstDash val="solid"/>
              <a:round/>
              <a:headEnd type="none" w="med" len="med"/>
              <a:tailEnd type="none" w="med" len="med"/>
            </a:ln>
            <a:effectLst/>
          </p:spPr>
        </p:sp>
        <p:sp>
          <p:nvSpPr>
            <p:cNvPr id="3057" name="Text | Site p">
              <a:extLst>
                <a:ext uri="{FF2B5EF4-FFF2-40B4-BE49-F238E27FC236}">
                  <a16:creationId xmlns:a16="http://schemas.microsoft.com/office/drawing/2014/main" id="{84B708D8-AE25-5A7E-A05F-C4E6387EA8CC}"/>
                </a:ext>
              </a:extLst>
            </p:cNvPr>
            <p:cNvSpPr txBox="1"/>
            <p:nvPr/>
          </p:nvSpPr>
          <p:spPr>
            <a:xfrm>
              <a:off x="203508" y="5975415"/>
              <a:ext cx="322253" cy="125947"/>
            </a:xfrm>
            <a:prstGeom prst="rect">
              <a:avLst/>
            </a:prstGeom>
            <a:noFill/>
            <a:ln>
              <a:noFill/>
            </a:ln>
            <a:effectLst/>
          </p:spPr>
          <p:txBody>
            <a:bodyPr vertOverflow="overflow" horzOverflow="overflow" wrap="none" lIns="0" tIns="0" rIns="0" bIns="0" anchor="t" anchorCtr="0">
              <a:noAutofit/>
            </a:bodyPr>
            <a:lstStyle/>
            <a:p>
              <a:pPr algn="ctr"/>
              <a:r>
                <a:rPr lang="en-US" sz="500" b="1" dirty="0">
                  <a:solidFill>
                    <a:srgbClr val="1D3043"/>
                  </a:solidFill>
                  <a:latin typeface="Arial"/>
                  <a:ea typeface="Arial"/>
                  <a:cs typeface="Arial"/>
                </a:rPr>
                <a:t>Site p</a:t>
              </a:r>
              <a:endParaRPr lang="en-US" sz="500"/>
            </a:p>
          </p:txBody>
        </p:sp>
        <p:sp>
          <p:nvSpPr>
            <p:cNvPr id="3058" name="Text | from Find">
              <a:extLst>
                <a:ext uri="{FF2B5EF4-FFF2-40B4-BE49-F238E27FC236}">
                  <a16:creationId xmlns:a16="http://schemas.microsoft.com/office/drawing/2014/main" id="{E7A8714E-6286-E5ED-51B2-960E3C74E1B0}"/>
                </a:ext>
              </a:extLst>
            </p:cNvPr>
            <p:cNvSpPr txBox="1"/>
            <p:nvPr/>
          </p:nvSpPr>
          <p:spPr>
            <a:xfrm>
              <a:off x="181872" y="6070680"/>
              <a:ext cx="365527" cy="102623"/>
            </a:xfrm>
            <a:prstGeom prst="rect">
              <a:avLst/>
            </a:prstGeom>
            <a:noFill/>
            <a:ln>
              <a:noFill/>
            </a:ln>
            <a:effectLst/>
          </p:spPr>
          <p:txBody>
            <a:bodyPr vertOverflow="overflow" horzOverflow="overflow" wrap="none" lIns="0" tIns="0" rIns="0" bIns="0" anchor="t" anchorCtr="0">
              <a:noAutofit/>
            </a:bodyPr>
            <a:lstStyle/>
            <a:p>
              <a:pPr algn="ctr"/>
              <a:r>
                <a:rPr lang="en-US" sz="407" dirty="0">
                  <a:solidFill>
                    <a:srgbClr val="5E7180"/>
                  </a:solidFill>
                  <a:latin typeface="Arial"/>
                  <a:ea typeface="Arial"/>
                  <a:cs typeface="Arial"/>
                </a:rPr>
                <a:t>from Find</a:t>
              </a:r>
              <a:endParaRPr lang="en-US" sz="407"/>
            </a:p>
          </p:txBody>
        </p:sp>
        <p:sp>
          <p:nvSpPr>
            <p:cNvPr id="3059" name="Text | +">
              <a:extLst>
                <a:ext uri="{FF2B5EF4-FFF2-40B4-BE49-F238E27FC236}">
                  <a16:creationId xmlns:a16="http://schemas.microsoft.com/office/drawing/2014/main" id="{EB854BD4-164A-9E76-F1C5-6F1A96E55829}"/>
                </a:ext>
              </a:extLst>
            </p:cNvPr>
            <p:cNvSpPr txBox="1"/>
            <p:nvPr/>
          </p:nvSpPr>
          <p:spPr>
            <a:xfrm>
              <a:off x="601134" y="5745465"/>
              <a:ext cx="124871" cy="149270"/>
            </a:xfrm>
            <a:prstGeom prst="rect">
              <a:avLst/>
            </a:prstGeom>
            <a:noFill/>
            <a:ln>
              <a:noFill/>
            </a:ln>
            <a:effectLst/>
          </p:spPr>
          <p:txBody>
            <a:bodyPr vertOverflow="overflow" horzOverflow="overflow" wrap="none" lIns="0" tIns="0" rIns="0" bIns="0" anchor="t" anchorCtr="0">
              <a:noAutofit/>
            </a:bodyPr>
            <a:lstStyle/>
            <a:p>
              <a:pPr algn="ctr"/>
              <a:r>
                <a:rPr lang="en-US" sz="593" dirty="0">
                  <a:solidFill>
                    <a:srgbClr val="5E7180"/>
                  </a:solidFill>
                  <a:latin typeface="Arial"/>
                  <a:ea typeface="Arial"/>
                  <a:cs typeface="Arial"/>
                </a:rPr>
                <a:t>+</a:t>
              </a:r>
              <a:endParaRPr lang="en-US" sz="593"/>
            </a:p>
          </p:txBody>
        </p:sp>
        <p:grpSp>
          <p:nvGrpSpPr>
            <p:cNvPr id="3060" name="d | Ligand identity: illustrative molecular graph">
              <a:extLst>
                <a:ext uri="{FF2B5EF4-FFF2-40B4-BE49-F238E27FC236}">
                  <a16:creationId xmlns:a16="http://schemas.microsoft.com/office/drawing/2014/main" id="{5DF149DD-8FF9-E47C-D03A-B7502B44BCE6}"/>
                </a:ext>
              </a:extLst>
            </p:cNvPr>
            <p:cNvGrpSpPr/>
            <p:nvPr/>
          </p:nvGrpSpPr>
          <p:grpSpPr>
            <a:xfrm>
              <a:off x="863060" y="5744348"/>
              <a:ext cx="420988" cy="204721"/>
              <a:chOff x="863060" y="5744348"/>
              <a:chExt cx="420988" cy="204721"/>
            </a:xfrm>
          </p:grpSpPr>
          <p:cxnSp>
            <p:nvCxnSpPr>
              <p:cNvPr id="3061" name="path_2875">
                <a:extLst>
                  <a:ext uri="{FF2B5EF4-FFF2-40B4-BE49-F238E27FC236}">
                    <a16:creationId xmlns:a16="http://schemas.microsoft.com/office/drawing/2014/main" id="{D7924E2D-7E6F-6DB8-7951-208E50FB11B0}"/>
                  </a:ext>
                </a:extLst>
              </p:cNvPr>
              <p:cNvCxnSpPr/>
              <p:nvPr/>
            </p:nvCxnSpPr>
            <p:spPr>
              <a:xfrm flipH="1">
                <a:off x="956231" y="5897889"/>
                <a:ext cx="93170" cy="51180"/>
              </a:xfrm>
              <a:prstGeom prst="line">
                <a:avLst/>
              </a:prstGeom>
              <a:noFill/>
              <a:ln w="12700" cap="rnd" cmpd="sng" algn="ctr">
                <a:solidFill>
                  <a:srgbClr val="238777"/>
                </a:solidFill>
                <a:prstDash val="solid"/>
                <a:round/>
                <a:headEnd type="none" w="med" len="med"/>
                <a:tailEnd type="none" w="med" len="med"/>
              </a:ln>
              <a:effectLst/>
            </p:spPr>
          </p:cxnSp>
          <p:cxnSp>
            <p:nvCxnSpPr>
              <p:cNvPr id="3062" name="path_2876">
                <a:extLst>
                  <a:ext uri="{FF2B5EF4-FFF2-40B4-BE49-F238E27FC236}">
                    <a16:creationId xmlns:a16="http://schemas.microsoft.com/office/drawing/2014/main" id="{25FCBDF8-3B1B-6842-E8F5-B0B655385A65}"/>
                  </a:ext>
                </a:extLst>
              </p:cNvPr>
              <p:cNvCxnSpPr/>
              <p:nvPr/>
            </p:nvCxnSpPr>
            <p:spPr>
              <a:xfrm flipH="1" flipV="1">
                <a:off x="863060" y="5897889"/>
                <a:ext cx="93170" cy="51180"/>
              </a:xfrm>
              <a:prstGeom prst="line">
                <a:avLst/>
              </a:prstGeom>
              <a:noFill/>
              <a:ln w="12700" cap="rnd" cmpd="sng" algn="ctr">
                <a:solidFill>
                  <a:srgbClr val="238777"/>
                </a:solidFill>
                <a:prstDash val="solid"/>
                <a:round/>
                <a:headEnd type="none" w="med" len="med"/>
                <a:tailEnd type="none" w="med" len="med"/>
              </a:ln>
              <a:effectLst/>
            </p:spPr>
          </p:cxnSp>
          <p:cxnSp>
            <p:nvCxnSpPr>
              <p:cNvPr id="3063" name="path_2877">
                <a:extLst>
                  <a:ext uri="{FF2B5EF4-FFF2-40B4-BE49-F238E27FC236}">
                    <a16:creationId xmlns:a16="http://schemas.microsoft.com/office/drawing/2014/main" id="{6B603453-4479-BB36-25C2-A7796AB7FF93}"/>
                  </a:ext>
                </a:extLst>
              </p:cNvPr>
              <p:cNvCxnSpPr/>
              <p:nvPr/>
            </p:nvCxnSpPr>
            <p:spPr>
              <a:xfrm flipH="1" flipV="1">
                <a:off x="863060" y="5795528"/>
                <a:ext cx="0" cy="102361"/>
              </a:xfrm>
              <a:prstGeom prst="line">
                <a:avLst/>
              </a:prstGeom>
              <a:noFill/>
              <a:ln w="12700" cap="rnd" cmpd="sng" algn="ctr">
                <a:solidFill>
                  <a:srgbClr val="238777"/>
                </a:solidFill>
                <a:prstDash val="solid"/>
                <a:round/>
                <a:headEnd type="none" w="med" len="med"/>
                <a:tailEnd type="none" w="med" len="med"/>
              </a:ln>
              <a:effectLst/>
            </p:spPr>
          </p:cxnSp>
          <p:cxnSp>
            <p:nvCxnSpPr>
              <p:cNvPr id="3064" name="path_2878">
                <a:extLst>
                  <a:ext uri="{FF2B5EF4-FFF2-40B4-BE49-F238E27FC236}">
                    <a16:creationId xmlns:a16="http://schemas.microsoft.com/office/drawing/2014/main" id="{88F48694-9AD2-E946-BC41-E73E0BB3702F}"/>
                  </a:ext>
                </a:extLst>
              </p:cNvPr>
              <p:cNvCxnSpPr/>
              <p:nvPr/>
            </p:nvCxnSpPr>
            <p:spPr>
              <a:xfrm flipV="1">
                <a:off x="863060" y="5744348"/>
                <a:ext cx="93170" cy="51180"/>
              </a:xfrm>
              <a:prstGeom prst="line">
                <a:avLst/>
              </a:prstGeom>
              <a:noFill/>
              <a:ln w="12700" cap="rnd" cmpd="sng" algn="ctr">
                <a:solidFill>
                  <a:srgbClr val="238777"/>
                </a:solidFill>
                <a:prstDash val="solid"/>
                <a:round/>
                <a:headEnd type="none" w="med" len="med"/>
                <a:tailEnd type="none" w="med" len="med"/>
              </a:ln>
              <a:effectLst/>
            </p:spPr>
          </p:cxnSp>
          <p:cxnSp>
            <p:nvCxnSpPr>
              <p:cNvPr id="3065" name="path_2879">
                <a:extLst>
                  <a:ext uri="{FF2B5EF4-FFF2-40B4-BE49-F238E27FC236}">
                    <a16:creationId xmlns:a16="http://schemas.microsoft.com/office/drawing/2014/main" id="{E6F52524-0127-EF53-78CE-29B4152CE0A9}"/>
                  </a:ext>
                </a:extLst>
              </p:cNvPr>
              <p:cNvCxnSpPr/>
              <p:nvPr/>
            </p:nvCxnSpPr>
            <p:spPr>
              <a:xfrm>
                <a:off x="956231" y="5744348"/>
                <a:ext cx="93170" cy="51180"/>
              </a:xfrm>
              <a:prstGeom prst="line">
                <a:avLst/>
              </a:prstGeom>
              <a:noFill/>
              <a:ln w="12700" cap="rnd" cmpd="sng" algn="ctr">
                <a:solidFill>
                  <a:srgbClr val="238777"/>
                </a:solidFill>
                <a:prstDash val="solid"/>
                <a:round/>
                <a:headEnd type="none" w="med" len="med"/>
                <a:tailEnd type="none" w="med" len="med"/>
              </a:ln>
              <a:effectLst/>
            </p:spPr>
          </p:cxnSp>
          <p:cxnSp>
            <p:nvCxnSpPr>
              <p:cNvPr id="3066" name="path_2880">
                <a:extLst>
                  <a:ext uri="{FF2B5EF4-FFF2-40B4-BE49-F238E27FC236}">
                    <a16:creationId xmlns:a16="http://schemas.microsoft.com/office/drawing/2014/main" id="{F0B87424-F0DA-BC7E-557A-4EDC7DFD8055}"/>
                  </a:ext>
                </a:extLst>
              </p:cNvPr>
              <p:cNvCxnSpPr/>
              <p:nvPr/>
            </p:nvCxnSpPr>
            <p:spPr>
              <a:xfrm flipH="1">
                <a:off x="1049401" y="5795528"/>
                <a:ext cx="0" cy="102361"/>
              </a:xfrm>
              <a:prstGeom prst="line">
                <a:avLst/>
              </a:prstGeom>
              <a:noFill/>
              <a:ln w="12700" cap="rnd" cmpd="sng" algn="ctr">
                <a:solidFill>
                  <a:srgbClr val="238777"/>
                </a:solidFill>
                <a:prstDash val="solid"/>
                <a:round/>
                <a:headEnd type="none" w="med" len="med"/>
                <a:tailEnd type="none" w="med" len="med"/>
              </a:ln>
              <a:effectLst/>
            </p:spPr>
          </p:cxnSp>
          <p:cxnSp>
            <p:nvCxnSpPr>
              <p:cNvPr id="3067" name="path_2881">
                <a:extLst>
                  <a:ext uri="{FF2B5EF4-FFF2-40B4-BE49-F238E27FC236}">
                    <a16:creationId xmlns:a16="http://schemas.microsoft.com/office/drawing/2014/main" id="{53929871-9382-CABB-3F7F-863B0DF5FDFD}"/>
                  </a:ext>
                </a:extLst>
              </p:cNvPr>
              <p:cNvCxnSpPr/>
              <p:nvPr/>
            </p:nvCxnSpPr>
            <p:spPr>
              <a:xfrm flipV="1">
                <a:off x="1049401" y="5768591"/>
                <a:ext cx="83267" cy="129298"/>
              </a:xfrm>
              <a:prstGeom prst="line">
                <a:avLst/>
              </a:prstGeom>
              <a:noFill/>
              <a:ln w="12700" cap="rnd" cmpd="sng" algn="ctr">
                <a:solidFill>
                  <a:srgbClr val="238777"/>
                </a:solidFill>
                <a:prstDash val="solid"/>
                <a:round/>
                <a:headEnd type="none" w="med" len="med"/>
                <a:tailEnd type="none" w="med" len="med"/>
              </a:ln>
              <a:effectLst/>
            </p:spPr>
          </p:cxnSp>
          <p:cxnSp>
            <p:nvCxnSpPr>
              <p:cNvPr id="3068" name="path_2882">
                <a:extLst>
                  <a:ext uri="{FF2B5EF4-FFF2-40B4-BE49-F238E27FC236}">
                    <a16:creationId xmlns:a16="http://schemas.microsoft.com/office/drawing/2014/main" id="{63FAF74F-B58B-369F-30AC-CAC4C53B48F9}"/>
                  </a:ext>
                </a:extLst>
              </p:cNvPr>
              <p:cNvCxnSpPr/>
              <p:nvPr/>
            </p:nvCxnSpPr>
            <p:spPr>
              <a:xfrm>
                <a:off x="1132668" y="5768591"/>
                <a:ext cx="60247" cy="56568"/>
              </a:xfrm>
              <a:prstGeom prst="line">
                <a:avLst/>
              </a:prstGeom>
              <a:noFill/>
              <a:ln w="12700" cap="rnd" cmpd="sng" algn="ctr">
                <a:solidFill>
                  <a:srgbClr val="238777"/>
                </a:solidFill>
                <a:prstDash val="solid"/>
                <a:round/>
                <a:headEnd type="none" w="med" len="med"/>
                <a:tailEnd type="none" w="med" len="med"/>
              </a:ln>
              <a:effectLst/>
            </p:spPr>
          </p:cxnSp>
          <p:cxnSp>
            <p:nvCxnSpPr>
              <p:cNvPr id="3069" name="path_2883">
                <a:extLst>
                  <a:ext uri="{FF2B5EF4-FFF2-40B4-BE49-F238E27FC236}">
                    <a16:creationId xmlns:a16="http://schemas.microsoft.com/office/drawing/2014/main" id="{722FEA9F-9555-ED23-57A7-867041C09257}"/>
                  </a:ext>
                </a:extLst>
              </p:cNvPr>
              <p:cNvCxnSpPr/>
              <p:nvPr/>
            </p:nvCxnSpPr>
            <p:spPr>
              <a:xfrm flipH="1">
                <a:off x="956231" y="5888677"/>
                <a:ext cx="76400" cy="41968"/>
              </a:xfrm>
              <a:prstGeom prst="line">
                <a:avLst/>
              </a:prstGeom>
              <a:noFill/>
              <a:ln w="12700" cap="rnd" cmpd="sng" algn="ctr">
                <a:solidFill>
                  <a:srgbClr val="238777"/>
                </a:solidFill>
                <a:prstDash val="solid"/>
                <a:round/>
                <a:headEnd type="none" w="med" len="med"/>
                <a:tailEnd type="none" w="med" len="med"/>
              </a:ln>
              <a:effectLst/>
            </p:spPr>
          </p:cxnSp>
          <p:cxnSp>
            <p:nvCxnSpPr>
              <p:cNvPr id="3070" name="path_2884">
                <a:extLst>
                  <a:ext uri="{FF2B5EF4-FFF2-40B4-BE49-F238E27FC236}">
                    <a16:creationId xmlns:a16="http://schemas.microsoft.com/office/drawing/2014/main" id="{D5C9925F-72BB-F0FB-786B-080C567F1A7D}"/>
                  </a:ext>
                </a:extLst>
              </p:cNvPr>
              <p:cNvCxnSpPr/>
              <p:nvPr/>
            </p:nvCxnSpPr>
            <p:spPr>
              <a:xfrm flipH="1" flipV="1">
                <a:off x="879831" y="5804741"/>
                <a:ext cx="0" cy="83936"/>
              </a:xfrm>
              <a:prstGeom prst="line">
                <a:avLst/>
              </a:prstGeom>
              <a:noFill/>
              <a:ln w="12700" cap="rnd" cmpd="sng" algn="ctr">
                <a:solidFill>
                  <a:srgbClr val="238777"/>
                </a:solidFill>
                <a:prstDash val="solid"/>
                <a:round/>
                <a:headEnd type="none" w="med" len="med"/>
                <a:tailEnd type="none" w="med" len="med"/>
              </a:ln>
              <a:effectLst/>
            </p:spPr>
          </p:cxnSp>
          <p:cxnSp>
            <p:nvCxnSpPr>
              <p:cNvPr id="3071" name="path_2885">
                <a:extLst>
                  <a:ext uri="{FF2B5EF4-FFF2-40B4-BE49-F238E27FC236}">
                    <a16:creationId xmlns:a16="http://schemas.microsoft.com/office/drawing/2014/main" id="{FE24BB1A-4B48-A317-F2B4-6F91DF2AB782}"/>
                  </a:ext>
                </a:extLst>
              </p:cNvPr>
              <p:cNvCxnSpPr/>
              <p:nvPr/>
            </p:nvCxnSpPr>
            <p:spPr>
              <a:xfrm>
                <a:off x="956231" y="5762773"/>
                <a:ext cx="76400" cy="41968"/>
              </a:xfrm>
              <a:prstGeom prst="line">
                <a:avLst/>
              </a:prstGeom>
              <a:noFill/>
              <a:ln w="12700" cap="rnd" cmpd="sng" algn="ctr">
                <a:solidFill>
                  <a:srgbClr val="238777"/>
                </a:solidFill>
                <a:prstDash val="solid"/>
                <a:round/>
                <a:headEnd type="none" w="med" len="med"/>
                <a:tailEnd type="none" w="med" len="med"/>
              </a:ln>
              <a:effectLst/>
            </p:spPr>
          </p:cxnSp>
          <p:sp>
            <p:nvSpPr>
              <p:cNvPr id="3072" name="Text | O">
                <a:extLst>
                  <a:ext uri="{FF2B5EF4-FFF2-40B4-BE49-F238E27FC236}">
                    <a16:creationId xmlns:a16="http://schemas.microsoft.com/office/drawing/2014/main" id="{F11873EE-DC3B-981C-C116-3F93B6063E46}"/>
                  </a:ext>
                </a:extLst>
              </p:cNvPr>
              <p:cNvSpPr txBox="1"/>
              <p:nvPr/>
            </p:nvSpPr>
            <p:spPr>
              <a:xfrm>
                <a:off x="1206055" y="5782454"/>
                <a:ext cx="77993" cy="93294"/>
              </a:xfrm>
              <a:prstGeom prst="rect">
                <a:avLst/>
              </a:prstGeom>
              <a:noFill/>
              <a:ln>
                <a:noFill/>
              </a:ln>
              <a:effectLst/>
            </p:spPr>
            <p:txBody>
              <a:bodyPr vertOverflow="overflow" horzOverflow="overflow" wrap="none" lIns="0" tIns="0" rIns="0" bIns="0" anchor="t" anchorCtr="0">
                <a:noAutofit/>
              </a:bodyPr>
              <a:lstStyle/>
              <a:p>
                <a:r>
                  <a:rPr lang="en-US" sz="370" dirty="0">
                    <a:solidFill>
                      <a:srgbClr val="CE4148"/>
                    </a:solidFill>
                    <a:latin typeface="Arial"/>
                    <a:ea typeface="Arial"/>
                    <a:cs typeface="Arial"/>
                  </a:rPr>
                  <a:t>O</a:t>
                </a:r>
                <a:endParaRPr lang="en-US" sz="370"/>
              </a:p>
            </p:txBody>
          </p:sp>
        </p:grpSp>
        <p:sp>
          <p:nvSpPr>
            <p:cNvPr id="3073" name="Text | SMILES">
              <a:extLst>
                <a:ext uri="{FF2B5EF4-FFF2-40B4-BE49-F238E27FC236}">
                  <a16:creationId xmlns:a16="http://schemas.microsoft.com/office/drawing/2014/main" id="{435E30E8-6B0B-61CC-400F-808205728866}"/>
                </a:ext>
              </a:extLst>
            </p:cNvPr>
            <p:cNvSpPr txBox="1"/>
            <p:nvPr/>
          </p:nvSpPr>
          <p:spPr>
            <a:xfrm>
              <a:off x="786913" y="5975415"/>
              <a:ext cx="397173" cy="125947"/>
            </a:xfrm>
            <a:prstGeom prst="rect">
              <a:avLst/>
            </a:prstGeom>
            <a:noFill/>
            <a:ln>
              <a:noFill/>
            </a:ln>
            <a:effectLst/>
          </p:spPr>
          <p:txBody>
            <a:bodyPr vertOverflow="overflow" horzOverflow="overflow" wrap="none" lIns="0" tIns="0" rIns="0" bIns="0" anchor="t" anchorCtr="0">
              <a:noAutofit/>
            </a:bodyPr>
            <a:lstStyle/>
            <a:p>
              <a:pPr algn="ctr"/>
              <a:r>
                <a:rPr lang="en-US" sz="500" b="1" dirty="0">
                  <a:solidFill>
                    <a:srgbClr val="1D3043"/>
                  </a:solidFill>
                  <a:latin typeface="Arial"/>
                  <a:ea typeface="Arial"/>
                  <a:cs typeface="Arial"/>
                </a:rPr>
                <a:t>SMILES</a:t>
              </a:r>
              <a:endParaRPr lang="en-US" sz="500"/>
            </a:p>
          </p:txBody>
        </p:sp>
        <p:sp>
          <p:nvSpPr>
            <p:cNvPr id="3074" name="Text | +">
              <a:extLst>
                <a:ext uri="{FF2B5EF4-FFF2-40B4-BE49-F238E27FC236}">
                  <a16:creationId xmlns:a16="http://schemas.microsoft.com/office/drawing/2014/main" id="{EC2EDAB1-69E2-D37A-1698-38E6794C268D}"/>
                </a:ext>
              </a:extLst>
            </p:cNvPr>
            <p:cNvSpPr txBox="1"/>
            <p:nvPr/>
          </p:nvSpPr>
          <p:spPr>
            <a:xfrm>
              <a:off x="1267989" y="5745465"/>
              <a:ext cx="124871" cy="149270"/>
            </a:xfrm>
            <a:prstGeom prst="rect">
              <a:avLst/>
            </a:prstGeom>
            <a:noFill/>
            <a:ln>
              <a:noFill/>
            </a:ln>
            <a:effectLst/>
          </p:spPr>
          <p:txBody>
            <a:bodyPr vertOverflow="overflow" horzOverflow="overflow" wrap="none" lIns="0" tIns="0" rIns="0" bIns="0" anchor="t" anchorCtr="0">
              <a:noAutofit/>
            </a:bodyPr>
            <a:lstStyle/>
            <a:p>
              <a:pPr algn="ctr"/>
              <a:r>
                <a:rPr lang="en-US" sz="593" dirty="0">
                  <a:solidFill>
                    <a:srgbClr val="5E7180"/>
                  </a:solidFill>
                  <a:latin typeface="Arial"/>
                  <a:ea typeface="Arial"/>
                  <a:cs typeface="Arial"/>
                </a:rPr>
                <a:t>+</a:t>
              </a:r>
              <a:endParaRPr lang="en-US" sz="593"/>
            </a:p>
          </p:txBody>
        </p:sp>
        <p:grpSp>
          <p:nvGrpSpPr>
            <p:cNvPr id="3075" name="d | Pocket: local receptor environment">
              <a:extLst>
                <a:ext uri="{FF2B5EF4-FFF2-40B4-BE49-F238E27FC236}">
                  <a16:creationId xmlns:a16="http://schemas.microsoft.com/office/drawing/2014/main" id="{309E65F5-36E6-2E6D-FDD4-129DFE672AC5}"/>
                </a:ext>
              </a:extLst>
            </p:cNvPr>
            <p:cNvGrpSpPr/>
            <p:nvPr/>
          </p:nvGrpSpPr>
          <p:grpSpPr>
            <a:xfrm>
              <a:off x="1411968" y="5662376"/>
              <a:ext cx="418007" cy="338292"/>
              <a:chOff x="1411968" y="5662376"/>
              <a:chExt cx="418007" cy="338292"/>
            </a:xfrm>
          </p:grpSpPr>
          <p:sp>
            <p:nvSpPr>
              <p:cNvPr id="3076" name="ellipse_2889">
                <a:extLst>
                  <a:ext uri="{FF2B5EF4-FFF2-40B4-BE49-F238E27FC236}">
                    <a16:creationId xmlns:a16="http://schemas.microsoft.com/office/drawing/2014/main" id="{33EEC79F-2800-73D1-7567-53AB5FE3DAC7}"/>
                  </a:ext>
                </a:extLst>
              </p:cNvPr>
              <p:cNvSpPr/>
              <p:nvPr/>
            </p:nvSpPr>
            <p:spPr>
              <a:xfrm>
                <a:off x="1477028" y="5730123"/>
                <a:ext cx="31529" cy="31529"/>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077" name="ellipse_2890">
                <a:extLst>
                  <a:ext uri="{FF2B5EF4-FFF2-40B4-BE49-F238E27FC236}">
                    <a16:creationId xmlns:a16="http://schemas.microsoft.com/office/drawing/2014/main" id="{11AD48F0-BBDC-18D3-27DC-E6FB89F8066D}"/>
                  </a:ext>
                </a:extLst>
              </p:cNvPr>
              <p:cNvSpPr/>
              <p:nvPr/>
            </p:nvSpPr>
            <p:spPr>
              <a:xfrm>
                <a:off x="1413313" y="5768742"/>
                <a:ext cx="29533" cy="29533"/>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078" name="ellipse_2891">
                <a:extLst>
                  <a:ext uri="{FF2B5EF4-FFF2-40B4-BE49-F238E27FC236}">
                    <a16:creationId xmlns:a16="http://schemas.microsoft.com/office/drawing/2014/main" id="{3E10363F-8FA5-6354-E639-DF72E8D429B2}"/>
                  </a:ext>
                </a:extLst>
              </p:cNvPr>
              <p:cNvSpPr/>
              <p:nvPr/>
            </p:nvSpPr>
            <p:spPr>
              <a:xfrm>
                <a:off x="1606772" y="5962955"/>
                <a:ext cx="37712" cy="37712"/>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079" name="ellipse_2892">
                <a:extLst>
                  <a:ext uri="{FF2B5EF4-FFF2-40B4-BE49-F238E27FC236}">
                    <a16:creationId xmlns:a16="http://schemas.microsoft.com/office/drawing/2014/main" id="{7EA292CF-6791-51DE-73D8-B4E6D383267F}"/>
                  </a:ext>
                </a:extLst>
              </p:cNvPr>
              <p:cNvSpPr/>
              <p:nvPr/>
            </p:nvSpPr>
            <p:spPr>
              <a:xfrm>
                <a:off x="1692365" y="5876366"/>
                <a:ext cx="39137" cy="39137"/>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080" name="ellipse_2893">
                <a:extLst>
                  <a:ext uri="{FF2B5EF4-FFF2-40B4-BE49-F238E27FC236}">
                    <a16:creationId xmlns:a16="http://schemas.microsoft.com/office/drawing/2014/main" id="{B65C2282-9721-98D1-AAA9-FC93E7E2F764}"/>
                  </a:ext>
                </a:extLst>
              </p:cNvPr>
              <p:cNvSpPr/>
              <p:nvPr/>
            </p:nvSpPr>
            <p:spPr>
              <a:xfrm>
                <a:off x="1446482" y="5820853"/>
                <a:ext cx="35562" cy="35562"/>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081" name="ellipse_2894">
                <a:extLst>
                  <a:ext uri="{FF2B5EF4-FFF2-40B4-BE49-F238E27FC236}">
                    <a16:creationId xmlns:a16="http://schemas.microsoft.com/office/drawing/2014/main" id="{AAFA3DF1-B59E-3239-E320-D5EE4B844FA9}"/>
                  </a:ext>
                </a:extLst>
              </p:cNvPr>
              <p:cNvSpPr/>
              <p:nvPr/>
            </p:nvSpPr>
            <p:spPr>
              <a:xfrm>
                <a:off x="1411968" y="5817386"/>
                <a:ext cx="29762" cy="29762"/>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082" name="ellipse_2895">
                <a:extLst>
                  <a:ext uri="{FF2B5EF4-FFF2-40B4-BE49-F238E27FC236}">
                    <a16:creationId xmlns:a16="http://schemas.microsoft.com/office/drawing/2014/main" id="{9ADDDC4C-8EF6-D112-4820-A1C1804C112E}"/>
                  </a:ext>
                </a:extLst>
              </p:cNvPr>
              <p:cNvSpPr/>
              <p:nvPr/>
            </p:nvSpPr>
            <p:spPr>
              <a:xfrm>
                <a:off x="1469529" y="5784286"/>
                <a:ext cx="35695" cy="35695"/>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083" name="ellipse_2896">
                <a:extLst>
                  <a:ext uri="{FF2B5EF4-FFF2-40B4-BE49-F238E27FC236}">
                    <a16:creationId xmlns:a16="http://schemas.microsoft.com/office/drawing/2014/main" id="{9B188F92-AE93-64D6-95E2-1A371BEDB3D6}"/>
                  </a:ext>
                </a:extLst>
              </p:cNvPr>
              <p:cNvSpPr/>
              <p:nvPr/>
            </p:nvSpPr>
            <p:spPr>
              <a:xfrm>
                <a:off x="1485370" y="5743617"/>
                <a:ext cx="39374" cy="39374"/>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3084" name="ellipse_2897">
                <a:extLst>
                  <a:ext uri="{FF2B5EF4-FFF2-40B4-BE49-F238E27FC236}">
                    <a16:creationId xmlns:a16="http://schemas.microsoft.com/office/drawing/2014/main" id="{A22A1153-E8D0-EBF3-A9D4-2AF4BBB9B1FD}"/>
                  </a:ext>
                </a:extLst>
              </p:cNvPr>
              <p:cNvSpPr/>
              <p:nvPr/>
            </p:nvSpPr>
            <p:spPr>
              <a:xfrm>
                <a:off x="1543334" y="5929029"/>
                <a:ext cx="29140" cy="29140"/>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085" name="ellipse_2898">
                <a:extLst>
                  <a:ext uri="{FF2B5EF4-FFF2-40B4-BE49-F238E27FC236}">
                    <a16:creationId xmlns:a16="http://schemas.microsoft.com/office/drawing/2014/main" id="{54CE8518-C315-24BC-95A6-BE2788539478}"/>
                  </a:ext>
                </a:extLst>
              </p:cNvPr>
              <p:cNvSpPr/>
              <p:nvPr/>
            </p:nvSpPr>
            <p:spPr>
              <a:xfrm>
                <a:off x="1466275" y="5765882"/>
                <a:ext cx="25820" cy="25820"/>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086" name="ellipse_2899">
                <a:extLst>
                  <a:ext uri="{FF2B5EF4-FFF2-40B4-BE49-F238E27FC236}">
                    <a16:creationId xmlns:a16="http://schemas.microsoft.com/office/drawing/2014/main" id="{0D7D63D6-A0D3-A826-DB83-8BEB3D8F2C00}"/>
                  </a:ext>
                </a:extLst>
              </p:cNvPr>
              <p:cNvSpPr/>
              <p:nvPr/>
            </p:nvSpPr>
            <p:spPr>
              <a:xfrm>
                <a:off x="1582840" y="5966745"/>
                <a:ext cx="30939" cy="30939"/>
              </a:xfrm>
              <a:prstGeom prst="ellipse">
                <a:avLst/>
              </a:prstGeom>
              <a:gradFill flip="none" rotWithShape="1">
                <a:gsLst>
                  <a:gs pos="0">
                    <a:srgbClr val="F6F7F9"/>
                  </a:gs>
                  <a:gs pos="43000">
                    <a:srgbClr val="D2DAE0"/>
                  </a:gs>
                  <a:gs pos="100000">
                    <a:srgbClr val="AAB6BF"/>
                  </a:gs>
                </a:gsLst>
                <a:lin ang="2700000" scaled="1"/>
                <a:tileRect/>
              </a:gradFill>
              <a:ln w="1807" cap="rnd" cmpd="sng" algn="ctr">
                <a:noFill/>
                <a:prstDash val="solid"/>
                <a:round/>
                <a:headEnd type="none" w="med" len="med"/>
                <a:tailEnd type="none" w="med" len="med"/>
              </a:ln>
              <a:effectLst/>
            </p:spPr>
          </p:sp>
          <p:sp>
            <p:nvSpPr>
              <p:cNvPr id="3087" name="ellipse_2900">
                <a:extLst>
                  <a:ext uri="{FF2B5EF4-FFF2-40B4-BE49-F238E27FC236}">
                    <a16:creationId xmlns:a16="http://schemas.microsoft.com/office/drawing/2014/main" id="{187BE309-4B9B-B500-4836-82DDC542171A}"/>
                  </a:ext>
                </a:extLst>
              </p:cNvPr>
              <p:cNvSpPr/>
              <p:nvPr/>
            </p:nvSpPr>
            <p:spPr>
              <a:xfrm>
                <a:off x="1507992" y="5722896"/>
                <a:ext cx="33525" cy="33525"/>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088" name="ellipse_2901">
                <a:extLst>
                  <a:ext uri="{FF2B5EF4-FFF2-40B4-BE49-F238E27FC236}">
                    <a16:creationId xmlns:a16="http://schemas.microsoft.com/office/drawing/2014/main" id="{3C8A3371-693D-2DAB-AA87-37D5096D3929}"/>
                  </a:ext>
                </a:extLst>
              </p:cNvPr>
              <p:cNvSpPr/>
              <p:nvPr/>
            </p:nvSpPr>
            <p:spPr>
              <a:xfrm>
                <a:off x="1455591" y="5791788"/>
                <a:ext cx="31551" cy="31551"/>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089" name="ellipse_2902">
                <a:extLst>
                  <a:ext uri="{FF2B5EF4-FFF2-40B4-BE49-F238E27FC236}">
                    <a16:creationId xmlns:a16="http://schemas.microsoft.com/office/drawing/2014/main" id="{C28CD69D-1F17-3D98-0F13-2983269A59AB}"/>
                  </a:ext>
                </a:extLst>
              </p:cNvPr>
              <p:cNvSpPr/>
              <p:nvPr/>
            </p:nvSpPr>
            <p:spPr>
              <a:xfrm>
                <a:off x="1565027" y="5913802"/>
                <a:ext cx="34699" cy="34699"/>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090" name="ellipse_2903">
                <a:extLst>
                  <a:ext uri="{FF2B5EF4-FFF2-40B4-BE49-F238E27FC236}">
                    <a16:creationId xmlns:a16="http://schemas.microsoft.com/office/drawing/2014/main" id="{05190620-304C-EAB4-BF97-AECF9D243169}"/>
                  </a:ext>
                </a:extLst>
              </p:cNvPr>
              <p:cNvSpPr/>
              <p:nvPr/>
            </p:nvSpPr>
            <p:spPr>
              <a:xfrm>
                <a:off x="1592477" y="5951568"/>
                <a:ext cx="38059" cy="38059"/>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091" name="ellipse_2904">
                <a:extLst>
                  <a:ext uri="{FF2B5EF4-FFF2-40B4-BE49-F238E27FC236}">
                    <a16:creationId xmlns:a16="http://schemas.microsoft.com/office/drawing/2014/main" id="{C6E12FB0-0496-4B6F-0B70-B552FF03A69F}"/>
                  </a:ext>
                </a:extLst>
              </p:cNvPr>
              <p:cNvSpPr/>
              <p:nvPr/>
            </p:nvSpPr>
            <p:spPr>
              <a:xfrm>
                <a:off x="1755519" y="5859269"/>
                <a:ext cx="33604" cy="33604"/>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092" name="ellipse_2905">
                <a:extLst>
                  <a:ext uri="{FF2B5EF4-FFF2-40B4-BE49-F238E27FC236}">
                    <a16:creationId xmlns:a16="http://schemas.microsoft.com/office/drawing/2014/main" id="{FE744CF7-AF6F-71FF-C004-701916F8A807}"/>
                  </a:ext>
                </a:extLst>
              </p:cNvPr>
              <p:cNvSpPr/>
              <p:nvPr/>
            </p:nvSpPr>
            <p:spPr>
              <a:xfrm>
                <a:off x="1714504" y="5932612"/>
                <a:ext cx="32252" cy="32252"/>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093" name="ellipse_2906">
                <a:extLst>
                  <a:ext uri="{FF2B5EF4-FFF2-40B4-BE49-F238E27FC236}">
                    <a16:creationId xmlns:a16="http://schemas.microsoft.com/office/drawing/2014/main" id="{8312DE63-3E83-84FA-5325-4645516F1AC2}"/>
                  </a:ext>
                </a:extLst>
              </p:cNvPr>
              <p:cNvSpPr/>
              <p:nvPr/>
            </p:nvSpPr>
            <p:spPr>
              <a:xfrm>
                <a:off x="1739282" y="5823798"/>
                <a:ext cx="27565" cy="27565"/>
              </a:xfrm>
              <a:prstGeom prst="ellipse">
                <a:avLst/>
              </a:prstGeom>
              <a:gradFill flip="none" rotWithShape="1">
                <a:gsLst>
                  <a:gs pos="0">
                    <a:srgbClr val="F7F9FA"/>
                  </a:gs>
                  <a:gs pos="43000">
                    <a:srgbClr val="D9E0E5"/>
                  </a:gs>
                  <a:gs pos="100000">
                    <a:srgbClr val="B1BDC5"/>
                  </a:gs>
                </a:gsLst>
                <a:lin ang="2700000" scaled="1"/>
                <a:tileRect/>
              </a:gradFill>
              <a:ln w="1807" cap="rnd" cmpd="sng" algn="ctr">
                <a:noFill/>
                <a:prstDash val="solid"/>
                <a:round/>
                <a:headEnd type="none" w="med" len="med"/>
                <a:tailEnd type="none" w="med" len="med"/>
              </a:ln>
              <a:effectLst/>
            </p:spPr>
          </p:sp>
          <p:sp>
            <p:nvSpPr>
              <p:cNvPr id="3094" name="ellipse_2907">
                <a:extLst>
                  <a:ext uri="{FF2B5EF4-FFF2-40B4-BE49-F238E27FC236}">
                    <a16:creationId xmlns:a16="http://schemas.microsoft.com/office/drawing/2014/main" id="{0E5DE67A-1327-ACB1-4CB5-5E2513F0B75A}"/>
                  </a:ext>
                </a:extLst>
              </p:cNvPr>
              <p:cNvSpPr/>
              <p:nvPr/>
            </p:nvSpPr>
            <p:spPr>
              <a:xfrm>
                <a:off x="1477659" y="5897421"/>
                <a:ext cx="33413" cy="33413"/>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095" name="ellipse_2908">
                <a:extLst>
                  <a:ext uri="{FF2B5EF4-FFF2-40B4-BE49-F238E27FC236}">
                    <a16:creationId xmlns:a16="http://schemas.microsoft.com/office/drawing/2014/main" id="{1A4692C7-FD7C-F397-88E9-B0D206A14AFE}"/>
                  </a:ext>
                </a:extLst>
              </p:cNvPr>
              <p:cNvSpPr/>
              <p:nvPr/>
            </p:nvSpPr>
            <p:spPr>
              <a:xfrm>
                <a:off x="1671524" y="5897894"/>
                <a:ext cx="34031" cy="34031"/>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096" name="ellipse_2909">
                <a:extLst>
                  <a:ext uri="{FF2B5EF4-FFF2-40B4-BE49-F238E27FC236}">
                    <a16:creationId xmlns:a16="http://schemas.microsoft.com/office/drawing/2014/main" id="{6BC66C62-8AC3-BD11-843F-E7E1B0FEB9E3}"/>
                  </a:ext>
                </a:extLst>
              </p:cNvPr>
              <p:cNvSpPr/>
              <p:nvPr/>
            </p:nvSpPr>
            <p:spPr>
              <a:xfrm>
                <a:off x="1742971" y="5773835"/>
                <a:ext cx="35121" cy="35121"/>
              </a:xfrm>
              <a:prstGeom prst="ellipse">
                <a:avLst/>
              </a:prstGeom>
              <a:gradFill flip="none" rotWithShape="1">
                <a:gsLst>
                  <a:gs pos="0">
                    <a:srgbClr val="F5F7F8"/>
                  </a:gs>
                  <a:gs pos="43000">
                    <a:srgbClr val="CFD7DE"/>
                  </a:gs>
                  <a:gs pos="100000">
                    <a:srgbClr val="A5B3BD"/>
                  </a:gs>
                </a:gsLst>
                <a:lin ang="2700000" scaled="1"/>
                <a:tileRect/>
              </a:gradFill>
              <a:ln w="1807" cap="rnd" cmpd="sng" algn="ctr">
                <a:noFill/>
                <a:prstDash val="solid"/>
                <a:round/>
                <a:headEnd type="none" w="med" len="med"/>
                <a:tailEnd type="none" w="med" len="med"/>
              </a:ln>
              <a:effectLst/>
            </p:spPr>
          </p:sp>
          <p:sp>
            <p:nvSpPr>
              <p:cNvPr id="3097" name="ellipse_2910">
                <a:extLst>
                  <a:ext uri="{FF2B5EF4-FFF2-40B4-BE49-F238E27FC236}">
                    <a16:creationId xmlns:a16="http://schemas.microsoft.com/office/drawing/2014/main" id="{14FAAF99-20DC-F24D-0C70-95188A8AD489}"/>
                  </a:ext>
                </a:extLst>
              </p:cNvPr>
              <p:cNvSpPr/>
              <p:nvPr/>
            </p:nvSpPr>
            <p:spPr>
              <a:xfrm>
                <a:off x="1555987" y="5962446"/>
                <a:ext cx="25963" cy="25963"/>
              </a:xfrm>
              <a:prstGeom prst="ellipse">
                <a:avLst/>
              </a:prstGeom>
              <a:gradFill flip="none" rotWithShape="1">
                <a:gsLst>
                  <a:gs pos="0">
                    <a:srgbClr val="F6F7F9"/>
                  </a:gs>
                  <a:gs pos="43000">
                    <a:srgbClr val="D2DAE0"/>
                  </a:gs>
                  <a:gs pos="100000">
                    <a:srgbClr val="A9B5BF"/>
                  </a:gs>
                </a:gsLst>
                <a:lin ang="2700000" scaled="1"/>
                <a:tileRect/>
              </a:gradFill>
              <a:ln w="1807" cap="rnd" cmpd="sng" algn="ctr">
                <a:noFill/>
                <a:prstDash val="solid"/>
                <a:round/>
                <a:headEnd type="none" w="med" len="med"/>
                <a:tailEnd type="none" w="med" len="med"/>
              </a:ln>
              <a:effectLst/>
            </p:spPr>
          </p:sp>
          <p:sp>
            <p:nvSpPr>
              <p:cNvPr id="3098" name="ellipse_2911">
                <a:extLst>
                  <a:ext uri="{FF2B5EF4-FFF2-40B4-BE49-F238E27FC236}">
                    <a16:creationId xmlns:a16="http://schemas.microsoft.com/office/drawing/2014/main" id="{66F5F753-419B-9050-443F-85AE84F9F505}"/>
                  </a:ext>
                </a:extLst>
              </p:cNvPr>
              <p:cNvSpPr/>
              <p:nvPr/>
            </p:nvSpPr>
            <p:spPr>
              <a:xfrm>
                <a:off x="1725888" y="5766654"/>
                <a:ext cx="33262" cy="33262"/>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099" name="ellipse_2912">
                <a:extLst>
                  <a:ext uri="{FF2B5EF4-FFF2-40B4-BE49-F238E27FC236}">
                    <a16:creationId xmlns:a16="http://schemas.microsoft.com/office/drawing/2014/main" id="{B581F1F7-553C-BF4B-1C68-932BA644E405}"/>
                  </a:ext>
                </a:extLst>
              </p:cNvPr>
              <p:cNvSpPr/>
              <p:nvPr/>
            </p:nvSpPr>
            <p:spPr>
              <a:xfrm>
                <a:off x="1638437" y="5914338"/>
                <a:ext cx="38036" cy="38036"/>
              </a:xfrm>
              <a:prstGeom prst="ellipse">
                <a:avLst/>
              </a:prstGeom>
              <a:gradFill flip="none" rotWithShape="1">
                <a:gsLst>
                  <a:gs pos="0">
                    <a:srgbClr val="F5F6F8"/>
                  </a:gs>
                  <a:gs pos="43000">
                    <a:srgbClr val="CDD6DC"/>
                  </a:gs>
                  <a:gs pos="100000">
                    <a:srgbClr val="A4B1BB"/>
                  </a:gs>
                </a:gsLst>
                <a:lin ang="2700000" scaled="1"/>
                <a:tileRect/>
              </a:gradFill>
              <a:ln w="1807" cap="rnd" cmpd="sng" algn="ctr">
                <a:noFill/>
                <a:prstDash val="solid"/>
                <a:round/>
                <a:headEnd type="none" w="med" len="med"/>
                <a:tailEnd type="none" w="med" len="med"/>
              </a:ln>
              <a:effectLst/>
            </p:spPr>
          </p:sp>
          <p:sp>
            <p:nvSpPr>
              <p:cNvPr id="3100" name="ellipse_2913">
                <a:extLst>
                  <a:ext uri="{FF2B5EF4-FFF2-40B4-BE49-F238E27FC236}">
                    <a16:creationId xmlns:a16="http://schemas.microsoft.com/office/drawing/2014/main" id="{BDD20724-9BB6-AD60-9B19-D19D1AF6FDF8}"/>
                  </a:ext>
                </a:extLst>
              </p:cNvPr>
              <p:cNvSpPr/>
              <p:nvPr/>
            </p:nvSpPr>
            <p:spPr>
              <a:xfrm>
                <a:off x="1469814" y="5810243"/>
                <a:ext cx="26475" cy="26475"/>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101" name="ellipse_2914">
                <a:extLst>
                  <a:ext uri="{FF2B5EF4-FFF2-40B4-BE49-F238E27FC236}">
                    <a16:creationId xmlns:a16="http://schemas.microsoft.com/office/drawing/2014/main" id="{D2EEEC75-DBD2-4977-FBFD-F62008ED66DA}"/>
                  </a:ext>
                </a:extLst>
              </p:cNvPr>
              <p:cNvSpPr/>
              <p:nvPr/>
            </p:nvSpPr>
            <p:spPr>
              <a:xfrm>
                <a:off x="1604446" y="5912480"/>
                <a:ext cx="25177" cy="25177"/>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02" name="ellipse_2915">
                <a:extLst>
                  <a:ext uri="{FF2B5EF4-FFF2-40B4-BE49-F238E27FC236}">
                    <a16:creationId xmlns:a16="http://schemas.microsoft.com/office/drawing/2014/main" id="{2939F037-27CC-4649-916C-7C18927BE071}"/>
                  </a:ext>
                </a:extLst>
              </p:cNvPr>
              <p:cNvSpPr/>
              <p:nvPr/>
            </p:nvSpPr>
            <p:spPr>
              <a:xfrm>
                <a:off x="1537160" y="5725932"/>
                <a:ext cx="26446" cy="26446"/>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103" name="ellipse_2916">
                <a:extLst>
                  <a:ext uri="{FF2B5EF4-FFF2-40B4-BE49-F238E27FC236}">
                    <a16:creationId xmlns:a16="http://schemas.microsoft.com/office/drawing/2014/main" id="{FD083F98-58F0-2D5C-9A12-FCABA52C1DF9}"/>
                  </a:ext>
                </a:extLst>
              </p:cNvPr>
              <p:cNvSpPr/>
              <p:nvPr/>
            </p:nvSpPr>
            <p:spPr>
              <a:xfrm>
                <a:off x="1627934" y="5686479"/>
                <a:ext cx="28884" cy="28884"/>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104" name="ellipse_2917">
                <a:extLst>
                  <a:ext uri="{FF2B5EF4-FFF2-40B4-BE49-F238E27FC236}">
                    <a16:creationId xmlns:a16="http://schemas.microsoft.com/office/drawing/2014/main" id="{A50CE224-C010-E0FF-D360-B9098E025600}"/>
                  </a:ext>
                </a:extLst>
              </p:cNvPr>
              <p:cNvSpPr/>
              <p:nvPr/>
            </p:nvSpPr>
            <p:spPr>
              <a:xfrm>
                <a:off x="1673455" y="5697854"/>
                <a:ext cx="24843" cy="24843"/>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105" name="ellipse_2918">
                <a:extLst>
                  <a:ext uri="{FF2B5EF4-FFF2-40B4-BE49-F238E27FC236}">
                    <a16:creationId xmlns:a16="http://schemas.microsoft.com/office/drawing/2014/main" id="{12C8DBF6-3D10-DE4A-6F80-5228DD842EF5}"/>
                  </a:ext>
                </a:extLst>
              </p:cNvPr>
              <p:cNvSpPr/>
              <p:nvPr/>
            </p:nvSpPr>
            <p:spPr>
              <a:xfrm>
                <a:off x="1740188" y="5843935"/>
                <a:ext cx="33634" cy="33634"/>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3106" name="ellipse_2919">
                <a:extLst>
                  <a:ext uri="{FF2B5EF4-FFF2-40B4-BE49-F238E27FC236}">
                    <a16:creationId xmlns:a16="http://schemas.microsoft.com/office/drawing/2014/main" id="{674ACEDC-D7AF-6B49-031E-DFBE3D17A4F4}"/>
                  </a:ext>
                </a:extLst>
              </p:cNvPr>
              <p:cNvSpPr/>
              <p:nvPr/>
            </p:nvSpPr>
            <p:spPr>
              <a:xfrm>
                <a:off x="1747527" y="5782823"/>
                <a:ext cx="38868" cy="38868"/>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107" name="ellipse_2920">
                <a:extLst>
                  <a:ext uri="{FF2B5EF4-FFF2-40B4-BE49-F238E27FC236}">
                    <a16:creationId xmlns:a16="http://schemas.microsoft.com/office/drawing/2014/main" id="{CFC50842-FFDE-D406-71E6-9FC26E80F670}"/>
                  </a:ext>
                </a:extLst>
              </p:cNvPr>
              <p:cNvSpPr/>
              <p:nvPr/>
            </p:nvSpPr>
            <p:spPr>
              <a:xfrm>
                <a:off x="1601887" y="5948096"/>
                <a:ext cx="25828" cy="25828"/>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108" name="ellipse_2921">
                <a:extLst>
                  <a:ext uri="{FF2B5EF4-FFF2-40B4-BE49-F238E27FC236}">
                    <a16:creationId xmlns:a16="http://schemas.microsoft.com/office/drawing/2014/main" id="{63874652-33F8-E314-EA27-6B05EDB45E83}"/>
                  </a:ext>
                </a:extLst>
              </p:cNvPr>
              <p:cNvSpPr/>
              <p:nvPr/>
            </p:nvSpPr>
            <p:spPr>
              <a:xfrm>
                <a:off x="1749582" y="5888113"/>
                <a:ext cx="36487" cy="36487"/>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109" name="ellipse_2922">
                <a:extLst>
                  <a:ext uri="{FF2B5EF4-FFF2-40B4-BE49-F238E27FC236}">
                    <a16:creationId xmlns:a16="http://schemas.microsoft.com/office/drawing/2014/main" id="{BC0833B8-B3B5-B851-D23B-9006FB8C1007}"/>
                  </a:ext>
                </a:extLst>
              </p:cNvPr>
              <p:cNvSpPr/>
              <p:nvPr/>
            </p:nvSpPr>
            <p:spPr>
              <a:xfrm>
                <a:off x="1731701" y="5860783"/>
                <a:ext cx="23989" cy="23989"/>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110" name="ellipse_2923">
                <a:extLst>
                  <a:ext uri="{FF2B5EF4-FFF2-40B4-BE49-F238E27FC236}">
                    <a16:creationId xmlns:a16="http://schemas.microsoft.com/office/drawing/2014/main" id="{D7CD9656-CCC7-2A32-76E1-A7448370A18C}"/>
                  </a:ext>
                </a:extLst>
              </p:cNvPr>
              <p:cNvSpPr/>
              <p:nvPr/>
            </p:nvSpPr>
            <p:spPr>
              <a:xfrm>
                <a:off x="1759056" y="5817672"/>
                <a:ext cx="28808" cy="28808"/>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111" name="ellipse_2924">
                <a:extLst>
                  <a:ext uri="{FF2B5EF4-FFF2-40B4-BE49-F238E27FC236}">
                    <a16:creationId xmlns:a16="http://schemas.microsoft.com/office/drawing/2014/main" id="{A252C2F4-0073-2BE7-8C55-10ED63DF4E38}"/>
                  </a:ext>
                </a:extLst>
              </p:cNvPr>
              <p:cNvSpPr/>
              <p:nvPr/>
            </p:nvSpPr>
            <p:spPr>
              <a:xfrm>
                <a:off x="1547821" y="5674848"/>
                <a:ext cx="24536" cy="24536"/>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12" name="ellipse_2925">
                <a:extLst>
                  <a:ext uri="{FF2B5EF4-FFF2-40B4-BE49-F238E27FC236}">
                    <a16:creationId xmlns:a16="http://schemas.microsoft.com/office/drawing/2014/main" id="{C101F25D-558C-F656-499D-8AD8D5CAAFBA}"/>
                  </a:ext>
                </a:extLst>
              </p:cNvPr>
              <p:cNvSpPr/>
              <p:nvPr/>
            </p:nvSpPr>
            <p:spPr>
              <a:xfrm>
                <a:off x="1436856" y="5736363"/>
                <a:ext cx="23841" cy="23841"/>
              </a:xfrm>
              <a:prstGeom prst="ellipse">
                <a:avLst/>
              </a:prstGeom>
              <a:gradFill flip="none" rotWithShape="1">
                <a:gsLst>
                  <a:gs pos="0">
                    <a:srgbClr val="F6F8F9"/>
                  </a:gs>
                  <a:gs pos="43000">
                    <a:srgbClr val="D5DCE3"/>
                  </a:gs>
                  <a:gs pos="100000">
                    <a:srgbClr val="ADB8C2"/>
                  </a:gs>
                </a:gsLst>
                <a:lin ang="2700000" scaled="1"/>
                <a:tileRect/>
              </a:gradFill>
              <a:ln w="1807" cap="rnd" cmpd="sng" algn="ctr">
                <a:noFill/>
                <a:prstDash val="solid"/>
                <a:round/>
                <a:headEnd type="none" w="med" len="med"/>
                <a:tailEnd type="none" w="med" len="med"/>
              </a:ln>
              <a:effectLst/>
            </p:spPr>
          </p:sp>
          <p:sp>
            <p:nvSpPr>
              <p:cNvPr id="3113" name="ellipse_2926">
                <a:extLst>
                  <a:ext uri="{FF2B5EF4-FFF2-40B4-BE49-F238E27FC236}">
                    <a16:creationId xmlns:a16="http://schemas.microsoft.com/office/drawing/2014/main" id="{7EC11737-BB78-6C45-260B-0F8078A6AE4E}"/>
                  </a:ext>
                </a:extLst>
              </p:cNvPr>
              <p:cNvSpPr/>
              <p:nvPr/>
            </p:nvSpPr>
            <p:spPr>
              <a:xfrm>
                <a:off x="1457390" y="5888267"/>
                <a:ext cx="35961" cy="35961"/>
              </a:xfrm>
              <a:prstGeom prst="ellipse">
                <a:avLst/>
              </a:prstGeom>
              <a:gradFill flip="none" rotWithShape="1">
                <a:gsLst>
                  <a:gs pos="0">
                    <a:srgbClr val="F7F9FA"/>
                  </a:gs>
                  <a:gs pos="43000">
                    <a:srgbClr val="DAE0E6"/>
                  </a:gs>
                  <a:gs pos="100000">
                    <a:srgbClr val="B2BDC6"/>
                  </a:gs>
                </a:gsLst>
                <a:lin ang="2700000" scaled="1"/>
                <a:tileRect/>
              </a:gradFill>
              <a:ln w="1807" cap="rnd" cmpd="sng" algn="ctr">
                <a:noFill/>
                <a:prstDash val="solid"/>
                <a:round/>
                <a:headEnd type="none" w="med" len="med"/>
                <a:tailEnd type="none" w="med" len="med"/>
              </a:ln>
              <a:effectLst/>
            </p:spPr>
          </p:sp>
          <p:sp>
            <p:nvSpPr>
              <p:cNvPr id="3114" name="ellipse_2927">
                <a:extLst>
                  <a:ext uri="{FF2B5EF4-FFF2-40B4-BE49-F238E27FC236}">
                    <a16:creationId xmlns:a16="http://schemas.microsoft.com/office/drawing/2014/main" id="{D32DEF06-A342-4269-13C4-CC257C8B6721}"/>
                  </a:ext>
                </a:extLst>
              </p:cNvPr>
              <p:cNvSpPr/>
              <p:nvPr/>
            </p:nvSpPr>
            <p:spPr>
              <a:xfrm>
                <a:off x="1428158" y="5810865"/>
                <a:ext cx="33956" cy="33956"/>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115" name="ellipse_2928">
                <a:extLst>
                  <a:ext uri="{FF2B5EF4-FFF2-40B4-BE49-F238E27FC236}">
                    <a16:creationId xmlns:a16="http://schemas.microsoft.com/office/drawing/2014/main" id="{F97EC603-23A6-811C-1E04-FDA2ACC93068}"/>
                  </a:ext>
                </a:extLst>
              </p:cNvPr>
              <p:cNvSpPr/>
              <p:nvPr/>
            </p:nvSpPr>
            <p:spPr>
              <a:xfrm>
                <a:off x="1806304" y="5819862"/>
                <a:ext cx="23670" cy="23670"/>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116" name="ellipse_2929">
                <a:extLst>
                  <a:ext uri="{FF2B5EF4-FFF2-40B4-BE49-F238E27FC236}">
                    <a16:creationId xmlns:a16="http://schemas.microsoft.com/office/drawing/2014/main" id="{95FAB3C8-CCE6-7D62-5DE4-1707BB2CC141}"/>
                  </a:ext>
                </a:extLst>
              </p:cNvPr>
              <p:cNvSpPr/>
              <p:nvPr/>
            </p:nvSpPr>
            <p:spPr>
              <a:xfrm>
                <a:off x="1627313" y="5712973"/>
                <a:ext cx="37885" cy="37885"/>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117" name="ellipse_2930">
                <a:extLst>
                  <a:ext uri="{FF2B5EF4-FFF2-40B4-BE49-F238E27FC236}">
                    <a16:creationId xmlns:a16="http://schemas.microsoft.com/office/drawing/2014/main" id="{F778BA92-8D45-5054-FA02-FE49BA0C261E}"/>
                  </a:ext>
                </a:extLst>
              </p:cNvPr>
              <p:cNvSpPr/>
              <p:nvPr/>
            </p:nvSpPr>
            <p:spPr>
              <a:xfrm>
                <a:off x="1710685" y="5883673"/>
                <a:ext cx="23533" cy="23533"/>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118" name="ellipse_2931">
                <a:extLst>
                  <a:ext uri="{FF2B5EF4-FFF2-40B4-BE49-F238E27FC236}">
                    <a16:creationId xmlns:a16="http://schemas.microsoft.com/office/drawing/2014/main" id="{2A6DA523-A84D-8B67-EC4F-888404A729EC}"/>
                  </a:ext>
                </a:extLst>
              </p:cNvPr>
              <p:cNvSpPr/>
              <p:nvPr/>
            </p:nvSpPr>
            <p:spPr>
              <a:xfrm>
                <a:off x="1694615" y="5911084"/>
                <a:ext cx="29708" cy="29708"/>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119" name="ellipse_2932">
                <a:extLst>
                  <a:ext uri="{FF2B5EF4-FFF2-40B4-BE49-F238E27FC236}">
                    <a16:creationId xmlns:a16="http://schemas.microsoft.com/office/drawing/2014/main" id="{01DF9102-47B9-A337-0354-233BE5FAF7F7}"/>
                  </a:ext>
                </a:extLst>
              </p:cNvPr>
              <p:cNvSpPr/>
              <p:nvPr/>
            </p:nvSpPr>
            <p:spPr>
              <a:xfrm>
                <a:off x="1701593" y="5924380"/>
                <a:ext cx="23793" cy="23793"/>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120" name="ellipse_2933">
                <a:extLst>
                  <a:ext uri="{FF2B5EF4-FFF2-40B4-BE49-F238E27FC236}">
                    <a16:creationId xmlns:a16="http://schemas.microsoft.com/office/drawing/2014/main" id="{49A0E292-9323-631F-8478-658A89370B45}"/>
                  </a:ext>
                </a:extLst>
              </p:cNvPr>
              <p:cNvSpPr/>
              <p:nvPr/>
            </p:nvSpPr>
            <p:spPr>
              <a:xfrm>
                <a:off x="1599033" y="5681949"/>
                <a:ext cx="29376" cy="29376"/>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121" name="ellipse_2934">
                <a:extLst>
                  <a:ext uri="{FF2B5EF4-FFF2-40B4-BE49-F238E27FC236}">
                    <a16:creationId xmlns:a16="http://schemas.microsoft.com/office/drawing/2014/main" id="{875F2795-6FD9-4201-0E96-A680D6822F5F}"/>
                  </a:ext>
                </a:extLst>
              </p:cNvPr>
              <p:cNvSpPr/>
              <p:nvPr/>
            </p:nvSpPr>
            <p:spPr>
              <a:xfrm>
                <a:off x="1706363" y="5885733"/>
                <a:ext cx="27882" cy="27882"/>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122" name="ellipse_2935">
                <a:extLst>
                  <a:ext uri="{FF2B5EF4-FFF2-40B4-BE49-F238E27FC236}">
                    <a16:creationId xmlns:a16="http://schemas.microsoft.com/office/drawing/2014/main" id="{C8518E16-D74A-44D5-27E4-DE7338769575}"/>
                  </a:ext>
                </a:extLst>
              </p:cNvPr>
              <p:cNvSpPr/>
              <p:nvPr/>
            </p:nvSpPr>
            <p:spPr>
              <a:xfrm>
                <a:off x="1644117" y="5927383"/>
                <a:ext cx="31868" cy="31868"/>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123" name="ellipse_2936">
                <a:extLst>
                  <a:ext uri="{FF2B5EF4-FFF2-40B4-BE49-F238E27FC236}">
                    <a16:creationId xmlns:a16="http://schemas.microsoft.com/office/drawing/2014/main" id="{20F28587-880B-E27E-D313-F27359570FD6}"/>
                  </a:ext>
                </a:extLst>
              </p:cNvPr>
              <p:cNvSpPr/>
              <p:nvPr/>
            </p:nvSpPr>
            <p:spPr>
              <a:xfrm>
                <a:off x="1582830" y="5913046"/>
                <a:ext cx="31662" cy="31662"/>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124" name="ellipse_2937">
                <a:extLst>
                  <a:ext uri="{FF2B5EF4-FFF2-40B4-BE49-F238E27FC236}">
                    <a16:creationId xmlns:a16="http://schemas.microsoft.com/office/drawing/2014/main" id="{E158EDC0-9A8F-593D-76EE-1B9E363524E8}"/>
                  </a:ext>
                </a:extLst>
              </p:cNvPr>
              <p:cNvSpPr/>
              <p:nvPr/>
            </p:nvSpPr>
            <p:spPr>
              <a:xfrm>
                <a:off x="1441252" y="5843458"/>
                <a:ext cx="37932" cy="37932"/>
              </a:xfrm>
              <a:prstGeom prst="ellipse">
                <a:avLst/>
              </a:prstGeom>
              <a:gradFill flip="none" rotWithShape="1">
                <a:gsLst>
                  <a:gs pos="0">
                    <a:srgbClr val="F6F7F8"/>
                  </a:gs>
                  <a:gs pos="43000">
                    <a:srgbClr val="D2DADF"/>
                  </a:gs>
                  <a:gs pos="100000">
                    <a:srgbClr val="A9B5BE"/>
                  </a:gs>
                </a:gsLst>
                <a:lin ang="2700000" scaled="1"/>
                <a:tileRect/>
              </a:gradFill>
              <a:ln w="1807" cap="rnd" cmpd="sng" algn="ctr">
                <a:noFill/>
                <a:prstDash val="solid"/>
                <a:round/>
                <a:headEnd type="none" w="med" len="med"/>
                <a:tailEnd type="none" w="med" len="med"/>
              </a:ln>
              <a:effectLst/>
            </p:spPr>
          </p:sp>
          <p:sp>
            <p:nvSpPr>
              <p:cNvPr id="3125" name="ellipse_2938">
                <a:extLst>
                  <a:ext uri="{FF2B5EF4-FFF2-40B4-BE49-F238E27FC236}">
                    <a16:creationId xmlns:a16="http://schemas.microsoft.com/office/drawing/2014/main" id="{AE434CE9-8434-3355-77C9-471D3D899EF2}"/>
                  </a:ext>
                </a:extLst>
              </p:cNvPr>
              <p:cNvSpPr/>
              <p:nvPr/>
            </p:nvSpPr>
            <p:spPr>
              <a:xfrm>
                <a:off x="1676913" y="5723244"/>
                <a:ext cx="35560" cy="35560"/>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26" name="ellipse_2939">
                <a:extLst>
                  <a:ext uri="{FF2B5EF4-FFF2-40B4-BE49-F238E27FC236}">
                    <a16:creationId xmlns:a16="http://schemas.microsoft.com/office/drawing/2014/main" id="{8257387C-5F4B-7898-FED7-1D6CA90ACBCA}"/>
                  </a:ext>
                </a:extLst>
              </p:cNvPr>
              <p:cNvSpPr/>
              <p:nvPr/>
            </p:nvSpPr>
            <p:spPr>
              <a:xfrm>
                <a:off x="1442316" y="5759309"/>
                <a:ext cx="30564" cy="30564"/>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127" name="ellipse_2940">
                <a:extLst>
                  <a:ext uri="{FF2B5EF4-FFF2-40B4-BE49-F238E27FC236}">
                    <a16:creationId xmlns:a16="http://schemas.microsoft.com/office/drawing/2014/main" id="{FA5902A1-6E5B-CB35-ABBF-B4F98503DDDB}"/>
                  </a:ext>
                </a:extLst>
              </p:cNvPr>
              <p:cNvSpPr/>
              <p:nvPr/>
            </p:nvSpPr>
            <p:spPr>
              <a:xfrm>
                <a:off x="1660843" y="5732672"/>
                <a:ext cx="32471" cy="32471"/>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128" name="ellipse_2941">
                <a:extLst>
                  <a:ext uri="{FF2B5EF4-FFF2-40B4-BE49-F238E27FC236}">
                    <a16:creationId xmlns:a16="http://schemas.microsoft.com/office/drawing/2014/main" id="{4A28A7D0-A9D8-F94F-578A-01474C02BB0D}"/>
                  </a:ext>
                </a:extLst>
              </p:cNvPr>
              <p:cNvSpPr/>
              <p:nvPr/>
            </p:nvSpPr>
            <p:spPr>
              <a:xfrm>
                <a:off x="1441929" y="5857738"/>
                <a:ext cx="27539" cy="27539"/>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129" name="ellipse_2942">
                <a:extLst>
                  <a:ext uri="{FF2B5EF4-FFF2-40B4-BE49-F238E27FC236}">
                    <a16:creationId xmlns:a16="http://schemas.microsoft.com/office/drawing/2014/main" id="{5EE01858-93B3-C98F-90E2-DE298BABAFC5}"/>
                  </a:ext>
                </a:extLst>
              </p:cNvPr>
              <p:cNvSpPr/>
              <p:nvPr/>
            </p:nvSpPr>
            <p:spPr>
              <a:xfrm>
                <a:off x="1605905" y="5946213"/>
                <a:ext cx="23720" cy="23720"/>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130" name="ellipse_2943">
                <a:extLst>
                  <a:ext uri="{FF2B5EF4-FFF2-40B4-BE49-F238E27FC236}">
                    <a16:creationId xmlns:a16="http://schemas.microsoft.com/office/drawing/2014/main" id="{F100F842-18F5-06E0-A781-AAC0889C0F95}"/>
                  </a:ext>
                </a:extLst>
              </p:cNvPr>
              <p:cNvSpPr/>
              <p:nvPr/>
            </p:nvSpPr>
            <p:spPr>
              <a:xfrm>
                <a:off x="1666560" y="5904207"/>
                <a:ext cx="25696" cy="25696"/>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131" name="ellipse_2944">
                <a:extLst>
                  <a:ext uri="{FF2B5EF4-FFF2-40B4-BE49-F238E27FC236}">
                    <a16:creationId xmlns:a16="http://schemas.microsoft.com/office/drawing/2014/main" id="{2DDBBB91-181E-CEAD-A098-A7579DF6E283}"/>
                  </a:ext>
                </a:extLst>
              </p:cNvPr>
              <p:cNvSpPr/>
              <p:nvPr/>
            </p:nvSpPr>
            <p:spPr>
              <a:xfrm>
                <a:off x="1569217" y="5720001"/>
                <a:ext cx="32959" cy="32959"/>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132" name="ellipse_2945">
                <a:extLst>
                  <a:ext uri="{FF2B5EF4-FFF2-40B4-BE49-F238E27FC236}">
                    <a16:creationId xmlns:a16="http://schemas.microsoft.com/office/drawing/2014/main" id="{F15C713E-1C86-1816-E097-B5553CD76B00}"/>
                  </a:ext>
                </a:extLst>
              </p:cNvPr>
              <p:cNvSpPr/>
              <p:nvPr/>
            </p:nvSpPr>
            <p:spPr>
              <a:xfrm>
                <a:off x="1628649" y="5681483"/>
                <a:ext cx="30404" cy="30404"/>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133" name="ellipse_2946">
                <a:extLst>
                  <a:ext uri="{FF2B5EF4-FFF2-40B4-BE49-F238E27FC236}">
                    <a16:creationId xmlns:a16="http://schemas.microsoft.com/office/drawing/2014/main" id="{03927AA3-F9DA-B8E1-D5FF-0700F952CF68}"/>
                  </a:ext>
                </a:extLst>
              </p:cNvPr>
              <p:cNvSpPr/>
              <p:nvPr/>
            </p:nvSpPr>
            <p:spPr>
              <a:xfrm>
                <a:off x="1713397" y="5861457"/>
                <a:ext cx="33198" cy="33198"/>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134" name="ellipse_2947">
                <a:extLst>
                  <a:ext uri="{FF2B5EF4-FFF2-40B4-BE49-F238E27FC236}">
                    <a16:creationId xmlns:a16="http://schemas.microsoft.com/office/drawing/2014/main" id="{1524104B-B080-1698-8105-B758BBF399DB}"/>
                  </a:ext>
                </a:extLst>
              </p:cNvPr>
              <p:cNvSpPr/>
              <p:nvPr/>
            </p:nvSpPr>
            <p:spPr>
              <a:xfrm>
                <a:off x="1568321" y="5927538"/>
                <a:ext cx="37172" cy="37172"/>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135" name="ellipse_2948">
                <a:extLst>
                  <a:ext uri="{FF2B5EF4-FFF2-40B4-BE49-F238E27FC236}">
                    <a16:creationId xmlns:a16="http://schemas.microsoft.com/office/drawing/2014/main" id="{5CF8FC6D-2B18-3C7A-9333-2507324E711F}"/>
                  </a:ext>
                </a:extLst>
              </p:cNvPr>
              <p:cNvSpPr/>
              <p:nvPr/>
            </p:nvSpPr>
            <p:spPr>
              <a:xfrm>
                <a:off x="1589792" y="5719262"/>
                <a:ext cx="26962" cy="26962"/>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136" name="ellipse_2949">
                <a:extLst>
                  <a:ext uri="{FF2B5EF4-FFF2-40B4-BE49-F238E27FC236}">
                    <a16:creationId xmlns:a16="http://schemas.microsoft.com/office/drawing/2014/main" id="{B7043ACE-86A5-2150-663E-B0B3E1F9AA6A}"/>
                  </a:ext>
                </a:extLst>
              </p:cNvPr>
              <p:cNvSpPr/>
              <p:nvPr/>
            </p:nvSpPr>
            <p:spPr>
              <a:xfrm>
                <a:off x="1493034" y="5768073"/>
                <a:ext cx="32512" cy="32512"/>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137" name="ellipse_2950">
                <a:extLst>
                  <a:ext uri="{FF2B5EF4-FFF2-40B4-BE49-F238E27FC236}">
                    <a16:creationId xmlns:a16="http://schemas.microsoft.com/office/drawing/2014/main" id="{2538CE13-E091-121A-B764-E7EF1E8DA3C3}"/>
                  </a:ext>
                </a:extLst>
              </p:cNvPr>
              <p:cNvSpPr/>
              <p:nvPr/>
            </p:nvSpPr>
            <p:spPr>
              <a:xfrm>
                <a:off x="1700028" y="5916902"/>
                <a:ext cx="26704" cy="26704"/>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38" name="ellipse_2951">
                <a:extLst>
                  <a:ext uri="{FF2B5EF4-FFF2-40B4-BE49-F238E27FC236}">
                    <a16:creationId xmlns:a16="http://schemas.microsoft.com/office/drawing/2014/main" id="{CFD67593-043D-8F0D-D76A-1CAFC8F3D20D}"/>
                  </a:ext>
                </a:extLst>
              </p:cNvPr>
              <p:cNvSpPr/>
              <p:nvPr/>
            </p:nvSpPr>
            <p:spPr>
              <a:xfrm>
                <a:off x="1484645" y="5849570"/>
                <a:ext cx="34307" cy="34307"/>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139" name="ellipse_2952">
                <a:extLst>
                  <a:ext uri="{FF2B5EF4-FFF2-40B4-BE49-F238E27FC236}">
                    <a16:creationId xmlns:a16="http://schemas.microsoft.com/office/drawing/2014/main" id="{8A0B6047-68A1-74DD-285A-45D4BAE0BF35}"/>
                  </a:ext>
                </a:extLst>
              </p:cNvPr>
              <p:cNvSpPr/>
              <p:nvPr/>
            </p:nvSpPr>
            <p:spPr>
              <a:xfrm>
                <a:off x="1796236" y="5779448"/>
                <a:ext cx="31087" cy="31087"/>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140" name="ellipse_2953">
                <a:extLst>
                  <a:ext uri="{FF2B5EF4-FFF2-40B4-BE49-F238E27FC236}">
                    <a16:creationId xmlns:a16="http://schemas.microsoft.com/office/drawing/2014/main" id="{69C7C7E6-72CC-977E-3E07-0080B04224A3}"/>
                  </a:ext>
                </a:extLst>
              </p:cNvPr>
              <p:cNvSpPr/>
              <p:nvPr/>
            </p:nvSpPr>
            <p:spPr>
              <a:xfrm>
                <a:off x="1703383" y="5707987"/>
                <a:ext cx="24249" cy="24249"/>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141" name="ellipse_2954">
                <a:extLst>
                  <a:ext uri="{FF2B5EF4-FFF2-40B4-BE49-F238E27FC236}">
                    <a16:creationId xmlns:a16="http://schemas.microsoft.com/office/drawing/2014/main" id="{DA4FF02F-4173-F326-CD0D-A22FE86E0D42}"/>
                  </a:ext>
                </a:extLst>
              </p:cNvPr>
              <p:cNvSpPr/>
              <p:nvPr/>
            </p:nvSpPr>
            <p:spPr>
              <a:xfrm>
                <a:off x="1639165" y="5940343"/>
                <a:ext cx="34999" cy="34999"/>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142" name="ellipse_2955">
                <a:extLst>
                  <a:ext uri="{FF2B5EF4-FFF2-40B4-BE49-F238E27FC236}">
                    <a16:creationId xmlns:a16="http://schemas.microsoft.com/office/drawing/2014/main" id="{A0E975CC-BFEC-D488-1CE0-0FAC02CA95A4}"/>
                  </a:ext>
                </a:extLst>
              </p:cNvPr>
              <p:cNvSpPr/>
              <p:nvPr/>
            </p:nvSpPr>
            <p:spPr>
              <a:xfrm>
                <a:off x="1607929" y="5664825"/>
                <a:ext cx="32753" cy="32753"/>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143" name="ellipse_2956">
                <a:extLst>
                  <a:ext uri="{FF2B5EF4-FFF2-40B4-BE49-F238E27FC236}">
                    <a16:creationId xmlns:a16="http://schemas.microsoft.com/office/drawing/2014/main" id="{7F77CFAC-42F2-3C17-1CF2-3F1DAF9C9BE0}"/>
                  </a:ext>
                </a:extLst>
              </p:cNvPr>
              <p:cNvSpPr/>
              <p:nvPr/>
            </p:nvSpPr>
            <p:spPr>
              <a:xfrm>
                <a:off x="1431638" y="5888721"/>
                <a:ext cx="32307" cy="32307"/>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144" name="ellipse_2957">
                <a:extLst>
                  <a:ext uri="{FF2B5EF4-FFF2-40B4-BE49-F238E27FC236}">
                    <a16:creationId xmlns:a16="http://schemas.microsoft.com/office/drawing/2014/main" id="{2A53B1C4-1703-F0F9-53B2-5B2FC6416C48}"/>
                  </a:ext>
                </a:extLst>
              </p:cNvPr>
              <p:cNvSpPr/>
              <p:nvPr/>
            </p:nvSpPr>
            <p:spPr>
              <a:xfrm>
                <a:off x="1763250" y="5810798"/>
                <a:ext cx="24008" cy="24008"/>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145" name="ellipse_2958">
                <a:extLst>
                  <a:ext uri="{FF2B5EF4-FFF2-40B4-BE49-F238E27FC236}">
                    <a16:creationId xmlns:a16="http://schemas.microsoft.com/office/drawing/2014/main" id="{FA0474CB-EE34-0CBC-BDA4-C2E3BB71330A}"/>
                  </a:ext>
                </a:extLst>
              </p:cNvPr>
              <p:cNvSpPr/>
              <p:nvPr/>
            </p:nvSpPr>
            <p:spPr>
              <a:xfrm>
                <a:off x="1770156" y="5894195"/>
                <a:ext cx="34129" cy="34129"/>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146" name="ellipse_2959">
                <a:extLst>
                  <a:ext uri="{FF2B5EF4-FFF2-40B4-BE49-F238E27FC236}">
                    <a16:creationId xmlns:a16="http://schemas.microsoft.com/office/drawing/2014/main" id="{FA4FDA5D-2893-9214-BF81-FA965C125B08}"/>
                  </a:ext>
                </a:extLst>
              </p:cNvPr>
              <p:cNvSpPr/>
              <p:nvPr/>
            </p:nvSpPr>
            <p:spPr>
              <a:xfrm>
                <a:off x="1631456" y="5662376"/>
                <a:ext cx="36317" cy="36317"/>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147" name="ellipse_2960">
                <a:extLst>
                  <a:ext uri="{FF2B5EF4-FFF2-40B4-BE49-F238E27FC236}">
                    <a16:creationId xmlns:a16="http://schemas.microsoft.com/office/drawing/2014/main" id="{8EF11B34-DF50-A009-1A50-979434668900}"/>
                  </a:ext>
                </a:extLst>
              </p:cNvPr>
              <p:cNvSpPr/>
              <p:nvPr/>
            </p:nvSpPr>
            <p:spPr>
              <a:xfrm>
                <a:off x="1505565" y="5729779"/>
                <a:ext cx="35155" cy="35155"/>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148" name="ellipse_2961">
                <a:extLst>
                  <a:ext uri="{FF2B5EF4-FFF2-40B4-BE49-F238E27FC236}">
                    <a16:creationId xmlns:a16="http://schemas.microsoft.com/office/drawing/2014/main" id="{DAD68CF9-84AD-57F3-DB88-C48F370B5896}"/>
                  </a:ext>
                </a:extLst>
              </p:cNvPr>
              <p:cNvSpPr/>
              <p:nvPr/>
            </p:nvSpPr>
            <p:spPr>
              <a:xfrm>
                <a:off x="1745125" y="5807695"/>
                <a:ext cx="28645" cy="28645"/>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149" name="ellipse_2962">
                <a:extLst>
                  <a:ext uri="{FF2B5EF4-FFF2-40B4-BE49-F238E27FC236}">
                    <a16:creationId xmlns:a16="http://schemas.microsoft.com/office/drawing/2014/main" id="{77D73EC9-BAFC-798A-76A6-B1685B73210D}"/>
                  </a:ext>
                </a:extLst>
              </p:cNvPr>
              <p:cNvSpPr/>
              <p:nvPr/>
            </p:nvSpPr>
            <p:spPr>
              <a:xfrm>
                <a:off x="1415944" y="5861397"/>
                <a:ext cx="29118" cy="29118"/>
              </a:xfrm>
              <a:prstGeom prst="ellipse">
                <a:avLst/>
              </a:prstGeom>
              <a:gradFill flip="none" rotWithShape="1">
                <a:gsLst>
                  <a:gs pos="0">
                    <a:srgbClr val="F6F8F9"/>
                  </a:gs>
                  <a:gs pos="43000">
                    <a:srgbClr val="D5DCE1"/>
                  </a:gs>
                  <a:gs pos="100000">
                    <a:srgbClr val="ACB8C1"/>
                  </a:gs>
                </a:gsLst>
                <a:lin ang="2700000" scaled="1"/>
                <a:tileRect/>
              </a:gradFill>
              <a:ln w="1807" cap="rnd" cmpd="sng" algn="ctr">
                <a:noFill/>
                <a:prstDash val="solid"/>
                <a:round/>
                <a:headEnd type="none" w="med" len="med"/>
                <a:tailEnd type="none" w="med" len="med"/>
              </a:ln>
              <a:effectLst/>
            </p:spPr>
          </p:sp>
          <p:sp>
            <p:nvSpPr>
              <p:cNvPr id="3150" name="ellipse_2963">
                <a:extLst>
                  <a:ext uri="{FF2B5EF4-FFF2-40B4-BE49-F238E27FC236}">
                    <a16:creationId xmlns:a16="http://schemas.microsoft.com/office/drawing/2014/main" id="{57BC14F2-B16F-3D8F-08E2-DEF4512807CD}"/>
                  </a:ext>
                </a:extLst>
              </p:cNvPr>
              <p:cNvSpPr/>
              <p:nvPr/>
            </p:nvSpPr>
            <p:spPr>
              <a:xfrm>
                <a:off x="1444289" y="5910192"/>
                <a:ext cx="36484" cy="36484"/>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151" name="ellipse_2964">
                <a:extLst>
                  <a:ext uri="{FF2B5EF4-FFF2-40B4-BE49-F238E27FC236}">
                    <a16:creationId xmlns:a16="http://schemas.microsoft.com/office/drawing/2014/main" id="{AFCCF759-A89C-48C3-D447-A5C890C6C26B}"/>
                  </a:ext>
                </a:extLst>
              </p:cNvPr>
              <p:cNvSpPr/>
              <p:nvPr/>
            </p:nvSpPr>
            <p:spPr>
              <a:xfrm>
                <a:off x="1692595" y="5720180"/>
                <a:ext cx="34350" cy="34350"/>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152" name="ellipse_2965">
                <a:extLst>
                  <a:ext uri="{FF2B5EF4-FFF2-40B4-BE49-F238E27FC236}">
                    <a16:creationId xmlns:a16="http://schemas.microsoft.com/office/drawing/2014/main" id="{C12B22D2-DD97-9021-0A2F-F4FC87E8C0C8}"/>
                  </a:ext>
                </a:extLst>
              </p:cNvPr>
              <p:cNvSpPr/>
              <p:nvPr/>
            </p:nvSpPr>
            <p:spPr>
              <a:xfrm>
                <a:off x="1645377" y="5668528"/>
                <a:ext cx="23232" cy="23232"/>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153" name="ellipse_2966">
                <a:extLst>
                  <a:ext uri="{FF2B5EF4-FFF2-40B4-BE49-F238E27FC236}">
                    <a16:creationId xmlns:a16="http://schemas.microsoft.com/office/drawing/2014/main" id="{385B7012-70F9-6366-A8BB-CCA8970E812E}"/>
                  </a:ext>
                </a:extLst>
              </p:cNvPr>
              <p:cNvSpPr/>
              <p:nvPr/>
            </p:nvSpPr>
            <p:spPr>
              <a:xfrm>
                <a:off x="1463027" y="5702838"/>
                <a:ext cx="32775" cy="32775"/>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154" name="ellipse_2967">
                <a:extLst>
                  <a:ext uri="{FF2B5EF4-FFF2-40B4-BE49-F238E27FC236}">
                    <a16:creationId xmlns:a16="http://schemas.microsoft.com/office/drawing/2014/main" id="{632F264B-F242-CD36-742A-758D36830C83}"/>
                  </a:ext>
                </a:extLst>
              </p:cNvPr>
              <p:cNvSpPr/>
              <p:nvPr/>
            </p:nvSpPr>
            <p:spPr>
              <a:xfrm>
                <a:off x="1471693" y="5806019"/>
                <a:ext cx="36914" cy="36914"/>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155" name="ellipse_2968">
                <a:extLst>
                  <a:ext uri="{FF2B5EF4-FFF2-40B4-BE49-F238E27FC236}">
                    <a16:creationId xmlns:a16="http://schemas.microsoft.com/office/drawing/2014/main" id="{DFFE53E1-4780-AC01-7FD3-FB158F273B7B}"/>
                  </a:ext>
                </a:extLst>
              </p:cNvPr>
              <p:cNvSpPr/>
              <p:nvPr/>
            </p:nvSpPr>
            <p:spPr>
              <a:xfrm>
                <a:off x="1447857" y="5802230"/>
                <a:ext cx="29872" cy="29872"/>
              </a:xfrm>
              <a:prstGeom prst="ellipse">
                <a:avLst/>
              </a:prstGeom>
              <a:gradFill flip="none" rotWithShape="1">
                <a:gsLst>
                  <a:gs pos="0">
                    <a:srgbClr val="F5F6F8"/>
                  </a:gs>
                  <a:gs pos="43000">
                    <a:srgbClr val="CDD6DD"/>
                  </a:gs>
                  <a:gs pos="100000">
                    <a:srgbClr val="A4B1BC"/>
                  </a:gs>
                </a:gsLst>
                <a:lin ang="2700000" scaled="1"/>
                <a:tileRect/>
              </a:gradFill>
              <a:ln w="1807" cap="rnd" cmpd="sng" algn="ctr">
                <a:noFill/>
                <a:prstDash val="solid"/>
                <a:round/>
                <a:headEnd type="none" w="med" len="med"/>
                <a:tailEnd type="none" w="med" len="med"/>
              </a:ln>
              <a:effectLst/>
            </p:spPr>
          </p:sp>
          <p:sp>
            <p:nvSpPr>
              <p:cNvPr id="3156" name="ellipse_2969">
                <a:extLst>
                  <a:ext uri="{FF2B5EF4-FFF2-40B4-BE49-F238E27FC236}">
                    <a16:creationId xmlns:a16="http://schemas.microsoft.com/office/drawing/2014/main" id="{30A9C3CA-B5A9-4D20-D777-F45B0ED1D952}"/>
                  </a:ext>
                </a:extLst>
              </p:cNvPr>
              <p:cNvSpPr/>
              <p:nvPr/>
            </p:nvSpPr>
            <p:spPr>
              <a:xfrm>
                <a:off x="1612617" y="5934978"/>
                <a:ext cx="25869" cy="25869"/>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157" name="ellipse_2970">
                <a:extLst>
                  <a:ext uri="{FF2B5EF4-FFF2-40B4-BE49-F238E27FC236}">
                    <a16:creationId xmlns:a16="http://schemas.microsoft.com/office/drawing/2014/main" id="{BA7D5F34-309E-D26F-1303-B0B841E0824E}"/>
                  </a:ext>
                </a:extLst>
              </p:cNvPr>
              <p:cNvSpPr/>
              <p:nvPr/>
            </p:nvSpPr>
            <p:spPr>
              <a:xfrm>
                <a:off x="1499567" y="5923927"/>
                <a:ext cx="29366" cy="29366"/>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158" name="ellipse_2971">
                <a:extLst>
                  <a:ext uri="{FF2B5EF4-FFF2-40B4-BE49-F238E27FC236}">
                    <a16:creationId xmlns:a16="http://schemas.microsoft.com/office/drawing/2014/main" id="{6DCFCE58-E0AC-80B3-9249-F85175A14E41}"/>
                  </a:ext>
                </a:extLst>
              </p:cNvPr>
              <p:cNvSpPr/>
              <p:nvPr/>
            </p:nvSpPr>
            <p:spPr>
              <a:xfrm>
                <a:off x="1439722" y="5746255"/>
                <a:ext cx="30428" cy="30428"/>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159" name="ellipse_2972">
                <a:extLst>
                  <a:ext uri="{FF2B5EF4-FFF2-40B4-BE49-F238E27FC236}">
                    <a16:creationId xmlns:a16="http://schemas.microsoft.com/office/drawing/2014/main" id="{0EB2F309-80C5-9176-03F3-889A21CCC91E}"/>
                  </a:ext>
                </a:extLst>
              </p:cNvPr>
              <p:cNvSpPr/>
              <p:nvPr/>
            </p:nvSpPr>
            <p:spPr>
              <a:xfrm>
                <a:off x="1601892" y="5705782"/>
                <a:ext cx="26593" cy="26593"/>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160" name="ellipse_2973">
                <a:extLst>
                  <a:ext uri="{FF2B5EF4-FFF2-40B4-BE49-F238E27FC236}">
                    <a16:creationId xmlns:a16="http://schemas.microsoft.com/office/drawing/2014/main" id="{1150C575-0878-C68F-FB39-116160E2A0C5}"/>
                  </a:ext>
                </a:extLst>
              </p:cNvPr>
              <p:cNvSpPr/>
              <p:nvPr/>
            </p:nvSpPr>
            <p:spPr>
              <a:xfrm>
                <a:off x="1683294" y="5736674"/>
                <a:ext cx="36357" cy="36357"/>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grpSp>
        <p:sp>
          <p:nvSpPr>
            <p:cNvPr id="3161" name="Text | Pocket">
              <a:extLst>
                <a:ext uri="{FF2B5EF4-FFF2-40B4-BE49-F238E27FC236}">
                  <a16:creationId xmlns:a16="http://schemas.microsoft.com/office/drawing/2014/main" id="{0499BB54-1E68-3619-718C-C2F1ABBD884E}"/>
                </a:ext>
              </a:extLst>
            </p:cNvPr>
            <p:cNvSpPr txBox="1"/>
            <p:nvPr/>
          </p:nvSpPr>
          <p:spPr>
            <a:xfrm>
              <a:off x="1435143" y="5975415"/>
              <a:ext cx="368725" cy="125947"/>
            </a:xfrm>
            <a:prstGeom prst="rect">
              <a:avLst/>
            </a:prstGeom>
            <a:noFill/>
            <a:ln>
              <a:noFill/>
            </a:ln>
            <a:effectLst/>
          </p:spPr>
          <p:txBody>
            <a:bodyPr vertOverflow="overflow" horzOverflow="overflow" wrap="none" lIns="0" tIns="0" rIns="0" bIns="0" anchor="t" anchorCtr="0">
              <a:noAutofit/>
            </a:bodyPr>
            <a:lstStyle/>
            <a:p>
              <a:pPr algn="ctr"/>
              <a:r>
                <a:rPr lang="en-US" sz="500" b="1" dirty="0">
                  <a:solidFill>
                    <a:srgbClr val="1D3043"/>
                  </a:solidFill>
                  <a:latin typeface="Arial"/>
                  <a:ea typeface="Arial"/>
                  <a:cs typeface="Arial"/>
                </a:rPr>
                <a:t>Pocket</a:t>
              </a:r>
              <a:endParaRPr lang="en-US" sz="500"/>
            </a:p>
          </p:txBody>
        </p:sp>
        <p:sp>
          <p:nvSpPr>
            <p:cNvPr id="3168" name="d | Route card: Default PocketXMol">
              <a:extLst>
                <a:ext uri="{FF2B5EF4-FFF2-40B4-BE49-F238E27FC236}">
                  <a16:creationId xmlns:a16="http://schemas.microsoft.com/office/drawing/2014/main" id="{2DA3B67E-0FC6-4152-CC13-E447C9AC8CF1}"/>
                </a:ext>
              </a:extLst>
            </p:cNvPr>
            <p:cNvSpPr/>
            <p:nvPr/>
          </p:nvSpPr>
          <p:spPr>
            <a:xfrm>
              <a:off x="2141820" y="5591070"/>
              <a:ext cx="1514385" cy="243090"/>
            </a:xfrm>
            <a:prstGeom prst="roundRect">
              <a:avLst>
                <a:gd name="adj" fmla="val 9459"/>
              </a:avLst>
            </a:prstGeom>
            <a:solidFill>
              <a:srgbClr val="FFF8EC"/>
            </a:solidFill>
            <a:ln w="10160" cap="rnd" cmpd="sng" algn="ctr">
              <a:solidFill>
                <a:srgbClr val="D9B774"/>
              </a:solidFill>
              <a:prstDash val="solid"/>
              <a:round/>
              <a:headEnd type="none" w="med" len="med"/>
              <a:tailEnd type="none" w="med" len="med"/>
            </a:ln>
            <a:effectLst/>
          </p:spPr>
        </p:sp>
        <p:pic>
          <p:nvPicPr>
            <p:cNvPr id="16001" name="Density voxel illustration | exp" descr="Synthetic voxel-grid density schematic">
              <a:extLst>
                <a:ext uri="{FF2B5EF4-FFF2-40B4-BE49-F238E27FC236}">
                  <a16:creationId xmlns:a16="http://schemas.microsoft.com/office/drawing/2014/main" id="{4413A797-D01D-333A-8D99-BEDEBC2355AE}"/>
                </a:ext>
              </a:extLst>
            </p:cNvPr>
            <p:cNvPicPr>
              <a:picLocks noChangeAspect="1"/>
            </p:cNvPicPr>
            <p:nvPr/>
          </p:nvPicPr>
          <p:blipFill>
            <a:blip r:embed="rId9"/>
            <a:stretch/>
          </p:blipFill>
          <p:spPr>
            <a:xfrm>
              <a:off x="2197099" y="5635440"/>
              <a:ext cx="135682" cy="131400"/>
            </a:xfrm>
            <a:prstGeom prst="rect">
              <a:avLst/>
            </a:prstGeom>
          </p:spPr>
        </p:pic>
        <p:sp>
          <p:nvSpPr>
            <p:cNvPr id="3296" name="Text | Default · PocketXMol">
              <a:extLst>
                <a:ext uri="{FF2B5EF4-FFF2-40B4-BE49-F238E27FC236}">
                  <a16:creationId xmlns:a16="http://schemas.microsoft.com/office/drawing/2014/main" id="{30656204-C9DE-EFAC-207E-ACD2A4BAEC9E}"/>
                </a:ext>
              </a:extLst>
            </p:cNvPr>
            <p:cNvSpPr txBox="1"/>
            <p:nvPr/>
          </p:nvSpPr>
          <p:spPr>
            <a:xfrm>
              <a:off x="2401335" y="5600925"/>
              <a:ext cx="1120324" cy="130612"/>
            </a:xfrm>
            <a:prstGeom prst="rect">
              <a:avLst/>
            </a:prstGeom>
            <a:noFill/>
            <a:ln>
              <a:noFill/>
            </a:ln>
            <a:effectLst/>
          </p:spPr>
          <p:txBody>
            <a:bodyPr vertOverflow="overflow" horzOverflow="overflow" wrap="none" lIns="0" tIns="0" rIns="0" bIns="0" anchor="t" anchorCtr="0">
              <a:noAutofit/>
            </a:bodyPr>
            <a:lstStyle/>
            <a:p>
              <a:r>
                <a:rPr lang="en-US" sz="518" b="1" dirty="0">
                  <a:solidFill>
                    <a:srgbClr val="946019"/>
                  </a:solidFill>
                  <a:latin typeface="Arial"/>
                  <a:ea typeface="Arial"/>
                  <a:cs typeface="Arial"/>
                </a:rPr>
                <a:t>Default · PocketXMol</a:t>
              </a:r>
              <a:endParaRPr lang="en-US" sz="518"/>
            </a:p>
          </p:txBody>
        </p:sp>
        <p:sp>
          <p:nvSpPr>
            <p:cNvPr id="3297" name="Text | Density-conditioned fine-tuning">
              <a:extLst>
                <a:ext uri="{FF2B5EF4-FFF2-40B4-BE49-F238E27FC236}">
                  <a16:creationId xmlns:a16="http://schemas.microsoft.com/office/drawing/2014/main" id="{A544095E-963F-A4BB-800A-75F890D38D64}"/>
                </a:ext>
              </a:extLst>
            </p:cNvPr>
            <p:cNvSpPr txBox="1"/>
            <p:nvPr/>
          </p:nvSpPr>
          <p:spPr>
            <a:xfrm>
              <a:off x="2401335" y="5709330"/>
              <a:ext cx="1271865" cy="111953"/>
            </a:xfrm>
            <a:prstGeom prst="rect">
              <a:avLst/>
            </a:prstGeom>
            <a:noFill/>
            <a:ln>
              <a:noFill/>
            </a:ln>
            <a:effectLst/>
          </p:spPr>
          <p:txBody>
            <a:bodyPr vertOverflow="overflow" horzOverflow="overflow" wrap="none" lIns="0" tIns="0" rIns="0" bIns="0" anchor="t" anchorCtr="0">
              <a:noAutofit/>
            </a:bodyPr>
            <a:lstStyle/>
            <a:p>
              <a:r>
                <a:rPr lang="en-US" sz="445" dirty="0">
                  <a:solidFill>
                    <a:srgbClr val="5E7180"/>
                  </a:solidFill>
                  <a:latin typeface="Arial"/>
                  <a:ea typeface="Arial"/>
                  <a:cs typeface="Arial"/>
                </a:rPr>
                <a:t>Density-conditioned fine-tuning</a:t>
              </a:r>
              <a:endParaRPr lang="en-US" sz="445"/>
            </a:p>
          </p:txBody>
        </p:sp>
        <p:sp>
          <p:nvSpPr>
            <p:cNvPr id="3298" name="d | Route card: Docking tools">
              <a:extLst>
                <a:ext uri="{FF2B5EF4-FFF2-40B4-BE49-F238E27FC236}">
                  <a16:creationId xmlns:a16="http://schemas.microsoft.com/office/drawing/2014/main" id="{D750F9E6-BB74-B29C-424B-F593F5BD1E40}"/>
                </a:ext>
              </a:extLst>
            </p:cNvPr>
            <p:cNvSpPr/>
            <p:nvPr/>
          </p:nvSpPr>
          <p:spPr>
            <a:xfrm>
              <a:off x="2141820" y="5876865"/>
              <a:ext cx="1514385" cy="233235"/>
            </a:xfrm>
            <a:prstGeom prst="roundRect">
              <a:avLst>
                <a:gd name="adj" fmla="val 9859"/>
              </a:avLst>
            </a:prstGeom>
            <a:solidFill>
              <a:srgbClr val="F7F9FB"/>
            </a:solidFill>
            <a:ln w="10160" cap="rnd" cmpd="sng" algn="ctr">
              <a:solidFill>
                <a:srgbClr val="C5D5E4"/>
              </a:solidFill>
              <a:prstDash val="solid"/>
              <a:round/>
              <a:headEnd type="none" w="med" len="med"/>
              <a:tailEnd type="none" w="med" len="med"/>
            </a:ln>
            <a:effectLst/>
          </p:spPr>
        </p:sp>
        <p:sp>
          <p:nvSpPr>
            <p:cNvPr id="3299" name="Text | Docking tools">
              <a:extLst>
                <a:ext uri="{FF2B5EF4-FFF2-40B4-BE49-F238E27FC236}">
                  <a16:creationId xmlns:a16="http://schemas.microsoft.com/office/drawing/2014/main" id="{0E955291-794C-E4C3-2DD2-0DCEFA8902C6}"/>
                </a:ext>
              </a:extLst>
            </p:cNvPr>
            <p:cNvSpPr txBox="1"/>
            <p:nvPr/>
          </p:nvSpPr>
          <p:spPr>
            <a:xfrm>
              <a:off x="2214090" y="5883435"/>
              <a:ext cx="738930" cy="130612"/>
            </a:xfrm>
            <a:prstGeom prst="rect">
              <a:avLst/>
            </a:prstGeom>
            <a:noFill/>
            <a:ln>
              <a:noFill/>
            </a:ln>
            <a:effectLst/>
          </p:spPr>
          <p:txBody>
            <a:bodyPr vertOverflow="overflow" horzOverflow="overflow" wrap="none" lIns="0" tIns="0" rIns="0" bIns="0" anchor="t" anchorCtr="0">
              <a:noAutofit/>
            </a:bodyPr>
            <a:lstStyle/>
            <a:p>
              <a:r>
                <a:rPr lang="en-US" sz="518" b="1" dirty="0">
                  <a:solidFill>
                    <a:srgbClr val="1D3043"/>
                  </a:solidFill>
                  <a:latin typeface="Arial"/>
                  <a:ea typeface="Arial"/>
                  <a:cs typeface="Arial"/>
                </a:rPr>
                <a:t>Docking tools</a:t>
              </a:r>
              <a:endParaRPr lang="en-US" sz="518"/>
            </a:p>
          </p:txBody>
        </p:sp>
        <p:sp>
          <p:nvSpPr>
            <p:cNvPr id="3300" name="Text | Vina · DiffDock · EMERALD">
              <a:extLst>
                <a:ext uri="{FF2B5EF4-FFF2-40B4-BE49-F238E27FC236}">
                  <a16:creationId xmlns:a16="http://schemas.microsoft.com/office/drawing/2014/main" id="{92C01E8D-FF22-8B03-0261-9DC11B879D39}"/>
                </a:ext>
              </a:extLst>
            </p:cNvPr>
            <p:cNvSpPr txBox="1"/>
            <p:nvPr/>
          </p:nvSpPr>
          <p:spPr>
            <a:xfrm>
              <a:off x="2214090" y="5988555"/>
              <a:ext cx="1107334" cy="116618"/>
            </a:xfrm>
            <a:prstGeom prst="rect">
              <a:avLst/>
            </a:prstGeom>
            <a:noFill/>
            <a:ln>
              <a:noFill/>
            </a:ln>
            <a:effectLst/>
          </p:spPr>
          <p:txBody>
            <a:bodyPr vertOverflow="overflow" horzOverflow="overflow" wrap="none" lIns="0" tIns="0" rIns="0" bIns="0" anchor="t" anchorCtr="0">
              <a:noAutofit/>
            </a:bodyPr>
            <a:lstStyle/>
            <a:p>
              <a:r>
                <a:rPr lang="en-US" sz="463" dirty="0">
                  <a:solidFill>
                    <a:srgbClr val="5E7180"/>
                  </a:solidFill>
                  <a:latin typeface="Arial"/>
                  <a:ea typeface="Arial"/>
                  <a:cs typeface="Arial"/>
                </a:rPr>
                <a:t>Vina · DiffDock · EMERALD</a:t>
              </a:r>
              <a:endParaRPr lang="en-US" sz="463"/>
            </a:p>
          </p:txBody>
        </p:sp>
        <p:grpSp>
          <p:nvGrpSpPr>
            <p:cNvPr id="3307" name="d | All-atom ligand pose: local receptor environment">
              <a:extLst>
                <a:ext uri="{FF2B5EF4-FFF2-40B4-BE49-F238E27FC236}">
                  <a16:creationId xmlns:a16="http://schemas.microsoft.com/office/drawing/2014/main" id="{78C13A8C-E4CA-9C6E-E586-07152A4369E7}"/>
                </a:ext>
              </a:extLst>
            </p:cNvPr>
            <p:cNvGrpSpPr/>
            <p:nvPr/>
          </p:nvGrpSpPr>
          <p:grpSpPr>
            <a:xfrm>
              <a:off x="4251809" y="5604959"/>
              <a:ext cx="702691" cy="463459"/>
              <a:chOff x="4251809" y="5604959"/>
              <a:chExt cx="702691" cy="463459"/>
            </a:xfrm>
          </p:grpSpPr>
          <p:sp>
            <p:nvSpPr>
              <p:cNvPr id="3308" name="ellipse_3111">
                <a:extLst>
                  <a:ext uri="{FF2B5EF4-FFF2-40B4-BE49-F238E27FC236}">
                    <a16:creationId xmlns:a16="http://schemas.microsoft.com/office/drawing/2014/main" id="{CD66B619-834C-BBF5-2BBE-8F15E839A691}"/>
                  </a:ext>
                </a:extLst>
              </p:cNvPr>
              <p:cNvSpPr/>
              <p:nvPr/>
            </p:nvSpPr>
            <p:spPr>
              <a:xfrm>
                <a:off x="4362855" y="5697772"/>
                <a:ext cx="43194" cy="43194"/>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309" name="ellipse_3112">
                <a:extLst>
                  <a:ext uri="{FF2B5EF4-FFF2-40B4-BE49-F238E27FC236}">
                    <a16:creationId xmlns:a16="http://schemas.microsoft.com/office/drawing/2014/main" id="{CFC2CE12-1996-80B8-3130-8298C81681CC}"/>
                  </a:ext>
                </a:extLst>
              </p:cNvPr>
              <p:cNvSpPr/>
              <p:nvPr/>
            </p:nvSpPr>
            <p:spPr>
              <a:xfrm>
                <a:off x="4254062" y="5750681"/>
                <a:ext cx="40460" cy="40460"/>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310" name="ellipse_3113">
                <a:extLst>
                  <a:ext uri="{FF2B5EF4-FFF2-40B4-BE49-F238E27FC236}">
                    <a16:creationId xmlns:a16="http://schemas.microsoft.com/office/drawing/2014/main" id="{038DA8CC-95CF-1E69-1A7A-E80A9FE83148}"/>
                  </a:ext>
                </a:extLst>
              </p:cNvPr>
              <p:cNvSpPr/>
              <p:nvPr/>
            </p:nvSpPr>
            <p:spPr>
              <a:xfrm>
                <a:off x="4584744" y="6016753"/>
                <a:ext cx="51665" cy="51665"/>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311" name="ellipse_3114">
                <a:extLst>
                  <a:ext uri="{FF2B5EF4-FFF2-40B4-BE49-F238E27FC236}">
                    <a16:creationId xmlns:a16="http://schemas.microsoft.com/office/drawing/2014/main" id="{CB360247-972F-0FFC-A0D2-CB7774F349EC}"/>
                  </a:ext>
                </a:extLst>
              </p:cNvPr>
              <p:cNvSpPr/>
              <p:nvPr/>
            </p:nvSpPr>
            <p:spPr>
              <a:xfrm>
                <a:off x="4730684" y="5898125"/>
                <a:ext cx="53618" cy="53618"/>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312" name="ellipse_3115">
                <a:extLst>
                  <a:ext uri="{FF2B5EF4-FFF2-40B4-BE49-F238E27FC236}">
                    <a16:creationId xmlns:a16="http://schemas.microsoft.com/office/drawing/2014/main" id="{10D9299C-BE8F-1FFE-B488-0D70AD3AA561}"/>
                  </a:ext>
                </a:extLst>
              </p:cNvPr>
              <p:cNvSpPr/>
              <p:nvPr/>
            </p:nvSpPr>
            <p:spPr>
              <a:xfrm>
                <a:off x="4311526" y="5822073"/>
                <a:ext cx="48720" cy="48720"/>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313" name="ellipse_3116">
                <a:extLst>
                  <a:ext uri="{FF2B5EF4-FFF2-40B4-BE49-F238E27FC236}">
                    <a16:creationId xmlns:a16="http://schemas.microsoft.com/office/drawing/2014/main" id="{5295A680-79FB-DB8C-6E53-0F6164854107}"/>
                  </a:ext>
                </a:extLst>
              </p:cNvPr>
              <p:cNvSpPr/>
              <p:nvPr/>
            </p:nvSpPr>
            <p:spPr>
              <a:xfrm>
                <a:off x="4251809" y="5817323"/>
                <a:ext cx="40774" cy="40774"/>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314" name="ellipse_3117">
                <a:extLst>
                  <a:ext uri="{FF2B5EF4-FFF2-40B4-BE49-F238E27FC236}">
                    <a16:creationId xmlns:a16="http://schemas.microsoft.com/office/drawing/2014/main" id="{143F5FD8-46E9-BDC3-A85B-9816FADA309A}"/>
                  </a:ext>
                </a:extLst>
              </p:cNvPr>
              <p:cNvSpPr/>
              <p:nvPr/>
            </p:nvSpPr>
            <p:spPr>
              <a:xfrm>
                <a:off x="4350782" y="5771975"/>
                <a:ext cx="48903" cy="48903"/>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315" name="ellipse_3118">
                <a:extLst>
                  <a:ext uri="{FF2B5EF4-FFF2-40B4-BE49-F238E27FC236}">
                    <a16:creationId xmlns:a16="http://schemas.microsoft.com/office/drawing/2014/main" id="{57AE878F-2780-8F4E-5FDA-AAEFB0110FDF}"/>
                  </a:ext>
                </a:extLst>
              </p:cNvPr>
              <p:cNvSpPr/>
              <p:nvPr/>
            </p:nvSpPr>
            <p:spPr>
              <a:xfrm>
                <a:off x="4378359" y="5716259"/>
                <a:ext cx="53942" cy="53942"/>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3316" name="ellipse_3119">
                <a:extLst>
                  <a:ext uri="{FF2B5EF4-FFF2-40B4-BE49-F238E27FC236}">
                    <a16:creationId xmlns:a16="http://schemas.microsoft.com/office/drawing/2014/main" id="{7AA99A56-6B44-EA48-3DC1-496174F06915}"/>
                  </a:ext>
                </a:extLst>
              </p:cNvPr>
              <p:cNvSpPr/>
              <p:nvPr/>
            </p:nvSpPr>
            <p:spPr>
              <a:xfrm>
                <a:off x="4475330" y="5970274"/>
                <a:ext cx="39922" cy="39922"/>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317" name="ellipse_3120">
                <a:extLst>
                  <a:ext uri="{FF2B5EF4-FFF2-40B4-BE49-F238E27FC236}">
                    <a16:creationId xmlns:a16="http://schemas.microsoft.com/office/drawing/2014/main" id="{6F67F844-65EB-59FB-4813-A552C0912F01}"/>
                  </a:ext>
                </a:extLst>
              </p:cNvPr>
              <p:cNvSpPr/>
              <p:nvPr/>
            </p:nvSpPr>
            <p:spPr>
              <a:xfrm>
                <a:off x="4343602" y="5746762"/>
                <a:ext cx="35373" cy="35373"/>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318" name="ellipse_3121">
                <a:extLst>
                  <a:ext uri="{FF2B5EF4-FFF2-40B4-BE49-F238E27FC236}">
                    <a16:creationId xmlns:a16="http://schemas.microsoft.com/office/drawing/2014/main" id="{76DCDEC9-CD94-84E9-6008-BDD103BC14F8}"/>
                  </a:ext>
                </a:extLst>
              </p:cNvPr>
              <p:cNvSpPr/>
              <p:nvPr/>
            </p:nvSpPr>
            <p:spPr>
              <a:xfrm>
                <a:off x="4542880" y="6021945"/>
                <a:ext cx="42386" cy="42386"/>
              </a:xfrm>
              <a:prstGeom prst="ellipse">
                <a:avLst/>
              </a:prstGeom>
              <a:gradFill flip="none" rotWithShape="1">
                <a:gsLst>
                  <a:gs pos="0">
                    <a:srgbClr val="F6F7F9"/>
                  </a:gs>
                  <a:gs pos="43000">
                    <a:srgbClr val="D2DAE0"/>
                  </a:gs>
                  <a:gs pos="100000">
                    <a:srgbClr val="AAB6BF"/>
                  </a:gs>
                </a:gsLst>
                <a:lin ang="2700000" scaled="1"/>
                <a:tileRect/>
              </a:gradFill>
              <a:ln w="1807" cap="rnd" cmpd="sng" algn="ctr">
                <a:noFill/>
                <a:prstDash val="solid"/>
                <a:round/>
                <a:headEnd type="none" w="med" len="med"/>
                <a:tailEnd type="none" w="med" len="med"/>
              </a:ln>
              <a:effectLst/>
            </p:spPr>
          </p:sp>
          <p:sp>
            <p:nvSpPr>
              <p:cNvPr id="3319" name="ellipse_3122">
                <a:extLst>
                  <a:ext uri="{FF2B5EF4-FFF2-40B4-BE49-F238E27FC236}">
                    <a16:creationId xmlns:a16="http://schemas.microsoft.com/office/drawing/2014/main" id="{2227C2C5-DAE9-A1AD-0D6E-4125D731C4AA}"/>
                  </a:ext>
                </a:extLst>
              </p:cNvPr>
              <p:cNvSpPr/>
              <p:nvPr/>
            </p:nvSpPr>
            <p:spPr>
              <a:xfrm>
                <a:off x="4415896" y="5687872"/>
                <a:ext cx="45929" cy="45929"/>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320" name="ellipse_3123">
                <a:extLst>
                  <a:ext uri="{FF2B5EF4-FFF2-40B4-BE49-F238E27FC236}">
                    <a16:creationId xmlns:a16="http://schemas.microsoft.com/office/drawing/2014/main" id="{ED729F5B-5780-5C73-CA85-D65DEFBF9F73}"/>
                  </a:ext>
                </a:extLst>
              </p:cNvPr>
              <p:cNvSpPr/>
              <p:nvPr/>
            </p:nvSpPr>
            <p:spPr>
              <a:xfrm>
                <a:off x="4326366" y="5782253"/>
                <a:ext cx="43224" cy="43224"/>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321" name="ellipse_3124">
                <a:extLst>
                  <a:ext uri="{FF2B5EF4-FFF2-40B4-BE49-F238E27FC236}">
                    <a16:creationId xmlns:a16="http://schemas.microsoft.com/office/drawing/2014/main" id="{8FDB8A16-5C54-D59D-725B-E75762360D72}"/>
                  </a:ext>
                </a:extLst>
              </p:cNvPr>
              <p:cNvSpPr/>
              <p:nvPr/>
            </p:nvSpPr>
            <p:spPr>
              <a:xfrm>
                <a:off x="4513181" y="5949412"/>
                <a:ext cx="47537" cy="47537"/>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322" name="ellipse_3125">
                <a:extLst>
                  <a:ext uri="{FF2B5EF4-FFF2-40B4-BE49-F238E27FC236}">
                    <a16:creationId xmlns:a16="http://schemas.microsoft.com/office/drawing/2014/main" id="{B865A009-BD98-1113-438F-485CB28FB1EF}"/>
                  </a:ext>
                </a:extLst>
              </p:cNvPr>
              <p:cNvSpPr/>
              <p:nvPr/>
            </p:nvSpPr>
            <p:spPr>
              <a:xfrm>
                <a:off x="4560468" y="6001152"/>
                <a:ext cx="52141" cy="52141"/>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323" name="ellipse_3126">
                <a:extLst>
                  <a:ext uri="{FF2B5EF4-FFF2-40B4-BE49-F238E27FC236}">
                    <a16:creationId xmlns:a16="http://schemas.microsoft.com/office/drawing/2014/main" id="{4D3F7C12-A62F-E8D7-30D1-136152A84A03}"/>
                  </a:ext>
                </a:extLst>
              </p:cNvPr>
              <p:cNvSpPr/>
              <p:nvPr/>
            </p:nvSpPr>
            <p:spPr>
              <a:xfrm>
                <a:off x="4837273" y="5874703"/>
                <a:ext cx="46037" cy="46037"/>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324" name="ellipse_3127">
                <a:extLst>
                  <a:ext uri="{FF2B5EF4-FFF2-40B4-BE49-F238E27FC236}">
                    <a16:creationId xmlns:a16="http://schemas.microsoft.com/office/drawing/2014/main" id="{A45E8675-AE2B-43F9-5B92-8859D9E5BD68}"/>
                  </a:ext>
                </a:extLst>
              </p:cNvPr>
              <p:cNvSpPr/>
              <p:nvPr/>
            </p:nvSpPr>
            <p:spPr>
              <a:xfrm>
                <a:off x="4767228" y="5975183"/>
                <a:ext cx="44185" cy="44185"/>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325" name="ellipse_3128">
                <a:extLst>
                  <a:ext uri="{FF2B5EF4-FFF2-40B4-BE49-F238E27FC236}">
                    <a16:creationId xmlns:a16="http://schemas.microsoft.com/office/drawing/2014/main" id="{235532CF-9860-B0B4-8466-45B062D6C16D}"/>
                  </a:ext>
                </a:extLst>
              </p:cNvPr>
              <p:cNvSpPr/>
              <p:nvPr/>
            </p:nvSpPr>
            <p:spPr>
              <a:xfrm>
                <a:off x="4808629" y="5826107"/>
                <a:ext cx="37764" cy="37764"/>
              </a:xfrm>
              <a:prstGeom prst="ellipse">
                <a:avLst/>
              </a:prstGeom>
              <a:gradFill flip="none" rotWithShape="1">
                <a:gsLst>
                  <a:gs pos="0">
                    <a:srgbClr val="F7F9FA"/>
                  </a:gs>
                  <a:gs pos="43000">
                    <a:srgbClr val="D9E0E5"/>
                  </a:gs>
                  <a:gs pos="100000">
                    <a:srgbClr val="B1BDC5"/>
                  </a:gs>
                </a:gsLst>
                <a:lin ang="2700000" scaled="1"/>
                <a:tileRect/>
              </a:gradFill>
              <a:ln w="1807" cap="rnd" cmpd="sng" algn="ctr">
                <a:noFill/>
                <a:prstDash val="solid"/>
                <a:round/>
                <a:headEnd type="none" w="med" len="med"/>
                <a:tailEnd type="none" w="med" len="med"/>
              </a:ln>
              <a:effectLst/>
            </p:spPr>
          </p:sp>
          <p:sp>
            <p:nvSpPr>
              <p:cNvPr id="3326" name="ellipse_3129">
                <a:extLst>
                  <a:ext uri="{FF2B5EF4-FFF2-40B4-BE49-F238E27FC236}">
                    <a16:creationId xmlns:a16="http://schemas.microsoft.com/office/drawing/2014/main" id="{F9BCB335-35FF-DE8D-3C07-41408CF0213D}"/>
                  </a:ext>
                </a:extLst>
              </p:cNvPr>
              <p:cNvSpPr/>
              <p:nvPr/>
            </p:nvSpPr>
            <p:spPr>
              <a:xfrm>
                <a:off x="4364241" y="5926971"/>
                <a:ext cx="45776" cy="45776"/>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327" name="ellipse_3130">
                <a:extLst>
                  <a:ext uri="{FF2B5EF4-FFF2-40B4-BE49-F238E27FC236}">
                    <a16:creationId xmlns:a16="http://schemas.microsoft.com/office/drawing/2014/main" id="{E125B1D3-C564-09E5-DB79-123D4D5C9546}"/>
                  </a:ext>
                </a:extLst>
              </p:cNvPr>
              <p:cNvSpPr/>
              <p:nvPr/>
            </p:nvSpPr>
            <p:spPr>
              <a:xfrm>
                <a:off x="4694360" y="5927618"/>
                <a:ext cx="46623" cy="46623"/>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328" name="ellipse_3131">
                <a:extLst>
                  <a:ext uri="{FF2B5EF4-FFF2-40B4-BE49-F238E27FC236}">
                    <a16:creationId xmlns:a16="http://schemas.microsoft.com/office/drawing/2014/main" id="{BBA82F93-D3E4-80FA-2B15-D008A420B215}"/>
                  </a:ext>
                </a:extLst>
              </p:cNvPr>
              <p:cNvSpPr/>
              <p:nvPr/>
            </p:nvSpPr>
            <p:spPr>
              <a:xfrm>
                <a:off x="4816164" y="5757658"/>
                <a:ext cx="48115" cy="48115"/>
              </a:xfrm>
              <a:prstGeom prst="ellipse">
                <a:avLst/>
              </a:prstGeom>
              <a:gradFill flip="none" rotWithShape="1">
                <a:gsLst>
                  <a:gs pos="0">
                    <a:srgbClr val="F5F7F8"/>
                  </a:gs>
                  <a:gs pos="43000">
                    <a:srgbClr val="CFD7DE"/>
                  </a:gs>
                  <a:gs pos="100000">
                    <a:srgbClr val="A5B3BD"/>
                  </a:gs>
                </a:gsLst>
                <a:lin ang="2700000" scaled="1"/>
                <a:tileRect/>
              </a:gradFill>
              <a:ln w="1807" cap="rnd" cmpd="sng" algn="ctr">
                <a:noFill/>
                <a:prstDash val="solid"/>
                <a:round/>
                <a:headEnd type="none" w="med" len="med"/>
                <a:tailEnd type="none" w="med" len="med"/>
              </a:ln>
              <a:effectLst/>
            </p:spPr>
          </p:sp>
          <p:sp>
            <p:nvSpPr>
              <p:cNvPr id="3329" name="ellipse_3132">
                <a:extLst>
                  <a:ext uri="{FF2B5EF4-FFF2-40B4-BE49-F238E27FC236}">
                    <a16:creationId xmlns:a16="http://schemas.microsoft.com/office/drawing/2014/main" id="{1515C636-2CC6-2453-5744-410BAB6B048A}"/>
                  </a:ext>
                </a:extLst>
              </p:cNvPr>
              <p:cNvSpPr/>
              <p:nvPr/>
            </p:nvSpPr>
            <p:spPr>
              <a:xfrm>
                <a:off x="4496341" y="6016055"/>
                <a:ext cx="35569" cy="35569"/>
              </a:xfrm>
              <a:prstGeom prst="ellipse">
                <a:avLst/>
              </a:prstGeom>
              <a:gradFill flip="none" rotWithShape="1">
                <a:gsLst>
                  <a:gs pos="0">
                    <a:srgbClr val="F6F7F9"/>
                  </a:gs>
                  <a:gs pos="43000">
                    <a:srgbClr val="D2DAE0"/>
                  </a:gs>
                  <a:gs pos="100000">
                    <a:srgbClr val="A9B5BF"/>
                  </a:gs>
                </a:gsLst>
                <a:lin ang="2700000" scaled="1"/>
                <a:tileRect/>
              </a:gradFill>
              <a:ln w="1807" cap="rnd" cmpd="sng" algn="ctr">
                <a:noFill/>
                <a:prstDash val="solid"/>
                <a:round/>
                <a:headEnd type="none" w="med" len="med"/>
                <a:tailEnd type="none" w="med" len="med"/>
              </a:ln>
              <a:effectLst/>
            </p:spPr>
          </p:sp>
          <p:sp>
            <p:nvSpPr>
              <p:cNvPr id="3330" name="ellipse_3133">
                <a:extLst>
                  <a:ext uri="{FF2B5EF4-FFF2-40B4-BE49-F238E27FC236}">
                    <a16:creationId xmlns:a16="http://schemas.microsoft.com/office/drawing/2014/main" id="{C20E1CE3-10A4-848B-393B-4D60A9EC546B}"/>
                  </a:ext>
                </a:extLst>
              </p:cNvPr>
              <p:cNvSpPr/>
              <p:nvPr/>
            </p:nvSpPr>
            <p:spPr>
              <a:xfrm>
                <a:off x="4786774" y="5747820"/>
                <a:ext cx="45568" cy="45568"/>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331" name="ellipse_3134">
                <a:extLst>
                  <a:ext uri="{FF2B5EF4-FFF2-40B4-BE49-F238E27FC236}">
                    <a16:creationId xmlns:a16="http://schemas.microsoft.com/office/drawing/2014/main" id="{3490FF79-88EE-E0F5-40FD-6EF9AD7A5717}"/>
                  </a:ext>
                </a:extLst>
              </p:cNvPr>
              <p:cNvSpPr/>
              <p:nvPr/>
            </p:nvSpPr>
            <p:spPr>
              <a:xfrm>
                <a:off x="4638700" y="5950146"/>
                <a:ext cx="52109" cy="52109"/>
              </a:xfrm>
              <a:prstGeom prst="ellipse">
                <a:avLst/>
              </a:prstGeom>
              <a:gradFill flip="none" rotWithShape="1">
                <a:gsLst>
                  <a:gs pos="0">
                    <a:srgbClr val="F5F6F8"/>
                  </a:gs>
                  <a:gs pos="43000">
                    <a:srgbClr val="CDD6DC"/>
                  </a:gs>
                  <a:gs pos="100000">
                    <a:srgbClr val="A4B1BB"/>
                  </a:gs>
                </a:gsLst>
                <a:lin ang="2700000" scaled="1"/>
                <a:tileRect/>
              </a:gradFill>
              <a:ln w="1807" cap="rnd" cmpd="sng" algn="ctr">
                <a:noFill/>
                <a:prstDash val="solid"/>
                <a:round/>
                <a:headEnd type="none" w="med" len="med"/>
                <a:tailEnd type="none" w="med" len="med"/>
              </a:ln>
              <a:effectLst/>
            </p:spPr>
          </p:sp>
          <p:sp>
            <p:nvSpPr>
              <p:cNvPr id="3332" name="ellipse_3135">
                <a:extLst>
                  <a:ext uri="{FF2B5EF4-FFF2-40B4-BE49-F238E27FC236}">
                    <a16:creationId xmlns:a16="http://schemas.microsoft.com/office/drawing/2014/main" id="{96CA9717-452B-4070-B3B1-0124E6ED9583}"/>
                  </a:ext>
                </a:extLst>
              </p:cNvPr>
              <p:cNvSpPr/>
              <p:nvPr/>
            </p:nvSpPr>
            <p:spPr>
              <a:xfrm>
                <a:off x="4349735" y="5807537"/>
                <a:ext cx="36271" cy="36271"/>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333" name="ellipse_3136">
                <a:extLst>
                  <a:ext uri="{FF2B5EF4-FFF2-40B4-BE49-F238E27FC236}">
                    <a16:creationId xmlns:a16="http://schemas.microsoft.com/office/drawing/2014/main" id="{D9036A96-BD73-AAE2-4649-B5469237A09B}"/>
                  </a:ext>
                </a:extLst>
              </p:cNvPr>
              <p:cNvSpPr/>
              <p:nvPr/>
            </p:nvSpPr>
            <p:spPr>
              <a:xfrm>
                <a:off x="4578702" y="5947602"/>
                <a:ext cx="34493" cy="34493"/>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334" name="ellipse_3137">
                <a:extLst>
                  <a:ext uri="{FF2B5EF4-FFF2-40B4-BE49-F238E27FC236}">
                    <a16:creationId xmlns:a16="http://schemas.microsoft.com/office/drawing/2014/main" id="{07B4B858-C4DB-8064-D8F4-645396777551}"/>
                  </a:ext>
                </a:extLst>
              </p:cNvPr>
              <p:cNvSpPr/>
              <p:nvPr/>
            </p:nvSpPr>
            <p:spPr>
              <a:xfrm>
                <a:off x="4464372" y="5692031"/>
                <a:ext cx="36230" cy="36230"/>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335" name="ellipse_3138">
                <a:extLst>
                  <a:ext uri="{FF2B5EF4-FFF2-40B4-BE49-F238E27FC236}">
                    <a16:creationId xmlns:a16="http://schemas.microsoft.com/office/drawing/2014/main" id="{95156C05-8EB7-55A8-C0C5-C2759F8EBA99}"/>
                  </a:ext>
                </a:extLst>
              </p:cNvPr>
              <p:cNvSpPr/>
              <p:nvPr/>
            </p:nvSpPr>
            <p:spPr>
              <a:xfrm>
                <a:off x="4619301" y="5637981"/>
                <a:ext cx="39572" cy="39572"/>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336" name="ellipse_3139">
                <a:extLst>
                  <a:ext uri="{FF2B5EF4-FFF2-40B4-BE49-F238E27FC236}">
                    <a16:creationId xmlns:a16="http://schemas.microsoft.com/office/drawing/2014/main" id="{F698FBAE-2E37-8023-9A34-1989E912E612}"/>
                  </a:ext>
                </a:extLst>
              </p:cNvPr>
              <p:cNvSpPr/>
              <p:nvPr/>
            </p:nvSpPr>
            <p:spPr>
              <a:xfrm>
                <a:off x="4696119" y="5653563"/>
                <a:ext cx="34035" cy="34035"/>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sp>
            <p:nvSpPr>
              <p:cNvPr id="3337" name="ellipse_3140">
                <a:extLst>
                  <a:ext uri="{FF2B5EF4-FFF2-40B4-BE49-F238E27FC236}">
                    <a16:creationId xmlns:a16="http://schemas.microsoft.com/office/drawing/2014/main" id="{39990B32-EEB2-09E7-4FC3-97EA3BACEF6C}"/>
                  </a:ext>
                </a:extLst>
              </p:cNvPr>
              <p:cNvSpPr/>
              <p:nvPr/>
            </p:nvSpPr>
            <p:spPr>
              <a:xfrm>
                <a:off x="4811179" y="5853695"/>
                <a:ext cx="46078" cy="46078"/>
              </a:xfrm>
              <a:prstGeom prst="ellipse">
                <a:avLst/>
              </a:prstGeom>
              <a:gradFill flip="none" rotWithShape="1">
                <a:gsLst>
                  <a:gs pos="0">
                    <a:srgbClr val="F5F7F8"/>
                  </a:gs>
                  <a:gs pos="43000">
                    <a:srgbClr val="D0D8DF"/>
                  </a:gs>
                  <a:gs pos="100000">
                    <a:srgbClr val="A7B3BD"/>
                  </a:gs>
                </a:gsLst>
                <a:lin ang="2700000" scaled="1"/>
                <a:tileRect/>
              </a:gradFill>
              <a:ln w="1807" cap="rnd" cmpd="sng" algn="ctr">
                <a:noFill/>
                <a:prstDash val="solid"/>
                <a:round/>
                <a:headEnd type="none" w="med" len="med"/>
                <a:tailEnd type="none" w="med" len="med"/>
              </a:ln>
              <a:effectLst/>
            </p:spPr>
          </p:sp>
          <p:sp>
            <p:nvSpPr>
              <p:cNvPr id="3338" name="ellipse_3141">
                <a:extLst>
                  <a:ext uri="{FF2B5EF4-FFF2-40B4-BE49-F238E27FC236}">
                    <a16:creationId xmlns:a16="http://schemas.microsoft.com/office/drawing/2014/main" id="{080F09D2-F5F1-B29C-EA12-3BAFE380B246}"/>
                  </a:ext>
                </a:extLst>
              </p:cNvPr>
              <p:cNvSpPr/>
              <p:nvPr/>
            </p:nvSpPr>
            <p:spPr>
              <a:xfrm>
                <a:off x="4824542" y="5769972"/>
                <a:ext cx="53249" cy="53249"/>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339" name="ellipse_3142">
                <a:extLst>
                  <a:ext uri="{FF2B5EF4-FFF2-40B4-BE49-F238E27FC236}">
                    <a16:creationId xmlns:a16="http://schemas.microsoft.com/office/drawing/2014/main" id="{B35C8252-BD67-6646-E3BB-5C6BF4C98C8C}"/>
                  </a:ext>
                </a:extLst>
              </p:cNvPr>
              <p:cNvSpPr/>
              <p:nvPr/>
            </p:nvSpPr>
            <p:spPr>
              <a:xfrm>
                <a:off x="4574454" y="5996396"/>
                <a:ext cx="35384" cy="35384"/>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340" name="ellipse_3143">
                <a:extLst>
                  <a:ext uri="{FF2B5EF4-FFF2-40B4-BE49-F238E27FC236}">
                    <a16:creationId xmlns:a16="http://schemas.microsoft.com/office/drawing/2014/main" id="{DC8EF9CF-3F8F-7FFB-D9EA-528E9F5EF172}"/>
                  </a:ext>
                </a:extLst>
              </p:cNvPr>
              <p:cNvSpPr/>
              <p:nvPr/>
            </p:nvSpPr>
            <p:spPr>
              <a:xfrm>
                <a:off x="4827644" y="5914219"/>
                <a:ext cx="49988" cy="49988"/>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341" name="ellipse_3144">
                <a:extLst>
                  <a:ext uri="{FF2B5EF4-FFF2-40B4-BE49-F238E27FC236}">
                    <a16:creationId xmlns:a16="http://schemas.microsoft.com/office/drawing/2014/main" id="{4973A3A1-6CD2-C3F3-CA44-96E73DA749F2}"/>
                  </a:ext>
                </a:extLst>
              </p:cNvPr>
              <p:cNvSpPr/>
              <p:nvPr/>
            </p:nvSpPr>
            <p:spPr>
              <a:xfrm>
                <a:off x="4795129" y="5876776"/>
                <a:ext cx="32865" cy="32865"/>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342" name="ellipse_3145">
                <a:extLst>
                  <a:ext uri="{FF2B5EF4-FFF2-40B4-BE49-F238E27FC236}">
                    <a16:creationId xmlns:a16="http://schemas.microsoft.com/office/drawing/2014/main" id="{E235F63D-50D4-BCBB-F7E5-ED2C94BF5165}"/>
                  </a:ext>
                </a:extLst>
              </p:cNvPr>
              <p:cNvSpPr/>
              <p:nvPr/>
            </p:nvSpPr>
            <p:spPr>
              <a:xfrm>
                <a:off x="4842496" y="5817715"/>
                <a:ext cx="39467" cy="39467"/>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343" name="ellipse_3146">
                <a:extLst>
                  <a:ext uri="{FF2B5EF4-FFF2-40B4-BE49-F238E27FC236}">
                    <a16:creationId xmlns:a16="http://schemas.microsoft.com/office/drawing/2014/main" id="{F40E842F-A0A1-8900-ED7D-6A8806111631}"/>
                  </a:ext>
                </a:extLst>
              </p:cNvPr>
              <p:cNvSpPr/>
              <p:nvPr/>
            </p:nvSpPr>
            <p:spPr>
              <a:xfrm>
                <a:off x="4482203" y="5622045"/>
                <a:ext cx="33614" cy="33614"/>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344" name="ellipse_3147">
                <a:extLst>
                  <a:ext uri="{FF2B5EF4-FFF2-40B4-BE49-F238E27FC236}">
                    <a16:creationId xmlns:a16="http://schemas.microsoft.com/office/drawing/2014/main" id="{B654B45D-C35C-A7E6-9A0F-A0048FD2D350}"/>
                  </a:ext>
                </a:extLst>
              </p:cNvPr>
              <p:cNvSpPr/>
              <p:nvPr/>
            </p:nvSpPr>
            <p:spPr>
              <a:xfrm>
                <a:off x="4293194" y="5706321"/>
                <a:ext cx="32662" cy="32662"/>
              </a:xfrm>
              <a:prstGeom prst="ellipse">
                <a:avLst/>
              </a:prstGeom>
              <a:gradFill flip="none" rotWithShape="1">
                <a:gsLst>
                  <a:gs pos="0">
                    <a:srgbClr val="F6F8F9"/>
                  </a:gs>
                  <a:gs pos="43000">
                    <a:srgbClr val="D5DCE3"/>
                  </a:gs>
                  <a:gs pos="100000">
                    <a:srgbClr val="ADB8C2"/>
                  </a:gs>
                </a:gsLst>
                <a:lin ang="2700000" scaled="1"/>
                <a:tileRect/>
              </a:gradFill>
              <a:ln w="1807" cap="rnd" cmpd="sng" algn="ctr">
                <a:noFill/>
                <a:prstDash val="solid"/>
                <a:round/>
                <a:headEnd type="none" w="med" len="med"/>
                <a:tailEnd type="none" w="med" len="med"/>
              </a:ln>
              <a:effectLst/>
            </p:spPr>
          </p:sp>
          <p:sp>
            <p:nvSpPr>
              <p:cNvPr id="3345" name="ellipse_3148">
                <a:extLst>
                  <a:ext uri="{FF2B5EF4-FFF2-40B4-BE49-F238E27FC236}">
                    <a16:creationId xmlns:a16="http://schemas.microsoft.com/office/drawing/2014/main" id="{A7FFE5FD-96D8-2598-52B2-725FFBC8B1D2}"/>
                  </a:ext>
                </a:extLst>
              </p:cNvPr>
              <p:cNvSpPr/>
              <p:nvPr/>
            </p:nvSpPr>
            <p:spPr>
              <a:xfrm>
                <a:off x="4330162" y="5914429"/>
                <a:ext cx="49267" cy="49267"/>
              </a:xfrm>
              <a:prstGeom prst="ellipse">
                <a:avLst/>
              </a:prstGeom>
              <a:gradFill flip="none" rotWithShape="1">
                <a:gsLst>
                  <a:gs pos="0">
                    <a:srgbClr val="F7F9FA"/>
                  </a:gs>
                  <a:gs pos="43000">
                    <a:srgbClr val="DAE0E6"/>
                  </a:gs>
                  <a:gs pos="100000">
                    <a:srgbClr val="B2BDC6"/>
                  </a:gs>
                </a:gsLst>
                <a:lin ang="2700000" scaled="1"/>
                <a:tileRect/>
              </a:gradFill>
              <a:ln w="1807" cap="rnd" cmpd="sng" algn="ctr">
                <a:noFill/>
                <a:prstDash val="solid"/>
                <a:round/>
                <a:headEnd type="none" w="med" len="med"/>
                <a:tailEnd type="none" w="med" len="med"/>
              </a:ln>
              <a:effectLst/>
            </p:spPr>
          </p:sp>
          <p:sp>
            <p:nvSpPr>
              <p:cNvPr id="3346" name="ellipse_3149">
                <a:extLst>
                  <a:ext uri="{FF2B5EF4-FFF2-40B4-BE49-F238E27FC236}">
                    <a16:creationId xmlns:a16="http://schemas.microsoft.com/office/drawing/2014/main" id="{84C1B512-3696-F426-6545-1386974C016F}"/>
                  </a:ext>
                </a:extLst>
              </p:cNvPr>
              <p:cNvSpPr/>
              <p:nvPr/>
            </p:nvSpPr>
            <p:spPr>
              <a:xfrm>
                <a:off x="4280067" y="5808389"/>
                <a:ext cx="46519" cy="46519"/>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347" name="ellipse_3150">
                <a:extLst>
                  <a:ext uri="{FF2B5EF4-FFF2-40B4-BE49-F238E27FC236}">
                    <a16:creationId xmlns:a16="http://schemas.microsoft.com/office/drawing/2014/main" id="{14C1250E-2129-0FA3-7995-34E884CA07E8}"/>
                  </a:ext>
                </a:extLst>
              </p:cNvPr>
              <p:cNvSpPr/>
              <p:nvPr/>
            </p:nvSpPr>
            <p:spPr>
              <a:xfrm>
                <a:off x="4922072" y="5820714"/>
                <a:ext cx="32428" cy="32428"/>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348" name="ellipse_3151">
                <a:extLst>
                  <a:ext uri="{FF2B5EF4-FFF2-40B4-BE49-F238E27FC236}">
                    <a16:creationId xmlns:a16="http://schemas.microsoft.com/office/drawing/2014/main" id="{C7438ACF-8509-7433-23F0-EC3E31211EBA}"/>
                  </a:ext>
                </a:extLst>
              </p:cNvPr>
              <p:cNvSpPr/>
              <p:nvPr/>
            </p:nvSpPr>
            <p:spPr>
              <a:xfrm>
                <a:off x="4619740" y="5674277"/>
                <a:ext cx="51902" cy="51902"/>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349" name="ellipse_3152">
                <a:extLst>
                  <a:ext uri="{FF2B5EF4-FFF2-40B4-BE49-F238E27FC236}">
                    <a16:creationId xmlns:a16="http://schemas.microsoft.com/office/drawing/2014/main" id="{1AEE755C-6779-B632-7309-BA612C8EE756}"/>
                  </a:ext>
                </a:extLst>
              </p:cNvPr>
              <p:cNvSpPr/>
              <p:nvPr/>
            </p:nvSpPr>
            <p:spPr>
              <a:xfrm>
                <a:off x="4759279" y="5908135"/>
                <a:ext cx="32240" cy="32240"/>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350" name="ellipse_3153">
                <a:extLst>
                  <a:ext uri="{FF2B5EF4-FFF2-40B4-BE49-F238E27FC236}">
                    <a16:creationId xmlns:a16="http://schemas.microsoft.com/office/drawing/2014/main" id="{C268E0D4-C50D-42A3-A2AA-EC34C8F303D1}"/>
                  </a:ext>
                </a:extLst>
              </p:cNvPr>
              <p:cNvSpPr/>
              <p:nvPr/>
            </p:nvSpPr>
            <p:spPr>
              <a:xfrm>
                <a:off x="4732949" y="5945689"/>
                <a:ext cx="40700" cy="40700"/>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351" name="ellipse_3154">
                <a:extLst>
                  <a:ext uri="{FF2B5EF4-FFF2-40B4-BE49-F238E27FC236}">
                    <a16:creationId xmlns:a16="http://schemas.microsoft.com/office/drawing/2014/main" id="{E6C5DF93-FA21-C43E-524F-EFBA5199BD67}"/>
                  </a:ext>
                </a:extLst>
              </p:cNvPr>
              <p:cNvSpPr/>
              <p:nvPr/>
            </p:nvSpPr>
            <p:spPr>
              <a:xfrm>
                <a:off x="4743845" y="5963904"/>
                <a:ext cx="32597" cy="32597"/>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352" name="ellipse_3155">
                <a:extLst>
                  <a:ext uri="{FF2B5EF4-FFF2-40B4-BE49-F238E27FC236}">
                    <a16:creationId xmlns:a16="http://schemas.microsoft.com/office/drawing/2014/main" id="{F684EFB3-DB6E-EB4A-911B-50D604F8AD09}"/>
                  </a:ext>
                </a:extLst>
              </p:cNvPr>
              <p:cNvSpPr/>
              <p:nvPr/>
            </p:nvSpPr>
            <p:spPr>
              <a:xfrm>
                <a:off x="4570184" y="5631774"/>
                <a:ext cx="40245" cy="40245"/>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353" name="ellipse_3156">
                <a:extLst>
                  <a:ext uri="{FF2B5EF4-FFF2-40B4-BE49-F238E27FC236}">
                    <a16:creationId xmlns:a16="http://schemas.microsoft.com/office/drawing/2014/main" id="{B65B901D-2AF2-A362-E227-0FB31BFB1133}"/>
                  </a:ext>
                </a:extLst>
              </p:cNvPr>
              <p:cNvSpPr/>
              <p:nvPr/>
            </p:nvSpPr>
            <p:spPr>
              <a:xfrm>
                <a:off x="4752643" y="5910958"/>
                <a:ext cx="38199" cy="38199"/>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354" name="ellipse_3157">
                <a:extLst>
                  <a:ext uri="{FF2B5EF4-FFF2-40B4-BE49-F238E27FC236}">
                    <a16:creationId xmlns:a16="http://schemas.microsoft.com/office/drawing/2014/main" id="{4F27C90F-BAC9-5D60-8BF1-5526EF0E989B}"/>
                  </a:ext>
                </a:extLst>
              </p:cNvPr>
              <p:cNvSpPr/>
              <p:nvPr/>
            </p:nvSpPr>
            <p:spPr>
              <a:xfrm>
                <a:off x="4647344" y="5968018"/>
                <a:ext cx="43659" cy="43659"/>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355" name="ellipse_3158">
                <a:extLst>
                  <a:ext uri="{FF2B5EF4-FFF2-40B4-BE49-F238E27FC236}">
                    <a16:creationId xmlns:a16="http://schemas.microsoft.com/office/drawing/2014/main" id="{1B935CB7-8399-60A2-D86E-2E2AB57371F3}"/>
                  </a:ext>
                </a:extLst>
              </p:cNvPr>
              <p:cNvSpPr/>
              <p:nvPr/>
            </p:nvSpPr>
            <p:spPr>
              <a:xfrm>
                <a:off x="4542983" y="5948377"/>
                <a:ext cx="43376" cy="43376"/>
              </a:xfrm>
              <a:prstGeom prst="ellipse">
                <a:avLst/>
              </a:prstGeom>
              <a:gradFill flip="none" rotWithShape="1">
                <a:gsLst>
                  <a:gs pos="0">
                    <a:srgbClr val="F6F8F9"/>
                  </a:gs>
                  <a:gs pos="43000">
                    <a:srgbClr val="D5DCE2"/>
                  </a:gs>
                  <a:gs pos="100000">
                    <a:srgbClr val="ADB8C2"/>
                  </a:gs>
                </a:gsLst>
                <a:lin ang="2700000" scaled="1"/>
                <a:tileRect/>
              </a:gradFill>
              <a:ln w="1807" cap="rnd" cmpd="sng" algn="ctr">
                <a:noFill/>
                <a:prstDash val="solid"/>
                <a:round/>
                <a:headEnd type="none" w="med" len="med"/>
                <a:tailEnd type="none" w="med" len="med"/>
              </a:ln>
              <a:effectLst/>
            </p:spPr>
          </p:sp>
          <p:sp>
            <p:nvSpPr>
              <p:cNvPr id="3356" name="ellipse_3159">
                <a:extLst>
                  <a:ext uri="{FF2B5EF4-FFF2-40B4-BE49-F238E27FC236}">
                    <a16:creationId xmlns:a16="http://schemas.microsoft.com/office/drawing/2014/main" id="{0303A366-3E7C-A636-7068-DC26C40E75A8}"/>
                  </a:ext>
                </a:extLst>
              </p:cNvPr>
              <p:cNvSpPr/>
              <p:nvPr/>
            </p:nvSpPr>
            <p:spPr>
              <a:xfrm>
                <a:off x="4303018" y="5853041"/>
                <a:ext cx="51967" cy="51967"/>
              </a:xfrm>
              <a:prstGeom prst="ellipse">
                <a:avLst/>
              </a:prstGeom>
              <a:gradFill flip="none" rotWithShape="1">
                <a:gsLst>
                  <a:gs pos="0">
                    <a:srgbClr val="F6F7F8"/>
                  </a:gs>
                  <a:gs pos="43000">
                    <a:srgbClr val="D2DADF"/>
                  </a:gs>
                  <a:gs pos="100000">
                    <a:srgbClr val="A9B5BE"/>
                  </a:gs>
                </a:gsLst>
                <a:lin ang="2700000" scaled="1"/>
                <a:tileRect/>
              </a:gradFill>
              <a:ln w="1807" cap="rnd" cmpd="sng" algn="ctr">
                <a:noFill/>
                <a:prstDash val="solid"/>
                <a:round/>
                <a:headEnd type="none" w="med" len="med"/>
                <a:tailEnd type="none" w="med" len="med"/>
              </a:ln>
              <a:effectLst/>
            </p:spPr>
          </p:sp>
          <p:sp>
            <p:nvSpPr>
              <p:cNvPr id="3357" name="ellipse_3160">
                <a:extLst>
                  <a:ext uri="{FF2B5EF4-FFF2-40B4-BE49-F238E27FC236}">
                    <a16:creationId xmlns:a16="http://schemas.microsoft.com/office/drawing/2014/main" id="{47397A87-D34D-0E7D-5C28-35935E17B21D}"/>
                  </a:ext>
                </a:extLst>
              </p:cNvPr>
              <p:cNvSpPr/>
              <p:nvPr/>
            </p:nvSpPr>
            <p:spPr>
              <a:xfrm>
                <a:off x="4703787" y="5688348"/>
                <a:ext cx="48718" cy="48718"/>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358" name="ellipse_3161">
                <a:extLst>
                  <a:ext uri="{FF2B5EF4-FFF2-40B4-BE49-F238E27FC236}">
                    <a16:creationId xmlns:a16="http://schemas.microsoft.com/office/drawing/2014/main" id="{C2205DCB-03BD-7BE5-0587-246DE39AF217}"/>
                  </a:ext>
                </a:extLst>
              </p:cNvPr>
              <p:cNvSpPr/>
              <p:nvPr/>
            </p:nvSpPr>
            <p:spPr>
              <a:xfrm>
                <a:off x="4303604" y="5737757"/>
                <a:ext cx="41872" cy="41872"/>
              </a:xfrm>
              <a:prstGeom prst="ellipse">
                <a:avLst/>
              </a:prstGeom>
              <a:gradFill flip="none" rotWithShape="1">
                <a:gsLst>
                  <a:gs pos="0">
                    <a:srgbClr val="F4F6F8"/>
                  </a:gs>
                  <a:gs pos="43000">
                    <a:srgbClr val="CDD5DC"/>
                  </a:gs>
                  <a:gs pos="100000">
                    <a:srgbClr val="A3B0BA"/>
                  </a:gs>
                </a:gsLst>
                <a:lin ang="2700000" scaled="1"/>
                <a:tileRect/>
              </a:gradFill>
              <a:ln w="1807" cap="rnd" cmpd="sng" algn="ctr">
                <a:noFill/>
                <a:prstDash val="solid"/>
                <a:round/>
                <a:headEnd type="none" w="med" len="med"/>
                <a:tailEnd type="none" w="med" len="med"/>
              </a:ln>
              <a:effectLst/>
            </p:spPr>
          </p:sp>
          <p:sp>
            <p:nvSpPr>
              <p:cNvPr id="3359" name="ellipse_3162">
                <a:extLst>
                  <a:ext uri="{FF2B5EF4-FFF2-40B4-BE49-F238E27FC236}">
                    <a16:creationId xmlns:a16="http://schemas.microsoft.com/office/drawing/2014/main" id="{A28B28BB-A4FA-E796-9E76-426E6AAF1079}"/>
                  </a:ext>
                </a:extLst>
              </p:cNvPr>
              <p:cNvSpPr/>
              <p:nvPr/>
            </p:nvSpPr>
            <p:spPr>
              <a:xfrm>
                <a:off x="4675918" y="5701264"/>
                <a:ext cx="44485" cy="44485"/>
              </a:xfrm>
              <a:prstGeom prst="ellipse">
                <a:avLst/>
              </a:prstGeom>
              <a:gradFill flip="none" rotWithShape="1">
                <a:gsLst>
                  <a:gs pos="0">
                    <a:srgbClr val="F5F7F8"/>
                  </a:gs>
                  <a:gs pos="43000">
                    <a:srgbClr val="D0D8DF"/>
                  </a:gs>
                  <a:gs pos="100000">
                    <a:srgbClr val="A7B3BE"/>
                  </a:gs>
                </a:gsLst>
                <a:lin ang="2700000" scaled="1"/>
                <a:tileRect/>
              </a:gradFill>
              <a:ln w="1807" cap="rnd" cmpd="sng" algn="ctr">
                <a:noFill/>
                <a:prstDash val="solid"/>
                <a:round/>
                <a:headEnd type="none" w="med" len="med"/>
                <a:tailEnd type="none" w="med" len="med"/>
              </a:ln>
              <a:effectLst/>
            </p:spPr>
          </p:sp>
          <p:sp>
            <p:nvSpPr>
              <p:cNvPr id="3360" name="ellipse_3163">
                <a:extLst>
                  <a:ext uri="{FF2B5EF4-FFF2-40B4-BE49-F238E27FC236}">
                    <a16:creationId xmlns:a16="http://schemas.microsoft.com/office/drawing/2014/main" id="{3EE683D4-F5E7-4048-FFA5-110363885BAF}"/>
                  </a:ext>
                </a:extLst>
              </p:cNvPr>
              <p:cNvSpPr/>
              <p:nvPr/>
            </p:nvSpPr>
            <p:spPr>
              <a:xfrm>
                <a:off x="4302443" y="5872605"/>
                <a:ext cx="37728" cy="37728"/>
              </a:xfrm>
              <a:prstGeom prst="ellipse">
                <a:avLst/>
              </a:prstGeom>
              <a:gradFill flip="none" rotWithShape="1">
                <a:gsLst>
                  <a:gs pos="0">
                    <a:srgbClr val="F5F7F8"/>
                  </a:gs>
                  <a:gs pos="43000">
                    <a:srgbClr val="CED7DD"/>
                  </a:gs>
                  <a:gs pos="100000">
                    <a:srgbClr val="A5B2BC"/>
                  </a:gs>
                </a:gsLst>
                <a:lin ang="2700000" scaled="1"/>
                <a:tileRect/>
              </a:gradFill>
              <a:ln w="1807" cap="rnd" cmpd="sng" algn="ctr">
                <a:noFill/>
                <a:prstDash val="solid"/>
                <a:round/>
                <a:headEnd type="none" w="med" len="med"/>
                <a:tailEnd type="none" w="med" len="med"/>
              </a:ln>
              <a:effectLst/>
            </p:spPr>
          </p:sp>
          <p:sp>
            <p:nvSpPr>
              <p:cNvPr id="3361" name="ellipse_3164">
                <a:extLst>
                  <a:ext uri="{FF2B5EF4-FFF2-40B4-BE49-F238E27FC236}">
                    <a16:creationId xmlns:a16="http://schemas.microsoft.com/office/drawing/2014/main" id="{613BCE54-ED85-1FBA-8210-91AF612455F1}"/>
                  </a:ext>
                </a:extLst>
              </p:cNvPr>
              <p:cNvSpPr/>
              <p:nvPr/>
            </p:nvSpPr>
            <p:spPr>
              <a:xfrm>
                <a:off x="4580943" y="5993816"/>
                <a:ext cx="32497" cy="32497"/>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362" name="ellipse_3165">
                <a:extLst>
                  <a:ext uri="{FF2B5EF4-FFF2-40B4-BE49-F238E27FC236}">
                    <a16:creationId xmlns:a16="http://schemas.microsoft.com/office/drawing/2014/main" id="{FAB87FC6-05ED-B46D-87D5-8BAEADBAD952}"/>
                  </a:ext>
                </a:extLst>
              </p:cNvPr>
              <p:cNvSpPr/>
              <p:nvPr/>
            </p:nvSpPr>
            <p:spPr>
              <a:xfrm>
                <a:off x="4684525" y="5936268"/>
                <a:ext cx="35204" cy="35204"/>
              </a:xfrm>
              <a:prstGeom prst="ellipse">
                <a:avLst/>
              </a:prstGeom>
              <a:gradFill flip="none" rotWithShape="1">
                <a:gsLst>
                  <a:gs pos="0">
                    <a:srgbClr val="F7F9FA"/>
                  </a:gs>
                  <a:gs pos="43000">
                    <a:srgbClr val="DAE0E5"/>
                  </a:gs>
                  <a:gs pos="100000">
                    <a:srgbClr val="B2BDC5"/>
                  </a:gs>
                </a:gsLst>
                <a:lin ang="2700000" scaled="1"/>
                <a:tileRect/>
              </a:gradFill>
              <a:ln w="1807" cap="rnd" cmpd="sng" algn="ctr">
                <a:noFill/>
                <a:prstDash val="solid"/>
                <a:round/>
                <a:headEnd type="none" w="med" len="med"/>
                <a:tailEnd type="none" w="med" len="med"/>
              </a:ln>
              <a:effectLst/>
            </p:spPr>
          </p:sp>
          <p:sp>
            <p:nvSpPr>
              <p:cNvPr id="3363" name="ellipse_3166">
                <a:extLst>
                  <a:ext uri="{FF2B5EF4-FFF2-40B4-BE49-F238E27FC236}">
                    <a16:creationId xmlns:a16="http://schemas.microsoft.com/office/drawing/2014/main" id="{92352845-182A-D5E1-C1CA-68AF63AEC925}"/>
                  </a:ext>
                </a:extLst>
              </p:cNvPr>
              <p:cNvSpPr/>
              <p:nvPr/>
            </p:nvSpPr>
            <p:spPr>
              <a:xfrm>
                <a:off x="4520025" y="5683904"/>
                <a:ext cx="45153" cy="45153"/>
              </a:xfrm>
              <a:prstGeom prst="ellipse">
                <a:avLst/>
              </a:prstGeom>
              <a:gradFill flip="none" rotWithShape="1">
                <a:gsLst>
                  <a:gs pos="0">
                    <a:srgbClr val="F7F9FA"/>
                  </a:gs>
                  <a:gs pos="43000">
                    <a:srgbClr val="DAE1E6"/>
                  </a:gs>
                  <a:gs pos="100000">
                    <a:srgbClr val="B2BDC6"/>
                  </a:gs>
                </a:gsLst>
                <a:lin ang="2700000" scaled="1"/>
                <a:tileRect/>
              </a:gradFill>
              <a:ln w="1807" cap="rnd" cmpd="sng" algn="ctr">
                <a:noFill/>
                <a:prstDash val="solid"/>
                <a:round/>
                <a:headEnd type="none" w="med" len="med"/>
                <a:tailEnd type="none" w="med" len="med"/>
              </a:ln>
              <a:effectLst/>
            </p:spPr>
          </p:sp>
          <p:sp>
            <p:nvSpPr>
              <p:cNvPr id="3364" name="ellipse_3167">
                <a:extLst>
                  <a:ext uri="{FF2B5EF4-FFF2-40B4-BE49-F238E27FC236}">
                    <a16:creationId xmlns:a16="http://schemas.microsoft.com/office/drawing/2014/main" id="{6792C6F9-49D6-11FA-C267-153F87AE94F1}"/>
                  </a:ext>
                </a:extLst>
              </p:cNvPr>
              <p:cNvSpPr/>
              <p:nvPr/>
            </p:nvSpPr>
            <p:spPr>
              <a:xfrm>
                <a:off x="4620771" y="5631136"/>
                <a:ext cx="41654" cy="41654"/>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365" name="ellipse_3168">
                <a:extLst>
                  <a:ext uri="{FF2B5EF4-FFF2-40B4-BE49-F238E27FC236}">
                    <a16:creationId xmlns:a16="http://schemas.microsoft.com/office/drawing/2014/main" id="{91400636-E16A-D568-4386-E148EC2E2DED}"/>
                  </a:ext>
                </a:extLst>
              </p:cNvPr>
              <p:cNvSpPr/>
              <p:nvPr/>
            </p:nvSpPr>
            <p:spPr>
              <a:xfrm>
                <a:off x="4765501" y="5877700"/>
                <a:ext cx="45481" cy="45481"/>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366" name="ellipse_3169">
                <a:extLst>
                  <a:ext uri="{FF2B5EF4-FFF2-40B4-BE49-F238E27FC236}">
                    <a16:creationId xmlns:a16="http://schemas.microsoft.com/office/drawing/2014/main" id="{97FC386F-15BF-0963-68A0-F1C39CC7FA1D}"/>
                  </a:ext>
                </a:extLst>
              </p:cNvPr>
              <p:cNvSpPr/>
              <p:nvPr/>
            </p:nvSpPr>
            <p:spPr>
              <a:xfrm>
                <a:off x="4519199" y="5968230"/>
                <a:ext cx="50926" cy="50926"/>
              </a:xfrm>
              <a:prstGeom prst="ellipse">
                <a:avLst/>
              </a:prstGeom>
              <a:gradFill flip="none" rotWithShape="1">
                <a:gsLst>
                  <a:gs pos="0">
                    <a:srgbClr val="F6F7F9"/>
                  </a:gs>
                  <a:gs pos="43000">
                    <a:srgbClr val="D3DAE1"/>
                  </a:gs>
                  <a:gs pos="100000">
                    <a:srgbClr val="AAB6C0"/>
                  </a:gs>
                </a:gsLst>
                <a:lin ang="2700000" scaled="1"/>
                <a:tileRect/>
              </a:gradFill>
              <a:ln w="1807" cap="rnd" cmpd="sng" algn="ctr">
                <a:noFill/>
                <a:prstDash val="solid"/>
                <a:round/>
                <a:headEnd type="none" w="med" len="med"/>
                <a:tailEnd type="none" w="med" len="med"/>
              </a:ln>
              <a:effectLst/>
            </p:spPr>
          </p:sp>
          <p:sp>
            <p:nvSpPr>
              <p:cNvPr id="3367" name="ellipse_3170">
                <a:extLst>
                  <a:ext uri="{FF2B5EF4-FFF2-40B4-BE49-F238E27FC236}">
                    <a16:creationId xmlns:a16="http://schemas.microsoft.com/office/drawing/2014/main" id="{9EB97B3D-69F2-F255-8CDB-FFFB896D14B9}"/>
                  </a:ext>
                </a:extLst>
              </p:cNvPr>
              <p:cNvSpPr/>
              <p:nvPr/>
            </p:nvSpPr>
            <p:spPr>
              <a:xfrm>
                <a:off x="4554053" y="5682892"/>
                <a:ext cx="36938" cy="36938"/>
              </a:xfrm>
              <a:prstGeom prst="ellipse">
                <a:avLst/>
              </a:prstGeom>
              <a:gradFill flip="none" rotWithShape="1">
                <a:gsLst>
                  <a:gs pos="0">
                    <a:srgbClr val="F7F8F9"/>
                  </a:gs>
                  <a:gs pos="43000">
                    <a:srgbClr val="D7DFE4"/>
                  </a:gs>
                  <a:gs pos="100000">
                    <a:srgbClr val="AFBBC4"/>
                  </a:gs>
                </a:gsLst>
                <a:lin ang="2700000" scaled="1"/>
                <a:tileRect/>
              </a:gradFill>
              <a:ln w="1807" cap="rnd" cmpd="sng" algn="ctr">
                <a:noFill/>
                <a:prstDash val="solid"/>
                <a:round/>
                <a:headEnd type="none" w="med" len="med"/>
                <a:tailEnd type="none" w="med" len="med"/>
              </a:ln>
              <a:effectLst/>
            </p:spPr>
          </p:sp>
          <p:sp>
            <p:nvSpPr>
              <p:cNvPr id="3368" name="ellipse_3171">
                <a:extLst>
                  <a:ext uri="{FF2B5EF4-FFF2-40B4-BE49-F238E27FC236}">
                    <a16:creationId xmlns:a16="http://schemas.microsoft.com/office/drawing/2014/main" id="{C737FCA8-0517-AF73-EF84-18991F8D584A}"/>
                  </a:ext>
                </a:extLst>
              </p:cNvPr>
              <p:cNvSpPr/>
              <p:nvPr/>
            </p:nvSpPr>
            <p:spPr>
              <a:xfrm>
                <a:off x="4390264" y="5749764"/>
                <a:ext cx="44541" cy="44541"/>
              </a:xfrm>
              <a:prstGeom prst="ellipse">
                <a:avLst/>
              </a:prstGeom>
              <a:gradFill flip="none" rotWithShape="1">
                <a:gsLst>
                  <a:gs pos="0">
                    <a:srgbClr val="F7F8F9"/>
                  </a:gs>
                  <a:gs pos="43000">
                    <a:srgbClr val="D8DFE4"/>
                  </a:gs>
                  <a:gs pos="100000">
                    <a:srgbClr val="B0BCC4"/>
                  </a:gs>
                </a:gsLst>
                <a:lin ang="2700000" scaled="1"/>
                <a:tileRect/>
              </a:gradFill>
              <a:ln w="1807" cap="rnd" cmpd="sng" algn="ctr">
                <a:noFill/>
                <a:prstDash val="solid"/>
                <a:round/>
                <a:headEnd type="none" w="med" len="med"/>
                <a:tailEnd type="none" w="med" len="med"/>
              </a:ln>
              <a:effectLst/>
            </p:spPr>
          </p:sp>
          <p:sp>
            <p:nvSpPr>
              <p:cNvPr id="3369" name="ellipse_3172">
                <a:extLst>
                  <a:ext uri="{FF2B5EF4-FFF2-40B4-BE49-F238E27FC236}">
                    <a16:creationId xmlns:a16="http://schemas.microsoft.com/office/drawing/2014/main" id="{C6601DF7-5891-C033-80A1-0977CC5D3EEA}"/>
                  </a:ext>
                </a:extLst>
              </p:cNvPr>
              <p:cNvSpPr/>
              <p:nvPr/>
            </p:nvSpPr>
            <p:spPr>
              <a:xfrm>
                <a:off x="4741663" y="5953659"/>
                <a:ext cx="36584" cy="36584"/>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370" name="ellipse_3173">
                <a:extLst>
                  <a:ext uri="{FF2B5EF4-FFF2-40B4-BE49-F238E27FC236}">
                    <a16:creationId xmlns:a16="http://schemas.microsoft.com/office/drawing/2014/main" id="{E7F27C5F-8674-2DB6-287B-321416A16242}"/>
                  </a:ext>
                </a:extLst>
              </p:cNvPr>
              <p:cNvSpPr/>
              <p:nvPr/>
            </p:nvSpPr>
            <p:spPr>
              <a:xfrm>
                <a:off x="4376282" y="5861415"/>
                <a:ext cx="47001" cy="47001"/>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371" name="ellipse_3174">
                <a:extLst>
                  <a:ext uri="{FF2B5EF4-FFF2-40B4-BE49-F238E27FC236}">
                    <a16:creationId xmlns:a16="http://schemas.microsoft.com/office/drawing/2014/main" id="{75E20A6E-D4A7-3D44-EF3C-1E98763E842C}"/>
                  </a:ext>
                </a:extLst>
              </p:cNvPr>
              <p:cNvSpPr/>
              <p:nvPr/>
            </p:nvSpPr>
            <p:spPr>
              <a:xfrm>
                <a:off x="4906166" y="5765347"/>
                <a:ext cx="42589" cy="42589"/>
              </a:xfrm>
              <a:prstGeom prst="ellipse">
                <a:avLst/>
              </a:prstGeom>
              <a:gradFill flip="none" rotWithShape="1">
                <a:gsLst>
                  <a:gs pos="0">
                    <a:srgbClr val="F7F8F9"/>
                  </a:gs>
                  <a:gs pos="43000">
                    <a:srgbClr val="D7DEE4"/>
                  </a:gs>
                  <a:gs pos="100000">
                    <a:srgbClr val="AFBAC3"/>
                  </a:gs>
                </a:gsLst>
                <a:lin ang="2700000" scaled="1"/>
                <a:tileRect/>
              </a:gradFill>
              <a:ln w="1807" cap="rnd" cmpd="sng" algn="ctr">
                <a:noFill/>
                <a:prstDash val="solid"/>
                <a:round/>
                <a:headEnd type="none" w="med" len="med"/>
                <a:tailEnd type="none" w="med" len="med"/>
              </a:ln>
              <a:effectLst/>
            </p:spPr>
          </p:sp>
          <p:sp>
            <p:nvSpPr>
              <p:cNvPr id="3372" name="ellipse_3175">
                <a:extLst>
                  <a:ext uri="{FF2B5EF4-FFF2-40B4-BE49-F238E27FC236}">
                    <a16:creationId xmlns:a16="http://schemas.microsoft.com/office/drawing/2014/main" id="{20CCA1DB-A30E-D170-DC8E-FB0855494FB4}"/>
                  </a:ext>
                </a:extLst>
              </p:cNvPr>
              <p:cNvSpPr/>
              <p:nvPr/>
            </p:nvSpPr>
            <p:spPr>
              <a:xfrm>
                <a:off x="4746967" y="5667445"/>
                <a:ext cx="33221" cy="33221"/>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373" name="ellipse_3176">
                <a:extLst>
                  <a:ext uri="{FF2B5EF4-FFF2-40B4-BE49-F238E27FC236}">
                    <a16:creationId xmlns:a16="http://schemas.microsoft.com/office/drawing/2014/main" id="{F81BC8E6-F1D2-AF34-30F6-F1DFCE3762A5}"/>
                  </a:ext>
                </a:extLst>
              </p:cNvPr>
              <p:cNvSpPr/>
              <p:nvPr/>
            </p:nvSpPr>
            <p:spPr>
              <a:xfrm>
                <a:off x="4639435" y="5985774"/>
                <a:ext cx="47949" cy="47949"/>
              </a:xfrm>
              <a:prstGeom prst="ellipse">
                <a:avLst/>
              </a:prstGeom>
              <a:gradFill flip="none" rotWithShape="1">
                <a:gsLst>
                  <a:gs pos="0">
                    <a:srgbClr val="F6F7F9"/>
                  </a:gs>
                  <a:gs pos="43000">
                    <a:srgbClr val="D2DAE0"/>
                  </a:gs>
                  <a:gs pos="100000">
                    <a:srgbClr val="AAB5BF"/>
                  </a:gs>
                </a:gsLst>
                <a:lin ang="2700000" scaled="1"/>
                <a:tileRect/>
              </a:gradFill>
              <a:ln w="1807" cap="rnd" cmpd="sng" algn="ctr">
                <a:noFill/>
                <a:prstDash val="solid"/>
                <a:round/>
                <a:headEnd type="none" w="med" len="med"/>
                <a:tailEnd type="none" w="med" len="med"/>
              </a:ln>
              <a:effectLst/>
            </p:spPr>
          </p:sp>
          <p:sp>
            <p:nvSpPr>
              <p:cNvPr id="3374" name="ellipse_3177">
                <a:extLst>
                  <a:ext uri="{FF2B5EF4-FFF2-40B4-BE49-F238E27FC236}">
                    <a16:creationId xmlns:a16="http://schemas.microsoft.com/office/drawing/2014/main" id="{83A37BBF-BAA2-069D-87B7-B1487259919F}"/>
                  </a:ext>
                </a:extLst>
              </p:cNvPr>
              <p:cNvSpPr/>
              <p:nvPr/>
            </p:nvSpPr>
            <p:spPr>
              <a:xfrm>
                <a:off x="4585890" y="5608315"/>
                <a:ext cx="44872" cy="44872"/>
              </a:xfrm>
              <a:prstGeom prst="ellipse">
                <a:avLst/>
              </a:prstGeom>
              <a:gradFill flip="none" rotWithShape="1">
                <a:gsLst>
                  <a:gs pos="0">
                    <a:srgbClr val="F7F8F9"/>
                  </a:gs>
                  <a:gs pos="43000">
                    <a:srgbClr val="D7DFE4"/>
                  </a:gs>
                  <a:gs pos="100000">
                    <a:srgbClr val="AFBBC3"/>
                  </a:gs>
                </a:gsLst>
                <a:lin ang="2700000" scaled="1"/>
                <a:tileRect/>
              </a:gradFill>
              <a:ln w="1807" cap="rnd" cmpd="sng" algn="ctr">
                <a:noFill/>
                <a:prstDash val="solid"/>
                <a:round/>
                <a:headEnd type="none" w="med" len="med"/>
                <a:tailEnd type="none" w="med" len="med"/>
              </a:ln>
              <a:effectLst/>
            </p:spPr>
          </p:sp>
          <p:sp>
            <p:nvSpPr>
              <p:cNvPr id="3375" name="ellipse_3178">
                <a:extLst>
                  <a:ext uri="{FF2B5EF4-FFF2-40B4-BE49-F238E27FC236}">
                    <a16:creationId xmlns:a16="http://schemas.microsoft.com/office/drawing/2014/main" id="{D0D62F0F-C120-3687-1AF7-5F82F76FD383}"/>
                  </a:ext>
                </a:extLst>
              </p:cNvPr>
              <p:cNvSpPr/>
              <p:nvPr/>
            </p:nvSpPr>
            <p:spPr>
              <a:xfrm>
                <a:off x="4285718" y="5915052"/>
                <a:ext cx="44261" cy="44261"/>
              </a:xfrm>
              <a:prstGeom prst="ellipse">
                <a:avLst/>
              </a:prstGeom>
              <a:gradFill flip="none" rotWithShape="1">
                <a:gsLst>
                  <a:gs pos="0">
                    <a:srgbClr val="F5F7F8"/>
                  </a:gs>
                  <a:gs pos="43000">
                    <a:srgbClr val="CFD7DE"/>
                  </a:gs>
                  <a:gs pos="100000">
                    <a:srgbClr val="A5B2BD"/>
                  </a:gs>
                </a:gsLst>
                <a:lin ang="2700000" scaled="1"/>
                <a:tileRect/>
              </a:gradFill>
              <a:ln w="1807" cap="rnd" cmpd="sng" algn="ctr">
                <a:noFill/>
                <a:prstDash val="solid"/>
                <a:round/>
                <a:headEnd type="none" w="med" len="med"/>
                <a:tailEnd type="none" w="med" len="med"/>
              </a:ln>
              <a:effectLst/>
            </p:spPr>
          </p:sp>
          <p:sp>
            <p:nvSpPr>
              <p:cNvPr id="3376" name="ellipse_3179">
                <a:extLst>
                  <a:ext uri="{FF2B5EF4-FFF2-40B4-BE49-F238E27FC236}">
                    <a16:creationId xmlns:a16="http://schemas.microsoft.com/office/drawing/2014/main" id="{F230C365-CDED-2390-FF27-43F366033831}"/>
                  </a:ext>
                </a:extLst>
              </p:cNvPr>
              <p:cNvSpPr/>
              <p:nvPr/>
            </p:nvSpPr>
            <p:spPr>
              <a:xfrm>
                <a:off x="4848838" y="5808297"/>
                <a:ext cx="32891" cy="32891"/>
              </a:xfrm>
              <a:prstGeom prst="ellipse">
                <a:avLst/>
              </a:prstGeom>
              <a:gradFill flip="none" rotWithShape="1">
                <a:gsLst>
                  <a:gs pos="0">
                    <a:srgbClr val="F6F8F9"/>
                  </a:gs>
                  <a:gs pos="43000">
                    <a:srgbClr val="D4DCE1"/>
                  </a:gs>
                  <a:gs pos="100000">
                    <a:srgbClr val="ABB8C1"/>
                  </a:gs>
                </a:gsLst>
                <a:lin ang="2700000" scaled="1"/>
                <a:tileRect/>
              </a:gradFill>
              <a:ln w="1807" cap="rnd" cmpd="sng" algn="ctr">
                <a:noFill/>
                <a:prstDash val="solid"/>
                <a:round/>
                <a:headEnd type="none" w="med" len="med"/>
                <a:tailEnd type="none" w="med" len="med"/>
              </a:ln>
              <a:effectLst/>
            </p:spPr>
          </p:sp>
          <p:sp>
            <p:nvSpPr>
              <p:cNvPr id="3377" name="ellipse_3180">
                <a:extLst>
                  <a:ext uri="{FF2B5EF4-FFF2-40B4-BE49-F238E27FC236}">
                    <a16:creationId xmlns:a16="http://schemas.microsoft.com/office/drawing/2014/main" id="{8575A715-7021-FFE7-14EF-09F54147ED29}"/>
                  </a:ext>
                </a:extLst>
              </p:cNvPr>
              <p:cNvSpPr/>
              <p:nvPr/>
            </p:nvSpPr>
            <p:spPr>
              <a:xfrm>
                <a:off x="4862276" y="5922551"/>
                <a:ext cx="46756" cy="46756"/>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378" name="ellipse_3181">
                <a:extLst>
                  <a:ext uri="{FF2B5EF4-FFF2-40B4-BE49-F238E27FC236}">
                    <a16:creationId xmlns:a16="http://schemas.microsoft.com/office/drawing/2014/main" id="{CD830EE0-B921-947E-712E-4213DE64D256}"/>
                  </a:ext>
                </a:extLst>
              </p:cNvPr>
              <p:cNvSpPr/>
              <p:nvPr/>
            </p:nvSpPr>
            <p:spPr>
              <a:xfrm>
                <a:off x="4626532" y="5604959"/>
                <a:ext cx="49755" cy="49755"/>
              </a:xfrm>
              <a:prstGeom prst="ellipse">
                <a:avLst/>
              </a:prstGeom>
              <a:gradFill flip="none" rotWithShape="1">
                <a:gsLst>
                  <a:gs pos="0">
                    <a:srgbClr val="F7F8FA"/>
                  </a:gs>
                  <a:gs pos="43000">
                    <a:srgbClr val="D9DFE5"/>
                  </a:gs>
                  <a:gs pos="100000">
                    <a:srgbClr val="B1BCC5"/>
                  </a:gs>
                </a:gsLst>
                <a:lin ang="2700000" scaled="1"/>
                <a:tileRect/>
              </a:gradFill>
              <a:ln w="1807" cap="rnd" cmpd="sng" algn="ctr">
                <a:noFill/>
                <a:prstDash val="solid"/>
                <a:round/>
                <a:headEnd type="none" w="med" len="med"/>
                <a:tailEnd type="none" w="med" len="med"/>
              </a:ln>
              <a:effectLst/>
            </p:spPr>
          </p:sp>
          <p:sp>
            <p:nvSpPr>
              <p:cNvPr id="3379" name="ellipse_3182">
                <a:extLst>
                  <a:ext uri="{FF2B5EF4-FFF2-40B4-BE49-F238E27FC236}">
                    <a16:creationId xmlns:a16="http://schemas.microsoft.com/office/drawing/2014/main" id="{AF66CCB4-9127-E901-25CA-7769A004E4FC}"/>
                  </a:ext>
                </a:extLst>
              </p:cNvPr>
              <p:cNvSpPr/>
              <p:nvPr/>
            </p:nvSpPr>
            <p:spPr>
              <a:xfrm>
                <a:off x="4412035" y="5697300"/>
                <a:ext cx="48163" cy="48163"/>
              </a:xfrm>
              <a:prstGeom prst="ellipse">
                <a:avLst/>
              </a:prstGeom>
              <a:gradFill flip="none" rotWithShape="1">
                <a:gsLst>
                  <a:gs pos="0">
                    <a:srgbClr val="F5F6F8"/>
                  </a:gs>
                  <a:gs pos="43000">
                    <a:srgbClr val="CED6DD"/>
                  </a:gs>
                  <a:gs pos="100000">
                    <a:srgbClr val="A5B1BC"/>
                  </a:gs>
                </a:gsLst>
                <a:lin ang="2700000" scaled="1"/>
                <a:tileRect/>
              </a:gradFill>
              <a:ln w="1807" cap="rnd" cmpd="sng" algn="ctr">
                <a:noFill/>
                <a:prstDash val="solid"/>
                <a:round/>
                <a:headEnd type="none" w="med" len="med"/>
                <a:tailEnd type="none" w="med" len="med"/>
              </a:ln>
              <a:effectLst/>
            </p:spPr>
          </p:sp>
          <p:sp>
            <p:nvSpPr>
              <p:cNvPr id="3380" name="ellipse_3183">
                <a:extLst>
                  <a:ext uri="{FF2B5EF4-FFF2-40B4-BE49-F238E27FC236}">
                    <a16:creationId xmlns:a16="http://schemas.microsoft.com/office/drawing/2014/main" id="{592D05FE-88E9-A2E7-A75F-0DCDF200379A}"/>
                  </a:ext>
                </a:extLst>
              </p:cNvPr>
              <p:cNvSpPr/>
              <p:nvPr/>
            </p:nvSpPr>
            <p:spPr>
              <a:xfrm>
                <a:off x="4818754" y="5804046"/>
                <a:ext cx="39243" cy="39243"/>
              </a:xfrm>
              <a:prstGeom prst="ellipse">
                <a:avLst/>
              </a:prstGeom>
              <a:gradFill flip="none" rotWithShape="1">
                <a:gsLst>
                  <a:gs pos="0">
                    <a:srgbClr val="F6F7F9"/>
                  </a:gs>
                  <a:gs pos="43000">
                    <a:srgbClr val="D2DAE1"/>
                  </a:gs>
                  <a:gs pos="100000">
                    <a:srgbClr val="AAB6C0"/>
                  </a:gs>
                </a:gsLst>
                <a:lin ang="2700000" scaled="1"/>
                <a:tileRect/>
              </a:gradFill>
              <a:ln w="1807" cap="rnd" cmpd="sng" algn="ctr">
                <a:noFill/>
                <a:prstDash val="solid"/>
                <a:round/>
                <a:headEnd type="none" w="med" len="med"/>
                <a:tailEnd type="none" w="med" len="med"/>
              </a:ln>
              <a:effectLst/>
            </p:spPr>
          </p:sp>
          <p:sp>
            <p:nvSpPr>
              <p:cNvPr id="3381" name="ellipse_3184">
                <a:extLst>
                  <a:ext uri="{FF2B5EF4-FFF2-40B4-BE49-F238E27FC236}">
                    <a16:creationId xmlns:a16="http://schemas.microsoft.com/office/drawing/2014/main" id="{15DDD81B-7F49-B45F-6373-6235BEB71BC8}"/>
                  </a:ext>
                </a:extLst>
              </p:cNvPr>
              <p:cNvSpPr/>
              <p:nvPr/>
            </p:nvSpPr>
            <p:spPr>
              <a:xfrm>
                <a:off x="4258472" y="5877618"/>
                <a:ext cx="39892" cy="39892"/>
              </a:xfrm>
              <a:prstGeom prst="ellipse">
                <a:avLst/>
              </a:prstGeom>
              <a:gradFill flip="none" rotWithShape="1">
                <a:gsLst>
                  <a:gs pos="0">
                    <a:srgbClr val="F6F8F9"/>
                  </a:gs>
                  <a:gs pos="43000">
                    <a:srgbClr val="D5DCE1"/>
                  </a:gs>
                  <a:gs pos="100000">
                    <a:srgbClr val="ACB8C1"/>
                  </a:gs>
                </a:gsLst>
                <a:lin ang="2700000" scaled="1"/>
                <a:tileRect/>
              </a:gradFill>
              <a:ln w="1807" cap="rnd" cmpd="sng" algn="ctr">
                <a:noFill/>
                <a:prstDash val="solid"/>
                <a:round/>
                <a:headEnd type="none" w="med" len="med"/>
                <a:tailEnd type="none" w="med" len="med"/>
              </a:ln>
              <a:effectLst/>
            </p:spPr>
          </p:sp>
          <p:sp>
            <p:nvSpPr>
              <p:cNvPr id="3382" name="ellipse_3185">
                <a:extLst>
                  <a:ext uri="{FF2B5EF4-FFF2-40B4-BE49-F238E27FC236}">
                    <a16:creationId xmlns:a16="http://schemas.microsoft.com/office/drawing/2014/main" id="{C7615CBE-CDD8-9440-24D5-047DCC644E00}"/>
                  </a:ext>
                </a:extLst>
              </p:cNvPr>
              <p:cNvSpPr/>
              <p:nvPr/>
            </p:nvSpPr>
            <p:spPr>
              <a:xfrm>
                <a:off x="4307946" y="5944467"/>
                <a:ext cx="49983" cy="49983"/>
              </a:xfrm>
              <a:prstGeom prst="ellipse">
                <a:avLst/>
              </a:prstGeom>
              <a:gradFill flip="none" rotWithShape="1">
                <a:gsLst>
                  <a:gs pos="0">
                    <a:srgbClr val="F5F7F8"/>
                  </a:gs>
                  <a:gs pos="43000">
                    <a:srgbClr val="D1D9DF"/>
                  </a:gs>
                  <a:gs pos="100000">
                    <a:srgbClr val="A8B4BE"/>
                  </a:gs>
                </a:gsLst>
                <a:lin ang="2700000" scaled="1"/>
                <a:tileRect/>
              </a:gradFill>
              <a:ln w="1807" cap="rnd" cmpd="sng" algn="ctr">
                <a:noFill/>
                <a:prstDash val="solid"/>
                <a:round/>
                <a:headEnd type="none" w="med" len="med"/>
                <a:tailEnd type="none" w="med" len="med"/>
              </a:ln>
              <a:effectLst/>
            </p:spPr>
          </p:sp>
          <p:sp>
            <p:nvSpPr>
              <p:cNvPr id="3383" name="ellipse_3186">
                <a:extLst>
                  <a:ext uri="{FF2B5EF4-FFF2-40B4-BE49-F238E27FC236}">
                    <a16:creationId xmlns:a16="http://schemas.microsoft.com/office/drawing/2014/main" id="{25D7A200-B969-42A4-4BE8-16E5FA5A410A}"/>
                  </a:ext>
                </a:extLst>
              </p:cNvPr>
              <p:cNvSpPr/>
              <p:nvPr/>
            </p:nvSpPr>
            <p:spPr>
              <a:xfrm>
                <a:off x="4730281" y="5684151"/>
                <a:ext cx="47059" cy="47059"/>
              </a:xfrm>
              <a:prstGeom prst="ellipse">
                <a:avLst/>
              </a:prstGeom>
              <a:gradFill flip="none" rotWithShape="1">
                <a:gsLst>
                  <a:gs pos="0">
                    <a:srgbClr val="F6F8F9"/>
                  </a:gs>
                  <a:gs pos="43000">
                    <a:srgbClr val="D6DDE3"/>
                  </a:gs>
                  <a:gs pos="100000">
                    <a:srgbClr val="AEB9C2"/>
                  </a:gs>
                </a:gsLst>
                <a:lin ang="2700000" scaled="1"/>
                <a:tileRect/>
              </a:gradFill>
              <a:ln w="1807" cap="rnd" cmpd="sng" algn="ctr">
                <a:noFill/>
                <a:prstDash val="solid"/>
                <a:round/>
                <a:headEnd type="none" w="med" len="med"/>
                <a:tailEnd type="none" w="med" len="med"/>
              </a:ln>
              <a:effectLst/>
            </p:spPr>
          </p:sp>
          <p:sp>
            <p:nvSpPr>
              <p:cNvPr id="3384" name="ellipse_3187">
                <a:extLst>
                  <a:ext uri="{FF2B5EF4-FFF2-40B4-BE49-F238E27FC236}">
                    <a16:creationId xmlns:a16="http://schemas.microsoft.com/office/drawing/2014/main" id="{133248A2-21C9-C2C7-15AB-20B20681AA4B}"/>
                  </a:ext>
                </a:extLst>
              </p:cNvPr>
              <p:cNvSpPr/>
              <p:nvPr/>
            </p:nvSpPr>
            <p:spPr>
              <a:xfrm>
                <a:off x="4648054" y="5613386"/>
                <a:ext cx="31827" cy="31827"/>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385" name="ellipse_3188">
                <a:extLst>
                  <a:ext uri="{FF2B5EF4-FFF2-40B4-BE49-F238E27FC236}">
                    <a16:creationId xmlns:a16="http://schemas.microsoft.com/office/drawing/2014/main" id="{F8D0BE45-11E7-BB7F-D2D6-133F3EAD74B0}"/>
                  </a:ext>
                </a:extLst>
              </p:cNvPr>
              <p:cNvSpPr/>
              <p:nvPr/>
            </p:nvSpPr>
            <p:spPr>
              <a:xfrm>
                <a:off x="4339228" y="5660392"/>
                <a:ext cx="44901" cy="44901"/>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386" name="ellipse_3189">
                <a:extLst>
                  <a:ext uri="{FF2B5EF4-FFF2-40B4-BE49-F238E27FC236}">
                    <a16:creationId xmlns:a16="http://schemas.microsoft.com/office/drawing/2014/main" id="{D5970772-4F16-C8C9-DF96-A48D9D5E043A}"/>
                  </a:ext>
                </a:extLst>
              </p:cNvPr>
              <p:cNvSpPr/>
              <p:nvPr/>
            </p:nvSpPr>
            <p:spPr>
              <a:xfrm>
                <a:off x="4354668" y="5801749"/>
                <a:ext cx="50572" cy="50572"/>
              </a:xfrm>
              <a:prstGeom prst="ellipse">
                <a:avLst/>
              </a:prstGeom>
              <a:gradFill flip="none" rotWithShape="1">
                <a:gsLst>
                  <a:gs pos="0">
                    <a:srgbClr val="F6F8F9"/>
                  </a:gs>
                  <a:gs pos="43000">
                    <a:srgbClr val="D3DBE1"/>
                  </a:gs>
                  <a:gs pos="100000">
                    <a:srgbClr val="AAB7C0"/>
                  </a:gs>
                </a:gsLst>
                <a:lin ang="2700000" scaled="1"/>
                <a:tileRect/>
              </a:gradFill>
              <a:ln w="1807" cap="rnd" cmpd="sng" algn="ctr">
                <a:noFill/>
                <a:prstDash val="solid"/>
                <a:round/>
                <a:headEnd type="none" w="med" len="med"/>
                <a:tailEnd type="none" w="med" len="med"/>
              </a:ln>
              <a:effectLst/>
            </p:spPr>
          </p:sp>
          <p:sp>
            <p:nvSpPr>
              <p:cNvPr id="3387" name="ellipse_3190">
                <a:extLst>
                  <a:ext uri="{FF2B5EF4-FFF2-40B4-BE49-F238E27FC236}">
                    <a16:creationId xmlns:a16="http://schemas.microsoft.com/office/drawing/2014/main" id="{205F117C-2819-5C3F-9B1E-7C60F862AF54}"/>
                  </a:ext>
                </a:extLst>
              </p:cNvPr>
              <p:cNvSpPr/>
              <p:nvPr/>
            </p:nvSpPr>
            <p:spPr>
              <a:xfrm>
                <a:off x="4312921" y="5796559"/>
                <a:ext cx="40925" cy="40925"/>
              </a:xfrm>
              <a:prstGeom prst="ellipse">
                <a:avLst/>
              </a:prstGeom>
              <a:gradFill flip="none" rotWithShape="1">
                <a:gsLst>
                  <a:gs pos="0">
                    <a:srgbClr val="F5F6F8"/>
                  </a:gs>
                  <a:gs pos="43000">
                    <a:srgbClr val="CDD6DD"/>
                  </a:gs>
                  <a:gs pos="100000">
                    <a:srgbClr val="A4B1BC"/>
                  </a:gs>
                </a:gsLst>
                <a:lin ang="2700000" scaled="1"/>
                <a:tileRect/>
              </a:gradFill>
              <a:ln w="1807" cap="rnd" cmpd="sng" algn="ctr">
                <a:noFill/>
                <a:prstDash val="solid"/>
                <a:round/>
                <a:headEnd type="none" w="med" len="med"/>
                <a:tailEnd type="none" w="med" len="med"/>
              </a:ln>
              <a:effectLst/>
            </p:spPr>
          </p:sp>
          <p:sp>
            <p:nvSpPr>
              <p:cNvPr id="3388" name="ellipse_3191">
                <a:extLst>
                  <a:ext uri="{FF2B5EF4-FFF2-40B4-BE49-F238E27FC236}">
                    <a16:creationId xmlns:a16="http://schemas.microsoft.com/office/drawing/2014/main" id="{B12C6B74-5280-09B7-EF30-9B21232CE480}"/>
                  </a:ext>
                </a:extLst>
              </p:cNvPr>
              <p:cNvSpPr/>
              <p:nvPr/>
            </p:nvSpPr>
            <p:spPr>
              <a:xfrm>
                <a:off x="4592726" y="5978423"/>
                <a:ext cx="35441" cy="35441"/>
              </a:xfrm>
              <a:prstGeom prst="ellipse">
                <a:avLst/>
              </a:prstGeom>
              <a:gradFill flip="none" rotWithShape="1">
                <a:gsLst>
                  <a:gs pos="0">
                    <a:srgbClr val="F5F6F8"/>
                  </a:gs>
                  <a:gs pos="43000">
                    <a:srgbClr val="CDD5DC"/>
                  </a:gs>
                  <a:gs pos="100000">
                    <a:srgbClr val="A4B0BB"/>
                  </a:gs>
                </a:gsLst>
                <a:lin ang="2700000" scaled="1"/>
                <a:tileRect/>
              </a:gradFill>
              <a:ln w="1807" cap="rnd" cmpd="sng" algn="ctr">
                <a:noFill/>
                <a:prstDash val="solid"/>
                <a:round/>
                <a:headEnd type="none" w="med" len="med"/>
                <a:tailEnd type="none" w="med" len="med"/>
              </a:ln>
              <a:effectLst/>
            </p:spPr>
          </p:sp>
          <p:sp>
            <p:nvSpPr>
              <p:cNvPr id="3389" name="ellipse_3192">
                <a:extLst>
                  <a:ext uri="{FF2B5EF4-FFF2-40B4-BE49-F238E27FC236}">
                    <a16:creationId xmlns:a16="http://schemas.microsoft.com/office/drawing/2014/main" id="{E1361171-5682-AF9F-687B-C62CD0BA1043}"/>
                  </a:ext>
                </a:extLst>
              </p:cNvPr>
              <p:cNvSpPr/>
              <p:nvPr/>
            </p:nvSpPr>
            <p:spPr>
              <a:xfrm>
                <a:off x="4400863" y="5963283"/>
                <a:ext cx="40231" cy="40231"/>
              </a:xfrm>
              <a:prstGeom prst="ellipse">
                <a:avLst/>
              </a:prstGeom>
              <a:gradFill flip="none" rotWithShape="1">
                <a:gsLst>
                  <a:gs pos="0">
                    <a:srgbClr val="F6F8F9"/>
                  </a:gs>
                  <a:gs pos="43000">
                    <a:srgbClr val="D5DCE2"/>
                  </a:gs>
                  <a:gs pos="100000">
                    <a:srgbClr val="ACB8C2"/>
                  </a:gs>
                </a:gsLst>
                <a:lin ang="2700000" scaled="1"/>
                <a:tileRect/>
              </a:gradFill>
              <a:ln w="1807" cap="rnd" cmpd="sng" algn="ctr">
                <a:noFill/>
                <a:prstDash val="solid"/>
                <a:round/>
                <a:headEnd type="none" w="med" len="med"/>
                <a:tailEnd type="none" w="med" len="med"/>
              </a:ln>
              <a:effectLst/>
            </p:spPr>
          </p:sp>
          <p:sp>
            <p:nvSpPr>
              <p:cNvPr id="3390" name="ellipse_3193">
                <a:extLst>
                  <a:ext uri="{FF2B5EF4-FFF2-40B4-BE49-F238E27FC236}">
                    <a16:creationId xmlns:a16="http://schemas.microsoft.com/office/drawing/2014/main" id="{9AB3EB43-AEE8-C184-F428-8126163C0F5B}"/>
                  </a:ext>
                </a:extLst>
              </p:cNvPr>
              <p:cNvSpPr/>
              <p:nvPr/>
            </p:nvSpPr>
            <p:spPr>
              <a:xfrm>
                <a:off x="4299166" y="5719874"/>
                <a:ext cx="41687" cy="41687"/>
              </a:xfrm>
              <a:prstGeom prst="ellipse">
                <a:avLst/>
              </a:prstGeom>
              <a:gradFill flip="none" rotWithShape="1">
                <a:gsLst>
                  <a:gs pos="0">
                    <a:srgbClr val="F4F6F8"/>
                  </a:gs>
                  <a:gs pos="43000">
                    <a:srgbClr val="CCD5DC"/>
                  </a:gs>
                  <a:gs pos="100000">
                    <a:srgbClr val="A2AFBA"/>
                  </a:gs>
                </a:gsLst>
                <a:lin ang="2700000" scaled="1"/>
                <a:tileRect/>
              </a:gradFill>
              <a:ln w="1807" cap="rnd" cmpd="sng" algn="ctr">
                <a:noFill/>
                <a:prstDash val="solid"/>
                <a:round/>
                <a:headEnd type="none" w="med" len="med"/>
                <a:tailEnd type="none" w="med" len="med"/>
              </a:ln>
              <a:effectLst/>
            </p:spPr>
          </p:sp>
          <p:sp>
            <p:nvSpPr>
              <p:cNvPr id="3391" name="ellipse_3194">
                <a:extLst>
                  <a:ext uri="{FF2B5EF4-FFF2-40B4-BE49-F238E27FC236}">
                    <a16:creationId xmlns:a16="http://schemas.microsoft.com/office/drawing/2014/main" id="{5FC277A3-1204-36C8-DB12-C01078350379}"/>
                  </a:ext>
                </a:extLst>
              </p:cNvPr>
              <p:cNvSpPr/>
              <p:nvPr/>
            </p:nvSpPr>
            <p:spPr>
              <a:xfrm>
                <a:off x="4574590" y="5664426"/>
                <a:ext cx="36432" cy="36432"/>
              </a:xfrm>
              <a:prstGeom prst="ellipse">
                <a:avLst/>
              </a:prstGeom>
              <a:gradFill flip="none" rotWithShape="1">
                <a:gsLst>
                  <a:gs pos="0">
                    <a:srgbClr val="F5F7F8"/>
                  </a:gs>
                  <a:gs pos="43000">
                    <a:srgbClr val="CFD7DF"/>
                  </a:gs>
                  <a:gs pos="100000">
                    <a:srgbClr val="A6B3BD"/>
                  </a:gs>
                </a:gsLst>
                <a:lin ang="2700000" scaled="1"/>
                <a:tileRect/>
              </a:gradFill>
              <a:ln w="1807" cap="rnd" cmpd="sng" algn="ctr">
                <a:noFill/>
                <a:prstDash val="solid"/>
                <a:round/>
                <a:headEnd type="none" w="med" len="med"/>
                <a:tailEnd type="none" w="med" len="med"/>
              </a:ln>
              <a:effectLst/>
            </p:spPr>
          </p:sp>
          <p:sp>
            <p:nvSpPr>
              <p:cNvPr id="3392" name="ellipse_3195">
                <a:extLst>
                  <a:ext uri="{FF2B5EF4-FFF2-40B4-BE49-F238E27FC236}">
                    <a16:creationId xmlns:a16="http://schemas.microsoft.com/office/drawing/2014/main" id="{D53533F1-CFB3-4136-7FC0-19707E8DAC01}"/>
                  </a:ext>
                </a:extLst>
              </p:cNvPr>
              <p:cNvSpPr/>
              <p:nvPr/>
            </p:nvSpPr>
            <p:spPr>
              <a:xfrm>
                <a:off x="4714781" y="5706746"/>
                <a:ext cx="49809" cy="49809"/>
              </a:xfrm>
              <a:prstGeom prst="ellipse">
                <a:avLst/>
              </a:prstGeom>
              <a:gradFill flip="none" rotWithShape="1">
                <a:gsLst>
                  <a:gs pos="0">
                    <a:srgbClr val="F4F6F8"/>
                  </a:gs>
                  <a:gs pos="43000">
                    <a:srgbClr val="CDD5DC"/>
                  </a:gs>
                  <a:gs pos="100000">
                    <a:srgbClr val="A3B0BB"/>
                  </a:gs>
                </a:gsLst>
                <a:lin ang="2700000" scaled="1"/>
                <a:tileRect/>
              </a:gradFill>
              <a:ln w="1807" cap="rnd" cmpd="sng" algn="ctr">
                <a:noFill/>
                <a:prstDash val="solid"/>
                <a:round/>
                <a:headEnd type="none" w="med" len="med"/>
                <a:tailEnd type="none" w="med" len="med"/>
              </a:ln>
              <a:effectLst/>
            </p:spPr>
          </p:sp>
          <p:grpSp>
            <p:nvGrpSpPr>
              <p:cNvPr id="3393" name="Ligand identity | illustrative molecular graph">
                <a:extLst>
                  <a:ext uri="{FF2B5EF4-FFF2-40B4-BE49-F238E27FC236}">
                    <a16:creationId xmlns:a16="http://schemas.microsoft.com/office/drawing/2014/main" id="{A1D4B156-2BCF-6500-8AF6-7A0284D66407}"/>
                  </a:ext>
                </a:extLst>
              </p:cNvPr>
              <p:cNvGrpSpPr/>
              <p:nvPr/>
            </p:nvGrpSpPr>
            <p:grpSpPr>
              <a:xfrm>
                <a:off x="4471951" y="5748405"/>
                <a:ext cx="309662" cy="197297"/>
                <a:chOff x="4471951" y="5748405"/>
                <a:chExt cx="309662" cy="197297"/>
              </a:xfrm>
            </p:grpSpPr>
            <p:cxnSp>
              <p:nvCxnSpPr>
                <p:cNvPr id="3394" name="path_3196">
                  <a:extLst>
                    <a:ext uri="{FF2B5EF4-FFF2-40B4-BE49-F238E27FC236}">
                      <a16:creationId xmlns:a16="http://schemas.microsoft.com/office/drawing/2014/main" id="{0D8FE7DA-698B-3896-A521-DC5F08CF3357}"/>
                    </a:ext>
                  </a:extLst>
                </p:cNvPr>
                <p:cNvCxnSpPr/>
                <p:nvPr/>
              </p:nvCxnSpPr>
              <p:spPr>
                <a:xfrm flipH="1">
                  <a:off x="4564393" y="5889808"/>
                  <a:ext cx="79301" cy="42754"/>
                </a:xfrm>
                <a:prstGeom prst="line">
                  <a:avLst/>
                </a:prstGeom>
                <a:noFill/>
                <a:ln w="12700" cap="rnd" cmpd="sng" algn="ctr">
                  <a:solidFill>
                    <a:srgbClr val="238777"/>
                  </a:solidFill>
                  <a:prstDash val="solid"/>
                  <a:round/>
                  <a:headEnd type="none" w="med" len="med"/>
                  <a:tailEnd type="none" w="med" len="med"/>
                </a:ln>
                <a:effectLst/>
              </p:spPr>
            </p:cxnSp>
            <p:cxnSp>
              <p:nvCxnSpPr>
                <p:cNvPr id="3395" name="path_3197">
                  <a:extLst>
                    <a:ext uri="{FF2B5EF4-FFF2-40B4-BE49-F238E27FC236}">
                      <a16:creationId xmlns:a16="http://schemas.microsoft.com/office/drawing/2014/main" id="{88E809A5-C833-A156-F6DF-DC2E8D1E9C36}"/>
                    </a:ext>
                  </a:extLst>
                </p:cNvPr>
                <p:cNvCxnSpPr/>
                <p:nvPr/>
              </p:nvCxnSpPr>
              <p:spPr>
                <a:xfrm flipH="1" flipV="1">
                  <a:off x="4485091" y="5889808"/>
                  <a:ext cx="79301" cy="42754"/>
                </a:xfrm>
                <a:prstGeom prst="line">
                  <a:avLst/>
                </a:prstGeom>
                <a:noFill/>
                <a:ln w="12700" cap="rnd" cmpd="sng" algn="ctr">
                  <a:solidFill>
                    <a:srgbClr val="238777"/>
                  </a:solidFill>
                  <a:prstDash val="solid"/>
                  <a:round/>
                  <a:headEnd type="none" w="med" len="med"/>
                  <a:tailEnd type="none" w="med" len="med"/>
                </a:ln>
                <a:effectLst/>
              </p:spPr>
            </p:cxnSp>
            <p:cxnSp>
              <p:nvCxnSpPr>
                <p:cNvPr id="3396" name="path_3198">
                  <a:extLst>
                    <a:ext uri="{FF2B5EF4-FFF2-40B4-BE49-F238E27FC236}">
                      <a16:creationId xmlns:a16="http://schemas.microsoft.com/office/drawing/2014/main" id="{412E7435-BA38-F34F-ADC9-88B2DF12B8E2}"/>
                    </a:ext>
                  </a:extLst>
                </p:cNvPr>
                <p:cNvCxnSpPr/>
                <p:nvPr/>
              </p:nvCxnSpPr>
              <p:spPr>
                <a:xfrm flipV="1">
                  <a:off x="4485091" y="5804299"/>
                  <a:ext cx="0" cy="85509"/>
                </a:xfrm>
                <a:prstGeom prst="line">
                  <a:avLst/>
                </a:prstGeom>
                <a:noFill/>
                <a:ln w="12700" cap="rnd" cmpd="sng" algn="ctr">
                  <a:solidFill>
                    <a:srgbClr val="238777"/>
                  </a:solidFill>
                  <a:prstDash val="solid"/>
                  <a:round/>
                  <a:headEnd type="none" w="med" len="med"/>
                  <a:tailEnd type="none" w="med" len="med"/>
                </a:ln>
                <a:effectLst/>
              </p:spPr>
            </p:cxnSp>
            <p:cxnSp>
              <p:nvCxnSpPr>
                <p:cNvPr id="3397" name="path_3199">
                  <a:extLst>
                    <a:ext uri="{FF2B5EF4-FFF2-40B4-BE49-F238E27FC236}">
                      <a16:creationId xmlns:a16="http://schemas.microsoft.com/office/drawing/2014/main" id="{10C11862-F350-8A54-42FF-2F7C9EAFF9F6}"/>
                    </a:ext>
                  </a:extLst>
                </p:cNvPr>
                <p:cNvCxnSpPr/>
                <p:nvPr/>
              </p:nvCxnSpPr>
              <p:spPr>
                <a:xfrm flipV="1">
                  <a:off x="4485091" y="5761545"/>
                  <a:ext cx="79301" cy="42754"/>
                </a:xfrm>
                <a:prstGeom prst="line">
                  <a:avLst/>
                </a:prstGeom>
                <a:noFill/>
                <a:ln w="12700" cap="rnd" cmpd="sng" algn="ctr">
                  <a:solidFill>
                    <a:srgbClr val="238777"/>
                  </a:solidFill>
                  <a:prstDash val="solid"/>
                  <a:round/>
                  <a:headEnd type="none" w="med" len="med"/>
                  <a:tailEnd type="none" w="med" len="med"/>
                </a:ln>
                <a:effectLst/>
              </p:spPr>
            </p:cxnSp>
            <p:cxnSp>
              <p:nvCxnSpPr>
                <p:cNvPr id="3398" name="path_3200">
                  <a:extLst>
                    <a:ext uri="{FF2B5EF4-FFF2-40B4-BE49-F238E27FC236}">
                      <a16:creationId xmlns:a16="http://schemas.microsoft.com/office/drawing/2014/main" id="{6E02D23F-86E2-5491-6F38-C6FFBE9A70ED}"/>
                    </a:ext>
                  </a:extLst>
                </p:cNvPr>
                <p:cNvCxnSpPr/>
                <p:nvPr/>
              </p:nvCxnSpPr>
              <p:spPr>
                <a:xfrm>
                  <a:off x="4564393" y="5761545"/>
                  <a:ext cx="79301" cy="42754"/>
                </a:xfrm>
                <a:prstGeom prst="line">
                  <a:avLst/>
                </a:prstGeom>
                <a:noFill/>
                <a:ln w="12700" cap="rnd" cmpd="sng" algn="ctr">
                  <a:solidFill>
                    <a:srgbClr val="238777"/>
                  </a:solidFill>
                  <a:prstDash val="solid"/>
                  <a:round/>
                  <a:headEnd type="none" w="med" len="med"/>
                  <a:tailEnd type="none" w="med" len="med"/>
                </a:ln>
                <a:effectLst/>
              </p:spPr>
            </p:cxnSp>
            <p:cxnSp>
              <p:nvCxnSpPr>
                <p:cNvPr id="3399" name="path_3201">
                  <a:extLst>
                    <a:ext uri="{FF2B5EF4-FFF2-40B4-BE49-F238E27FC236}">
                      <a16:creationId xmlns:a16="http://schemas.microsoft.com/office/drawing/2014/main" id="{5C6862BC-328C-A5D5-6AA3-AFA07C05EA6E}"/>
                    </a:ext>
                  </a:extLst>
                </p:cNvPr>
                <p:cNvCxnSpPr/>
                <p:nvPr/>
              </p:nvCxnSpPr>
              <p:spPr>
                <a:xfrm>
                  <a:off x="4643694" y="5804299"/>
                  <a:ext cx="0" cy="85509"/>
                </a:xfrm>
                <a:prstGeom prst="line">
                  <a:avLst/>
                </a:prstGeom>
                <a:noFill/>
                <a:ln w="12700" cap="rnd" cmpd="sng" algn="ctr">
                  <a:solidFill>
                    <a:srgbClr val="238777"/>
                  </a:solidFill>
                  <a:prstDash val="solid"/>
                  <a:round/>
                  <a:headEnd type="none" w="med" len="med"/>
                  <a:tailEnd type="none" w="med" len="med"/>
                </a:ln>
                <a:effectLst/>
              </p:spPr>
            </p:cxnSp>
            <p:cxnSp>
              <p:nvCxnSpPr>
                <p:cNvPr id="3400" name="path_3202">
                  <a:extLst>
                    <a:ext uri="{FF2B5EF4-FFF2-40B4-BE49-F238E27FC236}">
                      <a16:creationId xmlns:a16="http://schemas.microsoft.com/office/drawing/2014/main" id="{9084BE66-FDF5-3112-3693-BB575C0C1CDE}"/>
                    </a:ext>
                  </a:extLst>
                </p:cNvPr>
                <p:cNvCxnSpPr/>
                <p:nvPr/>
              </p:nvCxnSpPr>
              <p:spPr>
                <a:xfrm flipV="1">
                  <a:off x="4643694" y="5781797"/>
                  <a:ext cx="70872" cy="108011"/>
                </a:xfrm>
                <a:prstGeom prst="line">
                  <a:avLst/>
                </a:prstGeom>
                <a:noFill/>
                <a:ln w="12700" cap="rnd" cmpd="sng" algn="ctr">
                  <a:solidFill>
                    <a:srgbClr val="238777"/>
                  </a:solidFill>
                  <a:prstDash val="solid"/>
                  <a:round/>
                  <a:headEnd type="none" w="med" len="med"/>
                  <a:tailEnd type="none" w="med" len="med"/>
                </a:ln>
                <a:effectLst/>
              </p:spPr>
            </p:cxnSp>
            <p:cxnSp>
              <p:nvCxnSpPr>
                <p:cNvPr id="3401" name="path_3203">
                  <a:extLst>
                    <a:ext uri="{FF2B5EF4-FFF2-40B4-BE49-F238E27FC236}">
                      <a16:creationId xmlns:a16="http://schemas.microsoft.com/office/drawing/2014/main" id="{2F09042E-8BEE-AF3F-03F9-005B6F65A958}"/>
                    </a:ext>
                  </a:extLst>
                </p:cNvPr>
                <p:cNvCxnSpPr/>
                <p:nvPr/>
              </p:nvCxnSpPr>
              <p:spPr>
                <a:xfrm>
                  <a:off x="4714566" y="5781797"/>
                  <a:ext cx="51279" cy="47255"/>
                </a:xfrm>
                <a:prstGeom prst="line">
                  <a:avLst/>
                </a:prstGeom>
                <a:noFill/>
                <a:ln w="12700" cap="rnd" cmpd="sng" algn="ctr">
                  <a:solidFill>
                    <a:srgbClr val="238777"/>
                  </a:solidFill>
                  <a:prstDash val="solid"/>
                  <a:round/>
                  <a:headEnd type="none" w="med" len="med"/>
                  <a:tailEnd type="none" w="med" len="med"/>
                </a:ln>
                <a:effectLst/>
              </p:spPr>
            </p:cxnSp>
            <p:sp>
              <p:nvSpPr>
                <p:cNvPr id="3402" name="ellipse_3204">
                  <a:extLst>
                    <a:ext uri="{FF2B5EF4-FFF2-40B4-BE49-F238E27FC236}">
                      <a16:creationId xmlns:a16="http://schemas.microsoft.com/office/drawing/2014/main" id="{2CDB02C5-5D28-B82C-B61D-A737A6F52C28}"/>
                    </a:ext>
                  </a:extLst>
                </p:cNvPr>
                <p:cNvSpPr/>
                <p:nvPr/>
              </p:nvSpPr>
              <p:spPr>
                <a:xfrm>
                  <a:off x="4630554" y="5876668"/>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3" name="ellipse_3205">
                  <a:extLst>
                    <a:ext uri="{FF2B5EF4-FFF2-40B4-BE49-F238E27FC236}">
                      <a16:creationId xmlns:a16="http://schemas.microsoft.com/office/drawing/2014/main" id="{49EE2C19-DA4D-AEAF-A0AC-33AE6F960689}"/>
                    </a:ext>
                  </a:extLst>
                </p:cNvPr>
                <p:cNvSpPr/>
                <p:nvPr/>
              </p:nvSpPr>
              <p:spPr>
                <a:xfrm>
                  <a:off x="4551253" y="5919422"/>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4" name="ellipse_3206">
                  <a:extLst>
                    <a:ext uri="{FF2B5EF4-FFF2-40B4-BE49-F238E27FC236}">
                      <a16:creationId xmlns:a16="http://schemas.microsoft.com/office/drawing/2014/main" id="{26B4C5C8-AD85-DFDB-56D7-DEF61021CA8F}"/>
                    </a:ext>
                  </a:extLst>
                </p:cNvPr>
                <p:cNvSpPr/>
                <p:nvPr/>
              </p:nvSpPr>
              <p:spPr>
                <a:xfrm>
                  <a:off x="4471951" y="5876668"/>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5" name="ellipse_3207">
                  <a:extLst>
                    <a:ext uri="{FF2B5EF4-FFF2-40B4-BE49-F238E27FC236}">
                      <a16:creationId xmlns:a16="http://schemas.microsoft.com/office/drawing/2014/main" id="{A43174C1-AC89-FD6B-2CDC-39B965807541}"/>
                    </a:ext>
                  </a:extLst>
                </p:cNvPr>
                <p:cNvSpPr/>
                <p:nvPr/>
              </p:nvSpPr>
              <p:spPr>
                <a:xfrm>
                  <a:off x="4471951" y="5791159"/>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6" name="ellipse_3208">
                  <a:extLst>
                    <a:ext uri="{FF2B5EF4-FFF2-40B4-BE49-F238E27FC236}">
                      <a16:creationId xmlns:a16="http://schemas.microsoft.com/office/drawing/2014/main" id="{D92877E8-DD1B-D69A-A355-62DDAFCB3AE5}"/>
                    </a:ext>
                  </a:extLst>
                </p:cNvPr>
                <p:cNvSpPr/>
                <p:nvPr/>
              </p:nvSpPr>
              <p:spPr>
                <a:xfrm>
                  <a:off x="4551253" y="5748405"/>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7" name="ellipse_3209">
                  <a:extLst>
                    <a:ext uri="{FF2B5EF4-FFF2-40B4-BE49-F238E27FC236}">
                      <a16:creationId xmlns:a16="http://schemas.microsoft.com/office/drawing/2014/main" id="{65DED5B9-6635-145E-2A15-074F0BC3916C}"/>
                    </a:ext>
                  </a:extLst>
                </p:cNvPr>
                <p:cNvSpPr/>
                <p:nvPr/>
              </p:nvSpPr>
              <p:spPr>
                <a:xfrm>
                  <a:off x="4630554" y="5791159"/>
                  <a:ext cx="26280" cy="26280"/>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8" name="ellipse_3210">
                  <a:extLst>
                    <a:ext uri="{FF2B5EF4-FFF2-40B4-BE49-F238E27FC236}">
                      <a16:creationId xmlns:a16="http://schemas.microsoft.com/office/drawing/2014/main" id="{8861603D-5D9F-14C2-00C8-D60DA26CA28E}"/>
                    </a:ext>
                  </a:extLst>
                </p:cNvPr>
                <p:cNvSpPr/>
                <p:nvPr/>
              </p:nvSpPr>
              <p:spPr>
                <a:xfrm>
                  <a:off x="4698798" y="5766029"/>
                  <a:ext cx="31536" cy="31536"/>
                </a:xfrm>
                <a:prstGeom prst="ellipse">
                  <a:avLst/>
                </a:prstGeom>
                <a:gradFill flip="none" rotWithShape="1">
                  <a:gsLst>
                    <a:gs pos="0">
                      <a:srgbClr val="DEEDEB"/>
                    </a:gs>
                    <a:gs pos="43000">
                      <a:srgbClr val="61A99D"/>
                    </a:gs>
                    <a:gs pos="100000">
                      <a:srgbClr val="267D72"/>
                    </a:gs>
                  </a:gsLst>
                  <a:lin ang="2700000" scaled="1"/>
                  <a:tileRect/>
                </a:gradFill>
                <a:ln w="1807" cap="rnd" cmpd="sng" algn="ctr">
                  <a:noFill/>
                  <a:prstDash val="solid"/>
                  <a:round/>
                  <a:headEnd type="none" w="med" len="med"/>
                  <a:tailEnd type="none" w="med" len="med"/>
                </a:ln>
                <a:effectLst/>
              </p:spPr>
            </p:sp>
            <p:sp>
              <p:nvSpPr>
                <p:cNvPr id="3409" name="ellipse_3211">
                  <a:extLst>
                    <a:ext uri="{FF2B5EF4-FFF2-40B4-BE49-F238E27FC236}">
                      <a16:creationId xmlns:a16="http://schemas.microsoft.com/office/drawing/2014/main" id="{6994DF46-E6E7-AB12-7469-EDE085319DA6}"/>
                    </a:ext>
                  </a:extLst>
                </p:cNvPr>
                <p:cNvSpPr/>
                <p:nvPr/>
              </p:nvSpPr>
              <p:spPr>
                <a:xfrm>
                  <a:off x="4750077" y="5813284"/>
                  <a:ext cx="31536" cy="31536"/>
                </a:xfrm>
                <a:prstGeom prst="ellipse">
                  <a:avLst/>
                </a:prstGeom>
                <a:gradFill flip="none" rotWithShape="1">
                  <a:gsLst>
                    <a:gs pos="0">
                      <a:srgbClr val="F8E2E4"/>
                    </a:gs>
                    <a:gs pos="43000">
                      <a:srgbClr val="DC767B"/>
                    </a:gs>
                    <a:gs pos="100000">
                      <a:srgbClr val="B4434B"/>
                    </a:gs>
                  </a:gsLst>
                  <a:lin ang="2700000" scaled="1"/>
                  <a:tileRect/>
                </a:gradFill>
                <a:ln w="1807" cap="rnd" cmpd="sng" algn="ctr">
                  <a:noFill/>
                  <a:prstDash val="solid"/>
                  <a:round/>
                  <a:headEnd type="none" w="med" len="med"/>
                  <a:tailEnd type="none" w="med" len="med"/>
                </a:ln>
                <a:effectLst/>
              </p:spPr>
            </p:sp>
          </p:grpSp>
        </p:grpSp>
        <p:sp>
          <p:nvSpPr>
            <p:cNvPr id="3410" name="Text | All-atom ligand pose">
              <a:extLst>
                <a:ext uri="{FF2B5EF4-FFF2-40B4-BE49-F238E27FC236}">
                  <a16:creationId xmlns:a16="http://schemas.microsoft.com/office/drawing/2014/main" id="{BB0365DE-6CE4-CAC2-51EE-BF25529BBB31}"/>
                </a:ext>
              </a:extLst>
            </p:cNvPr>
            <p:cNvSpPr txBox="1"/>
            <p:nvPr/>
          </p:nvSpPr>
          <p:spPr>
            <a:xfrm>
              <a:off x="4090568" y="6054255"/>
              <a:ext cx="1062854" cy="125947"/>
            </a:xfrm>
            <a:prstGeom prst="rect">
              <a:avLst/>
            </a:prstGeom>
            <a:noFill/>
            <a:ln>
              <a:noFill/>
            </a:ln>
            <a:effectLst/>
          </p:spPr>
          <p:txBody>
            <a:bodyPr vertOverflow="overflow" horzOverflow="overflow" wrap="none" lIns="0" tIns="0" rIns="0" bIns="0" anchor="t" anchorCtr="0">
              <a:noAutofit/>
            </a:bodyPr>
            <a:lstStyle/>
            <a:p>
              <a:pPr algn="ctr"/>
              <a:r>
                <a:rPr lang="en-US" sz="500" b="1" dirty="0">
                  <a:solidFill>
                    <a:srgbClr val="1D3043"/>
                  </a:solidFill>
                  <a:latin typeface="Arial"/>
                  <a:ea typeface="Arial"/>
                  <a:cs typeface="Arial"/>
                </a:rPr>
                <a:t>All-atom ligand pose</a:t>
              </a:r>
              <a:endParaRPr lang="en-US" sz="500"/>
            </a:p>
          </p:txBody>
        </p:sp>
        <p:sp>
          <p:nvSpPr>
            <p:cNvPr id="5846" name="Build inputs | shared junction">
              <a:extLst>
                <a:ext uri="{FF2B5EF4-FFF2-40B4-BE49-F238E27FC236}">
                  <a16:creationId xmlns:a16="http://schemas.microsoft.com/office/drawing/2014/main" id="{52C25AD3-3AD8-DC22-3AB5-96776E39CC2D}"/>
                </a:ext>
              </a:extLst>
            </p:cNvPr>
            <p:cNvSpPr/>
            <p:nvPr/>
          </p:nvSpPr>
          <p:spPr>
            <a:xfrm>
              <a:off x="1836000" y="5844600"/>
              <a:ext cx="151200" cy="36"/>
            </a:xfrm>
            <a:custGeom>
              <a:avLst/>
              <a:gdLst/>
              <a:ahLst/>
              <a:cxnLst/>
              <a:rect l="0" t="0" r="r" b="b"/>
              <a:pathLst>
                <a:path w="151200" h="36" fill="none">
                  <a:moveTo>
                    <a:pt x="0" y="0"/>
                  </a:moveTo>
                  <a:lnTo>
                    <a:pt x="151200" y="0"/>
                  </a:lnTo>
                </a:path>
              </a:pathLst>
            </a:custGeom>
            <a:ln w="8280" cap="flat">
              <a:solidFill>
                <a:srgbClr val="6B8192"/>
              </a:solidFill>
              <a:miter lim="800000"/>
            </a:ln>
          </p:spPr>
        </p:sp>
        <p:grpSp>
          <p:nvGrpSpPr>
            <p:cNvPr id="5849" name="Build inputs → default PocketXMol | editable route">
              <a:extLst>
                <a:ext uri="{FF2B5EF4-FFF2-40B4-BE49-F238E27FC236}">
                  <a16:creationId xmlns:a16="http://schemas.microsoft.com/office/drawing/2014/main" id="{FD52D8B0-83D1-9203-3AC6-D5F29B32060F}"/>
                </a:ext>
              </a:extLst>
            </p:cNvPr>
            <p:cNvGrpSpPr/>
            <p:nvPr/>
          </p:nvGrpSpPr>
          <p:grpSpPr>
            <a:xfrm>
              <a:off x="1987200" y="5702400"/>
              <a:ext cx="154440" cy="142200"/>
              <a:chOff x="1987200" y="5702400"/>
              <a:chExt cx="154440" cy="142200"/>
            </a:xfrm>
          </p:grpSpPr>
          <p:sp>
            <p:nvSpPr>
              <p:cNvPr id="5847" name="Build inputs → default PocketXMol">
                <a:extLst>
                  <a:ext uri="{FF2B5EF4-FFF2-40B4-BE49-F238E27FC236}">
                    <a16:creationId xmlns:a16="http://schemas.microsoft.com/office/drawing/2014/main" id="{2F2CDF67-9581-A10D-725D-9DC4059D71D1}"/>
                  </a:ext>
                </a:extLst>
              </p:cNvPr>
              <p:cNvSpPr/>
              <p:nvPr/>
            </p:nvSpPr>
            <p:spPr>
              <a:xfrm>
                <a:off x="1987200" y="5712480"/>
                <a:ext cx="128520" cy="132120"/>
              </a:xfrm>
              <a:custGeom>
                <a:avLst/>
                <a:gdLst/>
                <a:ahLst/>
                <a:cxnLst/>
                <a:rect l="0" t="0" r="r" b="b"/>
                <a:pathLst>
                  <a:path w="128520" h="132120" fill="none">
                    <a:moveTo>
                      <a:pt x="0" y="132120"/>
                    </a:moveTo>
                    <a:lnTo>
                      <a:pt x="0" y="0"/>
                    </a:lnTo>
                    <a:lnTo>
                      <a:pt x="128520" y="0"/>
                    </a:lnTo>
                  </a:path>
                </a:pathLst>
              </a:custGeom>
              <a:ln w="8280" cap="flat">
                <a:solidFill>
                  <a:srgbClr val="6B8192"/>
                </a:solidFill>
                <a:miter lim="800000"/>
              </a:ln>
            </p:spPr>
          </p:sp>
          <p:sp>
            <p:nvSpPr>
              <p:cNvPr id="5848" name="Build inputs → default PocketXMol | arrowhead">
                <a:extLst>
                  <a:ext uri="{FF2B5EF4-FFF2-40B4-BE49-F238E27FC236}">
                    <a16:creationId xmlns:a16="http://schemas.microsoft.com/office/drawing/2014/main" id="{641EC4A1-9DF9-DD0F-2F38-2260B8302E90}"/>
                  </a:ext>
                </a:extLst>
              </p:cNvPr>
              <p:cNvSpPr/>
              <p:nvPr/>
            </p:nvSpPr>
            <p:spPr>
              <a:xfrm>
                <a:off x="2115720" y="5702400"/>
                <a:ext cx="25920" cy="20160"/>
              </a:xfrm>
              <a:custGeom>
                <a:avLst/>
                <a:gdLst/>
                <a:ahLst/>
                <a:cxnLst/>
                <a:rect l="0" t="0" r="0" b="0"/>
                <a:pathLst>
                  <a:path w="25920" h="20160">
                    <a:moveTo>
                      <a:pt x="25920" y="10080"/>
                    </a:moveTo>
                    <a:lnTo>
                      <a:pt x="0" y="20160"/>
                    </a:lnTo>
                    <a:lnTo>
                      <a:pt x="0" y="0"/>
                    </a:lnTo>
                    <a:close/>
                  </a:path>
                </a:pathLst>
              </a:custGeom>
              <a:solidFill>
                <a:srgbClr val="6B8192"/>
              </a:solidFill>
              <a:ln>
                <a:noFill/>
              </a:ln>
            </p:spPr>
          </p:sp>
        </p:grpSp>
        <p:grpSp>
          <p:nvGrpSpPr>
            <p:cNvPr id="5852" name="Build inputs → docking tools | editable route">
              <a:extLst>
                <a:ext uri="{FF2B5EF4-FFF2-40B4-BE49-F238E27FC236}">
                  <a16:creationId xmlns:a16="http://schemas.microsoft.com/office/drawing/2014/main" id="{41804EF8-BADC-DB56-33A2-5995738213B0}"/>
                </a:ext>
              </a:extLst>
            </p:cNvPr>
            <p:cNvGrpSpPr/>
            <p:nvPr/>
          </p:nvGrpSpPr>
          <p:grpSpPr>
            <a:xfrm>
              <a:off x="1987200" y="5844600"/>
              <a:ext cx="154440" cy="159120"/>
              <a:chOff x="1987200" y="5844600"/>
              <a:chExt cx="154440" cy="159120"/>
            </a:xfrm>
          </p:grpSpPr>
          <p:sp>
            <p:nvSpPr>
              <p:cNvPr id="5850" name="Build inputs → docking tools">
                <a:extLst>
                  <a:ext uri="{FF2B5EF4-FFF2-40B4-BE49-F238E27FC236}">
                    <a16:creationId xmlns:a16="http://schemas.microsoft.com/office/drawing/2014/main" id="{EF5352C5-0D0B-804F-8645-4E462A124F01}"/>
                  </a:ext>
                </a:extLst>
              </p:cNvPr>
              <p:cNvSpPr/>
              <p:nvPr/>
            </p:nvSpPr>
            <p:spPr>
              <a:xfrm>
                <a:off x="1987200" y="5844600"/>
                <a:ext cx="128520" cy="149040"/>
              </a:xfrm>
              <a:custGeom>
                <a:avLst/>
                <a:gdLst/>
                <a:ahLst/>
                <a:cxnLst/>
                <a:rect l="0" t="0" r="r" b="b"/>
                <a:pathLst>
                  <a:path w="128520" h="149040" fill="none">
                    <a:moveTo>
                      <a:pt x="0" y="0"/>
                    </a:moveTo>
                    <a:lnTo>
                      <a:pt x="0" y="149040"/>
                    </a:lnTo>
                    <a:lnTo>
                      <a:pt x="128520" y="149040"/>
                    </a:lnTo>
                  </a:path>
                </a:pathLst>
              </a:custGeom>
              <a:ln w="8280" cap="flat">
                <a:solidFill>
                  <a:srgbClr val="6B8192"/>
                </a:solidFill>
                <a:miter lim="800000"/>
              </a:ln>
            </p:spPr>
          </p:sp>
          <p:sp>
            <p:nvSpPr>
              <p:cNvPr id="5851" name="Build inputs → docking tools | arrowhead">
                <a:extLst>
                  <a:ext uri="{FF2B5EF4-FFF2-40B4-BE49-F238E27FC236}">
                    <a16:creationId xmlns:a16="http://schemas.microsoft.com/office/drawing/2014/main" id="{4AEDD7AC-E72F-6DCE-26D6-2B84DFB51A9C}"/>
                  </a:ext>
                </a:extLst>
              </p:cNvPr>
              <p:cNvSpPr/>
              <p:nvPr/>
            </p:nvSpPr>
            <p:spPr>
              <a:xfrm>
                <a:off x="2115720" y="5983560"/>
                <a:ext cx="25920" cy="20160"/>
              </a:xfrm>
              <a:custGeom>
                <a:avLst/>
                <a:gdLst/>
                <a:ahLst/>
                <a:cxnLst/>
                <a:rect l="0" t="0" r="0" b="0"/>
                <a:pathLst>
                  <a:path w="25920" h="20160">
                    <a:moveTo>
                      <a:pt x="25920" y="10080"/>
                    </a:moveTo>
                    <a:lnTo>
                      <a:pt x="0" y="20160"/>
                    </a:lnTo>
                    <a:lnTo>
                      <a:pt x="0" y="0"/>
                    </a:lnTo>
                    <a:close/>
                  </a:path>
                </a:pathLst>
              </a:custGeom>
              <a:solidFill>
                <a:srgbClr val="6B8192"/>
              </a:solidFill>
              <a:ln>
                <a:noFill/>
              </a:ln>
            </p:spPr>
          </p:sp>
        </p:grpSp>
        <p:sp>
          <p:nvSpPr>
            <p:cNvPr id="5853" name="Default PocketXMol → pose merge">
              <a:extLst>
                <a:ext uri="{FF2B5EF4-FFF2-40B4-BE49-F238E27FC236}">
                  <a16:creationId xmlns:a16="http://schemas.microsoft.com/office/drawing/2014/main" id="{C0A0E8EB-4AB6-CF82-5B2A-C57EB332790E}"/>
                </a:ext>
              </a:extLst>
            </p:cNvPr>
            <p:cNvSpPr/>
            <p:nvPr/>
          </p:nvSpPr>
          <p:spPr>
            <a:xfrm>
              <a:off x="3656160" y="5712480"/>
              <a:ext cx="145440" cy="137520"/>
            </a:xfrm>
            <a:custGeom>
              <a:avLst/>
              <a:gdLst/>
              <a:ahLst/>
              <a:cxnLst/>
              <a:rect l="0" t="0" r="r" b="b"/>
              <a:pathLst>
                <a:path w="145440" h="137520" fill="none">
                  <a:moveTo>
                    <a:pt x="0" y="0"/>
                  </a:moveTo>
                  <a:lnTo>
                    <a:pt x="145440" y="0"/>
                  </a:lnTo>
                  <a:lnTo>
                    <a:pt x="145440" y="137520"/>
                  </a:lnTo>
                </a:path>
              </a:pathLst>
            </a:custGeom>
            <a:ln w="8280" cap="flat">
              <a:solidFill>
                <a:srgbClr val="6B8192"/>
              </a:solidFill>
              <a:miter lim="800000"/>
            </a:ln>
          </p:spPr>
        </p:sp>
        <p:sp>
          <p:nvSpPr>
            <p:cNvPr id="5854" name="Docking tools → pose merge">
              <a:extLst>
                <a:ext uri="{FF2B5EF4-FFF2-40B4-BE49-F238E27FC236}">
                  <a16:creationId xmlns:a16="http://schemas.microsoft.com/office/drawing/2014/main" id="{890CDBC3-7C6A-11D3-50E6-62FDD080F262}"/>
                </a:ext>
              </a:extLst>
            </p:cNvPr>
            <p:cNvSpPr/>
            <p:nvPr/>
          </p:nvSpPr>
          <p:spPr>
            <a:xfrm>
              <a:off x="3656160" y="5850000"/>
              <a:ext cx="145440" cy="143640"/>
            </a:xfrm>
            <a:custGeom>
              <a:avLst/>
              <a:gdLst/>
              <a:ahLst/>
              <a:cxnLst/>
              <a:rect l="0" t="0" r="r" b="b"/>
              <a:pathLst>
                <a:path w="145440" h="143640" fill="none">
                  <a:moveTo>
                    <a:pt x="0" y="143640"/>
                  </a:moveTo>
                  <a:lnTo>
                    <a:pt x="145440" y="143640"/>
                  </a:lnTo>
                  <a:lnTo>
                    <a:pt x="145440" y="0"/>
                  </a:lnTo>
                </a:path>
              </a:pathLst>
            </a:custGeom>
            <a:ln w="8280" cap="flat">
              <a:solidFill>
                <a:srgbClr val="6B8192"/>
              </a:solidFill>
              <a:miter lim="800000"/>
            </a:ln>
          </p:spPr>
        </p:sp>
        <p:grpSp>
          <p:nvGrpSpPr>
            <p:cNvPr id="5857" name="Pose merge → all-atom pose | editable route">
              <a:extLst>
                <a:ext uri="{FF2B5EF4-FFF2-40B4-BE49-F238E27FC236}">
                  <a16:creationId xmlns:a16="http://schemas.microsoft.com/office/drawing/2014/main" id="{849B993A-5595-95C6-14F8-7CDD7976865F}"/>
                </a:ext>
              </a:extLst>
            </p:cNvPr>
            <p:cNvGrpSpPr/>
            <p:nvPr/>
          </p:nvGrpSpPr>
          <p:grpSpPr>
            <a:xfrm>
              <a:off x="3801600" y="5839920"/>
              <a:ext cx="410400" cy="20160"/>
              <a:chOff x="3801600" y="5839920"/>
              <a:chExt cx="410400" cy="20160"/>
            </a:xfrm>
          </p:grpSpPr>
          <p:sp>
            <p:nvSpPr>
              <p:cNvPr id="5855" name="Pose merge → all-atom pose">
                <a:extLst>
                  <a:ext uri="{FF2B5EF4-FFF2-40B4-BE49-F238E27FC236}">
                    <a16:creationId xmlns:a16="http://schemas.microsoft.com/office/drawing/2014/main" id="{AA1152DA-67A8-ACC0-872B-F8191A6000D0}"/>
                  </a:ext>
                </a:extLst>
              </p:cNvPr>
              <p:cNvSpPr/>
              <p:nvPr/>
            </p:nvSpPr>
            <p:spPr>
              <a:xfrm>
                <a:off x="3801600" y="5850000"/>
                <a:ext cx="384480" cy="36"/>
              </a:xfrm>
              <a:custGeom>
                <a:avLst/>
                <a:gdLst/>
                <a:ahLst/>
                <a:cxnLst/>
                <a:rect l="0" t="0" r="r" b="b"/>
                <a:pathLst>
                  <a:path w="384480" h="36" fill="none">
                    <a:moveTo>
                      <a:pt x="0" y="0"/>
                    </a:moveTo>
                    <a:lnTo>
                      <a:pt x="384480" y="0"/>
                    </a:lnTo>
                  </a:path>
                </a:pathLst>
              </a:custGeom>
              <a:ln w="8280" cap="flat">
                <a:solidFill>
                  <a:srgbClr val="6B8192"/>
                </a:solidFill>
                <a:miter lim="800000"/>
              </a:ln>
            </p:spPr>
          </p:sp>
          <p:sp>
            <p:nvSpPr>
              <p:cNvPr id="5856" name="Pose merge → all-atom pose | arrowhead">
                <a:extLst>
                  <a:ext uri="{FF2B5EF4-FFF2-40B4-BE49-F238E27FC236}">
                    <a16:creationId xmlns:a16="http://schemas.microsoft.com/office/drawing/2014/main" id="{5DABAEC3-C849-7AEB-4013-DB8478D87F2D}"/>
                  </a:ext>
                </a:extLst>
              </p:cNvPr>
              <p:cNvSpPr/>
              <p:nvPr/>
            </p:nvSpPr>
            <p:spPr>
              <a:xfrm>
                <a:off x="4186080" y="5839920"/>
                <a:ext cx="25920" cy="20160"/>
              </a:xfrm>
              <a:custGeom>
                <a:avLst/>
                <a:gdLst/>
                <a:ahLst/>
                <a:cxnLst/>
                <a:rect l="0" t="0" r="0" b="0"/>
                <a:pathLst>
                  <a:path w="25920" h="20160">
                    <a:moveTo>
                      <a:pt x="25920" y="10080"/>
                    </a:moveTo>
                    <a:lnTo>
                      <a:pt x="0" y="20160"/>
                    </a:lnTo>
                    <a:lnTo>
                      <a:pt x="0" y="0"/>
                    </a:lnTo>
                    <a:close/>
                  </a:path>
                </a:pathLst>
              </a:custGeom>
              <a:solidFill>
                <a:srgbClr val="6B8192"/>
              </a:solidFill>
              <a:ln>
                <a:noFill/>
              </a:ln>
            </p:spPr>
          </p:sp>
        </p:grpSp>
      </p:grpSp>
      <p:pic>
        <p:nvPicPr>
          <p:cNvPr id="16002" name="a | density cube M_exp" descr="Synthetic voxel-grid density schematic">
            <a:extLst>
              <a:ext uri="{FF2B5EF4-FFF2-40B4-BE49-F238E27FC236}">
                <a16:creationId xmlns:a16="http://schemas.microsoft.com/office/drawing/2014/main" id="{2CC69346-00E9-9BDB-029C-32042D2EE0CA}"/>
              </a:ext>
            </a:extLst>
          </p:cNvPr>
          <p:cNvPicPr>
            <a:picLocks noChangeAspect="1"/>
          </p:cNvPicPr>
          <p:nvPr/>
        </p:nvPicPr>
        <p:blipFill>
          <a:blip r:embed="rId10"/>
          <a:stretch/>
        </p:blipFill>
        <p:spPr>
          <a:xfrm>
            <a:off x="1475540" y="489690"/>
            <a:ext cx="206784" cy="200257"/>
          </a:xfrm>
          <a:prstGeom prst="rect">
            <a:avLst/>
          </a:prstGeom>
        </p:spPr>
      </p:pic>
      <p:pic>
        <p:nvPicPr>
          <p:cNvPr id="16003" name="a | density cube M_sim" descr="Synthetic voxel-grid density schematic">
            <a:extLst>
              <a:ext uri="{FF2B5EF4-FFF2-40B4-BE49-F238E27FC236}">
                <a16:creationId xmlns:a16="http://schemas.microsoft.com/office/drawing/2014/main" id="{A851FBE3-6F81-BC8C-27CA-7C496691A806}"/>
              </a:ext>
            </a:extLst>
          </p:cNvPr>
          <p:cNvPicPr>
            <a:picLocks noChangeAspect="1"/>
          </p:cNvPicPr>
          <p:nvPr/>
        </p:nvPicPr>
        <p:blipFill>
          <a:blip r:embed="rId9"/>
          <a:stretch/>
        </p:blipFill>
        <p:spPr>
          <a:xfrm>
            <a:off x="1768581" y="489690"/>
            <a:ext cx="206784" cy="200257"/>
          </a:xfrm>
          <a:prstGeom prst="rect">
            <a:avLst/>
          </a:prstGeom>
        </p:spPr>
      </p:pic>
      <p:pic>
        <p:nvPicPr>
          <p:cNvPr id="16004" name="a | density cube M_diff" descr="Synthetic voxel-grid density schematic">
            <a:extLst>
              <a:ext uri="{FF2B5EF4-FFF2-40B4-BE49-F238E27FC236}">
                <a16:creationId xmlns:a16="http://schemas.microsoft.com/office/drawing/2014/main" id="{FB60EB39-6C8F-38AA-F695-CFCEF56B30E3}"/>
              </a:ext>
            </a:extLst>
          </p:cNvPr>
          <p:cNvPicPr>
            <a:picLocks noChangeAspect="1"/>
          </p:cNvPicPr>
          <p:nvPr/>
        </p:nvPicPr>
        <p:blipFill>
          <a:blip r:embed="rId11"/>
          <a:stretch/>
        </p:blipFill>
        <p:spPr>
          <a:xfrm>
            <a:off x="1475540" y="824741"/>
            <a:ext cx="206784" cy="200257"/>
          </a:xfrm>
          <a:prstGeom prst="rect">
            <a:avLst/>
          </a:prstGeom>
        </p:spPr>
      </p:pic>
      <p:pic>
        <p:nvPicPr>
          <p:cNvPr id="16005" name="a | density cube M_diff+" descr="Synthetic voxel-grid density schematic">
            <a:extLst>
              <a:ext uri="{FF2B5EF4-FFF2-40B4-BE49-F238E27FC236}">
                <a16:creationId xmlns:a16="http://schemas.microsoft.com/office/drawing/2014/main" id="{AE0BBFD3-929E-3E02-94C0-334031C3CE16}"/>
              </a:ext>
            </a:extLst>
          </p:cNvPr>
          <p:cNvPicPr>
            <a:picLocks noChangeAspect="1"/>
          </p:cNvPicPr>
          <p:nvPr/>
        </p:nvPicPr>
        <p:blipFill>
          <a:blip r:embed="rId12"/>
          <a:stretch/>
        </p:blipFill>
        <p:spPr>
          <a:xfrm>
            <a:off x="1768581" y="824741"/>
            <a:ext cx="206784" cy="200257"/>
          </a:xfrm>
          <a:prstGeom prst="rect">
            <a:avLst/>
          </a:prstGeom>
        </p:spPr>
      </p:pic>
      <p:grpSp>
        <p:nvGrpSpPr>
          <p:cNvPr id="2" name="a | Raw distribution">
            <a:extLst>
              <a:ext uri="{FF2B5EF4-FFF2-40B4-BE49-F238E27FC236}">
                <a16:creationId xmlns:a16="http://schemas.microsoft.com/office/drawing/2014/main" id="{7C0017E8-4289-2B22-4936-E4346CD73074}"/>
              </a:ext>
            </a:extLst>
          </p:cNvPr>
          <p:cNvGrpSpPr/>
          <p:nvPr/>
        </p:nvGrpSpPr>
        <p:grpSpPr>
          <a:xfrm>
            <a:off x="1476870" y="1592780"/>
            <a:ext cx="201031" cy="116005"/>
            <a:chOff x="165240" y="2224800"/>
            <a:chExt cx="280800" cy="162036"/>
          </a:xfrm>
        </p:grpSpPr>
        <p:sp>
          <p:nvSpPr>
            <p:cNvPr id="8" name="part_3415_0">
              <a:extLst>
                <a:ext uri="{FF2B5EF4-FFF2-40B4-BE49-F238E27FC236}">
                  <a16:creationId xmlns:a16="http://schemas.microsoft.com/office/drawing/2014/main" id="{8AC67ACB-60FD-D7C1-B5D7-3F11F2BAC387}"/>
                </a:ext>
              </a:extLst>
            </p:cNvPr>
            <p:cNvSpPr>
              <a:spLocks/>
            </p:cNvSpPr>
            <p:nvPr/>
          </p:nvSpPr>
          <p:spPr>
            <a:xfrm>
              <a:off x="174240" y="2224800"/>
              <a:ext cx="262800" cy="162000"/>
            </a:xfrm>
            <a:custGeom>
              <a:avLst/>
              <a:gdLst/>
              <a:ahLst/>
              <a:cxnLst/>
              <a:rect l="0" t="0" r="0" b="0"/>
              <a:pathLst>
                <a:path w="262800" h="162000">
                  <a:moveTo>
                    <a:pt x="0" y="162000"/>
                  </a:moveTo>
                  <a:lnTo>
                    <a:pt x="0" y="161032"/>
                  </a:lnTo>
                  <a:lnTo>
                    <a:pt x="4106" y="160673"/>
                  </a:lnTo>
                  <a:lnTo>
                    <a:pt x="8213" y="160200"/>
                  </a:lnTo>
                  <a:lnTo>
                    <a:pt x="12319" y="159583"/>
                  </a:lnTo>
                  <a:lnTo>
                    <a:pt x="16425" y="158786"/>
                  </a:lnTo>
                  <a:lnTo>
                    <a:pt x="20531" y="157768"/>
                  </a:lnTo>
                  <a:lnTo>
                    <a:pt x="24638" y="156484"/>
                  </a:lnTo>
                  <a:lnTo>
                    <a:pt x="28744" y="154882"/>
                  </a:lnTo>
                  <a:lnTo>
                    <a:pt x="32850" y="152906"/>
                  </a:lnTo>
                  <a:lnTo>
                    <a:pt x="36956" y="150497"/>
                  </a:lnTo>
                  <a:lnTo>
                    <a:pt x="41063" y="147595"/>
                  </a:lnTo>
                  <a:lnTo>
                    <a:pt x="45169" y="144139"/>
                  </a:lnTo>
                  <a:lnTo>
                    <a:pt x="49275" y="140076"/>
                  </a:lnTo>
                  <a:lnTo>
                    <a:pt x="53381" y="135355"/>
                  </a:lnTo>
                  <a:lnTo>
                    <a:pt x="57488" y="129940"/>
                  </a:lnTo>
                  <a:lnTo>
                    <a:pt x="61594" y="123809"/>
                  </a:lnTo>
                  <a:lnTo>
                    <a:pt x="65700" y="116958"/>
                  </a:lnTo>
                  <a:lnTo>
                    <a:pt x="69806" y="109406"/>
                  </a:lnTo>
                  <a:lnTo>
                    <a:pt x="73913" y="101200"/>
                  </a:lnTo>
                  <a:lnTo>
                    <a:pt x="78019" y="92412"/>
                  </a:lnTo>
                  <a:lnTo>
                    <a:pt x="82125" y="83146"/>
                  </a:lnTo>
                  <a:lnTo>
                    <a:pt x="86231" y="73536"/>
                  </a:lnTo>
                  <a:lnTo>
                    <a:pt x="90338" y="63742"/>
                  </a:lnTo>
                  <a:lnTo>
                    <a:pt x="94444" y="53950"/>
                  </a:lnTo>
                  <a:lnTo>
                    <a:pt x="98550" y="44364"/>
                  </a:lnTo>
                  <a:lnTo>
                    <a:pt x="102656" y="35202"/>
                  </a:lnTo>
                  <a:lnTo>
                    <a:pt x="106763" y="26686"/>
                  </a:lnTo>
                  <a:lnTo>
                    <a:pt x="110869" y="19036"/>
                  </a:lnTo>
                  <a:lnTo>
                    <a:pt x="114975" y="12455"/>
                  </a:lnTo>
                  <a:lnTo>
                    <a:pt x="119081" y="7128"/>
                  </a:lnTo>
                  <a:lnTo>
                    <a:pt x="123188" y="3208"/>
                  </a:lnTo>
                  <a:lnTo>
                    <a:pt x="127294" y="808"/>
                  </a:lnTo>
                  <a:lnTo>
                    <a:pt x="131400" y="0"/>
                  </a:lnTo>
                  <a:lnTo>
                    <a:pt x="135506" y="808"/>
                  </a:lnTo>
                  <a:lnTo>
                    <a:pt x="139613" y="3208"/>
                  </a:lnTo>
                  <a:lnTo>
                    <a:pt x="143719" y="7128"/>
                  </a:lnTo>
                  <a:lnTo>
                    <a:pt x="147825" y="12455"/>
                  </a:lnTo>
                  <a:lnTo>
                    <a:pt x="151931" y="19036"/>
                  </a:lnTo>
                  <a:lnTo>
                    <a:pt x="156038" y="26686"/>
                  </a:lnTo>
                  <a:lnTo>
                    <a:pt x="160144" y="35202"/>
                  </a:lnTo>
                  <a:lnTo>
                    <a:pt x="164250" y="44364"/>
                  </a:lnTo>
                  <a:lnTo>
                    <a:pt x="168356" y="53950"/>
                  </a:lnTo>
                  <a:lnTo>
                    <a:pt x="172463" y="63742"/>
                  </a:lnTo>
                  <a:lnTo>
                    <a:pt x="176569" y="73536"/>
                  </a:lnTo>
                  <a:lnTo>
                    <a:pt x="180675" y="83146"/>
                  </a:lnTo>
                  <a:lnTo>
                    <a:pt x="184781" y="92412"/>
                  </a:lnTo>
                  <a:lnTo>
                    <a:pt x="188888" y="101200"/>
                  </a:lnTo>
                  <a:lnTo>
                    <a:pt x="192994" y="109406"/>
                  </a:lnTo>
                  <a:lnTo>
                    <a:pt x="197100" y="116958"/>
                  </a:lnTo>
                  <a:lnTo>
                    <a:pt x="201206" y="123809"/>
                  </a:lnTo>
                  <a:lnTo>
                    <a:pt x="205313" y="129940"/>
                  </a:lnTo>
                  <a:lnTo>
                    <a:pt x="209419" y="135355"/>
                  </a:lnTo>
                  <a:lnTo>
                    <a:pt x="213525" y="140076"/>
                  </a:lnTo>
                  <a:lnTo>
                    <a:pt x="217631" y="144139"/>
                  </a:lnTo>
                  <a:lnTo>
                    <a:pt x="221738" y="147595"/>
                  </a:lnTo>
                  <a:lnTo>
                    <a:pt x="225844" y="150497"/>
                  </a:lnTo>
                  <a:lnTo>
                    <a:pt x="229950" y="152906"/>
                  </a:lnTo>
                  <a:lnTo>
                    <a:pt x="234056" y="154882"/>
                  </a:lnTo>
                  <a:lnTo>
                    <a:pt x="238163" y="156484"/>
                  </a:lnTo>
                  <a:lnTo>
                    <a:pt x="242269" y="157768"/>
                  </a:lnTo>
                  <a:lnTo>
                    <a:pt x="246375" y="158786"/>
                  </a:lnTo>
                  <a:lnTo>
                    <a:pt x="250481" y="159583"/>
                  </a:lnTo>
                  <a:lnTo>
                    <a:pt x="254588" y="160200"/>
                  </a:lnTo>
                  <a:lnTo>
                    <a:pt x="258694" y="160673"/>
                  </a:lnTo>
                  <a:lnTo>
                    <a:pt x="262800" y="161032"/>
                  </a:lnTo>
                  <a:lnTo>
                    <a:pt x="262800" y="162000"/>
                  </a:lnTo>
                  <a:close/>
                </a:path>
              </a:pathLst>
            </a:custGeom>
            <a:solidFill>
              <a:srgbClr val="DCE8FA">
                <a:alpha val="80000"/>
              </a:srgbClr>
            </a:solidFill>
            <a:ln w="0">
              <a:noFill/>
            </a:ln>
          </p:spPr>
        </p:sp>
        <p:sp>
          <p:nvSpPr>
            <p:cNvPr id="10" name="part_3415_1">
              <a:extLst>
                <a:ext uri="{FF2B5EF4-FFF2-40B4-BE49-F238E27FC236}">
                  <a16:creationId xmlns:a16="http://schemas.microsoft.com/office/drawing/2014/main" id="{6F10E248-F6E0-9E81-284A-61E1E1174AA7}"/>
                </a:ext>
              </a:extLst>
            </p:cNvPr>
            <p:cNvSpPr>
              <a:spLocks/>
            </p:cNvSpPr>
            <p:nvPr/>
          </p:nvSpPr>
          <p:spPr>
            <a:xfrm>
              <a:off x="174240" y="2224800"/>
              <a:ext cx="262800" cy="161032"/>
            </a:xfrm>
            <a:custGeom>
              <a:avLst/>
              <a:gdLst/>
              <a:ahLst/>
              <a:cxnLst/>
              <a:rect l="0" t="0" r="0" b="0"/>
              <a:pathLst>
                <a:path w="262800" h="161032">
                  <a:moveTo>
                    <a:pt x="0" y="161032"/>
                  </a:moveTo>
                  <a:lnTo>
                    <a:pt x="4106" y="160673"/>
                  </a:lnTo>
                  <a:lnTo>
                    <a:pt x="8213" y="160200"/>
                  </a:lnTo>
                  <a:lnTo>
                    <a:pt x="12319" y="159583"/>
                  </a:lnTo>
                  <a:lnTo>
                    <a:pt x="16425" y="158786"/>
                  </a:lnTo>
                  <a:lnTo>
                    <a:pt x="20531" y="157768"/>
                  </a:lnTo>
                  <a:lnTo>
                    <a:pt x="24638" y="156484"/>
                  </a:lnTo>
                  <a:lnTo>
                    <a:pt x="28744" y="154882"/>
                  </a:lnTo>
                  <a:lnTo>
                    <a:pt x="32850" y="152906"/>
                  </a:lnTo>
                  <a:lnTo>
                    <a:pt x="36956" y="150497"/>
                  </a:lnTo>
                  <a:lnTo>
                    <a:pt x="41063" y="147595"/>
                  </a:lnTo>
                  <a:lnTo>
                    <a:pt x="45169" y="144139"/>
                  </a:lnTo>
                  <a:lnTo>
                    <a:pt x="49275" y="140076"/>
                  </a:lnTo>
                  <a:lnTo>
                    <a:pt x="53381" y="135355"/>
                  </a:lnTo>
                  <a:lnTo>
                    <a:pt x="57488" y="129940"/>
                  </a:lnTo>
                  <a:lnTo>
                    <a:pt x="61594" y="123809"/>
                  </a:lnTo>
                  <a:lnTo>
                    <a:pt x="65700" y="116958"/>
                  </a:lnTo>
                  <a:lnTo>
                    <a:pt x="69806" y="109406"/>
                  </a:lnTo>
                  <a:lnTo>
                    <a:pt x="73913" y="101200"/>
                  </a:lnTo>
                  <a:lnTo>
                    <a:pt x="78019" y="92412"/>
                  </a:lnTo>
                  <a:lnTo>
                    <a:pt x="82125" y="83146"/>
                  </a:lnTo>
                  <a:lnTo>
                    <a:pt x="86231" y="73536"/>
                  </a:lnTo>
                  <a:lnTo>
                    <a:pt x="90338" y="63742"/>
                  </a:lnTo>
                  <a:lnTo>
                    <a:pt x="94444" y="53950"/>
                  </a:lnTo>
                  <a:lnTo>
                    <a:pt x="98550" y="44364"/>
                  </a:lnTo>
                  <a:lnTo>
                    <a:pt x="102656" y="35202"/>
                  </a:lnTo>
                  <a:lnTo>
                    <a:pt x="106763" y="26686"/>
                  </a:lnTo>
                  <a:lnTo>
                    <a:pt x="110869" y="19036"/>
                  </a:lnTo>
                  <a:lnTo>
                    <a:pt x="114975" y="12455"/>
                  </a:lnTo>
                  <a:lnTo>
                    <a:pt x="119081" y="7128"/>
                  </a:lnTo>
                  <a:lnTo>
                    <a:pt x="123188" y="3208"/>
                  </a:lnTo>
                  <a:lnTo>
                    <a:pt x="127294" y="808"/>
                  </a:lnTo>
                  <a:lnTo>
                    <a:pt x="131400" y="0"/>
                  </a:lnTo>
                  <a:lnTo>
                    <a:pt x="135506" y="808"/>
                  </a:lnTo>
                  <a:lnTo>
                    <a:pt x="139613" y="3208"/>
                  </a:lnTo>
                  <a:lnTo>
                    <a:pt x="143719" y="7128"/>
                  </a:lnTo>
                  <a:lnTo>
                    <a:pt x="147825" y="12455"/>
                  </a:lnTo>
                  <a:lnTo>
                    <a:pt x="151931" y="19036"/>
                  </a:lnTo>
                  <a:lnTo>
                    <a:pt x="156038" y="26686"/>
                  </a:lnTo>
                  <a:lnTo>
                    <a:pt x="160144" y="35202"/>
                  </a:lnTo>
                  <a:lnTo>
                    <a:pt x="164250" y="44364"/>
                  </a:lnTo>
                  <a:lnTo>
                    <a:pt x="168356" y="53950"/>
                  </a:lnTo>
                  <a:lnTo>
                    <a:pt x="172463" y="63742"/>
                  </a:lnTo>
                  <a:lnTo>
                    <a:pt x="176569" y="73536"/>
                  </a:lnTo>
                  <a:lnTo>
                    <a:pt x="180675" y="83146"/>
                  </a:lnTo>
                  <a:lnTo>
                    <a:pt x="184781" y="92412"/>
                  </a:lnTo>
                  <a:lnTo>
                    <a:pt x="188888" y="101200"/>
                  </a:lnTo>
                  <a:lnTo>
                    <a:pt x="192994" y="109406"/>
                  </a:lnTo>
                  <a:lnTo>
                    <a:pt x="197100" y="116958"/>
                  </a:lnTo>
                  <a:lnTo>
                    <a:pt x="201206" y="123809"/>
                  </a:lnTo>
                  <a:lnTo>
                    <a:pt x="205313" y="129940"/>
                  </a:lnTo>
                  <a:lnTo>
                    <a:pt x="209419" y="135355"/>
                  </a:lnTo>
                  <a:lnTo>
                    <a:pt x="213525" y="140076"/>
                  </a:lnTo>
                  <a:lnTo>
                    <a:pt x="217631" y="144139"/>
                  </a:lnTo>
                  <a:lnTo>
                    <a:pt x="221738" y="147595"/>
                  </a:lnTo>
                  <a:lnTo>
                    <a:pt x="225844" y="150497"/>
                  </a:lnTo>
                  <a:lnTo>
                    <a:pt x="229950" y="152906"/>
                  </a:lnTo>
                  <a:lnTo>
                    <a:pt x="234056" y="154882"/>
                  </a:lnTo>
                  <a:lnTo>
                    <a:pt x="238163" y="156484"/>
                  </a:lnTo>
                  <a:lnTo>
                    <a:pt x="242269" y="157768"/>
                  </a:lnTo>
                  <a:lnTo>
                    <a:pt x="246375" y="158786"/>
                  </a:lnTo>
                  <a:lnTo>
                    <a:pt x="250481" y="159583"/>
                  </a:lnTo>
                  <a:lnTo>
                    <a:pt x="254588" y="160200"/>
                  </a:lnTo>
                  <a:lnTo>
                    <a:pt x="258694" y="160673"/>
                  </a:lnTo>
                  <a:lnTo>
                    <a:pt x="262800" y="161032"/>
                  </a:lnTo>
                </a:path>
              </a:pathLst>
            </a:custGeom>
            <a:noFill/>
            <a:ln w="4320">
              <a:solidFill>
                <a:srgbClr val="9AB9E3"/>
              </a:solidFill>
            </a:ln>
          </p:spPr>
        </p:sp>
        <p:sp>
          <p:nvSpPr>
            <p:cNvPr id="12" name="part_3415_2">
              <a:extLst>
                <a:ext uri="{FF2B5EF4-FFF2-40B4-BE49-F238E27FC236}">
                  <a16:creationId xmlns:a16="http://schemas.microsoft.com/office/drawing/2014/main" id="{FE8963B4-C7BE-4EF4-9109-5A075DEA5028}"/>
                </a:ext>
              </a:extLst>
            </p:cNvPr>
            <p:cNvSpPr>
              <a:spLocks/>
            </p:cNvSpPr>
            <p:nvPr/>
          </p:nvSpPr>
          <p:spPr>
            <a:xfrm>
              <a:off x="165240" y="2386800"/>
              <a:ext cx="280800" cy="36"/>
            </a:xfrm>
            <a:custGeom>
              <a:avLst/>
              <a:gdLst/>
              <a:ahLst/>
              <a:cxnLst/>
              <a:rect l="0" t="0" r="0" b="0"/>
              <a:pathLst>
                <a:path w="280800" h="36">
                  <a:moveTo>
                    <a:pt x="0" y="0"/>
                  </a:moveTo>
                  <a:lnTo>
                    <a:pt x="280800" y="0"/>
                  </a:lnTo>
                </a:path>
              </a:pathLst>
            </a:custGeom>
            <a:noFill/>
            <a:ln w="3600">
              <a:solidFill>
                <a:srgbClr val="C4D2DF"/>
              </a:solidFill>
            </a:ln>
          </p:spPr>
        </p:sp>
      </p:grpSp>
      <p:grpSp>
        <p:nvGrpSpPr>
          <p:cNvPr id="3416" name="a | Z-score histogram">
            <a:extLst>
              <a:ext uri="{FF2B5EF4-FFF2-40B4-BE49-F238E27FC236}">
                <a16:creationId xmlns:a16="http://schemas.microsoft.com/office/drawing/2014/main" id="{402FDFD6-4B08-257D-D7DF-A3617BFF1908}"/>
              </a:ext>
            </a:extLst>
          </p:cNvPr>
          <p:cNvGrpSpPr/>
          <p:nvPr/>
        </p:nvGrpSpPr>
        <p:grpSpPr>
          <a:xfrm>
            <a:off x="1762437" y="1569346"/>
            <a:ext cx="219072" cy="134388"/>
            <a:chOff x="564120" y="2192067"/>
            <a:chExt cx="306000" cy="187713"/>
          </a:xfrm>
        </p:grpSpPr>
        <p:sp>
          <p:nvSpPr>
            <p:cNvPr id="15270" name="hist_3416_0">
              <a:extLst>
                <a:ext uri="{FF2B5EF4-FFF2-40B4-BE49-F238E27FC236}">
                  <a16:creationId xmlns:a16="http://schemas.microsoft.com/office/drawing/2014/main" id="{05D60076-DBA1-8D70-45E4-23FAFBD6AACF}"/>
                </a:ext>
              </a:extLst>
            </p:cNvPr>
            <p:cNvSpPr>
              <a:spLocks/>
            </p:cNvSpPr>
            <p:nvPr/>
          </p:nvSpPr>
          <p:spPr>
            <a:xfrm>
              <a:off x="571320" y="2375668"/>
              <a:ext cx="8460" cy="2132"/>
            </a:xfrm>
            <a:prstGeom prst="rect">
              <a:avLst/>
            </a:prstGeom>
            <a:gradFill>
              <a:gsLst>
                <a:gs pos="0">
                  <a:srgbClr val="C7D5ED"/>
                </a:gs>
                <a:gs pos="100000">
                  <a:srgbClr val="D9E3F4"/>
                </a:gs>
              </a:gsLst>
              <a:lin ang="5400000"/>
            </a:gradFill>
            <a:ln w="0">
              <a:noFill/>
            </a:ln>
          </p:spPr>
        </p:sp>
        <p:sp>
          <p:nvSpPr>
            <p:cNvPr id="15271" name="hist_3416_1">
              <a:extLst>
                <a:ext uri="{FF2B5EF4-FFF2-40B4-BE49-F238E27FC236}">
                  <a16:creationId xmlns:a16="http://schemas.microsoft.com/office/drawing/2014/main" id="{9E5F189B-2A29-0024-330E-EA41A99D53A6}"/>
                </a:ext>
              </a:extLst>
            </p:cNvPr>
            <p:cNvSpPr>
              <a:spLocks/>
            </p:cNvSpPr>
            <p:nvPr/>
          </p:nvSpPr>
          <p:spPr>
            <a:xfrm>
              <a:off x="582120" y="2373576"/>
              <a:ext cx="8460" cy="4224"/>
            </a:xfrm>
            <a:prstGeom prst="rect">
              <a:avLst/>
            </a:prstGeom>
            <a:gradFill>
              <a:gsLst>
                <a:gs pos="0">
                  <a:srgbClr val="C7D5ED"/>
                </a:gs>
                <a:gs pos="100000">
                  <a:srgbClr val="D9E3F4"/>
                </a:gs>
              </a:gsLst>
              <a:lin ang="5400000"/>
            </a:gradFill>
            <a:ln w="0">
              <a:noFill/>
            </a:ln>
          </p:spPr>
        </p:sp>
        <p:sp>
          <p:nvSpPr>
            <p:cNvPr id="15272" name="hist_3416_2">
              <a:extLst>
                <a:ext uri="{FF2B5EF4-FFF2-40B4-BE49-F238E27FC236}">
                  <a16:creationId xmlns:a16="http://schemas.microsoft.com/office/drawing/2014/main" id="{2DFDE9F0-7166-E319-8850-489DBD5F57C3}"/>
                </a:ext>
              </a:extLst>
            </p:cNvPr>
            <p:cNvSpPr>
              <a:spLocks/>
            </p:cNvSpPr>
            <p:nvPr/>
          </p:nvSpPr>
          <p:spPr>
            <a:xfrm>
              <a:off x="592920" y="2370486"/>
              <a:ext cx="8460" cy="7314"/>
            </a:xfrm>
            <a:prstGeom prst="rect">
              <a:avLst/>
            </a:prstGeom>
            <a:gradFill>
              <a:gsLst>
                <a:gs pos="0">
                  <a:srgbClr val="C7D5ED"/>
                </a:gs>
                <a:gs pos="100000">
                  <a:srgbClr val="D9E3F4"/>
                </a:gs>
              </a:gsLst>
              <a:lin ang="5400000"/>
            </a:gradFill>
            <a:ln w="0">
              <a:noFill/>
            </a:ln>
          </p:spPr>
        </p:sp>
        <p:sp>
          <p:nvSpPr>
            <p:cNvPr id="15273" name="hist_3416_3">
              <a:extLst>
                <a:ext uri="{FF2B5EF4-FFF2-40B4-BE49-F238E27FC236}">
                  <a16:creationId xmlns:a16="http://schemas.microsoft.com/office/drawing/2014/main" id="{34732E3F-13D5-CCED-8F3A-0DE5519833D2}"/>
                </a:ext>
              </a:extLst>
            </p:cNvPr>
            <p:cNvSpPr>
              <a:spLocks/>
            </p:cNvSpPr>
            <p:nvPr/>
          </p:nvSpPr>
          <p:spPr>
            <a:xfrm>
              <a:off x="603720" y="2364234"/>
              <a:ext cx="8460" cy="13566"/>
            </a:xfrm>
            <a:prstGeom prst="rect">
              <a:avLst/>
            </a:prstGeom>
            <a:gradFill>
              <a:gsLst>
                <a:gs pos="0">
                  <a:srgbClr val="C7D5ED"/>
                </a:gs>
                <a:gs pos="100000">
                  <a:srgbClr val="D9E3F4"/>
                </a:gs>
              </a:gsLst>
              <a:lin ang="5400000"/>
            </a:gradFill>
            <a:ln w="0">
              <a:noFill/>
            </a:ln>
          </p:spPr>
        </p:sp>
        <p:sp>
          <p:nvSpPr>
            <p:cNvPr id="15274" name="hist_3416_4">
              <a:extLst>
                <a:ext uri="{FF2B5EF4-FFF2-40B4-BE49-F238E27FC236}">
                  <a16:creationId xmlns:a16="http://schemas.microsoft.com/office/drawing/2014/main" id="{76804B0B-E3F5-770B-E582-CC7B65CE9127}"/>
                </a:ext>
              </a:extLst>
            </p:cNvPr>
            <p:cNvSpPr>
              <a:spLocks/>
            </p:cNvSpPr>
            <p:nvPr/>
          </p:nvSpPr>
          <p:spPr>
            <a:xfrm>
              <a:off x="614520" y="2356127"/>
              <a:ext cx="8460" cy="21673"/>
            </a:xfrm>
            <a:prstGeom prst="rect">
              <a:avLst/>
            </a:prstGeom>
            <a:gradFill>
              <a:gsLst>
                <a:gs pos="0">
                  <a:srgbClr val="C7D5ED"/>
                </a:gs>
                <a:gs pos="100000">
                  <a:srgbClr val="D9E3F4"/>
                </a:gs>
              </a:gsLst>
              <a:lin ang="5400000"/>
            </a:gradFill>
            <a:ln w="0">
              <a:noFill/>
            </a:ln>
          </p:spPr>
        </p:sp>
        <p:sp>
          <p:nvSpPr>
            <p:cNvPr id="15275" name="hist_3416_5">
              <a:extLst>
                <a:ext uri="{FF2B5EF4-FFF2-40B4-BE49-F238E27FC236}">
                  <a16:creationId xmlns:a16="http://schemas.microsoft.com/office/drawing/2014/main" id="{6D62C2D6-DACF-3CF4-4863-9E820DE2464F}"/>
                </a:ext>
              </a:extLst>
            </p:cNvPr>
            <p:cNvSpPr>
              <a:spLocks/>
            </p:cNvSpPr>
            <p:nvPr/>
          </p:nvSpPr>
          <p:spPr>
            <a:xfrm>
              <a:off x="625320" y="2344270"/>
              <a:ext cx="8460" cy="33530"/>
            </a:xfrm>
            <a:prstGeom prst="rect">
              <a:avLst/>
            </a:prstGeom>
            <a:gradFill>
              <a:gsLst>
                <a:gs pos="0">
                  <a:srgbClr val="C7D5ED"/>
                </a:gs>
                <a:gs pos="100000">
                  <a:srgbClr val="D9E3F4"/>
                </a:gs>
              </a:gsLst>
              <a:lin ang="5400000"/>
            </a:gradFill>
            <a:ln w="0">
              <a:noFill/>
            </a:ln>
          </p:spPr>
        </p:sp>
        <p:sp>
          <p:nvSpPr>
            <p:cNvPr id="15276" name="hist_3416_6">
              <a:extLst>
                <a:ext uri="{FF2B5EF4-FFF2-40B4-BE49-F238E27FC236}">
                  <a16:creationId xmlns:a16="http://schemas.microsoft.com/office/drawing/2014/main" id="{F6A3A1A8-445D-9F0E-6885-2517364A3299}"/>
                </a:ext>
              </a:extLst>
            </p:cNvPr>
            <p:cNvSpPr>
              <a:spLocks/>
            </p:cNvSpPr>
            <p:nvPr/>
          </p:nvSpPr>
          <p:spPr>
            <a:xfrm>
              <a:off x="636120" y="2325290"/>
              <a:ext cx="8460" cy="52510"/>
            </a:xfrm>
            <a:prstGeom prst="rect">
              <a:avLst/>
            </a:prstGeom>
            <a:gradFill>
              <a:gsLst>
                <a:gs pos="0">
                  <a:srgbClr val="C7D5ED"/>
                </a:gs>
                <a:gs pos="100000">
                  <a:srgbClr val="D9E3F4"/>
                </a:gs>
              </a:gsLst>
              <a:lin ang="5400000"/>
            </a:gradFill>
            <a:ln w="0">
              <a:noFill/>
            </a:ln>
          </p:spPr>
        </p:sp>
        <p:sp>
          <p:nvSpPr>
            <p:cNvPr id="15277" name="hist_3416_7">
              <a:extLst>
                <a:ext uri="{FF2B5EF4-FFF2-40B4-BE49-F238E27FC236}">
                  <a16:creationId xmlns:a16="http://schemas.microsoft.com/office/drawing/2014/main" id="{841E565D-CC91-9E27-CAD7-E0D88DB7B88B}"/>
                </a:ext>
              </a:extLst>
            </p:cNvPr>
            <p:cNvSpPr>
              <a:spLocks/>
            </p:cNvSpPr>
            <p:nvPr/>
          </p:nvSpPr>
          <p:spPr>
            <a:xfrm>
              <a:off x="646920" y="2308412"/>
              <a:ext cx="8460" cy="69388"/>
            </a:xfrm>
            <a:prstGeom prst="rect">
              <a:avLst/>
            </a:prstGeom>
            <a:gradFill>
              <a:gsLst>
                <a:gs pos="0">
                  <a:srgbClr val="C7D5ED"/>
                </a:gs>
                <a:gs pos="100000">
                  <a:srgbClr val="D9E3F4"/>
                </a:gs>
              </a:gsLst>
              <a:lin ang="5400000"/>
            </a:gradFill>
            <a:ln w="0">
              <a:noFill/>
            </a:ln>
          </p:spPr>
        </p:sp>
        <p:sp>
          <p:nvSpPr>
            <p:cNvPr id="15278" name="hist_3416_8">
              <a:extLst>
                <a:ext uri="{FF2B5EF4-FFF2-40B4-BE49-F238E27FC236}">
                  <a16:creationId xmlns:a16="http://schemas.microsoft.com/office/drawing/2014/main" id="{484FA793-3132-4FB3-B610-55C15421CB9E}"/>
                </a:ext>
              </a:extLst>
            </p:cNvPr>
            <p:cNvSpPr>
              <a:spLocks/>
            </p:cNvSpPr>
            <p:nvPr/>
          </p:nvSpPr>
          <p:spPr>
            <a:xfrm>
              <a:off x="657720" y="2280881"/>
              <a:ext cx="8460" cy="96919"/>
            </a:xfrm>
            <a:prstGeom prst="rect">
              <a:avLst/>
            </a:prstGeom>
            <a:gradFill>
              <a:gsLst>
                <a:gs pos="0">
                  <a:srgbClr val="C7D5ED"/>
                </a:gs>
                <a:gs pos="100000">
                  <a:srgbClr val="D9E3F4"/>
                </a:gs>
              </a:gsLst>
              <a:lin ang="5400000"/>
            </a:gradFill>
            <a:ln w="0">
              <a:noFill/>
            </a:ln>
          </p:spPr>
        </p:sp>
        <p:sp>
          <p:nvSpPr>
            <p:cNvPr id="15279" name="hist_3416_9">
              <a:extLst>
                <a:ext uri="{FF2B5EF4-FFF2-40B4-BE49-F238E27FC236}">
                  <a16:creationId xmlns:a16="http://schemas.microsoft.com/office/drawing/2014/main" id="{B0925DF9-9FB6-E5CE-0A16-F38E75584089}"/>
                </a:ext>
              </a:extLst>
            </p:cNvPr>
            <p:cNvSpPr>
              <a:spLocks/>
            </p:cNvSpPr>
            <p:nvPr/>
          </p:nvSpPr>
          <p:spPr>
            <a:xfrm>
              <a:off x="668520" y="2254700"/>
              <a:ext cx="8460" cy="123100"/>
            </a:xfrm>
            <a:prstGeom prst="rect">
              <a:avLst/>
            </a:prstGeom>
            <a:gradFill>
              <a:gsLst>
                <a:gs pos="0">
                  <a:srgbClr val="C7D5ED"/>
                </a:gs>
                <a:gs pos="100000">
                  <a:srgbClr val="D9E3F4"/>
                </a:gs>
              </a:gsLst>
              <a:lin ang="5400000"/>
            </a:gradFill>
            <a:ln w="0">
              <a:noFill/>
            </a:ln>
          </p:spPr>
        </p:sp>
        <p:sp>
          <p:nvSpPr>
            <p:cNvPr id="15280" name="hist_3416_10">
              <a:extLst>
                <a:ext uri="{FF2B5EF4-FFF2-40B4-BE49-F238E27FC236}">
                  <a16:creationId xmlns:a16="http://schemas.microsoft.com/office/drawing/2014/main" id="{463844A4-1246-FFD4-B571-195AA6F238BF}"/>
                </a:ext>
              </a:extLst>
            </p:cNvPr>
            <p:cNvSpPr>
              <a:spLocks/>
            </p:cNvSpPr>
            <p:nvPr/>
          </p:nvSpPr>
          <p:spPr>
            <a:xfrm>
              <a:off x="679320" y="2236272"/>
              <a:ext cx="8460" cy="141528"/>
            </a:xfrm>
            <a:prstGeom prst="rect">
              <a:avLst/>
            </a:prstGeom>
            <a:gradFill>
              <a:gsLst>
                <a:gs pos="0">
                  <a:srgbClr val="C7D5ED"/>
                </a:gs>
                <a:gs pos="100000">
                  <a:srgbClr val="D9E3F4"/>
                </a:gs>
              </a:gsLst>
              <a:lin ang="5400000"/>
            </a:gradFill>
            <a:ln w="0">
              <a:noFill/>
            </a:ln>
          </p:spPr>
        </p:sp>
        <p:sp>
          <p:nvSpPr>
            <p:cNvPr id="15281" name="hist_3416_11">
              <a:extLst>
                <a:ext uri="{FF2B5EF4-FFF2-40B4-BE49-F238E27FC236}">
                  <a16:creationId xmlns:a16="http://schemas.microsoft.com/office/drawing/2014/main" id="{0790940C-35A0-9AC5-3028-6C94E214252E}"/>
                </a:ext>
              </a:extLst>
            </p:cNvPr>
            <p:cNvSpPr>
              <a:spLocks/>
            </p:cNvSpPr>
            <p:nvPr/>
          </p:nvSpPr>
          <p:spPr>
            <a:xfrm>
              <a:off x="690120" y="2205424"/>
              <a:ext cx="8460" cy="172376"/>
            </a:xfrm>
            <a:prstGeom prst="rect">
              <a:avLst/>
            </a:prstGeom>
            <a:gradFill>
              <a:gsLst>
                <a:gs pos="0">
                  <a:srgbClr val="C7D5ED"/>
                </a:gs>
                <a:gs pos="100000">
                  <a:srgbClr val="D9E3F4"/>
                </a:gs>
              </a:gsLst>
              <a:lin ang="5400000"/>
            </a:gradFill>
            <a:ln w="0">
              <a:noFill/>
            </a:ln>
          </p:spPr>
        </p:sp>
        <p:sp>
          <p:nvSpPr>
            <p:cNvPr id="15282" name="hist_3416_12">
              <a:extLst>
                <a:ext uri="{FF2B5EF4-FFF2-40B4-BE49-F238E27FC236}">
                  <a16:creationId xmlns:a16="http://schemas.microsoft.com/office/drawing/2014/main" id="{2908F050-31C8-4165-1D87-3B8D91BD741D}"/>
                </a:ext>
              </a:extLst>
            </p:cNvPr>
            <p:cNvSpPr>
              <a:spLocks/>
            </p:cNvSpPr>
            <p:nvPr/>
          </p:nvSpPr>
          <p:spPr>
            <a:xfrm>
              <a:off x="700920" y="2200406"/>
              <a:ext cx="8460" cy="177394"/>
            </a:xfrm>
            <a:prstGeom prst="rect">
              <a:avLst/>
            </a:prstGeom>
            <a:gradFill>
              <a:gsLst>
                <a:gs pos="0">
                  <a:srgbClr val="C7D5ED"/>
                </a:gs>
                <a:gs pos="100000">
                  <a:srgbClr val="D9E3F4"/>
                </a:gs>
              </a:gsLst>
              <a:lin ang="5400000"/>
            </a:gradFill>
            <a:ln w="0">
              <a:noFill/>
            </a:ln>
          </p:spPr>
        </p:sp>
        <p:sp>
          <p:nvSpPr>
            <p:cNvPr id="15283" name="hist_3416_13">
              <a:extLst>
                <a:ext uri="{FF2B5EF4-FFF2-40B4-BE49-F238E27FC236}">
                  <a16:creationId xmlns:a16="http://schemas.microsoft.com/office/drawing/2014/main" id="{97325D1C-92FA-6C85-672F-DA31BF7C7937}"/>
                </a:ext>
              </a:extLst>
            </p:cNvPr>
            <p:cNvSpPr>
              <a:spLocks/>
            </p:cNvSpPr>
            <p:nvPr/>
          </p:nvSpPr>
          <p:spPr>
            <a:xfrm>
              <a:off x="711720" y="2193790"/>
              <a:ext cx="8460" cy="184010"/>
            </a:xfrm>
            <a:prstGeom prst="rect">
              <a:avLst/>
            </a:prstGeom>
            <a:gradFill>
              <a:gsLst>
                <a:gs pos="0">
                  <a:srgbClr val="C7D5ED"/>
                </a:gs>
                <a:gs pos="100000">
                  <a:srgbClr val="D9E3F4"/>
                </a:gs>
              </a:gsLst>
              <a:lin ang="5400000"/>
            </a:gradFill>
            <a:ln w="0">
              <a:noFill/>
            </a:ln>
          </p:spPr>
        </p:sp>
        <p:sp>
          <p:nvSpPr>
            <p:cNvPr id="15284" name="hist_3416_14">
              <a:extLst>
                <a:ext uri="{FF2B5EF4-FFF2-40B4-BE49-F238E27FC236}">
                  <a16:creationId xmlns:a16="http://schemas.microsoft.com/office/drawing/2014/main" id="{D86E083D-B15E-2A1A-766B-7E9AF71428EF}"/>
                </a:ext>
              </a:extLst>
            </p:cNvPr>
            <p:cNvSpPr>
              <a:spLocks/>
            </p:cNvSpPr>
            <p:nvPr/>
          </p:nvSpPr>
          <p:spPr>
            <a:xfrm>
              <a:off x="722520" y="2192067"/>
              <a:ext cx="8460" cy="185733"/>
            </a:xfrm>
            <a:prstGeom prst="rect">
              <a:avLst/>
            </a:prstGeom>
            <a:gradFill>
              <a:gsLst>
                <a:gs pos="0">
                  <a:srgbClr val="C7D5ED"/>
                </a:gs>
                <a:gs pos="100000">
                  <a:srgbClr val="D9E3F4"/>
                </a:gs>
              </a:gsLst>
              <a:lin ang="5400000"/>
            </a:gradFill>
            <a:ln w="0">
              <a:noFill/>
            </a:ln>
          </p:spPr>
        </p:sp>
        <p:sp>
          <p:nvSpPr>
            <p:cNvPr id="15285" name="hist_3416_15">
              <a:extLst>
                <a:ext uri="{FF2B5EF4-FFF2-40B4-BE49-F238E27FC236}">
                  <a16:creationId xmlns:a16="http://schemas.microsoft.com/office/drawing/2014/main" id="{1D71EF33-EC9E-581A-3DEA-3988CE51BE00}"/>
                </a:ext>
              </a:extLst>
            </p:cNvPr>
            <p:cNvSpPr>
              <a:spLocks/>
            </p:cNvSpPr>
            <p:nvPr/>
          </p:nvSpPr>
          <p:spPr>
            <a:xfrm>
              <a:off x="733320" y="2216786"/>
              <a:ext cx="8460" cy="161014"/>
            </a:xfrm>
            <a:prstGeom prst="rect">
              <a:avLst/>
            </a:prstGeom>
            <a:gradFill>
              <a:gsLst>
                <a:gs pos="0">
                  <a:srgbClr val="C7D5ED"/>
                </a:gs>
                <a:gs pos="100000">
                  <a:srgbClr val="D9E3F4"/>
                </a:gs>
              </a:gsLst>
              <a:lin ang="5400000"/>
            </a:gradFill>
            <a:ln w="0">
              <a:noFill/>
            </a:ln>
          </p:spPr>
        </p:sp>
        <p:sp>
          <p:nvSpPr>
            <p:cNvPr id="15286" name="hist_3416_16">
              <a:extLst>
                <a:ext uri="{FF2B5EF4-FFF2-40B4-BE49-F238E27FC236}">
                  <a16:creationId xmlns:a16="http://schemas.microsoft.com/office/drawing/2014/main" id="{BB8E71D8-91FB-F0D5-5911-1FE76D3D0651}"/>
                </a:ext>
              </a:extLst>
            </p:cNvPr>
            <p:cNvSpPr>
              <a:spLocks/>
            </p:cNvSpPr>
            <p:nvPr/>
          </p:nvSpPr>
          <p:spPr>
            <a:xfrm>
              <a:off x="744120" y="2228341"/>
              <a:ext cx="8460" cy="149459"/>
            </a:xfrm>
            <a:prstGeom prst="rect">
              <a:avLst/>
            </a:prstGeom>
            <a:gradFill>
              <a:gsLst>
                <a:gs pos="0">
                  <a:srgbClr val="C7D5ED"/>
                </a:gs>
                <a:gs pos="100000">
                  <a:srgbClr val="D9E3F4"/>
                </a:gs>
              </a:gsLst>
              <a:lin ang="5400000"/>
            </a:gradFill>
            <a:ln w="0">
              <a:noFill/>
            </a:ln>
          </p:spPr>
        </p:sp>
        <p:sp>
          <p:nvSpPr>
            <p:cNvPr id="15287" name="hist_3416_17">
              <a:extLst>
                <a:ext uri="{FF2B5EF4-FFF2-40B4-BE49-F238E27FC236}">
                  <a16:creationId xmlns:a16="http://schemas.microsoft.com/office/drawing/2014/main" id="{CA61D344-D65D-23E8-9E67-C57E21A702C6}"/>
                </a:ext>
              </a:extLst>
            </p:cNvPr>
            <p:cNvSpPr>
              <a:spLocks/>
            </p:cNvSpPr>
            <p:nvPr/>
          </p:nvSpPr>
          <p:spPr>
            <a:xfrm>
              <a:off x="754920" y="2256148"/>
              <a:ext cx="8460" cy="121652"/>
            </a:xfrm>
            <a:prstGeom prst="rect">
              <a:avLst/>
            </a:prstGeom>
            <a:gradFill>
              <a:gsLst>
                <a:gs pos="0">
                  <a:srgbClr val="C7D5ED"/>
                </a:gs>
                <a:gs pos="100000">
                  <a:srgbClr val="D9E3F4"/>
                </a:gs>
              </a:gsLst>
              <a:lin ang="5400000"/>
            </a:gradFill>
            <a:ln w="0">
              <a:noFill/>
            </a:ln>
          </p:spPr>
        </p:sp>
        <p:sp>
          <p:nvSpPr>
            <p:cNvPr id="15288" name="hist_3416_18">
              <a:extLst>
                <a:ext uri="{FF2B5EF4-FFF2-40B4-BE49-F238E27FC236}">
                  <a16:creationId xmlns:a16="http://schemas.microsoft.com/office/drawing/2014/main" id="{6F18354E-A21C-1B50-E1B1-54239C164067}"/>
                </a:ext>
              </a:extLst>
            </p:cNvPr>
            <p:cNvSpPr>
              <a:spLocks/>
            </p:cNvSpPr>
            <p:nvPr/>
          </p:nvSpPr>
          <p:spPr>
            <a:xfrm>
              <a:off x="765720" y="2284395"/>
              <a:ext cx="8460" cy="93405"/>
            </a:xfrm>
            <a:prstGeom prst="rect">
              <a:avLst/>
            </a:prstGeom>
            <a:gradFill>
              <a:gsLst>
                <a:gs pos="0">
                  <a:srgbClr val="C7D5ED"/>
                </a:gs>
                <a:gs pos="100000">
                  <a:srgbClr val="D9E3F4"/>
                </a:gs>
              </a:gsLst>
              <a:lin ang="5400000"/>
            </a:gradFill>
            <a:ln w="0">
              <a:noFill/>
            </a:ln>
          </p:spPr>
        </p:sp>
        <p:sp>
          <p:nvSpPr>
            <p:cNvPr id="15289" name="hist_3416_19">
              <a:extLst>
                <a:ext uri="{FF2B5EF4-FFF2-40B4-BE49-F238E27FC236}">
                  <a16:creationId xmlns:a16="http://schemas.microsoft.com/office/drawing/2014/main" id="{B39F1A64-736D-0C7F-148A-2DC9DEA527E9}"/>
                </a:ext>
              </a:extLst>
            </p:cNvPr>
            <p:cNvSpPr>
              <a:spLocks/>
            </p:cNvSpPr>
            <p:nvPr/>
          </p:nvSpPr>
          <p:spPr>
            <a:xfrm>
              <a:off x="776520" y="2303684"/>
              <a:ext cx="8460" cy="74116"/>
            </a:xfrm>
            <a:prstGeom prst="rect">
              <a:avLst/>
            </a:prstGeom>
            <a:gradFill>
              <a:gsLst>
                <a:gs pos="0">
                  <a:srgbClr val="C7D5ED"/>
                </a:gs>
                <a:gs pos="100000">
                  <a:srgbClr val="D9E3F4"/>
                </a:gs>
              </a:gsLst>
              <a:lin ang="5400000"/>
            </a:gradFill>
            <a:ln w="0">
              <a:noFill/>
            </a:ln>
          </p:spPr>
        </p:sp>
        <p:sp>
          <p:nvSpPr>
            <p:cNvPr id="15290" name="hist_3416_20">
              <a:extLst>
                <a:ext uri="{FF2B5EF4-FFF2-40B4-BE49-F238E27FC236}">
                  <a16:creationId xmlns:a16="http://schemas.microsoft.com/office/drawing/2014/main" id="{5FECA837-98E9-46EA-848C-0546CAB7BFE3}"/>
                </a:ext>
              </a:extLst>
            </p:cNvPr>
            <p:cNvSpPr>
              <a:spLocks/>
            </p:cNvSpPr>
            <p:nvPr/>
          </p:nvSpPr>
          <p:spPr>
            <a:xfrm>
              <a:off x="787320" y="2328373"/>
              <a:ext cx="8460" cy="49427"/>
            </a:xfrm>
            <a:prstGeom prst="rect">
              <a:avLst/>
            </a:prstGeom>
            <a:gradFill>
              <a:gsLst>
                <a:gs pos="0">
                  <a:srgbClr val="C7D5ED"/>
                </a:gs>
                <a:gs pos="100000">
                  <a:srgbClr val="D9E3F4"/>
                </a:gs>
              </a:gsLst>
              <a:lin ang="5400000"/>
            </a:gradFill>
            <a:ln w="0">
              <a:noFill/>
            </a:ln>
          </p:spPr>
        </p:sp>
        <p:sp>
          <p:nvSpPr>
            <p:cNvPr id="15291" name="hist_3416_21">
              <a:extLst>
                <a:ext uri="{FF2B5EF4-FFF2-40B4-BE49-F238E27FC236}">
                  <a16:creationId xmlns:a16="http://schemas.microsoft.com/office/drawing/2014/main" id="{97F79EB4-4F5C-1D05-25CF-F92D3B63C973}"/>
                </a:ext>
              </a:extLst>
            </p:cNvPr>
            <p:cNvSpPr>
              <a:spLocks/>
            </p:cNvSpPr>
            <p:nvPr/>
          </p:nvSpPr>
          <p:spPr>
            <a:xfrm>
              <a:off x="798120" y="2343468"/>
              <a:ext cx="8460" cy="34332"/>
            </a:xfrm>
            <a:prstGeom prst="rect">
              <a:avLst/>
            </a:prstGeom>
            <a:gradFill>
              <a:gsLst>
                <a:gs pos="0">
                  <a:srgbClr val="C7D5ED"/>
                </a:gs>
                <a:gs pos="100000">
                  <a:srgbClr val="D9E3F4"/>
                </a:gs>
              </a:gsLst>
              <a:lin ang="5400000"/>
            </a:gradFill>
            <a:ln w="0">
              <a:noFill/>
            </a:ln>
          </p:spPr>
        </p:sp>
        <p:sp>
          <p:nvSpPr>
            <p:cNvPr id="15292" name="hist_3416_22">
              <a:extLst>
                <a:ext uri="{FF2B5EF4-FFF2-40B4-BE49-F238E27FC236}">
                  <a16:creationId xmlns:a16="http://schemas.microsoft.com/office/drawing/2014/main" id="{7AD88993-5FA6-B8DD-C669-16413044075E}"/>
                </a:ext>
              </a:extLst>
            </p:cNvPr>
            <p:cNvSpPr>
              <a:spLocks/>
            </p:cNvSpPr>
            <p:nvPr/>
          </p:nvSpPr>
          <p:spPr>
            <a:xfrm>
              <a:off x="808920" y="2355558"/>
              <a:ext cx="8460" cy="22242"/>
            </a:xfrm>
            <a:prstGeom prst="rect">
              <a:avLst/>
            </a:prstGeom>
            <a:gradFill>
              <a:gsLst>
                <a:gs pos="0">
                  <a:srgbClr val="C7D5ED"/>
                </a:gs>
                <a:gs pos="100000">
                  <a:srgbClr val="D9E3F4"/>
                </a:gs>
              </a:gsLst>
              <a:lin ang="5400000"/>
            </a:gradFill>
            <a:ln w="0">
              <a:noFill/>
            </a:ln>
          </p:spPr>
        </p:sp>
        <p:sp>
          <p:nvSpPr>
            <p:cNvPr id="15293" name="hist_3416_23">
              <a:extLst>
                <a:ext uri="{FF2B5EF4-FFF2-40B4-BE49-F238E27FC236}">
                  <a16:creationId xmlns:a16="http://schemas.microsoft.com/office/drawing/2014/main" id="{85F2162F-2F5F-EBCA-D7FD-3625C733F0C7}"/>
                </a:ext>
              </a:extLst>
            </p:cNvPr>
            <p:cNvSpPr>
              <a:spLocks/>
            </p:cNvSpPr>
            <p:nvPr/>
          </p:nvSpPr>
          <p:spPr>
            <a:xfrm>
              <a:off x="819720" y="2365051"/>
              <a:ext cx="8460" cy="12749"/>
            </a:xfrm>
            <a:prstGeom prst="rect">
              <a:avLst/>
            </a:prstGeom>
            <a:gradFill>
              <a:gsLst>
                <a:gs pos="0">
                  <a:srgbClr val="C7D5ED"/>
                </a:gs>
                <a:gs pos="100000">
                  <a:srgbClr val="D9E3F4"/>
                </a:gs>
              </a:gsLst>
              <a:lin ang="5400000"/>
            </a:gradFill>
            <a:ln w="0">
              <a:noFill/>
            </a:ln>
          </p:spPr>
        </p:sp>
        <p:sp>
          <p:nvSpPr>
            <p:cNvPr id="15294" name="hist_3416_24">
              <a:extLst>
                <a:ext uri="{FF2B5EF4-FFF2-40B4-BE49-F238E27FC236}">
                  <a16:creationId xmlns:a16="http://schemas.microsoft.com/office/drawing/2014/main" id="{36815045-2795-AFB6-A1E9-1A1E5108ECA9}"/>
                </a:ext>
              </a:extLst>
            </p:cNvPr>
            <p:cNvSpPr>
              <a:spLocks/>
            </p:cNvSpPr>
            <p:nvPr/>
          </p:nvSpPr>
          <p:spPr>
            <a:xfrm>
              <a:off x="830520" y="2369992"/>
              <a:ext cx="8460" cy="7808"/>
            </a:xfrm>
            <a:prstGeom prst="rect">
              <a:avLst/>
            </a:prstGeom>
            <a:gradFill>
              <a:gsLst>
                <a:gs pos="0">
                  <a:srgbClr val="C7D5ED"/>
                </a:gs>
                <a:gs pos="100000">
                  <a:srgbClr val="D9E3F4"/>
                </a:gs>
              </a:gsLst>
              <a:lin ang="5400000"/>
            </a:gradFill>
            <a:ln w="0">
              <a:noFill/>
            </a:ln>
          </p:spPr>
        </p:sp>
        <p:sp>
          <p:nvSpPr>
            <p:cNvPr id="15295" name="hist_3416_25">
              <a:extLst>
                <a:ext uri="{FF2B5EF4-FFF2-40B4-BE49-F238E27FC236}">
                  <a16:creationId xmlns:a16="http://schemas.microsoft.com/office/drawing/2014/main" id="{CF7B30BF-8676-EAFA-8F72-E1ACE5F7B9E8}"/>
                </a:ext>
              </a:extLst>
            </p:cNvPr>
            <p:cNvSpPr>
              <a:spLocks/>
            </p:cNvSpPr>
            <p:nvPr/>
          </p:nvSpPr>
          <p:spPr>
            <a:xfrm>
              <a:off x="841320" y="2373717"/>
              <a:ext cx="8460" cy="4083"/>
            </a:xfrm>
            <a:prstGeom prst="rect">
              <a:avLst/>
            </a:prstGeom>
            <a:gradFill>
              <a:gsLst>
                <a:gs pos="0">
                  <a:srgbClr val="C7D5ED"/>
                </a:gs>
                <a:gs pos="100000">
                  <a:srgbClr val="D9E3F4"/>
                </a:gs>
              </a:gsLst>
              <a:lin ang="5400000"/>
            </a:gradFill>
            <a:ln w="0">
              <a:noFill/>
            </a:ln>
          </p:spPr>
        </p:sp>
        <p:sp>
          <p:nvSpPr>
            <p:cNvPr id="15296" name="hist_3416_26">
              <a:extLst>
                <a:ext uri="{FF2B5EF4-FFF2-40B4-BE49-F238E27FC236}">
                  <a16:creationId xmlns:a16="http://schemas.microsoft.com/office/drawing/2014/main" id="{C08F2F7C-4939-5976-CBD1-AE8A7E347C08}"/>
                </a:ext>
              </a:extLst>
            </p:cNvPr>
            <p:cNvSpPr>
              <a:spLocks/>
            </p:cNvSpPr>
            <p:nvPr/>
          </p:nvSpPr>
          <p:spPr>
            <a:xfrm>
              <a:off x="852120" y="2375700"/>
              <a:ext cx="8460" cy="2100"/>
            </a:xfrm>
            <a:prstGeom prst="rect">
              <a:avLst/>
            </a:prstGeom>
            <a:gradFill>
              <a:gsLst>
                <a:gs pos="0">
                  <a:srgbClr val="C7D5ED"/>
                </a:gs>
                <a:gs pos="100000">
                  <a:srgbClr val="D9E3F4"/>
                </a:gs>
              </a:gsLst>
              <a:lin ang="5400000"/>
            </a:gradFill>
            <a:ln w="0">
              <a:noFill/>
            </a:ln>
          </p:spPr>
        </p:sp>
        <p:sp>
          <p:nvSpPr>
            <p:cNvPr id="15297" name="hist_3416_baseline">
              <a:extLst>
                <a:ext uri="{FF2B5EF4-FFF2-40B4-BE49-F238E27FC236}">
                  <a16:creationId xmlns:a16="http://schemas.microsoft.com/office/drawing/2014/main" id="{A337A2F2-F3FC-304E-0658-69E1A3357B3F}"/>
                </a:ext>
              </a:extLst>
            </p:cNvPr>
            <p:cNvSpPr>
              <a:spLocks/>
            </p:cNvSpPr>
            <p:nvPr/>
          </p:nvSpPr>
          <p:spPr>
            <a:xfrm>
              <a:off x="564120" y="2377800"/>
              <a:ext cx="306000" cy="1980"/>
            </a:xfrm>
            <a:prstGeom prst="rect">
              <a:avLst/>
            </a:prstGeom>
            <a:solidFill>
              <a:srgbClr val="D7E1EF"/>
            </a:solidFill>
            <a:ln w="0">
              <a:noFill/>
            </a:ln>
          </p:spPr>
        </p:sp>
      </p:grpSp>
      <p:pic>
        <p:nvPicPr>
          <p:cNvPr id="16006" name="a | spatial view identity" descr="Synthetic voxel-grid density schematic">
            <a:extLst>
              <a:ext uri="{FF2B5EF4-FFF2-40B4-BE49-F238E27FC236}">
                <a16:creationId xmlns:a16="http://schemas.microsoft.com/office/drawing/2014/main" id="{78326EA1-DF38-50FC-A37D-4C24F3EB6C0F}"/>
              </a:ext>
            </a:extLst>
          </p:cNvPr>
          <p:cNvPicPr>
            <a:picLocks noChangeAspect="1"/>
          </p:cNvPicPr>
          <p:nvPr/>
        </p:nvPicPr>
        <p:blipFill>
          <a:blip r:embed="rId9"/>
          <a:stretch/>
        </p:blipFill>
        <p:spPr>
          <a:xfrm>
            <a:off x="1501222" y="2033501"/>
            <a:ext cx="155421" cy="150515"/>
          </a:xfrm>
          <a:prstGeom prst="rect">
            <a:avLst/>
          </a:prstGeom>
        </p:spPr>
      </p:pic>
      <p:pic>
        <p:nvPicPr>
          <p:cNvPr id="16007" name="a | spatial view gaussian x2" descr="Synthetic voxel-grid density schematic">
            <a:extLst>
              <a:ext uri="{FF2B5EF4-FFF2-40B4-BE49-F238E27FC236}">
                <a16:creationId xmlns:a16="http://schemas.microsoft.com/office/drawing/2014/main" id="{C1DB7779-AE32-E1AB-9ED1-5AC061DD8FF4}"/>
              </a:ext>
            </a:extLst>
          </p:cNvPr>
          <p:cNvPicPr>
            <a:picLocks noChangeAspect="1"/>
          </p:cNvPicPr>
          <p:nvPr/>
        </p:nvPicPr>
        <p:blipFill>
          <a:blip r:embed="rId10"/>
          <a:stretch/>
        </p:blipFill>
        <p:spPr>
          <a:xfrm>
            <a:off x="1794262" y="2033501"/>
            <a:ext cx="155421" cy="150515"/>
          </a:xfrm>
          <a:prstGeom prst="rect">
            <a:avLst/>
          </a:prstGeom>
        </p:spPr>
      </p:pic>
      <p:pic>
        <p:nvPicPr>
          <p:cNvPr id="16008" name="a | spatial view dog x2" descr="Synthetic voxel-grid density schematic">
            <a:extLst>
              <a:ext uri="{FF2B5EF4-FFF2-40B4-BE49-F238E27FC236}">
                <a16:creationId xmlns:a16="http://schemas.microsoft.com/office/drawing/2014/main" id="{22306E90-280D-925E-B770-4363E4094FF4}"/>
              </a:ext>
            </a:extLst>
          </p:cNvPr>
          <p:cNvPicPr>
            <a:picLocks noChangeAspect="1"/>
          </p:cNvPicPr>
          <p:nvPr/>
        </p:nvPicPr>
        <p:blipFill>
          <a:blip r:embed="rId9"/>
          <a:stretch/>
        </p:blipFill>
        <p:spPr>
          <a:xfrm>
            <a:off x="1501222" y="2319583"/>
            <a:ext cx="155421" cy="150515"/>
          </a:xfrm>
          <a:prstGeom prst="rect">
            <a:avLst/>
          </a:prstGeom>
        </p:spPr>
      </p:pic>
      <p:pic>
        <p:nvPicPr>
          <p:cNvPr id="16009" name="a | spatial view receptor suppression x2" descr="Synthetic voxel-grid density schematic">
            <a:extLst>
              <a:ext uri="{FF2B5EF4-FFF2-40B4-BE49-F238E27FC236}">
                <a16:creationId xmlns:a16="http://schemas.microsoft.com/office/drawing/2014/main" id="{011E229B-D71B-9D0C-0568-8F4DFFE5B973}"/>
              </a:ext>
            </a:extLst>
          </p:cNvPr>
          <p:cNvPicPr>
            <a:picLocks noChangeAspect="1"/>
          </p:cNvPicPr>
          <p:nvPr/>
        </p:nvPicPr>
        <p:blipFill>
          <a:blip r:embed="rId12"/>
          <a:stretch/>
        </p:blipFill>
        <p:spPr>
          <a:xfrm>
            <a:off x="1794262" y="2319583"/>
            <a:ext cx="155421" cy="150515"/>
          </a:xfrm>
          <a:prstGeom prst="rect">
            <a:avLst/>
          </a:prstGeom>
        </p:spPr>
      </p:pic>
      <p:pic>
        <p:nvPicPr>
          <p:cNvPr id="16010" name="a | 56-channel tensor stack" descr="Synthetic voxel-grid density schematic">
            <a:extLst>
              <a:ext uri="{FF2B5EF4-FFF2-40B4-BE49-F238E27FC236}">
                <a16:creationId xmlns:a16="http://schemas.microsoft.com/office/drawing/2014/main" id="{B53F7BD7-3B17-7AC0-DFC8-DE54C0D8A137}"/>
              </a:ext>
            </a:extLst>
          </p:cNvPr>
          <p:cNvPicPr>
            <a:picLocks noChangeAspect="1"/>
          </p:cNvPicPr>
          <p:nvPr/>
        </p:nvPicPr>
        <p:blipFill>
          <a:blip r:embed="rId13"/>
          <a:stretch/>
        </p:blipFill>
        <p:spPr>
          <a:xfrm>
            <a:off x="1546335" y="2762108"/>
            <a:ext cx="343801" cy="237886"/>
          </a:xfrm>
          <a:prstGeom prst="rect">
            <a:avLst/>
          </a:prstGeom>
        </p:spPr>
      </p:pic>
      <p:grpSp>
        <p:nvGrpSpPr>
          <p:cNvPr id="3422" name="a | receptor atom cloud">
            <a:extLst>
              <a:ext uri="{FF2B5EF4-FFF2-40B4-BE49-F238E27FC236}">
                <a16:creationId xmlns:a16="http://schemas.microsoft.com/office/drawing/2014/main" id="{9E0557ED-DC5A-3C24-2760-1736F8E0EA48}"/>
              </a:ext>
            </a:extLst>
          </p:cNvPr>
          <p:cNvGrpSpPr/>
          <p:nvPr/>
        </p:nvGrpSpPr>
        <p:grpSpPr>
          <a:xfrm>
            <a:off x="1480189" y="3442117"/>
            <a:ext cx="164024" cy="174466"/>
            <a:chOff x="169875" y="4807960"/>
            <a:chExt cx="229109" cy="243694"/>
          </a:xfrm>
        </p:grpSpPr>
        <p:sp>
          <p:nvSpPr>
            <p:cNvPr id="5650" name="asset_3422_0">
              <a:extLst>
                <a:ext uri="{FF2B5EF4-FFF2-40B4-BE49-F238E27FC236}">
                  <a16:creationId xmlns:a16="http://schemas.microsoft.com/office/drawing/2014/main" id="{25A7D6A1-A5D5-9362-B40F-3A71884739FF}"/>
                </a:ext>
              </a:extLst>
            </p:cNvPr>
            <p:cNvSpPr>
              <a:spLocks noGrp="1"/>
            </p:cNvSpPr>
            <p:nvPr/>
          </p:nvSpPr>
          <p:spPr>
            <a:xfrm>
              <a:off x="231052" y="4952240"/>
              <a:ext cx="50740" cy="50740"/>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651" name="asset_3422_1">
              <a:extLst>
                <a:ext uri="{FF2B5EF4-FFF2-40B4-BE49-F238E27FC236}">
                  <a16:creationId xmlns:a16="http://schemas.microsoft.com/office/drawing/2014/main" id="{323880F1-E997-4EBB-FC21-59F8040EFB41}"/>
                </a:ext>
              </a:extLst>
            </p:cNvPr>
            <p:cNvSpPr>
              <a:spLocks noGrp="1"/>
            </p:cNvSpPr>
            <p:nvPr/>
          </p:nvSpPr>
          <p:spPr>
            <a:xfrm>
              <a:off x="241961" y="4961881"/>
              <a:ext cx="16490" cy="9641"/>
            </a:xfrm>
            <a:prstGeom prst="ellipse">
              <a:avLst/>
            </a:prstGeom>
            <a:gradFill>
              <a:gsLst>
                <a:gs pos="0">
                  <a:srgbClr val="FFFFFF">
                    <a:alpha val="65000"/>
                  </a:srgbClr>
                </a:gs>
                <a:gs pos="100000">
                  <a:srgbClr val="FFFFFF">
                    <a:alpha val="0"/>
                  </a:srgbClr>
                </a:gs>
              </a:gsLst>
              <a:lin ang="5400000"/>
            </a:gradFill>
            <a:ln w="3600">
              <a:noFill/>
            </a:ln>
          </p:spPr>
        </p:sp>
        <p:sp>
          <p:nvSpPr>
            <p:cNvPr id="5652" name="asset_3422_2">
              <a:extLst>
                <a:ext uri="{FF2B5EF4-FFF2-40B4-BE49-F238E27FC236}">
                  <a16:creationId xmlns:a16="http://schemas.microsoft.com/office/drawing/2014/main" id="{53845323-C33E-008E-94D3-5B55AAC75F7D}"/>
                </a:ext>
              </a:extLst>
            </p:cNvPr>
            <p:cNvSpPr>
              <a:spLocks noGrp="1"/>
            </p:cNvSpPr>
            <p:nvPr/>
          </p:nvSpPr>
          <p:spPr>
            <a:xfrm>
              <a:off x="257492" y="4890552"/>
              <a:ext cx="45016" cy="45016"/>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53" name="asset_3422_3">
              <a:extLst>
                <a:ext uri="{FF2B5EF4-FFF2-40B4-BE49-F238E27FC236}">
                  <a16:creationId xmlns:a16="http://schemas.microsoft.com/office/drawing/2014/main" id="{5BA9EEA5-7790-D7AA-FB21-2B1482AB5A1F}"/>
                </a:ext>
              </a:extLst>
            </p:cNvPr>
            <p:cNvSpPr>
              <a:spLocks noGrp="1"/>
            </p:cNvSpPr>
            <p:nvPr/>
          </p:nvSpPr>
          <p:spPr>
            <a:xfrm>
              <a:off x="267171" y="4899105"/>
              <a:ext cx="14630" cy="8553"/>
            </a:xfrm>
            <a:prstGeom prst="ellipse">
              <a:avLst/>
            </a:prstGeom>
            <a:gradFill>
              <a:gsLst>
                <a:gs pos="0">
                  <a:srgbClr val="FFFFFF">
                    <a:alpha val="65000"/>
                  </a:srgbClr>
                </a:gs>
                <a:gs pos="100000">
                  <a:srgbClr val="FFFFFF">
                    <a:alpha val="0"/>
                  </a:srgbClr>
                </a:gs>
              </a:gsLst>
              <a:lin ang="5400000"/>
            </a:gradFill>
            <a:ln w="3600">
              <a:noFill/>
            </a:ln>
          </p:spPr>
        </p:sp>
        <p:sp>
          <p:nvSpPr>
            <p:cNvPr id="5654" name="asset_3422_4">
              <a:extLst>
                <a:ext uri="{FF2B5EF4-FFF2-40B4-BE49-F238E27FC236}">
                  <a16:creationId xmlns:a16="http://schemas.microsoft.com/office/drawing/2014/main" id="{CD25DF3E-C83C-F74D-832A-6EF8496F93DE}"/>
                </a:ext>
              </a:extLst>
            </p:cNvPr>
            <p:cNvSpPr>
              <a:spLocks noGrp="1"/>
            </p:cNvSpPr>
            <p:nvPr/>
          </p:nvSpPr>
          <p:spPr>
            <a:xfrm>
              <a:off x="341683" y="4917382"/>
              <a:ext cx="49251" cy="49251"/>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55" name="asset_3422_5">
              <a:extLst>
                <a:ext uri="{FF2B5EF4-FFF2-40B4-BE49-F238E27FC236}">
                  <a16:creationId xmlns:a16="http://schemas.microsoft.com/office/drawing/2014/main" id="{2293E1C5-BB91-9694-87B6-A78A1FE98046}"/>
                </a:ext>
              </a:extLst>
            </p:cNvPr>
            <p:cNvSpPr>
              <a:spLocks noGrp="1"/>
            </p:cNvSpPr>
            <p:nvPr/>
          </p:nvSpPr>
          <p:spPr>
            <a:xfrm>
              <a:off x="352272" y="4926740"/>
              <a:ext cx="16007" cy="9358"/>
            </a:xfrm>
            <a:prstGeom prst="ellipse">
              <a:avLst/>
            </a:prstGeom>
            <a:gradFill>
              <a:gsLst>
                <a:gs pos="0">
                  <a:srgbClr val="FFFFFF">
                    <a:alpha val="65000"/>
                  </a:srgbClr>
                </a:gs>
                <a:gs pos="100000">
                  <a:srgbClr val="FFFFFF">
                    <a:alpha val="0"/>
                  </a:srgbClr>
                </a:gs>
              </a:gsLst>
              <a:lin ang="5400000"/>
            </a:gradFill>
            <a:ln w="3600">
              <a:noFill/>
            </a:ln>
          </p:spPr>
        </p:sp>
        <p:sp>
          <p:nvSpPr>
            <p:cNvPr id="5656" name="asset_3422_6">
              <a:extLst>
                <a:ext uri="{FF2B5EF4-FFF2-40B4-BE49-F238E27FC236}">
                  <a16:creationId xmlns:a16="http://schemas.microsoft.com/office/drawing/2014/main" id="{D0F83551-4A1D-4DB8-D7B5-EB6E4EDA415C}"/>
                </a:ext>
              </a:extLst>
            </p:cNvPr>
            <p:cNvSpPr>
              <a:spLocks noGrp="1"/>
            </p:cNvSpPr>
            <p:nvPr/>
          </p:nvSpPr>
          <p:spPr>
            <a:xfrm>
              <a:off x="271855" y="4975772"/>
              <a:ext cx="36195" cy="36195"/>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57" name="asset_3422_7">
              <a:extLst>
                <a:ext uri="{FF2B5EF4-FFF2-40B4-BE49-F238E27FC236}">
                  <a16:creationId xmlns:a16="http://schemas.microsoft.com/office/drawing/2014/main" id="{DBDB6E53-8663-ECEC-ED56-BCEE802B4F31}"/>
                </a:ext>
              </a:extLst>
            </p:cNvPr>
            <p:cNvSpPr>
              <a:spLocks noGrp="1"/>
            </p:cNvSpPr>
            <p:nvPr/>
          </p:nvSpPr>
          <p:spPr>
            <a:xfrm>
              <a:off x="279637" y="4982649"/>
              <a:ext cx="11764" cy="6877"/>
            </a:xfrm>
            <a:prstGeom prst="ellipse">
              <a:avLst/>
            </a:prstGeom>
            <a:gradFill>
              <a:gsLst>
                <a:gs pos="0">
                  <a:srgbClr val="FFFFFF">
                    <a:alpha val="65000"/>
                  </a:srgbClr>
                </a:gs>
                <a:gs pos="100000">
                  <a:srgbClr val="FFFFFF">
                    <a:alpha val="0"/>
                  </a:srgbClr>
                </a:gs>
              </a:gsLst>
              <a:lin ang="5400000"/>
            </a:gradFill>
            <a:ln w="3600">
              <a:noFill/>
            </a:ln>
          </p:spPr>
        </p:sp>
        <p:sp>
          <p:nvSpPr>
            <p:cNvPr id="5658" name="asset_3422_8">
              <a:extLst>
                <a:ext uri="{FF2B5EF4-FFF2-40B4-BE49-F238E27FC236}">
                  <a16:creationId xmlns:a16="http://schemas.microsoft.com/office/drawing/2014/main" id="{442FF97E-156A-B87B-BDB3-A27056188216}"/>
                </a:ext>
              </a:extLst>
            </p:cNvPr>
            <p:cNvSpPr>
              <a:spLocks noGrp="1"/>
            </p:cNvSpPr>
            <p:nvPr/>
          </p:nvSpPr>
          <p:spPr>
            <a:xfrm>
              <a:off x="189829" y="4978084"/>
              <a:ext cx="46368" cy="4636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59" name="asset_3422_9">
              <a:extLst>
                <a:ext uri="{FF2B5EF4-FFF2-40B4-BE49-F238E27FC236}">
                  <a16:creationId xmlns:a16="http://schemas.microsoft.com/office/drawing/2014/main" id="{2907B0B9-D142-EEB3-7A51-6B380F3B381A}"/>
                </a:ext>
              </a:extLst>
            </p:cNvPr>
            <p:cNvSpPr>
              <a:spLocks noGrp="1"/>
            </p:cNvSpPr>
            <p:nvPr/>
          </p:nvSpPr>
          <p:spPr>
            <a:xfrm>
              <a:off x="199798" y="4986894"/>
              <a:ext cx="15070" cy="8810"/>
            </a:xfrm>
            <a:prstGeom prst="ellipse">
              <a:avLst/>
            </a:prstGeom>
            <a:gradFill>
              <a:gsLst>
                <a:gs pos="0">
                  <a:srgbClr val="FFFFFF">
                    <a:alpha val="65000"/>
                  </a:srgbClr>
                </a:gs>
                <a:gs pos="100000">
                  <a:srgbClr val="FFFFFF">
                    <a:alpha val="0"/>
                  </a:srgbClr>
                </a:gs>
              </a:gsLst>
              <a:lin ang="5400000"/>
            </a:gradFill>
            <a:ln w="3600">
              <a:noFill/>
            </a:ln>
          </p:spPr>
        </p:sp>
        <p:sp>
          <p:nvSpPr>
            <p:cNvPr id="5660" name="asset_3422_10">
              <a:extLst>
                <a:ext uri="{FF2B5EF4-FFF2-40B4-BE49-F238E27FC236}">
                  <a16:creationId xmlns:a16="http://schemas.microsoft.com/office/drawing/2014/main" id="{21583E65-F49A-13AB-D152-85253B4F3407}"/>
                </a:ext>
              </a:extLst>
            </p:cNvPr>
            <p:cNvSpPr>
              <a:spLocks noGrp="1"/>
            </p:cNvSpPr>
            <p:nvPr/>
          </p:nvSpPr>
          <p:spPr>
            <a:xfrm>
              <a:off x="225545" y="5013901"/>
              <a:ext cx="33003" cy="3300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61" name="asset_3422_11">
              <a:extLst>
                <a:ext uri="{FF2B5EF4-FFF2-40B4-BE49-F238E27FC236}">
                  <a16:creationId xmlns:a16="http://schemas.microsoft.com/office/drawing/2014/main" id="{C45A0ABF-D8F0-880D-A522-DBA4FE20DCC3}"/>
                </a:ext>
              </a:extLst>
            </p:cNvPr>
            <p:cNvSpPr>
              <a:spLocks noGrp="1"/>
            </p:cNvSpPr>
            <p:nvPr/>
          </p:nvSpPr>
          <p:spPr>
            <a:xfrm>
              <a:off x="232640" y="5020172"/>
              <a:ext cx="10726" cy="6271"/>
            </a:xfrm>
            <a:prstGeom prst="ellipse">
              <a:avLst/>
            </a:prstGeom>
            <a:gradFill>
              <a:gsLst>
                <a:gs pos="0">
                  <a:srgbClr val="FFFFFF">
                    <a:alpha val="65000"/>
                  </a:srgbClr>
                </a:gs>
                <a:gs pos="100000">
                  <a:srgbClr val="FFFFFF">
                    <a:alpha val="0"/>
                  </a:srgbClr>
                </a:gs>
              </a:gsLst>
              <a:lin ang="5400000"/>
            </a:gradFill>
            <a:ln w="3600">
              <a:noFill/>
            </a:ln>
          </p:spPr>
        </p:sp>
        <p:sp>
          <p:nvSpPr>
            <p:cNvPr id="5662" name="asset_3422_12">
              <a:extLst>
                <a:ext uri="{FF2B5EF4-FFF2-40B4-BE49-F238E27FC236}">
                  <a16:creationId xmlns:a16="http://schemas.microsoft.com/office/drawing/2014/main" id="{8F15F306-46C9-67D5-ACB0-A669BD7CDDDB}"/>
                </a:ext>
              </a:extLst>
            </p:cNvPr>
            <p:cNvSpPr>
              <a:spLocks noGrp="1"/>
            </p:cNvSpPr>
            <p:nvPr/>
          </p:nvSpPr>
          <p:spPr>
            <a:xfrm>
              <a:off x="202899" y="4919795"/>
              <a:ext cx="44462" cy="44462"/>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63" name="asset_3422_13">
              <a:extLst>
                <a:ext uri="{FF2B5EF4-FFF2-40B4-BE49-F238E27FC236}">
                  <a16:creationId xmlns:a16="http://schemas.microsoft.com/office/drawing/2014/main" id="{666CFECE-12C1-4C9C-33F1-DB1E3FF7EF05}"/>
                </a:ext>
              </a:extLst>
            </p:cNvPr>
            <p:cNvSpPr>
              <a:spLocks noGrp="1"/>
            </p:cNvSpPr>
            <p:nvPr/>
          </p:nvSpPr>
          <p:spPr>
            <a:xfrm>
              <a:off x="212458" y="4928243"/>
              <a:ext cx="14450" cy="8448"/>
            </a:xfrm>
            <a:prstGeom prst="ellipse">
              <a:avLst/>
            </a:prstGeom>
            <a:gradFill>
              <a:gsLst>
                <a:gs pos="0">
                  <a:srgbClr val="FFFFFF">
                    <a:alpha val="65000"/>
                  </a:srgbClr>
                </a:gs>
                <a:gs pos="100000">
                  <a:srgbClr val="FFFFFF">
                    <a:alpha val="0"/>
                  </a:srgbClr>
                </a:gs>
              </a:gsLst>
              <a:lin ang="5400000"/>
            </a:gradFill>
            <a:ln w="3600">
              <a:noFill/>
            </a:ln>
          </p:spPr>
        </p:sp>
        <p:sp>
          <p:nvSpPr>
            <p:cNvPr id="5664" name="asset_3422_14">
              <a:extLst>
                <a:ext uri="{FF2B5EF4-FFF2-40B4-BE49-F238E27FC236}">
                  <a16:creationId xmlns:a16="http://schemas.microsoft.com/office/drawing/2014/main" id="{94E0E91D-1A04-6FBB-56CF-6A92DCCA4C8A}"/>
                </a:ext>
              </a:extLst>
            </p:cNvPr>
            <p:cNvSpPr>
              <a:spLocks noGrp="1"/>
            </p:cNvSpPr>
            <p:nvPr/>
          </p:nvSpPr>
          <p:spPr>
            <a:xfrm>
              <a:off x="248117" y="4866798"/>
              <a:ext cx="41123" cy="4112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65" name="asset_3422_15">
              <a:extLst>
                <a:ext uri="{FF2B5EF4-FFF2-40B4-BE49-F238E27FC236}">
                  <a16:creationId xmlns:a16="http://schemas.microsoft.com/office/drawing/2014/main" id="{73620F55-3C2C-D9E1-59D6-C5D1B21B340F}"/>
                </a:ext>
              </a:extLst>
            </p:cNvPr>
            <p:cNvSpPr>
              <a:spLocks noGrp="1"/>
            </p:cNvSpPr>
            <p:nvPr/>
          </p:nvSpPr>
          <p:spPr>
            <a:xfrm>
              <a:off x="256958" y="4874611"/>
              <a:ext cx="13365" cy="7813"/>
            </a:xfrm>
            <a:prstGeom prst="ellipse">
              <a:avLst/>
            </a:prstGeom>
            <a:gradFill>
              <a:gsLst>
                <a:gs pos="0">
                  <a:srgbClr val="FFFFFF">
                    <a:alpha val="65000"/>
                  </a:srgbClr>
                </a:gs>
                <a:gs pos="100000">
                  <a:srgbClr val="FFFFFF">
                    <a:alpha val="0"/>
                  </a:srgbClr>
                </a:gs>
              </a:gsLst>
              <a:lin ang="5400000"/>
            </a:gradFill>
            <a:ln w="3600">
              <a:noFill/>
            </a:ln>
          </p:spPr>
        </p:sp>
        <p:sp>
          <p:nvSpPr>
            <p:cNvPr id="5666" name="asset_3422_16">
              <a:extLst>
                <a:ext uri="{FF2B5EF4-FFF2-40B4-BE49-F238E27FC236}">
                  <a16:creationId xmlns:a16="http://schemas.microsoft.com/office/drawing/2014/main" id="{404B02A9-022D-E1E8-E8FA-395F91AFC16F}"/>
                </a:ext>
              </a:extLst>
            </p:cNvPr>
            <p:cNvSpPr>
              <a:spLocks noGrp="1"/>
            </p:cNvSpPr>
            <p:nvPr/>
          </p:nvSpPr>
          <p:spPr>
            <a:xfrm>
              <a:off x="297907" y="4941502"/>
              <a:ext cx="42220" cy="4222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67" name="asset_3422_17">
              <a:extLst>
                <a:ext uri="{FF2B5EF4-FFF2-40B4-BE49-F238E27FC236}">
                  <a16:creationId xmlns:a16="http://schemas.microsoft.com/office/drawing/2014/main" id="{0909A2A8-647E-2062-5D35-8F3F293F2CD4}"/>
                </a:ext>
              </a:extLst>
            </p:cNvPr>
            <p:cNvSpPr>
              <a:spLocks noGrp="1"/>
            </p:cNvSpPr>
            <p:nvPr/>
          </p:nvSpPr>
          <p:spPr>
            <a:xfrm>
              <a:off x="306984" y="4949524"/>
              <a:ext cx="13721" cy="8022"/>
            </a:xfrm>
            <a:prstGeom prst="ellipse">
              <a:avLst/>
            </a:prstGeom>
            <a:gradFill>
              <a:gsLst>
                <a:gs pos="0">
                  <a:srgbClr val="FFFFFF">
                    <a:alpha val="65000"/>
                  </a:srgbClr>
                </a:gs>
                <a:gs pos="100000">
                  <a:srgbClr val="FFFFFF">
                    <a:alpha val="0"/>
                  </a:srgbClr>
                </a:gs>
              </a:gsLst>
              <a:lin ang="5400000"/>
            </a:gradFill>
            <a:ln w="3600">
              <a:noFill/>
            </a:ln>
          </p:spPr>
        </p:sp>
        <p:sp>
          <p:nvSpPr>
            <p:cNvPr id="5668" name="asset_3422_18">
              <a:extLst>
                <a:ext uri="{FF2B5EF4-FFF2-40B4-BE49-F238E27FC236}">
                  <a16:creationId xmlns:a16="http://schemas.microsoft.com/office/drawing/2014/main" id="{4AE24C35-44BD-AF45-DC45-73900CE213F3}"/>
                </a:ext>
              </a:extLst>
            </p:cNvPr>
            <p:cNvSpPr>
              <a:spLocks noGrp="1"/>
            </p:cNvSpPr>
            <p:nvPr/>
          </p:nvSpPr>
          <p:spPr>
            <a:xfrm>
              <a:off x="197886" y="4901933"/>
              <a:ext cx="33418" cy="3341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69" name="asset_3422_19">
              <a:extLst>
                <a:ext uri="{FF2B5EF4-FFF2-40B4-BE49-F238E27FC236}">
                  <a16:creationId xmlns:a16="http://schemas.microsoft.com/office/drawing/2014/main" id="{64355CDF-7B18-9B05-9497-D49CF715F7DF}"/>
                </a:ext>
              </a:extLst>
            </p:cNvPr>
            <p:cNvSpPr>
              <a:spLocks noGrp="1"/>
            </p:cNvSpPr>
            <p:nvPr/>
          </p:nvSpPr>
          <p:spPr>
            <a:xfrm>
              <a:off x="205071" y="4908282"/>
              <a:ext cx="10861" cy="6350"/>
            </a:xfrm>
            <a:prstGeom prst="ellipse">
              <a:avLst/>
            </a:prstGeom>
            <a:gradFill>
              <a:gsLst>
                <a:gs pos="0">
                  <a:srgbClr val="FFFFFF">
                    <a:alpha val="65000"/>
                  </a:srgbClr>
                </a:gs>
                <a:gs pos="100000">
                  <a:srgbClr val="FFFFFF">
                    <a:alpha val="0"/>
                  </a:srgbClr>
                </a:gs>
              </a:gsLst>
              <a:lin ang="5400000"/>
            </a:gradFill>
            <a:ln w="3600">
              <a:noFill/>
            </a:ln>
          </p:spPr>
        </p:sp>
        <p:sp>
          <p:nvSpPr>
            <p:cNvPr id="5670" name="asset_3422_20">
              <a:extLst>
                <a:ext uri="{FF2B5EF4-FFF2-40B4-BE49-F238E27FC236}">
                  <a16:creationId xmlns:a16="http://schemas.microsoft.com/office/drawing/2014/main" id="{B059A206-AE1F-2311-C760-002C1A240369}"/>
                </a:ext>
              </a:extLst>
            </p:cNvPr>
            <p:cNvSpPr>
              <a:spLocks noGrp="1"/>
            </p:cNvSpPr>
            <p:nvPr/>
          </p:nvSpPr>
          <p:spPr>
            <a:xfrm>
              <a:off x="245477" y="4933298"/>
              <a:ext cx="48764" cy="4876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71" name="asset_3422_21">
              <a:extLst>
                <a:ext uri="{FF2B5EF4-FFF2-40B4-BE49-F238E27FC236}">
                  <a16:creationId xmlns:a16="http://schemas.microsoft.com/office/drawing/2014/main" id="{277EFC9B-1452-6885-BBC6-493411591B3D}"/>
                </a:ext>
              </a:extLst>
            </p:cNvPr>
            <p:cNvSpPr>
              <a:spLocks noGrp="1"/>
            </p:cNvSpPr>
            <p:nvPr/>
          </p:nvSpPr>
          <p:spPr>
            <a:xfrm>
              <a:off x="255962" y="4942563"/>
              <a:ext cx="15848" cy="9265"/>
            </a:xfrm>
            <a:prstGeom prst="ellipse">
              <a:avLst/>
            </a:prstGeom>
            <a:gradFill>
              <a:gsLst>
                <a:gs pos="0">
                  <a:srgbClr val="FFFFFF">
                    <a:alpha val="65000"/>
                  </a:srgbClr>
                </a:gs>
                <a:gs pos="100000">
                  <a:srgbClr val="FFFFFF">
                    <a:alpha val="0"/>
                  </a:srgbClr>
                </a:gs>
              </a:gsLst>
              <a:lin ang="5400000"/>
            </a:gradFill>
            <a:ln w="3600">
              <a:noFill/>
            </a:ln>
          </p:spPr>
        </p:sp>
        <p:sp>
          <p:nvSpPr>
            <p:cNvPr id="5672" name="asset_3422_22">
              <a:extLst>
                <a:ext uri="{FF2B5EF4-FFF2-40B4-BE49-F238E27FC236}">
                  <a16:creationId xmlns:a16="http://schemas.microsoft.com/office/drawing/2014/main" id="{A2DB00E9-8C37-DC76-B463-90A9C087C196}"/>
                </a:ext>
              </a:extLst>
            </p:cNvPr>
            <p:cNvSpPr>
              <a:spLocks noGrp="1"/>
            </p:cNvSpPr>
            <p:nvPr/>
          </p:nvSpPr>
          <p:spPr>
            <a:xfrm>
              <a:off x="264633" y="4948569"/>
              <a:ext cx="40342" cy="40342"/>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673" name="asset_3422_23">
              <a:extLst>
                <a:ext uri="{FF2B5EF4-FFF2-40B4-BE49-F238E27FC236}">
                  <a16:creationId xmlns:a16="http://schemas.microsoft.com/office/drawing/2014/main" id="{A50DCAD0-342A-A825-0FBE-5E9C9BFC16FE}"/>
                </a:ext>
              </a:extLst>
            </p:cNvPr>
            <p:cNvSpPr>
              <a:spLocks noGrp="1"/>
            </p:cNvSpPr>
            <p:nvPr/>
          </p:nvSpPr>
          <p:spPr>
            <a:xfrm>
              <a:off x="273306" y="4956234"/>
              <a:ext cx="13111" cy="7665"/>
            </a:xfrm>
            <a:prstGeom prst="ellipse">
              <a:avLst/>
            </a:prstGeom>
            <a:gradFill>
              <a:gsLst>
                <a:gs pos="0">
                  <a:srgbClr val="FFFFFF">
                    <a:alpha val="65000"/>
                  </a:srgbClr>
                </a:gs>
                <a:gs pos="100000">
                  <a:srgbClr val="FFFFFF">
                    <a:alpha val="0"/>
                  </a:srgbClr>
                </a:gs>
              </a:gsLst>
              <a:lin ang="5400000"/>
            </a:gradFill>
            <a:ln w="3600">
              <a:noFill/>
            </a:ln>
          </p:spPr>
        </p:sp>
        <p:sp>
          <p:nvSpPr>
            <p:cNvPr id="5674" name="asset_3422_24">
              <a:extLst>
                <a:ext uri="{FF2B5EF4-FFF2-40B4-BE49-F238E27FC236}">
                  <a16:creationId xmlns:a16="http://schemas.microsoft.com/office/drawing/2014/main" id="{51D03618-184A-8E2B-85DD-53BFA38C4FC7}"/>
                </a:ext>
              </a:extLst>
            </p:cNvPr>
            <p:cNvSpPr>
              <a:spLocks noGrp="1"/>
            </p:cNvSpPr>
            <p:nvPr/>
          </p:nvSpPr>
          <p:spPr>
            <a:xfrm>
              <a:off x="230598" y="4889071"/>
              <a:ext cx="32512" cy="32512"/>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75" name="asset_3422_25">
              <a:extLst>
                <a:ext uri="{FF2B5EF4-FFF2-40B4-BE49-F238E27FC236}">
                  <a16:creationId xmlns:a16="http://schemas.microsoft.com/office/drawing/2014/main" id="{00E6E696-E23C-2A86-D1A8-26E6EC3ACCC1}"/>
                </a:ext>
              </a:extLst>
            </p:cNvPr>
            <p:cNvSpPr>
              <a:spLocks noGrp="1"/>
            </p:cNvSpPr>
            <p:nvPr/>
          </p:nvSpPr>
          <p:spPr>
            <a:xfrm>
              <a:off x="237588" y="4895249"/>
              <a:ext cx="10566" cy="6177"/>
            </a:xfrm>
            <a:prstGeom prst="ellipse">
              <a:avLst/>
            </a:prstGeom>
            <a:gradFill>
              <a:gsLst>
                <a:gs pos="0">
                  <a:srgbClr val="FFFFFF">
                    <a:alpha val="65000"/>
                  </a:srgbClr>
                </a:gs>
                <a:gs pos="100000">
                  <a:srgbClr val="FFFFFF">
                    <a:alpha val="0"/>
                  </a:srgbClr>
                </a:gs>
              </a:gsLst>
              <a:lin ang="5400000"/>
            </a:gradFill>
            <a:ln w="3600">
              <a:noFill/>
            </a:ln>
          </p:spPr>
        </p:sp>
        <p:sp>
          <p:nvSpPr>
            <p:cNvPr id="5676" name="asset_3422_26">
              <a:extLst>
                <a:ext uri="{FF2B5EF4-FFF2-40B4-BE49-F238E27FC236}">
                  <a16:creationId xmlns:a16="http://schemas.microsoft.com/office/drawing/2014/main" id="{8FBBA5DB-972F-2E03-A737-C275B26FBD96}"/>
                </a:ext>
              </a:extLst>
            </p:cNvPr>
            <p:cNvSpPr>
              <a:spLocks noGrp="1"/>
            </p:cNvSpPr>
            <p:nvPr/>
          </p:nvSpPr>
          <p:spPr>
            <a:xfrm>
              <a:off x="301686" y="4928199"/>
              <a:ext cx="31620" cy="31620"/>
            </a:xfrm>
            <a:prstGeom prst="ellipse">
              <a:avLst/>
            </a:prstGeom>
            <a:gradFill>
              <a:gsLst>
                <a:gs pos="0">
                  <a:srgbClr val="FFFFFF">
                    <a:alpha val="100000"/>
                  </a:srgbClr>
                </a:gs>
                <a:gs pos="46000">
                  <a:srgbClr val="AA90CC">
                    <a:alpha val="100000"/>
                  </a:srgbClr>
                </a:gs>
                <a:gs pos="74000">
                  <a:srgbClr val="AA90CC">
                    <a:alpha val="100000"/>
                  </a:srgbClr>
                </a:gs>
                <a:gs pos="100000">
                  <a:srgbClr val="69829D">
                    <a:alpha val="100000"/>
                  </a:srgbClr>
                </a:gs>
              </a:gsLst>
              <a:lin ang="7800000"/>
            </a:gradFill>
            <a:ln w="3600">
              <a:noFill/>
            </a:ln>
          </p:spPr>
        </p:sp>
        <p:sp>
          <p:nvSpPr>
            <p:cNvPr id="5677" name="asset_3422_27">
              <a:extLst>
                <a:ext uri="{FF2B5EF4-FFF2-40B4-BE49-F238E27FC236}">
                  <a16:creationId xmlns:a16="http://schemas.microsoft.com/office/drawing/2014/main" id="{21FB7985-BDE1-E5A2-65F1-A08BCFA6CA88}"/>
                </a:ext>
              </a:extLst>
            </p:cNvPr>
            <p:cNvSpPr>
              <a:spLocks noGrp="1"/>
            </p:cNvSpPr>
            <p:nvPr/>
          </p:nvSpPr>
          <p:spPr>
            <a:xfrm>
              <a:off x="308484" y="4934207"/>
              <a:ext cx="10277" cy="6008"/>
            </a:xfrm>
            <a:prstGeom prst="ellipse">
              <a:avLst/>
            </a:prstGeom>
            <a:gradFill>
              <a:gsLst>
                <a:gs pos="0">
                  <a:srgbClr val="FFFFFF">
                    <a:alpha val="65000"/>
                  </a:srgbClr>
                </a:gs>
                <a:gs pos="100000">
                  <a:srgbClr val="FFFFFF">
                    <a:alpha val="0"/>
                  </a:srgbClr>
                </a:gs>
              </a:gsLst>
              <a:lin ang="5400000"/>
            </a:gradFill>
            <a:ln w="3600">
              <a:noFill/>
            </a:ln>
          </p:spPr>
        </p:sp>
        <p:sp>
          <p:nvSpPr>
            <p:cNvPr id="5678" name="asset_3422_28">
              <a:extLst>
                <a:ext uri="{FF2B5EF4-FFF2-40B4-BE49-F238E27FC236}">
                  <a16:creationId xmlns:a16="http://schemas.microsoft.com/office/drawing/2014/main" id="{17347351-8F32-BABB-9D9C-EAC2C8997E2C}"/>
                </a:ext>
              </a:extLst>
            </p:cNvPr>
            <p:cNvSpPr>
              <a:spLocks noGrp="1"/>
            </p:cNvSpPr>
            <p:nvPr/>
          </p:nvSpPr>
          <p:spPr>
            <a:xfrm>
              <a:off x="188764" y="4922985"/>
              <a:ext cx="37593" cy="3759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79" name="asset_3422_29">
              <a:extLst>
                <a:ext uri="{FF2B5EF4-FFF2-40B4-BE49-F238E27FC236}">
                  <a16:creationId xmlns:a16="http://schemas.microsoft.com/office/drawing/2014/main" id="{CE9BA424-D639-547F-3E20-94165FA1F798}"/>
                </a:ext>
              </a:extLst>
            </p:cNvPr>
            <p:cNvSpPr>
              <a:spLocks noGrp="1"/>
            </p:cNvSpPr>
            <p:nvPr/>
          </p:nvSpPr>
          <p:spPr>
            <a:xfrm>
              <a:off x="196847" y="4930127"/>
              <a:ext cx="12218" cy="7143"/>
            </a:xfrm>
            <a:prstGeom prst="ellipse">
              <a:avLst/>
            </a:prstGeom>
            <a:gradFill>
              <a:gsLst>
                <a:gs pos="0">
                  <a:srgbClr val="FFFFFF">
                    <a:alpha val="65000"/>
                  </a:srgbClr>
                </a:gs>
                <a:gs pos="100000">
                  <a:srgbClr val="FFFFFF">
                    <a:alpha val="0"/>
                  </a:srgbClr>
                </a:gs>
              </a:gsLst>
              <a:lin ang="5400000"/>
            </a:gradFill>
            <a:ln w="3600">
              <a:noFill/>
            </a:ln>
          </p:spPr>
        </p:sp>
        <p:sp>
          <p:nvSpPr>
            <p:cNvPr id="5680" name="asset_3422_30">
              <a:extLst>
                <a:ext uri="{FF2B5EF4-FFF2-40B4-BE49-F238E27FC236}">
                  <a16:creationId xmlns:a16="http://schemas.microsoft.com/office/drawing/2014/main" id="{C3EFE096-AB5D-56B4-6AB5-187501BC6EEF}"/>
                </a:ext>
              </a:extLst>
            </p:cNvPr>
            <p:cNvSpPr>
              <a:spLocks noGrp="1"/>
            </p:cNvSpPr>
            <p:nvPr/>
          </p:nvSpPr>
          <p:spPr>
            <a:xfrm>
              <a:off x="218174" y="4997359"/>
              <a:ext cx="31164" cy="3116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81" name="asset_3422_31">
              <a:extLst>
                <a:ext uri="{FF2B5EF4-FFF2-40B4-BE49-F238E27FC236}">
                  <a16:creationId xmlns:a16="http://schemas.microsoft.com/office/drawing/2014/main" id="{59A43D87-2BE6-CE39-544B-23F5E532C504}"/>
                </a:ext>
              </a:extLst>
            </p:cNvPr>
            <p:cNvSpPr>
              <a:spLocks noGrp="1"/>
            </p:cNvSpPr>
            <p:nvPr/>
          </p:nvSpPr>
          <p:spPr>
            <a:xfrm>
              <a:off x="224874" y="5003280"/>
              <a:ext cx="10128" cy="5921"/>
            </a:xfrm>
            <a:prstGeom prst="ellipse">
              <a:avLst/>
            </a:prstGeom>
            <a:gradFill>
              <a:gsLst>
                <a:gs pos="0">
                  <a:srgbClr val="FFFFFF">
                    <a:alpha val="65000"/>
                  </a:srgbClr>
                </a:gs>
                <a:gs pos="100000">
                  <a:srgbClr val="FFFFFF">
                    <a:alpha val="0"/>
                  </a:srgbClr>
                </a:gs>
              </a:gsLst>
              <a:lin ang="5400000"/>
            </a:gradFill>
            <a:ln w="3600">
              <a:noFill/>
            </a:ln>
          </p:spPr>
        </p:sp>
        <p:sp>
          <p:nvSpPr>
            <p:cNvPr id="5682" name="asset_3422_32">
              <a:extLst>
                <a:ext uri="{FF2B5EF4-FFF2-40B4-BE49-F238E27FC236}">
                  <a16:creationId xmlns:a16="http://schemas.microsoft.com/office/drawing/2014/main" id="{B30A4B3E-D439-5C1F-24E9-CB3ABD45D17B}"/>
                </a:ext>
              </a:extLst>
            </p:cNvPr>
            <p:cNvSpPr>
              <a:spLocks noGrp="1"/>
            </p:cNvSpPr>
            <p:nvPr/>
          </p:nvSpPr>
          <p:spPr>
            <a:xfrm>
              <a:off x="291333" y="4860690"/>
              <a:ext cx="35713" cy="3571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83" name="asset_3422_33">
              <a:extLst>
                <a:ext uri="{FF2B5EF4-FFF2-40B4-BE49-F238E27FC236}">
                  <a16:creationId xmlns:a16="http://schemas.microsoft.com/office/drawing/2014/main" id="{CE21ABF1-259E-D621-F2A0-6A339383F7B2}"/>
                </a:ext>
              </a:extLst>
            </p:cNvPr>
            <p:cNvSpPr>
              <a:spLocks noGrp="1"/>
            </p:cNvSpPr>
            <p:nvPr/>
          </p:nvSpPr>
          <p:spPr>
            <a:xfrm>
              <a:off x="299012" y="4867475"/>
              <a:ext cx="11607" cy="6785"/>
            </a:xfrm>
            <a:prstGeom prst="ellipse">
              <a:avLst/>
            </a:prstGeom>
            <a:gradFill>
              <a:gsLst>
                <a:gs pos="0">
                  <a:srgbClr val="FFFFFF">
                    <a:alpha val="65000"/>
                  </a:srgbClr>
                </a:gs>
                <a:gs pos="100000">
                  <a:srgbClr val="FFFFFF">
                    <a:alpha val="0"/>
                  </a:srgbClr>
                </a:gs>
              </a:gsLst>
              <a:lin ang="5400000"/>
            </a:gradFill>
            <a:ln w="3600">
              <a:noFill/>
            </a:ln>
          </p:spPr>
        </p:sp>
        <p:sp>
          <p:nvSpPr>
            <p:cNvPr id="5684" name="asset_3422_34">
              <a:extLst>
                <a:ext uri="{FF2B5EF4-FFF2-40B4-BE49-F238E27FC236}">
                  <a16:creationId xmlns:a16="http://schemas.microsoft.com/office/drawing/2014/main" id="{81E2B717-E722-8468-757B-28BC3CF7F11E}"/>
                </a:ext>
              </a:extLst>
            </p:cNvPr>
            <p:cNvSpPr>
              <a:spLocks noGrp="1"/>
            </p:cNvSpPr>
            <p:nvPr/>
          </p:nvSpPr>
          <p:spPr>
            <a:xfrm>
              <a:off x="190779" y="4973792"/>
              <a:ext cx="35794" cy="3579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85" name="asset_3422_35">
              <a:extLst>
                <a:ext uri="{FF2B5EF4-FFF2-40B4-BE49-F238E27FC236}">
                  <a16:creationId xmlns:a16="http://schemas.microsoft.com/office/drawing/2014/main" id="{F1422DCF-2D83-634E-A59A-6511F2F92C65}"/>
                </a:ext>
              </a:extLst>
            </p:cNvPr>
            <p:cNvSpPr>
              <a:spLocks noGrp="1"/>
            </p:cNvSpPr>
            <p:nvPr/>
          </p:nvSpPr>
          <p:spPr>
            <a:xfrm>
              <a:off x="198475" y="4980593"/>
              <a:ext cx="11633" cy="6801"/>
            </a:xfrm>
            <a:prstGeom prst="ellipse">
              <a:avLst/>
            </a:prstGeom>
            <a:gradFill>
              <a:gsLst>
                <a:gs pos="0">
                  <a:srgbClr val="FFFFFF">
                    <a:alpha val="65000"/>
                  </a:srgbClr>
                </a:gs>
                <a:gs pos="100000">
                  <a:srgbClr val="FFFFFF">
                    <a:alpha val="0"/>
                  </a:srgbClr>
                </a:gs>
              </a:gsLst>
              <a:lin ang="5400000"/>
            </a:gradFill>
            <a:ln w="3600">
              <a:noFill/>
            </a:ln>
          </p:spPr>
        </p:sp>
        <p:sp>
          <p:nvSpPr>
            <p:cNvPr id="5686" name="asset_3422_36">
              <a:extLst>
                <a:ext uri="{FF2B5EF4-FFF2-40B4-BE49-F238E27FC236}">
                  <a16:creationId xmlns:a16="http://schemas.microsoft.com/office/drawing/2014/main" id="{D5A839D1-FED1-0217-5889-3623A4C97B7B}"/>
                </a:ext>
              </a:extLst>
            </p:cNvPr>
            <p:cNvSpPr>
              <a:spLocks noGrp="1"/>
            </p:cNvSpPr>
            <p:nvPr/>
          </p:nvSpPr>
          <p:spPr>
            <a:xfrm>
              <a:off x="225392" y="4818090"/>
              <a:ext cx="40954" cy="4095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87" name="asset_3422_37">
              <a:extLst>
                <a:ext uri="{FF2B5EF4-FFF2-40B4-BE49-F238E27FC236}">
                  <a16:creationId xmlns:a16="http://schemas.microsoft.com/office/drawing/2014/main" id="{9E0E1F73-EB4C-5120-D5F9-E030E9AF0737}"/>
                </a:ext>
              </a:extLst>
            </p:cNvPr>
            <p:cNvSpPr>
              <a:spLocks noGrp="1"/>
            </p:cNvSpPr>
            <p:nvPr/>
          </p:nvSpPr>
          <p:spPr>
            <a:xfrm>
              <a:off x="234197" y="4825872"/>
              <a:ext cx="13310" cy="7781"/>
            </a:xfrm>
            <a:prstGeom prst="ellipse">
              <a:avLst/>
            </a:prstGeom>
            <a:gradFill>
              <a:gsLst>
                <a:gs pos="0">
                  <a:srgbClr val="FFFFFF">
                    <a:alpha val="65000"/>
                  </a:srgbClr>
                </a:gs>
                <a:gs pos="100000">
                  <a:srgbClr val="FFFFFF">
                    <a:alpha val="0"/>
                  </a:srgbClr>
                </a:gs>
              </a:gsLst>
              <a:lin ang="5400000"/>
            </a:gradFill>
            <a:ln w="3600">
              <a:noFill/>
            </a:ln>
          </p:spPr>
        </p:sp>
        <p:sp>
          <p:nvSpPr>
            <p:cNvPr id="5688" name="asset_3422_38">
              <a:extLst>
                <a:ext uri="{FF2B5EF4-FFF2-40B4-BE49-F238E27FC236}">
                  <a16:creationId xmlns:a16="http://schemas.microsoft.com/office/drawing/2014/main" id="{02218D70-8499-78E2-260A-DFBA76F3F5EE}"/>
                </a:ext>
              </a:extLst>
            </p:cNvPr>
            <p:cNvSpPr>
              <a:spLocks noGrp="1"/>
            </p:cNvSpPr>
            <p:nvPr/>
          </p:nvSpPr>
          <p:spPr>
            <a:xfrm>
              <a:off x="202785" y="4934968"/>
              <a:ext cx="44618" cy="4461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89" name="asset_3422_39">
              <a:extLst>
                <a:ext uri="{FF2B5EF4-FFF2-40B4-BE49-F238E27FC236}">
                  <a16:creationId xmlns:a16="http://schemas.microsoft.com/office/drawing/2014/main" id="{A3D9433A-DE05-8D5A-4F80-83108A3ED7E6}"/>
                </a:ext>
              </a:extLst>
            </p:cNvPr>
            <p:cNvSpPr>
              <a:spLocks noGrp="1"/>
            </p:cNvSpPr>
            <p:nvPr/>
          </p:nvSpPr>
          <p:spPr>
            <a:xfrm>
              <a:off x="212377" y="4943445"/>
              <a:ext cx="14501" cy="8477"/>
            </a:xfrm>
            <a:prstGeom prst="ellipse">
              <a:avLst/>
            </a:prstGeom>
            <a:gradFill>
              <a:gsLst>
                <a:gs pos="0">
                  <a:srgbClr val="FFFFFF">
                    <a:alpha val="65000"/>
                  </a:srgbClr>
                </a:gs>
                <a:gs pos="100000">
                  <a:srgbClr val="FFFFFF">
                    <a:alpha val="0"/>
                  </a:srgbClr>
                </a:gs>
              </a:gsLst>
              <a:lin ang="5400000"/>
            </a:gradFill>
            <a:ln w="3600">
              <a:noFill/>
            </a:ln>
          </p:spPr>
        </p:sp>
        <p:sp>
          <p:nvSpPr>
            <p:cNvPr id="5690" name="asset_3422_40">
              <a:extLst>
                <a:ext uri="{FF2B5EF4-FFF2-40B4-BE49-F238E27FC236}">
                  <a16:creationId xmlns:a16="http://schemas.microsoft.com/office/drawing/2014/main" id="{03CB3B8F-FA45-2C77-9026-6CDBA45FD712}"/>
                </a:ext>
              </a:extLst>
            </p:cNvPr>
            <p:cNvSpPr>
              <a:spLocks noGrp="1"/>
            </p:cNvSpPr>
            <p:nvPr/>
          </p:nvSpPr>
          <p:spPr>
            <a:xfrm>
              <a:off x="338599" y="4889037"/>
              <a:ext cx="31138" cy="3113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91" name="asset_3422_41">
              <a:extLst>
                <a:ext uri="{FF2B5EF4-FFF2-40B4-BE49-F238E27FC236}">
                  <a16:creationId xmlns:a16="http://schemas.microsoft.com/office/drawing/2014/main" id="{5C9CE847-D5E4-3266-0B29-4137CBD0F6E5}"/>
                </a:ext>
              </a:extLst>
            </p:cNvPr>
            <p:cNvSpPr>
              <a:spLocks noGrp="1"/>
            </p:cNvSpPr>
            <p:nvPr/>
          </p:nvSpPr>
          <p:spPr>
            <a:xfrm>
              <a:off x="345294" y="4894953"/>
              <a:ext cx="10120" cy="5916"/>
            </a:xfrm>
            <a:prstGeom prst="ellipse">
              <a:avLst/>
            </a:prstGeom>
            <a:gradFill>
              <a:gsLst>
                <a:gs pos="0">
                  <a:srgbClr val="FFFFFF">
                    <a:alpha val="65000"/>
                  </a:srgbClr>
                </a:gs>
                <a:gs pos="100000">
                  <a:srgbClr val="FFFFFF">
                    <a:alpha val="0"/>
                  </a:srgbClr>
                </a:gs>
              </a:gsLst>
              <a:lin ang="5400000"/>
            </a:gradFill>
            <a:ln w="3600">
              <a:noFill/>
            </a:ln>
          </p:spPr>
        </p:sp>
        <p:sp>
          <p:nvSpPr>
            <p:cNvPr id="5692" name="asset_3422_42">
              <a:extLst>
                <a:ext uri="{FF2B5EF4-FFF2-40B4-BE49-F238E27FC236}">
                  <a16:creationId xmlns:a16="http://schemas.microsoft.com/office/drawing/2014/main" id="{700C5C9F-CF2A-98DC-4C0C-A53722568643}"/>
                </a:ext>
              </a:extLst>
            </p:cNvPr>
            <p:cNvSpPr>
              <a:spLocks noGrp="1"/>
            </p:cNvSpPr>
            <p:nvPr/>
          </p:nvSpPr>
          <p:spPr>
            <a:xfrm>
              <a:off x="320967" y="4999928"/>
              <a:ext cx="43221" cy="43221"/>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93" name="asset_3422_43">
              <a:extLst>
                <a:ext uri="{FF2B5EF4-FFF2-40B4-BE49-F238E27FC236}">
                  <a16:creationId xmlns:a16="http://schemas.microsoft.com/office/drawing/2014/main" id="{3805E526-1DC2-1428-66BD-2F9AFE09AD51}"/>
                </a:ext>
              </a:extLst>
            </p:cNvPr>
            <p:cNvSpPr>
              <a:spLocks noGrp="1"/>
            </p:cNvSpPr>
            <p:nvPr/>
          </p:nvSpPr>
          <p:spPr>
            <a:xfrm>
              <a:off x="330259" y="5008140"/>
              <a:ext cx="14047" cy="8212"/>
            </a:xfrm>
            <a:prstGeom prst="ellipse">
              <a:avLst/>
            </a:prstGeom>
            <a:gradFill>
              <a:gsLst>
                <a:gs pos="0">
                  <a:srgbClr val="FFFFFF">
                    <a:alpha val="65000"/>
                  </a:srgbClr>
                </a:gs>
                <a:gs pos="100000">
                  <a:srgbClr val="FFFFFF">
                    <a:alpha val="0"/>
                  </a:srgbClr>
                </a:gs>
              </a:gsLst>
              <a:lin ang="5400000"/>
            </a:gradFill>
            <a:ln w="3600">
              <a:noFill/>
            </a:ln>
          </p:spPr>
        </p:sp>
        <p:sp>
          <p:nvSpPr>
            <p:cNvPr id="5694" name="asset_3422_44">
              <a:extLst>
                <a:ext uri="{FF2B5EF4-FFF2-40B4-BE49-F238E27FC236}">
                  <a16:creationId xmlns:a16="http://schemas.microsoft.com/office/drawing/2014/main" id="{90133A57-ACC1-FF3A-573B-E188283EAD87}"/>
                </a:ext>
              </a:extLst>
            </p:cNvPr>
            <p:cNvSpPr>
              <a:spLocks noGrp="1"/>
            </p:cNvSpPr>
            <p:nvPr/>
          </p:nvSpPr>
          <p:spPr>
            <a:xfrm>
              <a:off x="350970" y="4966161"/>
              <a:ext cx="35562" cy="35562"/>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695" name="asset_3422_45">
              <a:extLst>
                <a:ext uri="{FF2B5EF4-FFF2-40B4-BE49-F238E27FC236}">
                  <a16:creationId xmlns:a16="http://schemas.microsoft.com/office/drawing/2014/main" id="{0A845196-5267-E518-C736-AE4AB13AF98D}"/>
                </a:ext>
              </a:extLst>
            </p:cNvPr>
            <p:cNvSpPr>
              <a:spLocks noGrp="1"/>
            </p:cNvSpPr>
            <p:nvPr/>
          </p:nvSpPr>
          <p:spPr>
            <a:xfrm>
              <a:off x="358616" y="4972917"/>
              <a:ext cx="11558" cy="6757"/>
            </a:xfrm>
            <a:prstGeom prst="ellipse">
              <a:avLst/>
            </a:prstGeom>
            <a:gradFill>
              <a:gsLst>
                <a:gs pos="0">
                  <a:srgbClr val="FFFFFF">
                    <a:alpha val="65000"/>
                  </a:srgbClr>
                </a:gs>
                <a:gs pos="100000">
                  <a:srgbClr val="FFFFFF">
                    <a:alpha val="0"/>
                  </a:srgbClr>
                </a:gs>
              </a:gsLst>
              <a:lin ang="5400000"/>
            </a:gradFill>
            <a:ln w="3600">
              <a:noFill/>
            </a:ln>
          </p:spPr>
        </p:sp>
        <p:sp>
          <p:nvSpPr>
            <p:cNvPr id="5696" name="asset_3422_46">
              <a:extLst>
                <a:ext uri="{FF2B5EF4-FFF2-40B4-BE49-F238E27FC236}">
                  <a16:creationId xmlns:a16="http://schemas.microsoft.com/office/drawing/2014/main" id="{B3F5F586-2798-BF50-37F7-6E22C74F6030}"/>
                </a:ext>
              </a:extLst>
            </p:cNvPr>
            <p:cNvSpPr>
              <a:spLocks noGrp="1"/>
            </p:cNvSpPr>
            <p:nvPr/>
          </p:nvSpPr>
          <p:spPr>
            <a:xfrm>
              <a:off x="218758" y="4839345"/>
              <a:ext cx="38113" cy="3811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97" name="asset_3422_47">
              <a:extLst>
                <a:ext uri="{FF2B5EF4-FFF2-40B4-BE49-F238E27FC236}">
                  <a16:creationId xmlns:a16="http://schemas.microsoft.com/office/drawing/2014/main" id="{D3619FAC-77C8-8EC4-1694-21FD057189BE}"/>
                </a:ext>
              </a:extLst>
            </p:cNvPr>
            <p:cNvSpPr>
              <a:spLocks noGrp="1"/>
            </p:cNvSpPr>
            <p:nvPr/>
          </p:nvSpPr>
          <p:spPr>
            <a:xfrm>
              <a:off x="226952" y="4846587"/>
              <a:ext cx="12387" cy="7241"/>
            </a:xfrm>
            <a:prstGeom prst="ellipse">
              <a:avLst/>
            </a:prstGeom>
            <a:gradFill>
              <a:gsLst>
                <a:gs pos="0">
                  <a:srgbClr val="FFFFFF">
                    <a:alpha val="65000"/>
                  </a:srgbClr>
                </a:gs>
                <a:gs pos="100000">
                  <a:srgbClr val="FFFFFF">
                    <a:alpha val="0"/>
                  </a:srgbClr>
                </a:gs>
              </a:gsLst>
              <a:lin ang="5400000"/>
            </a:gradFill>
            <a:ln w="3600">
              <a:noFill/>
            </a:ln>
          </p:spPr>
        </p:sp>
        <p:sp>
          <p:nvSpPr>
            <p:cNvPr id="5698" name="asset_3422_48">
              <a:extLst>
                <a:ext uri="{FF2B5EF4-FFF2-40B4-BE49-F238E27FC236}">
                  <a16:creationId xmlns:a16="http://schemas.microsoft.com/office/drawing/2014/main" id="{0513370A-16CF-CF5B-847B-1D89D62F7C29}"/>
                </a:ext>
              </a:extLst>
            </p:cNvPr>
            <p:cNvSpPr>
              <a:spLocks noGrp="1"/>
            </p:cNvSpPr>
            <p:nvPr/>
          </p:nvSpPr>
          <p:spPr>
            <a:xfrm>
              <a:off x="341389" y="4932820"/>
              <a:ext cx="34691" cy="34691"/>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699" name="asset_3422_49">
              <a:extLst>
                <a:ext uri="{FF2B5EF4-FFF2-40B4-BE49-F238E27FC236}">
                  <a16:creationId xmlns:a16="http://schemas.microsoft.com/office/drawing/2014/main" id="{BC5A3DE6-063B-CD3C-768E-384CC7DC1B4B}"/>
                </a:ext>
              </a:extLst>
            </p:cNvPr>
            <p:cNvSpPr>
              <a:spLocks noGrp="1"/>
            </p:cNvSpPr>
            <p:nvPr/>
          </p:nvSpPr>
          <p:spPr>
            <a:xfrm>
              <a:off x="348848" y="4939412"/>
              <a:ext cx="11275" cy="6591"/>
            </a:xfrm>
            <a:prstGeom prst="ellipse">
              <a:avLst/>
            </a:prstGeom>
            <a:gradFill>
              <a:gsLst>
                <a:gs pos="0">
                  <a:srgbClr val="FFFFFF">
                    <a:alpha val="65000"/>
                  </a:srgbClr>
                </a:gs>
                <a:gs pos="100000">
                  <a:srgbClr val="FFFFFF">
                    <a:alpha val="0"/>
                  </a:srgbClr>
                </a:gs>
              </a:gsLst>
              <a:lin ang="5400000"/>
            </a:gradFill>
            <a:ln w="3600">
              <a:noFill/>
            </a:ln>
          </p:spPr>
        </p:sp>
        <p:sp>
          <p:nvSpPr>
            <p:cNvPr id="5700" name="asset_3422_50">
              <a:extLst>
                <a:ext uri="{FF2B5EF4-FFF2-40B4-BE49-F238E27FC236}">
                  <a16:creationId xmlns:a16="http://schemas.microsoft.com/office/drawing/2014/main" id="{F9A1ECB0-7209-0A56-DEB0-FA7A43C96F9D}"/>
                </a:ext>
              </a:extLst>
            </p:cNvPr>
            <p:cNvSpPr>
              <a:spLocks noGrp="1"/>
            </p:cNvSpPr>
            <p:nvPr/>
          </p:nvSpPr>
          <p:spPr>
            <a:xfrm>
              <a:off x="216428" y="4994121"/>
              <a:ext cx="37106" cy="37106"/>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01" name="asset_3422_51">
              <a:extLst>
                <a:ext uri="{FF2B5EF4-FFF2-40B4-BE49-F238E27FC236}">
                  <a16:creationId xmlns:a16="http://schemas.microsoft.com/office/drawing/2014/main" id="{73BF7C0A-717E-1EEF-123C-500FFDD32923}"/>
                </a:ext>
              </a:extLst>
            </p:cNvPr>
            <p:cNvSpPr>
              <a:spLocks noGrp="1"/>
            </p:cNvSpPr>
            <p:nvPr/>
          </p:nvSpPr>
          <p:spPr>
            <a:xfrm>
              <a:off x="224406" y="5001171"/>
              <a:ext cx="12060" cy="7050"/>
            </a:xfrm>
            <a:prstGeom prst="ellipse">
              <a:avLst/>
            </a:prstGeom>
            <a:gradFill>
              <a:gsLst>
                <a:gs pos="0">
                  <a:srgbClr val="FFFFFF">
                    <a:alpha val="65000"/>
                  </a:srgbClr>
                </a:gs>
                <a:gs pos="100000">
                  <a:srgbClr val="FFFFFF">
                    <a:alpha val="0"/>
                  </a:srgbClr>
                </a:gs>
              </a:gsLst>
              <a:lin ang="5400000"/>
            </a:gradFill>
            <a:ln w="3600">
              <a:noFill/>
            </a:ln>
          </p:spPr>
        </p:sp>
        <p:sp>
          <p:nvSpPr>
            <p:cNvPr id="5702" name="asset_3422_52">
              <a:extLst>
                <a:ext uri="{FF2B5EF4-FFF2-40B4-BE49-F238E27FC236}">
                  <a16:creationId xmlns:a16="http://schemas.microsoft.com/office/drawing/2014/main" id="{5CAD9B66-89A6-35BB-468E-F590546FD855}"/>
                </a:ext>
              </a:extLst>
            </p:cNvPr>
            <p:cNvSpPr>
              <a:spLocks noGrp="1"/>
            </p:cNvSpPr>
            <p:nvPr/>
          </p:nvSpPr>
          <p:spPr>
            <a:xfrm>
              <a:off x="264136" y="4989684"/>
              <a:ext cx="38739" cy="38739"/>
            </a:xfrm>
            <a:prstGeom prst="ellipse">
              <a:avLst/>
            </a:prstGeom>
            <a:gradFill>
              <a:gsLst>
                <a:gs pos="0">
                  <a:srgbClr val="FFFFFF">
                    <a:alpha val="100000"/>
                  </a:srgbClr>
                </a:gs>
                <a:gs pos="46000">
                  <a:srgbClr val="AA90CC">
                    <a:alpha val="100000"/>
                  </a:srgbClr>
                </a:gs>
                <a:gs pos="74000">
                  <a:srgbClr val="AA90CC">
                    <a:alpha val="100000"/>
                  </a:srgbClr>
                </a:gs>
                <a:gs pos="100000">
                  <a:srgbClr val="69829D">
                    <a:alpha val="100000"/>
                  </a:srgbClr>
                </a:gs>
              </a:gsLst>
              <a:lin ang="7800000"/>
            </a:gradFill>
            <a:ln w="3600">
              <a:noFill/>
            </a:ln>
          </p:spPr>
        </p:sp>
        <p:sp>
          <p:nvSpPr>
            <p:cNvPr id="5703" name="asset_3422_53">
              <a:extLst>
                <a:ext uri="{FF2B5EF4-FFF2-40B4-BE49-F238E27FC236}">
                  <a16:creationId xmlns:a16="http://schemas.microsoft.com/office/drawing/2014/main" id="{E119DD40-978A-37BF-ABA3-E46950019CD4}"/>
                </a:ext>
              </a:extLst>
            </p:cNvPr>
            <p:cNvSpPr>
              <a:spLocks noGrp="1"/>
            </p:cNvSpPr>
            <p:nvPr/>
          </p:nvSpPr>
          <p:spPr>
            <a:xfrm>
              <a:off x="272465" y="4997045"/>
              <a:ext cx="12590" cy="7360"/>
            </a:xfrm>
            <a:prstGeom prst="ellipse">
              <a:avLst/>
            </a:prstGeom>
            <a:gradFill>
              <a:gsLst>
                <a:gs pos="0">
                  <a:srgbClr val="FFFFFF">
                    <a:alpha val="65000"/>
                  </a:srgbClr>
                </a:gs>
                <a:gs pos="100000">
                  <a:srgbClr val="FFFFFF">
                    <a:alpha val="0"/>
                  </a:srgbClr>
                </a:gs>
              </a:gsLst>
              <a:lin ang="5400000"/>
            </a:gradFill>
            <a:ln w="3600">
              <a:noFill/>
            </a:ln>
          </p:spPr>
        </p:sp>
        <p:sp>
          <p:nvSpPr>
            <p:cNvPr id="5704" name="asset_3422_54">
              <a:extLst>
                <a:ext uri="{FF2B5EF4-FFF2-40B4-BE49-F238E27FC236}">
                  <a16:creationId xmlns:a16="http://schemas.microsoft.com/office/drawing/2014/main" id="{50E043E7-8341-3735-8E7B-C9BA625EFF1A}"/>
                </a:ext>
              </a:extLst>
            </p:cNvPr>
            <p:cNvSpPr>
              <a:spLocks noGrp="1"/>
            </p:cNvSpPr>
            <p:nvPr/>
          </p:nvSpPr>
          <p:spPr>
            <a:xfrm>
              <a:off x="259170" y="4848057"/>
              <a:ext cx="31787" cy="31787"/>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05" name="asset_3422_55">
              <a:extLst>
                <a:ext uri="{FF2B5EF4-FFF2-40B4-BE49-F238E27FC236}">
                  <a16:creationId xmlns:a16="http://schemas.microsoft.com/office/drawing/2014/main" id="{A8E4ADD2-5CF4-A939-CC88-ECEEE12C78FA}"/>
                </a:ext>
              </a:extLst>
            </p:cNvPr>
            <p:cNvSpPr>
              <a:spLocks noGrp="1"/>
            </p:cNvSpPr>
            <p:nvPr/>
          </p:nvSpPr>
          <p:spPr>
            <a:xfrm>
              <a:off x="266004" y="4854097"/>
              <a:ext cx="10331" cy="6039"/>
            </a:xfrm>
            <a:prstGeom prst="ellipse">
              <a:avLst/>
            </a:prstGeom>
            <a:gradFill>
              <a:gsLst>
                <a:gs pos="0">
                  <a:srgbClr val="FFFFFF">
                    <a:alpha val="65000"/>
                  </a:srgbClr>
                </a:gs>
                <a:gs pos="100000">
                  <a:srgbClr val="FFFFFF">
                    <a:alpha val="0"/>
                  </a:srgbClr>
                </a:gs>
              </a:gsLst>
              <a:lin ang="5400000"/>
            </a:gradFill>
            <a:ln w="3600">
              <a:noFill/>
            </a:ln>
          </p:spPr>
        </p:sp>
        <p:sp>
          <p:nvSpPr>
            <p:cNvPr id="5706" name="asset_3422_56">
              <a:extLst>
                <a:ext uri="{FF2B5EF4-FFF2-40B4-BE49-F238E27FC236}">
                  <a16:creationId xmlns:a16="http://schemas.microsoft.com/office/drawing/2014/main" id="{3685FBEF-3F24-5A44-1E4B-2C7A133FE016}"/>
                </a:ext>
              </a:extLst>
            </p:cNvPr>
            <p:cNvSpPr>
              <a:spLocks noGrp="1"/>
            </p:cNvSpPr>
            <p:nvPr/>
          </p:nvSpPr>
          <p:spPr>
            <a:xfrm>
              <a:off x="339932" y="4846499"/>
              <a:ext cx="35333" cy="3533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07" name="asset_3422_57">
              <a:extLst>
                <a:ext uri="{FF2B5EF4-FFF2-40B4-BE49-F238E27FC236}">
                  <a16:creationId xmlns:a16="http://schemas.microsoft.com/office/drawing/2014/main" id="{B4DF03CC-92AA-85EE-4C43-3F01449B6C97}"/>
                </a:ext>
              </a:extLst>
            </p:cNvPr>
            <p:cNvSpPr>
              <a:spLocks noGrp="1"/>
            </p:cNvSpPr>
            <p:nvPr/>
          </p:nvSpPr>
          <p:spPr>
            <a:xfrm>
              <a:off x="347528" y="4853212"/>
              <a:ext cx="11483" cy="6713"/>
            </a:xfrm>
            <a:prstGeom prst="ellipse">
              <a:avLst/>
            </a:prstGeom>
            <a:gradFill>
              <a:gsLst>
                <a:gs pos="0">
                  <a:srgbClr val="FFFFFF">
                    <a:alpha val="65000"/>
                  </a:srgbClr>
                </a:gs>
                <a:gs pos="100000">
                  <a:srgbClr val="FFFFFF">
                    <a:alpha val="0"/>
                  </a:srgbClr>
                </a:gs>
              </a:gsLst>
              <a:lin ang="5400000"/>
            </a:gradFill>
            <a:ln w="3600">
              <a:noFill/>
            </a:ln>
          </p:spPr>
        </p:sp>
        <p:sp>
          <p:nvSpPr>
            <p:cNvPr id="5708" name="asset_3422_58">
              <a:extLst>
                <a:ext uri="{FF2B5EF4-FFF2-40B4-BE49-F238E27FC236}">
                  <a16:creationId xmlns:a16="http://schemas.microsoft.com/office/drawing/2014/main" id="{837D2510-79A1-68DC-45D4-F9439ADECC3A}"/>
                </a:ext>
              </a:extLst>
            </p:cNvPr>
            <p:cNvSpPr>
              <a:spLocks noGrp="1"/>
            </p:cNvSpPr>
            <p:nvPr/>
          </p:nvSpPr>
          <p:spPr>
            <a:xfrm>
              <a:off x="247737" y="4821086"/>
              <a:ext cx="41986" cy="41986"/>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09" name="asset_3422_59">
              <a:extLst>
                <a:ext uri="{FF2B5EF4-FFF2-40B4-BE49-F238E27FC236}">
                  <a16:creationId xmlns:a16="http://schemas.microsoft.com/office/drawing/2014/main" id="{2CD30090-E12F-1909-9B4C-8059ABE289D3}"/>
                </a:ext>
              </a:extLst>
            </p:cNvPr>
            <p:cNvSpPr>
              <a:spLocks noGrp="1"/>
            </p:cNvSpPr>
            <p:nvPr/>
          </p:nvSpPr>
          <p:spPr>
            <a:xfrm>
              <a:off x="256763" y="4829063"/>
              <a:ext cx="13645" cy="7977"/>
            </a:xfrm>
            <a:prstGeom prst="ellipse">
              <a:avLst/>
            </a:prstGeom>
            <a:gradFill>
              <a:gsLst>
                <a:gs pos="0">
                  <a:srgbClr val="FFFFFF">
                    <a:alpha val="65000"/>
                  </a:srgbClr>
                </a:gs>
                <a:gs pos="100000">
                  <a:srgbClr val="FFFFFF">
                    <a:alpha val="0"/>
                  </a:srgbClr>
                </a:gs>
              </a:gsLst>
              <a:lin ang="5400000"/>
            </a:gradFill>
            <a:ln w="3600">
              <a:noFill/>
            </a:ln>
          </p:spPr>
        </p:sp>
        <p:sp>
          <p:nvSpPr>
            <p:cNvPr id="5710" name="asset_3422_60">
              <a:extLst>
                <a:ext uri="{FF2B5EF4-FFF2-40B4-BE49-F238E27FC236}">
                  <a16:creationId xmlns:a16="http://schemas.microsoft.com/office/drawing/2014/main" id="{38421DF3-0C2D-7E99-26B3-C52AD5E77615}"/>
                </a:ext>
              </a:extLst>
            </p:cNvPr>
            <p:cNvSpPr>
              <a:spLocks noGrp="1"/>
            </p:cNvSpPr>
            <p:nvPr/>
          </p:nvSpPr>
          <p:spPr>
            <a:xfrm>
              <a:off x="352013" y="4951727"/>
              <a:ext cx="41933" cy="4193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11" name="asset_3422_61">
              <a:extLst>
                <a:ext uri="{FF2B5EF4-FFF2-40B4-BE49-F238E27FC236}">
                  <a16:creationId xmlns:a16="http://schemas.microsoft.com/office/drawing/2014/main" id="{BDEFB1E2-D709-D83E-80D6-322AD4D4A6C8}"/>
                </a:ext>
              </a:extLst>
            </p:cNvPr>
            <p:cNvSpPr>
              <a:spLocks noGrp="1"/>
            </p:cNvSpPr>
            <p:nvPr/>
          </p:nvSpPr>
          <p:spPr>
            <a:xfrm>
              <a:off x="361028" y="4959695"/>
              <a:ext cx="13628" cy="7967"/>
            </a:xfrm>
            <a:prstGeom prst="ellipse">
              <a:avLst/>
            </a:prstGeom>
            <a:gradFill>
              <a:gsLst>
                <a:gs pos="0">
                  <a:srgbClr val="FFFFFF">
                    <a:alpha val="65000"/>
                  </a:srgbClr>
                </a:gs>
                <a:gs pos="100000">
                  <a:srgbClr val="FFFFFF">
                    <a:alpha val="0"/>
                  </a:srgbClr>
                </a:gs>
              </a:gsLst>
              <a:lin ang="5400000"/>
            </a:gradFill>
            <a:ln w="3600">
              <a:noFill/>
            </a:ln>
          </p:spPr>
        </p:sp>
        <p:sp>
          <p:nvSpPr>
            <p:cNvPr id="5712" name="asset_3422_62">
              <a:extLst>
                <a:ext uri="{FF2B5EF4-FFF2-40B4-BE49-F238E27FC236}">
                  <a16:creationId xmlns:a16="http://schemas.microsoft.com/office/drawing/2014/main" id="{02132796-B54B-C65D-8994-38DD5A93FFA0}"/>
                </a:ext>
              </a:extLst>
            </p:cNvPr>
            <p:cNvSpPr>
              <a:spLocks noGrp="1"/>
            </p:cNvSpPr>
            <p:nvPr/>
          </p:nvSpPr>
          <p:spPr>
            <a:xfrm>
              <a:off x="280588" y="4991959"/>
              <a:ext cx="33271" cy="33271"/>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13" name="asset_3422_63">
              <a:extLst>
                <a:ext uri="{FF2B5EF4-FFF2-40B4-BE49-F238E27FC236}">
                  <a16:creationId xmlns:a16="http://schemas.microsoft.com/office/drawing/2014/main" id="{B267E98A-620B-6EA1-16DA-1A54D2A0C4F2}"/>
                </a:ext>
              </a:extLst>
            </p:cNvPr>
            <p:cNvSpPr>
              <a:spLocks noGrp="1"/>
            </p:cNvSpPr>
            <p:nvPr/>
          </p:nvSpPr>
          <p:spPr>
            <a:xfrm>
              <a:off x="287741" y="4998280"/>
              <a:ext cx="10813" cy="6322"/>
            </a:xfrm>
            <a:prstGeom prst="ellipse">
              <a:avLst/>
            </a:prstGeom>
            <a:gradFill>
              <a:gsLst>
                <a:gs pos="0">
                  <a:srgbClr val="FFFFFF">
                    <a:alpha val="65000"/>
                  </a:srgbClr>
                </a:gs>
                <a:gs pos="100000">
                  <a:srgbClr val="FFFFFF">
                    <a:alpha val="0"/>
                  </a:srgbClr>
                </a:gs>
              </a:gsLst>
              <a:lin ang="5400000"/>
            </a:gradFill>
            <a:ln w="3600">
              <a:noFill/>
            </a:ln>
          </p:spPr>
        </p:sp>
        <p:sp>
          <p:nvSpPr>
            <p:cNvPr id="5714" name="asset_3422_64">
              <a:extLst>
                <a:ext uri="{FF2B5EF4-FFF2-40B4-BE49-F238E27FC236}">
                  <a16:creationId xmlns:a16="http://schemas.microsoft.com/office/drawing/2014/main" id="{6464609B-1123-0D98-F186-6F6A9A1BC8D8}"/>
                </a:ext>
              </a:extLst>
            </p:cNvPr>
            <p:cNvSpPr>
              <a:spLocks noGrp="1"/>
            </p:cNvSpPr>
            <p:nvPr/>
          </p:nvSpPr>
          <p:spPr>
            <a:xfrm>
              <a:off x="335774" y="4884877"/>
              <a:ext cx="37623" cy="3762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15" name="asset_3422_65">
              <a:extLst>
                <a:ext uri="{FF2B5EF4-FFF2-40B4-BE49-F238E27FC236}">
                  <a16:creationId xmlns:a16="http://schemas.microsoft.com/office/drawing/2014/main" id="{3877CEF9-3FE2-5203-48E1-CE4A6383D6FC}"/>
                </a:ext>
              </a:extLst>
            </p:cNvPr>
            <p:cNvSpPr>
              <a:spLocks noGrp="1"/>
            </p:cNvSpPr>
            <p:nvPr/>
          </p:nvSpPr>
          <p:spPr>
            <a:xfrm>
              <a:off x="343862" y="4892025"/>
              <a:ext cx="12227" cy="7148"/>
            </a:xfrm>
            <a:prstGeom prst="ellipse">
              <a:avLst/>
            </a:prstGeom>
            <a:gradFill>
              <a:gsLst>
                <a:gs pos="0">
                  <a:srgbClr val="FFFFFF">
                    <a:alpha val="65000"/>
                  </a:srgbClr>
                </a:gs>
                <a:gs pos="100000">
                  <a:srgbClr val="FFFFFF">
                    <a:alpha val="0"/>
                  </a:srgbClr>
                </a:gs>
              </a:gsLst>
              <a:lin ang="5400000"/>
            </a:gradFill>
            <a:ln w="3600">
              <a:noFill/>
            </a:ln>
          </p:spPr>
        </p:sp>
        <p:sp>
          <p:nvSpPr>
            <p:cNvPr id="5716" name="asset_3422_66">
              <a:extLst>
                <a:ext uri="{FF2B5EF4-FFF2-40B4-BE49-F238E27FC236}">
                  <a16:creationId xmlns:a16="http://schemas.microsoft.com/office/drawing/2014/main" id="{4B8100BA-8F9B-8876-5102-FABBDB64BBEA}"/>
                </a:ext>
              </a:extLst>
            </p:cNvPr>
            <p:cNvSpPr>
              <a:spLocks noGrp="1"/>
            </p:cNvSpPr>
            <p:nvPr/>
          </p:nvSpPr>
          <p:spPr>
            <a:xfrm>
              <a:off x="328939" y="4981497"/>
              <a:ext cx="33522" cy="33522"/>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717" name="asset_3422_67">
              <a:extLst>
                <a:ext uri="{FF2B5EF4-FFF2-40B4-BE49-F238E27FC236}">
                  <a16:creationId xmlns:a16="http://schemas.microsoft.com/office/drawing/2014/main" id="{FA3FB224-4DE5-1B30-DDF7-030D7957D488}"/>
                </a:ext>
              </a:extLst>
            </p:cNvPr>
            <p:cNvSpPr>
              <a:spLocks noGrp="1"/>
            </p:cNvSpPr>
            <p:nvPr/>
          </p:nvSpPr>
          <p:spPr>
            <a:xfrm>
              <a:off x="336146" y="4987866"/>
              <a:ext cx="10895" cy="6369"/>
            </a:xfrm>
            <a:prstGeom prst="ellipse">
              <a:avLst/>
            </a:prstGeom>
            <a:gradFill>
              <a:gsLst>
                <a:gs pos="0">
                  <a:srgbClr val="FFFFFF">
                    <a:alpha val="65000"/>
                  </a:srgbClr>
                </a:gs>
                <a:gs pos="100000">
                  <a:srgbClr val="FFFFFF">
                    <a:alpha val="0"/>
                  </a:srgbClr>
                </a:gs>
              </a:gsLst>
              <a:lin ang="5400000"/>
            </a:gradFill>
            <a:ln w="3600">
              <a:noFill/>
            </a:ln>
          </p:spPr>
        </p:sp>
        <p:sp>
          <p:nvSpPr>
            <p:cNvPr id="5718" name="asset_3422_68">
              <a:extLst>
                <a:ext uri="{FF2B5EF4-FFF2-40B4-BE49-F238E27FC236}">
                  <a16:creationId xmlns:a16="http://schemas.microsoft.com/office/drawing/2014/main" id="{DB093093-8523-8500-CEBE-6835C679E45C}"/>
                </a:ext>
              </a:extLst>
            </p:cNvPr>
            <p:cNvSpPr>
              <a:spLocks noGrp="1"/>
            </p:cNvSpPr>
            <p:nvPr/>
          </p:nvSpPr>
          <p:spPr>
            <a:xfrm>
              <a:off x="252204" y="4955574"/>
              <a:ext cx="31928" cy="3192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19" name="asset_3422_69">
              <a:extLst>
                <a:ext uri="{FF2B5EF4-FFF2-40B4-BE49-F238E27FC236}">
                  <a16:creationId xmlns:a16="http://schemas.microsoft.com/office/drawing/2014/main" id="{E7C9D65F-2724-D2F2-CD84-372694CD4202}"/>
                </a:ext>
              </a:extLst>
            </p:cNvPr>
            <p:cNvSpPr>
              <a:spLocks noGrp="1"/>
            </p:cNvSpPr>
            <p:nvPr/>
          </p:nvSpPr>
          <p:spPr>
            <a:xfrm>
              <a:off x="259069" y="4961640"/>
              <a:ext cx="10376" cy="6066"/>
            </a:xfrm>
            <a:prstGeom prst="ellipse">
              <a:avLst/>
            </a:prstGeom>
            <a:gradFill>
              <a:gsLst>
                <a:gs pos="0">
                  <a:srgbClr val="FFFFFF">
                    <a:alpha val="65000"/>
                  </a:srgbClr>
                </a:gs>
                <a:gs pos="100000">
                  <a:srgbClr val="FFFFFF">
                    <a:alpha val="0"/>
                  </a:srgbClr>
                </a:gs>
              </a:gsLst>
              <a:lin ang="5400000"/>
            </a:gradFill>
            <a:ln w="3600">
              <a:noFill/>
            </a:ln>
          </p:spPr>
        </p:sp>
        <p:sp>
          <p:nvSpPr>
            <p:cNvPr id="5720" name="asset_3422_70">
              <a:extLst>
                <a:ext uri="{FF2B5EF4-FFF2-40B4-BE49-F238E27FC236}">
                  <a16:creationId xmlns:a16="http://schemas.microsoft.com/office/drawing/2014/main" id="{3122156E-1928-12D7-647E-B2100845E711}"/>
                </a:ext>
              </a:extLst>
            </p:cNvPr>
            <p:cNvSpPr>
              <a:spLocks noGrp="1"/>
            </p:cNvSpPr>
            <p:nvPr/>
          </p:nvSpPr>
          <p:spPr>
            <a:xfrm>
              <a:off x="351225" y="4959284"/>
              <a:ext cx="35375" cy="35375"/>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21" name="asset_3422_71">
              <a:extLst>
                <a:ext uri="{FF2B5EF4-FFF2-40B4-BE49-F238E27FC236}">
                  <a16:creationId xmlns:a16="http://schemas.microsoft.com/office/drawing/2014/main" id="{31E7327A-FA60-D1BE-DFF9-834B6363384F}"/>
                </a:ext>
              </a:extLst>
            </p:cNvPr>
            <p:cNvSpPr>
              <a:spLocks noGrp="1"/>
            </p:cNvSpPr>
            <p:nvPr/>
          </p:nvSpPr>
          <p:spPr>
            <a:xfrm>
              <a:off x="358831" y="4966005"/>
              <a:ext cx="11497" cy="6721"/>
            </a:xfrm>
            <a:prstGeom prst="ellipse">
              <a:avLst/>
            </a:prstGeom>
            <a:gradFill>
              <a:gsLst>
                <a:gs pos="0">
                  <a:srgbClr val="FFFFFF">
                    <a:alpha val="65000"/>
                  </a:srgbClr>
                </a:gs>
                <a:gs pos="100000">
                  <a:srgbClr val="FFFFFF">
                    <a:alpha val="0"/>
                  </a:srgbClr>
                </a:gs>
              </a:gsLst>
              <a:lin ang="5400000"/>
            </a:gradFill>
            <a:ln w="3600">
              <a:noFill/>
            </a:ln>
          </p:spPr>
        </p:sp>
        <p:sp>
          <p:nvSpPr>
            <p:cNvPr id="5722" name="asset_3422_72">
              <a:extLst>
                <a:ext uri="{FF2B5EF4-FFF2-40B4-BE49-F238E27FC236}">
                  <a16:creationId xmlns:a16="http://schemas.microsoft.com/office/drawing/2014/main" id="{A78E167A-A263-0F2F-4EFA-A9B37B9E52FA}"/>
                </a:ext>
              </a:extLst>
            </p:cNvPr>
            <p:cNvSpPr>
              <a:spLocks noGrp="1"/>
            </p:cNvSpPr>
            <p:nvPr/>
          </p:nvSpPr>
          <p:spPr>
            <a:xfrm>
              <a:off x="283858" y="4807960"/>
              <a:ext cx="50708" cy="5070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23" name="asset_3422_73">
              <a:extLst>
                <a:ext uri="{FF2B5EF4-FFF2-40B4-BE49-F238E27FC236}">
                  <a16:creationId xmlns:a16="http://schemas.microsoft.com/office/drawing/2014/main" id="{6CA61F90-CB97-B029-B4BD-257AA34DD2BB}"/>
                </a:ext>
              </a:extLst>
            </p:cNvPr>
            <p:cNvSpPr>
              <a:spLocks noGrp="1"/>
            </p:cNvSpPr>
            <p:nvPr/>
          </p:nvSpPr>
          <p:spPr>
            <a:xfrm>
              <a:off x="294760" y="4817594"/>
              <a:ext cx="16480" cy="9635"/>
            </a:xfrm>
            <a:prstGeom prst="ellipse">
              <a:avLst/>
            </a:prstGeom>
            <a:gradFill>
              <a:gsLst>
                <a:gs pos="0">
                  <a:srgbClr val="FFFFFF">
                    <a:alpha val="65000"/>
                  </a:srgbClr>
                </a:gs>
                <a:gs pos="100000">
                  <a:srgbClr val="FFFFFF">
                    <a:alpha val="0"/>
                  </a:srgbClr>
                </a:gs>
              </a:gsLst>
              <a:lin ang="5400000"/>
            </a:gradFill>
            <a:ln w="3600">
              <a:noFill/>
            </a:ln>
          </p:spPr>
        </p:sp>
        <p:sp>
          <p:nvSpPr>
            <p:cNvPr id="5724" name="asset_3422_74">
              <a:extLst>
                <a:ext uri="{FF2B5EF4-FFF2-40B4-BE49-F238E27FC236}">
                  <a16:creationId xmlns:a16="http://schemas.microsoft.com/office/drawing/2014/main" id="{22972542-B3ED-0655-C027-9CD4950AC7B8}"/>
                </a:ext>
              </a:extLst>
            </p:cNvPr>
            <p:cNvSpPr>
              <a:spLocks noGrp="1"/>
            </p:cNvSpPr>
            <p:nvPr/>
          </p:nvSpPr>
          <p:spPr>
            <a:xfrm>
              <a:off x="227957" y="4916303"/>
              <a:ext cx="43904" cy="4390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25" name="asset_3422_75">
              <a:extLst>
                <a:ext uri="{FF2B5EF4-FFF2-40B4-BE49-F238E27FC236}">
                  <a16:creationId xmlns:a16="http://schemas.microsoft.com/office/drawing/2014/main" id="{E4066799-2B67-B359-54CE-256D5BA81C3A}"/>
                </a:ext>
              </a:extLst>
            </p:cNvPr>
            <p:cNvSpPr>
              <a:spLocks noGrp="1"/>
            </p:cNvSpPr>
            <p:nvPr/>
          </p:nvSpPr>
          <p:spPr>
            <a:xfrm>
              <a:off x="237396" y="4924644"/>
              <a:ext cx="14269" cy="8342"/>
            </a:xfrm>
            <a:prstGeom prst="ellipse">
              <a:avLst/>
            </a:prstGeom>
            <a:gradFill>
              <a:gsLst>
                <a:gs pos="0">
                  <a:srgbClr val="FFFFFF">
                    <a:alpha val="65000"/>
                  </a:srgbClr>
                </a:gs>
                <a:gs pos="100000">
                  <a:srgbClr val="FFFFFF">
                    <a:alpha val="0"/>
                  </a:srgbClr>
                </a:gs>
              </a:gsLst>
              <a:lin ang="5400000"/>
            </a:gradFill>
            <a:ln w="3600">
              <a:noFill/>
            </a:ln>
          </p:spPr>
        </p:sp>
        <p:sp>
          <p:nvSpPr>
            <p:cNvPr id="5726" name="asset_3422_76">
              <a:extLst>
                <a:ext uri="{FF2B5EF4-FFF2-40B4-BE49-F238E27FC236}">
                  <a16:creationId xmlns:a16="http://schemas.microsoft.com/office/drawing/2014/main" id="{82AE111E-DF35-50D0-999A-97DED4B9E23A}"/>
                </a:ext>
              </a:extLst>
            </p:cNvPr>
            <p:cNvSpPr>
              <a:spLocks noGrp="1"/>
            </p:cNvSpPr>
            <p:nvPr/>
          </p:nvSpPr>
          <p:spPr>
            <a:xfrm>
              <a:off x="308000" y="4902881"/>
              <a:ext cx="50802" cy="50802"/>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27" name="asset_3422_77">
              <a:extLst>
                <a:ext uri="{FF2B5EF4-FFF2-40B4-BE49-F238E27FC236}">
                  <a16:creationId xmlns:a16="http://schemas.microsoft.com/office/drawing/2014/main" id="{78E4982D-CB3A-F2EB-CF06-753C2B804FD5}"/>
                </a:ext>
              </a:extLst>
            </p:cNvPr>
            <p:cNvSpPr>
              <a:spLocks noGrp="1"/>
            </p:cNvSpPr>
            <p:nvPr/>
          </p:nvSpPr>
          <p:spPr>
            <a:xfrm>
              <a:off x="318923" y="4912533"/>
              <a:ext cx="16511" cy="9652"/>
            </a:xfrm>
            <a:prstGeom prst="ellipse">
              <a:avLst/>
            </a:prstGeom>
            <a:gradFill>
              <a:gsLst>
                <a:gs pos="0">
                  <a:srgbClr val="FFFFFF">
                    <a:alpha val="65000"/>
                  </a:srgbClr>
                </a:gs>
                <a:gs pos="100000">
                  <a:srgbClr val="FFFFFF">
                    <a:alpha val="0"/>
                  </a:srgbClr>
                </a:gs>
              </a:gsLst>
              <a:lin ang="5400000"/>
            </a:gradFill>
            <a:ln w="3600">
              <a:noFill/>
            </a:ln>
          </p:spPr>
        </p:sp>
        <p:sp>
          <p:nvSpPr>
            <p:cNvPr id="5728" name="asset_3422_78">
              <a:extLst>
                <a:ext uri="{FF2B5EF4-FFF2-40B4-BE49-F238E27FC236}">
                  <a16:creationId xmlns:a16="http://schemas.microsoft.com/office/drawing/2014/main" id="{17E3CEBA-1642-52E4-90E8-D6670B1C0477}"/>
                </a:ext>
              </a:extLst>
            </p:cNvPr>
            <p:cNvSpPr>
              <a:spLocks noGrp="1"/>
            </p:cNvSpPr>
            <p:nvPr/>
          </p:nvSpPr>
          <p:spPr>
            <a:xfrm>
              <a:off x="221278" y="4892246"/>
              <a:ext cx="31003" cy="31003"/>
            </a:xfrm>
            <a:prstGeom prst="ellipse">
              <a:avLst/>
            </a:prstGeom>
            <a:gradFill>
              <a:gsLst>
                <a:gs pos="0">
                  <a:srgbClr val="FFFFFF">
                    <a:alpha val="100000"/>
                  </a:srgbClr>
                </a:gs>
                <a:gs pos="46000">
                  <a:srgbClr val="AA90CC">
                    <a:alpha val="100000"/>
                  </a:srgbClr>
                </a:gs>
                <a:gs pos="74000">
                  <a:srgbClr val="AA90CC">
                    <a:alpha val="100000"/>
                  </a:srgbClr>
                </a:gs>
                <a:gs pos="100000">
                  <a:srgbClr val="69829D">
                    <a:alpha val="100000"/>
                  </a:srgbClr>
                </a:gs>
              </a:gsLst>
              <a:lin ang="7800000"/>
            </a:gradFill>
            <a:ln w="3600">
              <a:noFill/>
            </a:ln>
          </p:spPr>
        </p:sp>
        <p:sp>
          <p:nvSpPr>
            <p:cNvPr id="5729" name="asset_3422_79">
              <a:extLst>
                <a:ext uri="{FF2B5EF4-FFF2-40B4-BE49-F238E27FC236}">
                  <a16:creationId xmlns:a16="http://schemas.microsoft.com/office/drawing/2014/main" id="{F02347B4-0925-2320-C36A-37162F9CFE07}"/>
                </a:ext>
              </a:extLst>
            </p:cNvPr>
            <p:cNvSpPr>
              <a:spLocks noGrp="1"/>
            </p:cNvSpPr>
            <p:nvPr/>
          </p:nvSpPr>
          <p:spPr>
            <a:xfrm>
              <a:off x="227943" y="4898137"/>
              <a:ext cx="10076" cy="5890"/>
            </a:xfrm>
            <a:prstGeom prst="ellipse">
              <a:avLst/>
            </a:prstGeom>
            <a:gradFill>
              <a:gsLst>
                <a:gs pos="0">
                  <a:srgbClr val="FFFFFF">
                    <a:alpha val="65000"/>
                  </a:srgbClr>
                </a:gs>
                <a:gs pos="100000">
                  <a:srgbClr val="FFFFFF">
                    <a:alpha val="0"/>
                  </a:srgbClr>
                </a:gs>
              </a:gsLst>
              <a:lin ang="5400000"/>
            </a:gradFill>
            <a:ln w="3600">
              <a:noFill/>
            </a:ln>
          </p:spPr>
        </p:sp>
        <p:sp>
          <p:nvSpPr>
            <p:cNvPr id="5730" name="asset_3422_80">
              <a:extLst>
                <a:ext uri="{FF2B5EF4-FFF2-40B4-BE49-F238E27FC236}">
                  <a16:creationId xmlns:a16="http://schemas.microsoft.com/office/drawing/2014/main" id="{E2B99ACD-3F29-7F8A-D5D8-4C9D7B29D90A}"/>
                </a:ext>
              </a:extLst>
            </p:cNvPr>
            <p:cNvSpPr>
              <a:spLocks noGrp="1"/>
            </p:cNvSpPr>
            <p:nvPr/>
          </p:nvSpPr>
          <p:spPr>
            <a:xfrm>
              <a:off x="245288" y="4946120"/>
              <a:ext cx="42319" cy="42319"/>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31" name="asset_3422_81">
              <a:extLst>
                <a:ext uri="{FF2B5EF4-FFF2-40B4-BE49-F238E27FC236}">
                  <a16:creationId xmlns:a16="http://schemas.microsoft.com/office/drawing/2014/main" id="{21A11FDA-C128-5967-059F-F1BD224B10A7}"/>
                </a:ext>
              </a:extLst>
            </p:cNvPr>
            <p:cNvSpPr>
              <a:spLocks noGrp="1"/>
            </p:cNvSpPr>
            <p:nvPr/>
          </p:nvSpPr>
          <p:spPr>
            <a:xfrm>
              <a:off x="254387" y="4954160"/>
              <a:ext cx="13754" cy="8041"/>
            </a:xfrm>
            <a:prstGeom prst="ellipse">
              <a:avLst/>
            </a:prstGeom>
            <a:gradFill>
              <a:gsLst>
                <a:gs pos="0">
                  <a:srgbClr val="FFFFFF">
                    <a:alpha val="65000"/>
                  </a:srgbClr>
                </a:gs>
                <a:gs pos="100000">
                  <a:srgbClr val="FFFFFF">
                    <a:alpha val="0"/>
                  </a:srgbClr>
                </a:gs>
              </a:gsLst>
              <a:lin ang="5400000"/>
            </a:gradFill>
            <a:ln w="3600">
              <a:noFill/>
            </a:ln>
          </p:spPr>
        </p:sp>
        <p:sp>
          <p:nvSpPr>
            <p:cNvPr id="5732" name="asset_3422_82">
              <a:extLst>
                <a:ext uri="{FF2B5EF4-FFF2-40B4-BE49-F238E27FC236}">
                  <a16:creationId xmlns:a16="http://schemas.microsoft.com/office/drawing/2014/main" id="{6240F612-1E13-D8CF-6EBA-8810FFD657DC}"/>
                </a:ext>
              </a:extLst>
            </p:cNvPr>
            <p:cNvSpPr>
              <a:spLocks noGrp="1"/>
            </p:cNvSpPr>
            <p:nvPr/>
          </p:nvSpPr>
          <p:spPr>
            <a:xfrm>
              <a:off x="295710" y="4881024"/>
              <a:ext cx="31860" cy="3186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33" name="asset_3422_83">
              <a:extLst>
                <a:ext uri="{FF2B5EF4-FFF2-40B4-BE49-F238E27FC236}">
                  <a16:creationId xmlns:a16="http://schemas.microsoft.com/office/drawing/2014/main" id="{976CE8FA-E0A2-09AA-B0BD-C2DBCEB797F7}"/>
                </a:ext>
              </a:extLst>
            </p:cNvPr>
            <p:cNvSpPr>
              <a:spLocks noGrp="1"/>
            </p:cNvSpPr>
            <p:nvPr/>
          </p:nvSpPr>
          <p:spPr>
            <a:xfrm>
              <a:off x="302560" y="4887077"/>
              <a:ext cx="10354" cy="6053"/>
            </a:xfrm>
            <a:prstGeom prst="ellipse">
              <a:avLst/>
            </a:prstGeom>
            <a:gradFill>
              <a:gsLst>
                <a:gs pos="0">
                  <a:srgbClr val="FFFFFF">
                    <a:alpha val="65000"/>
                  </a:srgbClr>
                </a:gs>
                <a:gs pos="100000">
                  <a:srgbClr val="FFFFFF">
                    <a:alpha val="0"/>
                  </a:srgbClr>
                </a:gs>
              </a:gsLst>
              <a:lin ang="5400000"/>
            </a:gradFill>
            <a:ln w="3600">
              <a:noFill/>
            </a:ln>
          </p:spPr>
        </p:sp>
        <p:sp>
          <p:nvSpPr>
            <p:cNvPr id="5734" name="asset_3422_84">
              <a:extLst>
                <a:ext uri="{FF2B5EF4-FFF2-40B4-BE49-F238E27FC236}">
                  <a16:creationId xmlns:a16="http://schemas.microsoft.com/office/drawing/2014/main" id="{498C3E68-903C-D326-1D9B-AE959230A51A}"/>
                </a:ext>
              </a:extLst>
            </p:cNvPr>
            <p:cNvSpPr>
              <a:spLocks noGrp="1"/>
            </p:cNvSpPr>
            <p:nvPr/>
          </p:nvSpPr>
          <p:spPr>
            <a:xfrm>
              <a:off x="220856" y="4873218"/>
              <a:ext cx="35097" cy="35097"/>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35" name="asset_3422_85">
              <a:extLst>
                <a:ext uri="{FF2B5EF4-FFF2-40B4-BE49-F238E27FC236}">
                  <a16:creationId xmlns:a16="http://schemas.microsoft.com/office/drawing/2014/main" id="{E008D188-5880-687D-162A-ABADF4B7F04B}"/>
                </a:ext>
              </a:extLst>
            </p:cNvPr>
            <p:cNvSpPr>
              <a:spLocks noGrp="1"/>
            </p:cNvSpPr>
            <p:nvPr/>
          </p:nvSpPr>
          <p:spPr>
            <a:xfrm>
              <a:off x="228402" y="4879887"/>
              <a:ext cx="11407" cy="6669"/>
            </a:xfrm>
            <a:prstGeom prst="ellipse">
              <a:avLst/>
            </a:prstGeom>
            <a:gradFill>
              <a:gsLst>
                <a:gs pos="0">
                  <a:srgbClr val="FFFFFF">
                    <a:alpha val="65000"/>
                  </a:srgbClr>
                </a:gs>
                <a:gs pos="100000">
                  <a:srgbClr val="FFFFFF">
                    <a:alpha val="0"/>
                  </a:srgbClr>
                </a:gs>
              </a:gsLst>
              <a:lin ang="5400000"/>
            </a:gradFill>
            <a:ln w="3600">
              <a:noFill/>
            </a:ln>
          </p:spPr>
        </p:sp>
        <p:sp>
          <p:nvSpPr>
            <p:cNvPr id="5736" name="asset_3422_86">
              <a:extLst>
                <a:ext uri="{FF2B5EF4-FFF2-40B4-BE49-F238E27FC236}">
                  <a16:creationId xmlns:a16="http://schemas.microsoft.com/office/drawing/2014/main" id="{7D20E0B8-13C8-EE86-1398-609C156D8F77}"/>
                </a:ext>
              </a:extLst>
            </p:cNvPr>
            <p:cNvSpPr>
              <a:spLocks noGrp="1"/>
            </p:cNvSpPr>
            <p:nvPr/>
          </p:nvSpPr>
          <p:spPr>
            <a:xfrm>
              <a:off x="196153" y="4954990"/>
              <a:ext cx="38214" cy="3821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37" name="asset_3422_87">
              <a:extLst>
                <a:ext uri="{FF2B5EF4-FFF2-40B4-BE49-F238E27FC236}">
                  <a16:creationId xmlns:a16="http://schemas.microsoft.com/office/drawing/2014/main" id="{253395DD-1B84-8CB9-A66A-BE592EDFC524}"/>
                </a:ext>
              </a:extLst>
            </p:cNvPr>
            <p:cNvSpPr>
              <a:spLocks noGrp="1"/>
            </p:cNvSpPr>
            <p:nvPr/>
          </p:nvSpPr>
          <p:spPr>
            <a:xfrm>
              <a:off x="204369" y="4962251"/>
              <a:ext cx="12420" cy="7261"/>
            </a:xfrm>
            <a:prstGeom prst="ellipse">
              <a:avLst/>
            </a:prstGeom>
            <a:gradFill>
              <a:gsLst>
                <a:gs pos="0">
                  <a:srgbClr val="FFFFFF">
                    <a:alpha val="65000"/>
                  </a:srgbClr>
                </a:gs>
                <a:gs pos="100000">
                  <a:srgbClr val="FFFFFF">
                    <a:alpha val="0"/>
                  </a:srgbClr>
                </a:gs>
              </a:gsLst>
              <a:lin ang="5400000"/>
            </a:gradFill>
            <a:ln w="3600">
              <a:noFill/>
            </a:ln>
          </p:spPr>
        </p:sp>
        <p:sp>
          <p:nvSpPr>
            <p:cNvPr id="5738" name="asset_3422_88">
              <a:extLst>
                <a:ext uri="{FF2B5EF4-FFF2-40B4-BE49-F238E27FC236}">
                  <a16:creationId xmlns:a16="http://schemas.microsoft.com/office/drawing/2014/main" id="{8FD43AC2-78C3-E507-3085-DF071E710923}"/>
                </a:ext>
              </a:extLst>
            </p:cNvPr>
            <p:cNvSpPr>
              <a:spLocks noGrp="1"/>
            </p:cNvSpPr>
            <p:nvPr/>
          </p:nvSpPr>
          <p:spPr>
            <a:xfrm>
              <a:off x="311634" y="4857039"/>
              <a:ext cx="32924" cy="32924"/>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739" name="asset_3422_89">
              <a:extLst>
                <a:ext uri="{FF2B5EF4-FFF2-40B4-BE49-F238E27FC236}">
                  <a16:creationId xmlns:a16="http://schemas.microsoft.com/office/drawing/2014/main" id="{37048400-F808-AB7C-2D35-68CFC51F28CC}"/>
                </a:ext>
              </a:extLst>
            </p:cNvPr>
            <p:cNvSpPr>
              <a:spLocks noGrp="1"/>
            </p:cNvSpPr>
            <p:nvPr/>
          </p:nvSpPr>
          <p:spPr>
            <a:xfrm>
              <a:off x="318713" y="4863294"/>
              <a:ext cx="10700" cy="6255"/>
            </a:xfrm>
            <a:prstGeom prst="ellipse">
              <a:avLst/>
            </a:prstGeom>
            <a:gradFill>
              <a:gsLst>
                <a:gs pos="0">
                  <a:srgbClr val="FFFFFF">
                    <a:alpha val="65000"/>
                  </a:srgbClr>
                </a:gs>
                <a:gs pos="100000">
                  <a:srgbClr val="FFFFFF">
                    <a:alpha val="0"/>
                  </a:srgbClr>
                </a:gs>
              </a:gsLst>
              <a:lin ang="5400000"/>
            </a:gradFill>
            <a:ln w="3600">
              <a:noFill/>
            </a:ln>
          </p:spPr>
        </p:sp>
        <p:sp>
          <p:nvSpPr>
            <p:cNvPr id="5740" name="asset_3422_90">
              <a:extLst>
                <a:ext uri="{FF2B5EF4-FFF2-40B4-BE49-F238E27FC236}">
                  <a16:creationId xmlns:a16="http://schemas.microsoft.com/office/drawing/2014/main" id="{7566CE1E-53AF-3AE9-408A-66AFE203967D}"/>
                </a:ext>
              </a:extLst>
            </p:cNvPr>
            <p:cNvSpPr>
              <a:spLocks noGrp="1"/>
            </p:cNvSpPr>
            <p:nvPr/>
          </p:nvSpPr>
          <p:spPr>
            <a:xfrm>
              <a:off x="222322" y="4929964"/>
              <a:ext cx="42100" cy="4210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41" name="asset_3422_91">
              <a:extLst>
                <a:ext uri="{FF2B5EF4-FFF2-40B4-BE49-F238E27FC236}">
                  <a16:creationId xmlns:a16="http://schemas.microsoft.com/office/drawing/2014/main" id="{298AD42D-CA89-E119-15A8-1DCA76A89AE1}"/>
                </a:ext>
              </a:extLst>
            </p:cNvPr>
            <p:cNvSpPr>
              <a:spLocks noGrp="1"/>
            </p:cNvSpPr>
            <p:nvPr/>
          </p:nvSpPr>
          <p:spPr>
            <a:xfrm>
              <a:off x="231373" y="4937963"/>
              <a:ext cx="13683" cy="7999"/>
            </a:xfrm>
            <a:prstGeom prst="ellipse">
              <a:avLst/>
            </a:prstGeom>
            <a:gradFill>
              <a:gsLst>
                <a:gs pos="0">
                  <a:srgbClr val="FFFFFF">
                    <a:alpha val="65000"/>
                  </a:srgbClr>
                </a:gs>
                <a:gs pos="100000">
                  <a:srgbClr val="FFFFFF">
                    <a:alpha val="0"/>
                  </a:srgbClr>
                </a:gs>
              </a:gsLst>
              <a:lin ang="5400000"/>
            </a:gradFill>
            <a:ln w="3600">
              <a:noFill/>
            </a:ln>
          </p:spPr>
        </p:sp>
        <p:sp>
          <p:nvSpPr>
            <p:cNvPr id="5742" name="asset_3422_92">
              <a:extLst>
                <a:ext uri="{FF2B5EF4-FFF2-40B4-BE49-F238E27FC236}">
                  <a16:creationId xmlns:a16="http://schemas.microsoft.com/office/drawing/2014/main" id="{3297FCED-2203-9D29-A4D6-D4A3635101FB}"/>
                </a:ext>
              </a:extLst>
            </p:cNvPr>
            <p:cNvSpPr>
              <a:spLocks noGrp="1"/>
            </p:cNvSpPr>
            <p:nvPr/>
          </p:nvSpPr>
          <p:spPr>
            <a:xfrm>
              <a:off x="290257" y="4968623"/>
              <a:ext cx="44062" cy="44062"/>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43" name="asset_3422_93">
              <a:extLst>
                <a:ext uri="{FF2B5EF4-FFF2-40B4-BE49-F238E27FC236}">
                  <a16:creationId xmlns:a16="http://schemas.microsoft.com/office/drawing/2014/main" id="{5127076D-D2CF-FC37-4B7E-1855281C99DB}"/>
                </a:ext>
              </a:extLst>
            </p:cNvPr>
            <p:cNvSpPr>
              <a:spLocks noGrp="1"/>
            </p:cNvSpPr>
            <p:nvPr/>
          </p:nvSpPr>
          <p:spPr>
            <a:xfrm>
              <a:off x="299730" y="4976995"/>
              <a:ext cx="14320" cy="8372"/>
            </a:xfrm>
            <a:prstGeom prst="ellipse">
              <a:avLst/>
            </a:prstGeom>
            <a:gradFill>
              <a:gsLst>
                <a:gs pos="0">
                  <a:srgbClr val="FFFFFF">
                    <a:alpha val="65000"/>
                  </a:srgbClr>
                </a:gs>
                <a:gs pos="100000">
                  <a:srgbClr val="FFFFFF">
                    <a:alpha val="0"/>
                  </a:srgbClr>
                </a:gs>
              </a:gsLst>
              <a:lin ang="5400000"/>
            </a:gradFill>
            <a:ln w="3600">
              <a:noFill/>
            </a:ln>
          </p:spPr>
        </p:sp>
        <p:sp>
          <p:nvSpPr>
            <p:cNvPr id="5744" name="asset_3422_94">
              <a:extLst>
                <a:ext uri="{FF2B5EF4-FFF2-40B4-BE49-F238E27FC236}">
                  <a16:creationId xmlns:a16="http://schemas.microsoft.com/office/drawing/2014/main" id="{754FB7A2-2738-40AC-80F4-F7506B5FA5A9}"/>
                </a:ext>
              </a:extLst>
            </p:cNvPr>
            <p:cNvSpPr>
              <a:spLocks noGrp="1"/>
            </p:cNvSpPr>
            <p:nvPr/>
          </p:nvSpPr>
          <p:spPr>
            <a:xfrm>
              <a:off x="278874" y="4994845"/>
              <a:ext cx="47350" cy="4735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45" name="asset_3422_95">
              <a:extLst>
                <a:ext uri="{FF2B5EF4-FFF2-40B4-BE49-F238E27FC236}">
                  <a16:creationId xmlns:a16="http://schemas.microsoft.com/office/drawing/2014/main" id="{F1C43EFA-44EF-7E42-7EBB-5E6FD3109601}"/>
                </a:ext>
              </a:extLst>
            </p:cNvPr>
            <p:cNvSpPr>
              <a:spLocks noGrp="1"/>
            </p:cNvSpPr>
            <p:nvPr/>
          </p:nvSpPr>
          <p:spPr>
            <a:xfrm>
              <a:off x="289054" y="5003841"/>
              <a:ext cx="15389" cy="8996"/>
            </a:xfrm>
            <a:prstGeom prst="ellipse">
              <a:avLst/>
            </a:prstGeom>
            <a:gradFill>
              <a:gsLst>
                <a:gs pos="0">
                  <a:srgbClr val="FFFFFF">
                    <a:alpha val="65000"/>
                  </a:srgbClr>
                </a:gs>
                <a:gs pos="100000">
                  <a:srgbClr val="FFFFFF">
                    <a:alpha val="0"/>
                  </a:srgbClr>
                </a:gs>
              </a:gsLst>
              <a:lin ang="5400000"/>
            </a:gradFill>
            <a:ln w="3600">
              <a:noFill/>
            </a:ln>
          </p:spPr>
        </p:sp>
        <p:sp>
          <p:nvSpPr>
            <p:cNvPr id="5746" name="asset_3422_96">
              <a:extLst>
                <a:ext uri="{FF2B5EF4-FFF2-40B4-BE49-F238E27FC236}">
                  <a16:creationId xmlns:a16="http://schemas.microsoft.com/office/drawing/2014/main" id="{82F2EE36-F1E1-6BF5-07C8-2C9CA8CF815F}"/>
                </a:ext>
              </a:extLst>
            </p:cNvPr>
            <p:cNvSpPr>
              <a:spLocks noGrp="1"/>
            </p:cNvSpPr>
            <p:nvPr/>
          </p:nvSpPr>
          <p:spPr>
            <a:xfrm>
              <a:off x="339177" y="4942783"/>
              <a:ext cx="35427" cy="35427"/>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47" name="asset_3422_97">
              <a:extLst>
                <a:ext uri="{FF2B5EF4-FFF2-40B4-BE49-F238E27FC236}">
                  <a16:creationId xmlns:a16="http://schemas.microsoft.com/office/drawing/2014/main" id="{98897067-E004-6234-D13F-6A0B17EF150D}"/>
                </a:ext>
              </a:extLst>
            </p:cNvPr>
            <p:cNvSpPr>
              <a:spLocks noGrp="1"/>
            </p:cNvSpPr>
            <p:nvPr/>
          </p:nvSpPr>
          <p:spPr>
            <a:xfrm>
              <a:off x="346794" y="4949514"/>
              <a:ext cx="11514" cy="6731"/>
            </a:xfrm>
            <a:prstGeom prst="ellipse">
              <a:avLst/>
            </a:prstGeom>
            <a:gradFill>
              <a:gsLst>
                <a:gs pos="0">
                  <a:srgbClr val="FFFFFF">
                    <a:alpha val="65000"/>
                  </a:srgbClr>
                </a:gs>
                <a:gs pos="100000">
                  <a:srgbClr val="FFFFFF">
                    <a:alpha val="0"/>
                  </a:srgbClr>
                </a:gs>
              </a:gsLst>
              <a:lin ang="5400000"/>
            </a:gradFill>
            <a:ln w="3600">
              <a:noFill/>
            </a:ln>
          </p:spPr>
        </p:sp>
        <p:sp>
          <p:nvSpPr>
            <p:cNvPr id="5748" name="asset_3422_98">
              <a:extLst>
                <a:ext uri="{FF2B5EF4-FFF2-40B4-BE49-F238E27FC236}">
                  <a16:creationId xmlns:a16="http://schemas.microsoft.com/office/drawing/2014/main" id="{CB523FE5-2B2C-8BB7-E6A1-BC1DF510CEDC}"/>
                </a:ext>
              </a:extLst>
            </p:cNvPr>
            <p:cNvSpPr>
              <a:spLocks noGrp="1"/>
            </p:cNvSpPr>
            <p:nvPr/>
          </p:nvSpPr>
          <p:spPr>
            <a:xfrm>
              <a:off x="181300" y="4897328"/>
              <a:ext cx="39596" cy="39596"/>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49" name="asset_3422_99">
              <a:extLst>
                <a:ext uri="{FF2B5EF4-FFF2-40B4-BE49-F238E27FC236}">
                  <a16:creationId xmlns:a16="http://schemas.microsoft.com/office/drawing/2014/main" id="{5D4A2486-BC34-5E04-1086-A12D7A06BED6}"/>
                </a:ext>
              </a:extLst>
            </p:cNvPr>
            <p:cNvSpPr>
              <a:spLocks noGrp="1"/>
            </p:cNvSpPr>
            <p:nvPr/>
          </p:nvSpPr>
          <p:spPr>
            <a:xfrm>
              <a:off x="189813" y="4904851"/>
              <a:ext cx="12869" cy="7523"/>
            </a:xfrm>
            <a:prstGeom prst="ellipse">
              <a:avLst/>
            </a:prstGeom>
            <a:gradFill>
              <a:gsLst>
                <a:gs pos="0">
                  <a:srgbClr val="FFFFFF">
                    <a:alpha val="65000"/>
                  </a:srgbClr>
                </a:gs>
                <a:gs pos="100000">
                  <a:srgbClr val="FFFFFF">
                    <a:alpha val="0"/>
                  </a:srgbClr>
                </a:gs>
              </a:gsLst>
              <a:lin ang="5400000"/>
            </a:gradFill>
            <a:ln w="3600">
              <a:noFill/>
            </a:ln>
          </p:spPr>
        </p:sp>
        <p:sp>
          <p:nvSpPr>
            <p:cNvPr id="5750" name="asset_3422_100">
              <a:extLst>
                <a:ext uri="{FF2B5EF4-FFF2-40B4-BE49-F238E27FC236}">
                  <a16:creationId xmlns:a16="http://schemas.microsoft.com/office/drawing/2014/main" id="{A68E50EC-06C1-07D9-B9D6-C460F77BC0E3}"/>
                </a:ext>
              </a:extLst>
            </p:cNvPr>
            <p:cNvSpPr>
              <a:spLocks noGrp="1"/>
            </p:cNvSpPr>
            <p:nvPr/>
          </p:nvSpPr>
          <p:spPr>
            <a:xfrm>
              <a:off x="270474" y="4941710"/>
              <a:ext cx="45030" cy="4503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51" name="asset_3422_101">
              <a:extLst>
                <a:ext uri="{FF2B5EF4-FFF2-40B4-BE49-F238E27FC236}">
                  <a16:creationId xmlns:a16="http://schemas.microsoft.com/office/drawing/2014/main" id="{FDFA5C04-2B95-4AE0-9984-E5485B16E24C}"/>
                </a:ext>
              </a:extLst>
            </p:cNvPr>
            <p:cNvSpPr>
              <a:spLocks noGrp="1"/>
            </p:cNvSpPr>
            <p:nvPr/>
          </p:nvSpPr>
          <p:spPr>
            <a:xfrm>
              <a:off x="280155" y="4950266"/>
              <a:ext cx="14635" cy="8556"/>
            </a:xfrm>
            <a:prstGeom prst="ellipse">
              <a:avLst/>
            </a:prstGeom>
            <a:gradFill>
              <a:gsLst>
                <a:gs pos="0">
                  <a:srgbClr val="FFFFFF">
                    <a:alpha val="65000"/>
                  </a:srgbClr>
                </a:gs>
                <a:gs pos="100000">
                  <a:srgbClr val="FFFFFF">
                    <a:alpha val="0"/>
                  </a:srgbClr>
                </a:gs>
              </a:gsLst>
              <a:lin ang="5400000"/>
            </a:gradFill>
            <a:ln w="3600">
              <a:noFill/>
            </a:ln>
          </p:spPr>
        </p:sp>
        <p:sp>
          <p:nvSpPr>
            <p:cNvPr id="5752" name="asset_3422_102">
              <a:extLst>
                <a:ext uri="{FF2B5EF4-FFF2-40B4-BE49-F238E27FC236}">
                  <a16:creationId xmlns:a16="http://schemas.microsoft.com/office/drawing/2014/main" id="{68A9AD22-BC11-5763-21D9-E0336B57CF9C}"/>
                </a:ext>
              </a:extLst>
            </p:cNvPr>
            <p:cNvSpPr>
              <a:spLocks noGrp="1"/>
            </p:cNvSpPr>
            <p:nvPr/>
          </p:nvSpPr>
          <p:spPr>
            <a:xfrm>
              <a:off x="353860" y="4863561"/>
              <a:ext cx="45124" cy="4512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53" name="asset_3422_103">
              <a:extLst>
                <a:ext uri="{FF2B5EF4-FFF2-40B4-BE49-F238E27FC236}">
                  <a16:creationId xmlns:a16="http://schemas.microsoft.com/office/drawing/2014/main" id="{564A2727-9562-06A9-2705-1C9FC37834EE}"/>
                </a:ext>
              </a:extLst>
            </p:cNvPr>
            <p:cNvSpPr>
              <a:spLocks noGrp="1"/>
            </p:cNvSpPr>
            <p:nvPr/>
          </p:nvSpPr>
          <p:spPr>
            <a:xfrm>
              <a:off x="363561" y="4872135"/>
              <a:ext cx="14665" cy="8574"/>
            </a:xfrm>
            <a:prstGeom prst="ellipse">
              <a:avLst/>
            </a:prstGeom>
            <a:gradFill>
              <a:gsLst>
                <a:gs pos="0">
                  <a:srgbClr val="FFFFFF">
                    <a:alpha val="65000"/>
                  </a:srgbClr>
                </a:gs>
                <a:gs pos="100000">
                  <a:srgbClr val="FFFFFF">
                    <a:alpha val="0"/>
                  </a:srgbClr>
                </a:gs>
              </a:gsLst>
              <a:lin ang="5400000"/>
            </a:gradFill>
            <a:ln w="3600">
              <a:noFill/>
            </a:ln>
          </p:spPr>
        </p:sp>
        <p:sp>
          <p:nvSpPr>
            <p:cNvPr id="5754" name="asset_3422_104">
              <a:extLst>
                <a:ext uri="{FF2B5EF4-FFF2-40B4-BE49-F238E27FC236}">
                  <a16:creationId xmlns:a16="http://schemas.microsoft.com/office/drawing/2014/main" id="{761F38E0-7140-7CEE-1CAB-E4430CC4CCD5}"/>
                </a:ext>
              </a:extLst>
            </p:cNvPr>
            <p:cNvSpPr>
              <a:spLocks noGrp="1"/>
            </p:cNvSpPr>
            <p:nvPr/>
          </p:nvSpPr>
          <p:spPr>
            <a:xfrm>
              <a:off x="292608" y="4856843"/>
              <a:ext cx="47953" cy="47953"/>
            </a:xfrm>
            <a:prstGeom prst="ellipse">
              <a:avLst/>
            </a:prstGeom>
            <a:gradFill>
              <a:gsLst>
                <a:gs pos="0">
                  <a:srgbClr val="FFFFFF">
                    <a:alpha val="100000"/>
                  </a:srgbClr>
                </a:gs>
                <a:gs pos="46000">
                  <a:srgbClr val="AA90CC">
                    <a:alpha val="100000"/>
                  </a:srgbClr>
                </a:gs>
                <a:gs pos="74000">
                  <a:srgbClr val="AA90CC">
                    <a:alpha val="100000"/>
                  </a:srgbClr>
                </a:gs>
                <a:gs pos="100000">
                  <a:srgbClr val="69829D">
                    <a:alpha val="100000"/>
                  </a:srgbClr>
                </a:gs>
              </a:gsLst>
              <a:lin ang="7800000"/>
            </a:gradFill>
            <a:ln w="3600">
              <a:noFill/>
            </a:ln>
          </p:spPr>
        </p:sp>
        <p:sp>
          <p:nvSpPr>
            <p:cNvPr id="5755" name="asset_3422_105">
              <a:extLst>
                <a:ext uri="{FF2B5EF4-FFF2-40B4-BE49-F238E27FC236}">
                  <a16:creationId xmlns:a16="http://schemas.microsoft.com/office/drawing/2014/main" id="{7C867709-E133-07B3-1CEA-FB14433974BE}"/>
                </a:ext>
              </a:extLst>
            </p:cNvPr>
            <p:cNvSpPr>
              <a:spLocks noGrp="1"/>
            </p:cNvSpPr>
            <p:nvPr/>
          </p:nvSpPr>
          <p:spPr>
            <a:xfrm>
              <a:off x="302918" y="4865954"/>
              <a:ext cx="15585" cy="9111"/>
            </a:xfrm>
            <a:prstGeom prst="ellipse">
              <a:avLst/>
            </a:prstGeom>
            <a:gradFill>
              <a:gsLst>
                <a:gs pos="0">
                  <a:srgbClr val="FFFFFF">
                    <a:alpha val="65000"/>
                  </a:srgbClr>
                </a:gs>
                <a:gs pos="100000">
                  <a:srgbClr val="FFFFFF">
                    <a:alpha val="0"/>
                  </a:srgbClr>
                </a:gs>
              </a:gsLst>
              <a:lin ang="5400000"/>
            </a:gradFill>
            <a:ln w="3600">
              <a:noFill/>
            </a:ln>
          </p:spPr>
        </p:sp>
        <p:sp>
          <p:nvSpPr>
            <p:cNvPr id="5756" name="asset_3422_106">
              <a:extLst>
                <a:ext uri="{FF2B5EF4-FFF2-40B4-BE49-F238E27FC236}">
                  <a16:creationId xmlns:a16="http://schemas.microsoft.com/office/drawing/2014/main" id="{87EE12E6-1EBA-C162-B8D6-CA5F1B533174}"/>
                </a:ext>
              </a:extLst>
            </p:cNvPr>
            <p:cNvSpPr>
              <a:spLocks noGrp="1"/>
            </p:cNvSpPr>
            <p:nvPr/>
          </p:nvSpPr>
          <p:spPr>
            <a:xfrm>
              <a:off x="325107" y="5005898"/>
              <a:ext cx="40713" cy="4071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57" name="asset_3422_107">
              <a:extLst>
                <a:ext uri="{FF2B5EF4-FFF2-40B4-BE49-F238E27FC236}">
                  <a16:creationId xmlns:a16="http://schemas.microsoft.com/office/drawing/2014/main" id="{AD580AA3-621C-3E7F-1837-ADE079593ACB}"/>
                </a:ext>
              </a:extLst>
            </p:cNvPr>
            <p:cNvSpPr>
              <a:spLocks noGrp="1"/>
            </p:cNvSpPr>
            <p:nvPr/>
          </p:nvSpPr>
          <p:spPr>
            <a:xfrm>
              <a:off x="333860" y="5013633"/>
              <a:ext cx="13232" cy="7735"/>
            </a:xfrm>
            <a:prstGeom prst="ellipse">
              <a:avLst/>
            </a:prstGeom>
            <a:gradFill>
              <a:gsLst>
                <a:gs pos="0">
                  <a:srgbClr val="FFFFFF">
                    <a:alpha val="65000"/>
                  </a:srgbClr>
                </a:gs>
                <a:gs pos="100000">
                  <a:srgbClr val="FFFFFF">
                    <a:alpha val="0"/>
                  </a:srgbClr>
                </a:gs>
              </a:gsLst>
              <a:lin ang="5400000"/>
            </a:gradFill>
            <a:ln w="3600">
              <a:noFill/>
            </a:ln>
          </p:spPr>
        </p:sp>
        <p:sp>
          <p:nvSpPr>
            <p:cNvPr id="5758" name="asset_3422_108">
              <a:extLst>
                <a:ext uri="{FF2B5EF4-FFF2-40B4-BE49-F238E27FC236}">
                  <a16:creationId xmlns:a16="http://schemas.microsoft.com/office/drawing/2014/main" id="{A0C31C68-AA4F-B9B0-5A34-4A3421E6FEE8}"/>
                </a:ext>
              </a:extLst>
            </p:cNvPr>
            <p:cNvSpPr>
              <a:spLocks noGrp="1"/>
            </p:cNvSpPr>
            <p:nvPr/>
          </p:nvSpPr>
          <p:spPr>
            <a:xfrm>
              <a:off x="229166" y="5002250"/>
              <a:ext cx="49404" cy="49404"/>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59" name="asset_3422_109">
              <a:extLst>
                <a:ext uri="{FF2B5EF4-FFF2-40B4-BE49-F238E27FC236}">
                  <a16:creationId xmlns:a16="http://schemas.microsoft.com/office/drawing/2014/main" id="{7834B590-14D5-7133-B9D0-0850AE50E7E8}"/>
                </a:ext>
              </a:extLst>
            </p:cNvPr>
            <p:cNvSpPr>
              <a:spLocks noGrp="1"/>
            </p:cNvSpPr>
            <p:nvPr/>
          </p:nvSpPr>
          <p:spPr>
            <a:xfrm>
              <a:off x="239788" y="5011637"/>
              <a:ext cx="16056" cy="9387"/>
            </a:xfrm>
            <a:prstGeom prst="ellipse">
              <a:avLst/>
            </a:prstGeom>
            <a:gradFill>
              <a:gsLst>
                <a:gs pos="0">
                  <a:srgbClr val="FFFFFF">
                    <a:alpha val="65000"/>
                  </a:srgbClr>
                </a:gs>
                <a:gs pos="100000">
                  <a:srgbClr val="FFFFFF">
                    <a:alpha val="0"/>
                  </a:srgbClr>
                </a:gs>
              </a:gsLst>
              <a:lin ang="5400000"/>
            </a:gradFill>
            <a:ln w="3600">
              <a:noFill/>
            </a:ln>
          </p:spPr>
        </p:sp>
        <p:sp>
          <p:nvSpPr>
            <p:cNvPr id="5760" name="asset_3422_110">
              <a:extLst>
                <a:ext uri="{FF2B5EF4-FFF2-40B4-BE49-F238E27FC236}">
                  <a16:creationId xmlns:a16="http://schemas.microsoft.com/office/drawing/2014/main" id="{C49D23B1-6FD6-DF94-E282-FA67C57D1F9E}"/>
                </a:ext>
              </a:extLst>
            </p:cNvPr>
            <p:cNvSpPr>
              <a:spLocks noGrp="1"/>
            </p:cNvSpPr>
            <p:nvPr/>
          </p:nvSpPr>
          <p:spPr>
            <a:xfrm>
              <a:off x="310153" y="4825306"/>
              <a:ext cx="38398" cy="38398"/>
            </a:xfrm>
            <a:prstGeom prst="ellipse">
              <a:avLst/>
            </a:prstGeom>
            <a:gradFill>
              <a:gsLst>
                <a:gs pos="0">
                  <a:srgbClr val="FFFFFF">
                    <a:alpha val="100000"/>
                  </a:srgbClr>
                </a:gs>
                <a:gs pos="46000">
                  <a:srgbClr val="6EA3D3">
                    <a:alpha val="100000"/>
                  </a:srgbClr>
                </a:gs>
                <a:gs pos="74000">
                  <a:srgbClr val="6EA3D3">
                    <a:alpha val="100000"/>
                  </a:srgbClr>
                </a:gs>
                <a:gs pos="100000">
                  <a:srgbClr val="69829D">
                    <a:alpha val="100000"/>
                  </a:srgbClr>
                </a:gs>
              </a:gsLst>
              <a:lin ang="7800000"/>
            </a:gradFill>
            <a:ln w="3600">
              <a:noFill/>
            </a:ln>
          </p:spPr>
        </p:sp>
        <p:sp>
          <p:nvSpPr>
            <p:cNvPr id="5761" name="asset_3422_111">
              <a:extLst>
                <a:ext uri="{FF2B5EF4-FFF2-40B4-BE49-F238E27FC236}">
                  <a16:creationId xmlns:a16="http://schemas.microsoft.com/office/drawing/2014/main" id="{A899B88B-7DEA-429B-26A5-C14BE2A83D13}"/>
                </a:ext>
              </a:extLst>
            </p:cNvPr>
            <p:cNvSpPr>
              <a:spLocks noGrp="1"/>
            </p:cNvSpPr>
            <p:nvPr/>
          </p:nvSpPr>
          <p:spPr>
            <a:xfrm>
              <a:off x="318409" y="4832601"/>
              <a:ext cx="12479" cy="7296"/>
            </a:xfrm>
            <a:prstGeom prst="ellipse">
              <a:avLst/>
            </a:prstGeom>
            <a:gradFill>
              <a:gsLst>
                <a:gs pos="0">
                  <a:srgbClr val="FFFFFF">
                    <a:alpha val="65000"/>
                  </a:srgbClr>
                </a:gs>
                <a:gs pos="100000">
                  <a:srgbClr val="FFFFFF">
                    <a:alpha val="0"/>
                  </a:srgbClr>
                </a:gs>
              </a:gsLst>
              <a:lin ang="5400000"/>
            </a:gradFill>
            <a:ln w="3600">
              <a:noFill/>
            </a:ln>
          </p:spPr>
        </p:sp>
        <p:sp>
          <p:nvSpPr>
            <p:cNvPr id="5762" name="asset_3422_112">
              <a:extLst>
                <a:ext uri="{FF2B5EF4-FFF2-40B4-BE49-F238E27FC236}">
                  <a16:creationId xmlns:a16="http://schemas.microsoft.com/office/drawing/2014/main" id="{4AB43187-BE90-79A9-6805-671282151165}"/>
                </a:ext>
              </a:extLst>
            </p:cNvPr>
            <p:cNvSpPr>
              <a:spLocks noGrp="1"/>
            </p:cNvSpPr>
            <p:nvPr/>
          </p:nvSpPr>
          <p:spPr>
            <a:xfrm>
              <a:off x="169875" y="4921315"/>
              <a:ext cx="31880" cy="31880"/>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63" name="asset_3422_113">
              <a:extLst>
                <a:ext uri="{FF2B5EF4-FFF2-40B4-BE49-F238E27FC236}">
                  <a16:creationId xmlns:a16="http://schemas.microsoft.com/office/drawing/2014/main" id="{69FFFF23-55A6-39B3-7128-72A9641A6531}"/>
                </a:ext>
              </a:extLst>
            </p:cNvPr>
            <p:cNvSpPr>
              <a:spLocks noGrp="1"/>
            </p:cNvSpPr>
            <p:nvPr/>
          </p:nvSpPr>
          <p:spPr>
            <a:xfrm>
              <a:off x="176729" y="4927373"/>
              <a:ext cx="10361" cy="6057"/>
            </a:xfrm>
            <a:prstGeom prst="ellipse">
              <a:avLst/>
            </a:prstGeom>
            <a:gradFill>
              <a:gsLst>
                <a:gs pos="0">
                  <a:srgbClr val="FFFFFF">
                    <a:alpha val="65000"/>
                  </a:srgbClr>
                </a:gs>
                <a:gs pos="100000">
                  <a:srgbClr val="FFFFFF">
                    <a:alpha val="0"/>
                  </a:srgbClr>
                </a:gs>
              </a:gsLst>
              <a:lin ang="5400000"/>
            </a:gradFill>
            <a:ln w="3600">
              <a:noFill/>
            </a:ln>
          </p:spPr>
        </p:sp>
        <p:sp>
          <p:nvSpPr>
            <p:cNvPr id="5764" name="asset_3422_114">
              <a:extLst>
                <a:ext uri="{FF2B5EF4-FFF2-40B4-BE49-F238E27FC236}">
                  <a16:creationId xmlns:a16="http://schemas.microsoft.com/office/drawing/2014/main" id="{D3A011FA-A195-D4DA-899C-94B3E2E6D68D}"/>
                </a:ext>
              </a:extLst>
            </p:cNvPr>
            <p:cNvSpPr>
              <a:spLocks noGrp="1"/>
            </p:cNvSpPr>
            <p:nvPr/>
          </p:nvSpPr>
          <p:spPr>
            <a:xfrm>
              <a:off x="337382" y="4943216"/>
              <a:ext cx="45411" cy="45411"/>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65" name="asset_3422_115">
              <a:extLst>
                <a:ext uri="{FF2B5EF4-FFF2-40B4-BE49-F238E27FC236}">
                  <a16:creationId xmlns:a16="http://schemas.microsoft.com/office/drawing/2014/main" id="{62802723-5F75-9B86-B57F-9CCCF93B526B}"/>
                </a:ext>
              </a:extLst>
            </p:cNvPr>
            <p:cNvSpPr>
              <a:spLocks noGrp="1"/>
            </p:cNvSpPr>
            <p:nvPr/>
          </p:nvSpPr>
          <p:spPr>
            <a:xfrm>
              <a:off x="347146" y="4951844"/>
              <a:ext cx="14759" cy="8628"/>
            </a:xfrm>
            <a:prstGeom prst="ellipse">
              <a:avLst/>
            </a:prstGeom>
            <a:gradFill>
              <a:gsLst>
                <a:gs pos="0">
                  <a:srgbClr val="FFFFFF">
                    <a:alpha val="65000"/>
                  </a:srgbClr>
                </a:gs>
                <a:gs pos="100000">
                  <a:srgbClr val="FFFFFF">
                    <a:alpha val="0"/>
                  </a:srgbClr>
                </a:gs>
              </a:gsLst>
              <a:lin ang="5400000"/>
            </a:gradFill>
            <a:ln w="3600">
              <a:noFill/>
            </a:ln>
          </p:spPr>
        </p:sp>
        <p:sp>
          <p:nvSpPr>
            <p:cNvPr id="5766" name="asset_3422_116">
              <a:extLst>
                <a:ext uri="{FF2B5EF4-FFF2-40B4-BE49-F238E27FC236}">
                  <a16:creationId xmlns:a16="http://schemas.microsoft.com/office/drawing/2014/main" id="{B2F064DA-2BA2-661A-7506-3691A7F9939B}"/>
                </a:ext>
              </a:extLst>
            </p:cNvPr>
            <p:cNvSpPr>
              <a:spLocks noGrp="1"/>
            </p:cNvSpPr>
            <p:nvPr/>
          </p:nvSpPr>
          <p:spPr>
            <a:xfrm>
              <a:off x="286766" y="4989439"/>
              <a:ext cx="37293" cy="37293"/>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67" name="asset_3422_117">
              <a:extLst>
                <a:ext uri="{FF2B5EF4-FFF2-40B4-BE49-F238E27FC236}">
                  <a16:creationId xmlns:a16="http://schemas.microsoft.com/office/drawing/2014/main" id="{55F49285-3621-BF97-FE0A-E54C86F78E5F}"/>
                </a:ext>
              </a:extLst>
            </p:cNvPr>
            <p:cNvSpPr>
              <a:spLocks noGrp="1"/>
            </p:cNvSpPr>
            <p:nvPr/>
          </p:nvSpPr>
          <p:spPr>
            <a:xfrm>
              <a:off x="294784" y="4996525"/>
              <a:ext cx="12120" cy="7086"/>
            </a:xfrm>
            <a:prstGeom prst="ellipse">
              <a:avLst/>
            </a:prstGeom>
            <a:gradFill>
              <a:gsLst>
                <a:gs pos="0">
                  <a:srgbClr val="FFFFFF">
                    <a:alpha val="65000"/>
                  </a:srgbClr>
                </a:gs>
                <a:gs pos="100000">
                  <a:srgbClr val="FFFFFF">
                    <a:alpha val="0"/>
                  </a:srgbClr>
                </a:gs>
              </a:gsLst>
              <a:lin ang="5400000"/>
            </a:gradFill>
            <a:ln w="3600">
              <a:noFill/>
            </a:ln>
          </p:spPr>
        </p:sp>
        <p:sp>
          <p:nvSpPr>
            <p:cNvPr id="5768" name="asset_3422_118">
              <a:extLst>
                <a:ext uri="{FF2B5EF4-FFF2-40B4-BE49-F238E27FC236}">
                  <a16:creationId xmlns:a16="http://schemas.microsoft.com/office/drawing/2014/main" id="{AB23EAB4-198E-E28A-904E-2C76F712AEFC}"/>
                </a:ext>
              </a:extLst>
            </p:cNvPr>
            <p:cNvSpPr>
              <a:spLocks noGrp="1"/>
            </p:cNvSpPr>
            <p:nvPr/>
          </p:nvSpPr>
          <p:spPr>
            <a:xfrm>
              <a:off x="348022" y="4844260"/>
              <a:ext cx="48957" cy="48957"/>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69" name="asset_3422_119">
              <a:extLst>
                <a:ext uri="{FF2B5EF4-FFF2-40B4-BE49-F238E27FC236}">
                  <a16:creationId xmlns:a16="http://schemas.microsoft.com/office/drawing/2014/main" id="{D1A46820-24E0-804C-B327-F16042315B65}"/>
                </a:ext>
              </a:extLst>
            </p:cNvPr>
            <p:cNvSpPr>
              <a:spLocks noGrp="1"/>
            </p:cNvSpPr>
            <p:nvPr/>
          </p:nvSpPr>
          <p:spPr>
            <a:xfrm>
              <a:off x="358547" y="4853562"/>
              <a:ext cx="15911" cy="9302"/>
            </a:xfrm>
            <a:prstGeom prst="ellipse">
              <a:avLst/>
            </a:prstGeom>
            <a:gradFill>
              <a:gsLst>
                <a:gs pos="0">
                  <a:srgbClr val="FFFFFF">
                    <a:alpha val="65000"/>
                  </a:srgbClr>
                </a:gs>
                <a:gs pos="100000">
                  <a:srgbClr val="FFFFFF">
                    <a:alpha val="0"/>
                  </a:srgbClr>
                </a:gs>
              </a:gsLst>
              <a:lin ang="5400000"/>
            </a:gradFill>
            <a:ln w="3600">
              <a:noFill/>
            </a:ln>
          </p:spPr>
        </p:sp>
        <p:sp>
          <p:nvSpPr>
            <p:cNvPr id="5770" name="asset_3422_120">
              <a:extLst>
                <a:ext uri="{FF2B5EF4-FFF2-40B4-BE49-F238E27FC236}">
                  <a16:creationId xmlns:a16="http://schemas.microsoft.com/office/drawing/2014/main" id="{0F13B666-6BB0-6787-E7E0-20EA27BC26C7}"/>
                </a:ext>
              </a:extLst>
            </p:cNvPr>
            <p:cNvSpPr>
              <a:spLocks noGrp="1"/>
            </p:cNvSpPr>
            <p:nvPr/>
          </p:nvSpPr>
          <p:spPr>
            <a:xfrm>
              <a:off x="214854" y="4846950"/>
              <a:ext cx="50307" cy="50307"/>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71" name="asset_3422_121">
              <a:extLst>
                <a:ext uri="{FF2B5EF4-FFF2-40B4-BE49-F238E27FC236}">
                  <a16:creationId xmlns:a16="http://schemas.microsoft.com/office/drawing/2014/main" id="{5F845743-8071-2FB2-D30D-7BD9CADB68DC}"/>
                </a:ext>
              </a:extLst>
            </p:cNvPr>
            <p:cNvSpPr>
              <a:spLocks noGrp="1"/>
            </p:cNvSpPr>
            <p:nvPr/>
          </p:nvSpPr>
          <p:spPr>
            <a:xfrm>
              <a:off x="225670" y="4856508"/>
              <a:ext cx="16350" cy="9558"/>
            </a:xfrm>
            <a:prstGeom prst="ellipse">
              <a:avLst/>
            </a:prstGeom>
            <a:gradFill>
              <a:gsLst>
                <a:gs pos="0">
                  <a:srgbClr val="FFFFFF">
                    <a:alpha val="65000"/>
                  </a:srgbClr>
                </a:gs>
                <a:gs pos="100000">
                  <a:srgbClr val="FFFFFF">
                    <a:alpha val="0"/>
                  </a:srgbClr>
                </a:gs>
              </a:gsLst>
              <a:lin ang="5400000"/>
            </a:gradFill>
            <a:ln w="3600">
              <a:noFill/>
            </a:ln>
          </p:spPr>
        </p:sp>
        <p:sp>
          <p:nvSpPr>
            <p:cNvPr id="5772" name="asset_3422_122">
              <a:extLst>
                <a:ext uri="{FF2B5EF4-FFF2-40B4-BE49-F238E27FC236}">
                  <a16:creationId xmlns:a16="http://schemas.microsoft.com/office/drawing/2014/main" id="{DD43F8C8-159A-1D32-EA24-41FE8557BA48}"/>
                </a:ext>
              </a:extLst>
            </p:cNvPr>
            <p:cNvSpPr>
              <a:spLocks noGrp="1"/>
            </p:cNvSpPr>
            <p:nvPr/>
          </p:nvSpPr>
          <p:spPr>
            <a:xfrm>
              <a:off x="238599" y="5005575"/>
              <a:ext cx="36118" cy="36118"/>
            </a:xfrm>
            <a:prstGeom prst="ellipse">
              <a:avLst/>
            </a:prstGeom>
            <a:gradFill>
              <a:gsLst>
                <a:gs pos="0">
                  <a:srgbClr val="FFFFFF">
                    <a:alpha val="100000"/>
                  </a:srgbClr>
                </a:gs>
                <a:gs pos="46000">
                  <a:srgbClr val="C8D2DC">
                    <a:alpha val="100000"/>
                  </a:srgbClr>
                </a:gs>
                <a:gs pos="74000">
                  <a:srgbClr val="C8D2DC">
                    <a:alpha val="100000"/>
                  </a:srgbClr>
                </a:gs>
                <a:gs pos="100000">
                  <a:srgbClr val="69829D">
                    <a:alpha val="100000"/>
                  </a:srgbClr>
                </a:gs>
              </a:gsLst>
              <a:lin ang="7800000"/>
            </a:gradFill>
            <a:ln w="3600">
              <a:noFill/>
            </a:ln>
          </p:spPr>
        </p:sp>
        <p:sp>
          <p:nvSpPr>
            <p:cNvPr id="5773" name="asset_3422_123">
              <a:extLst>
                <a:ext uri="{FF2B5EF4-FFF2-40B4-BE49-F238E27FC236}">
                  <a16:creationId xmlns:a16="http://schemas.microsoft.com/office/drawing/2014/main" id="{0B3DD1D3-1148-220A-7A65-19051458CCEF}"/>
                </a:ext>
              </a:extLst>
            </p:cNvPr>
            <p:cNvSpPr>
              <a:spLocks noGrp="1"/>
            </p:cNvSpPr>
            <p:nvPr/>
          </p:nvSpPr>
          <p:spPr>
            <a:xfrm>
              <a:off x="246364" y="5012438"/>
              <a:ext cx="11738" cy="6862"/>
            </a:xfrm>
            <a:prstGeom prst="ellipse">
              <a:avLst/>
            </a:prstGeom>
            <a:gradFill>
              <a:gsLst>
                <a:gs pos="0">
                  <a:srgbClr val="FFFFFF">
                    <a:alpha val="65000"/>
                  </a:srgbClr>
                </a:gs>
                <a:gs pos="100000">
                  <a:srgbClr val="FFFFFF">
                    <a:alpha val="0"/>
                  </a:srgbClr>
                </a:gs>
              </a:gsLst>
              <a:lin ang="5400000"/>
            </a:gradFill>
            <a:ln w="3600">
              <a:noFill/>
            </a:ln>
          </p:spPr>
        </p:sp>
      </p:grpSp>
      <p:pic>
        <p:nvPicPr>
          <p:cNvPr id="3423" name="a | 50D atom feature bar" descr="bar.png">
            <a:extLst>
              <a:ext uri="{FF2B5EF4-FFF2-40B4-BE49-F238E27FC236}">
                <a16:creationId xmlns:a16="http://schemas.microsoft.com/office/drawing/2014/main" id="{793ADC37-06F8-2371-1053-3F846E93A806}"/>
              </a:ext>
            </a:extLst>
          </p:cNvPr>
          <p:cNvPicPr>
            <a:picLocks noChangeAspect="1"/>
          </p:cNvPicPr>
          <p:nvPr/>
        </p:nvPicPr>
        <p:blipFill>
          <a:blip r:embed="rId14"/>
          <a:stretch>
            <a:fillRect/>
          </a:stretch>
        </p:blipFill>
        <p:spPr>
          <a:xfrm>
            <a:off x="1784247" y="3501830"/>
            <a:ext cx="204607" cy="54091"/>
          </a:xfrm>
          <a:prstGeom prst="rect">
            <a:avLst/>
          </a:prstGeom>
        </p:spPr>
      </p:pic>
      <p:sp>
        <p:nvSpPr>
          <p:cNvPr id="11" name="b | panel background">
            <a:extLst>
              <a:ext uri="{FF2B5EF4-FFF2-40B4-BE49-F238E27FC236}">
                <a16:creationId xmlns:a16="http://schemas.microsoft.com/office/drawing/2014/main" id="{63652DC2-DFDF-C7C4-E3FC-BD3505BCF20E}"/>
              </a:ext>
            </a:extLst>
          </p:cNvPr>
          <p:cNvSpPr>
            <a:spLocks noGrp="1"/>
          </p:cNvSpPr>
          <p:nvPr/>
        </p:nvSpPr>
        <p:spPr>
          <a:xfrm>
            <a:off x="2111300" y="56569"/>
            <a:ext cx="2963267" cy="1599224"/>
          </a:xfrm>
          <a:prstGeom prst="roundRect">
            <a:avLst>
              <a:gd name="adj" fmla="val 1737"/>
            </a:avLst>
          </a:prstGeom>
          <a:solidFill>
            <a:srgbClr val="F4F8FC"/>
          </a:solidFill>
          <a:ln w="5174">
            <a:solidFill>
              <a:srgbClr val="BCD3E4"/>
            </a:solidFill>
            <a:prstDash val="solid"/>
          </a:ln>
        </p:spPr>
        <p:txBody>
          <a:bodyPr/>
          <a:lstStyle/>
          <a:p>
            <a:endParaRPr lang="zh-CN" altLang="en-US" sz="1289" dirty="0"/>
          </a:p>
        </p:txBody>
      </p:sp>
      <p:pic>
        <p:nvPicPr>
          <p:cNvPr id="13" name="图片 12">
            <a:extLst>
              <a:ext uri="{FF2B5EF4-FFF2-40B4-BE49-F238E27FC236}">
                <a16:creationId xmlns:a16="http://schemas.microsoft.com/office/drawing/2014/main" id="{C350396D-9628-A545-9D22-40E78F8BD069}"/>
              </a:ext>
            </a:extLst>
          </p:cNvPr>
          <p:cNvPicPr>
            <a:picLocks noChangeAspect="1"/>
          </p:cNvPicPr>
          <p:nvPr/>
        </p:nvPicPr>
        <p:blipFill>
          <a:blip r:embed="rId15"/>
          <a:stretch/>
        </p:blipFill>
        <p:spPr>
          <a:xfrm>
            <a:off x="2923374" y="526649"/>
            <a:ext cx="1398292" cy="274055"/>
          </a:xfrm>
          <a:prstGeom prst="rect">
            <a:avLst/>
          </a:prstGeom>
        </p:spPr>
      </p:pic>
      <p:sp>
        <p:nvSpPr>
          <p:cNvPr id="14" name="b | panel label">
            <a:extLst>
              <a:ext uri="{FF2B5EF4-FFF2-40B4-BE49-F238E27FC236}">
                <a16:creationId xmlns:a16="http://schemas.microsoft.com/office/drawing/2014/main" id="{55167D25-B68A-0B0C-D251-36D35F6D50FA}"/>
              </a:ext>
            </a:extLst>
          </p:cNvPr>
          <p:cNvSpPr>
            <a:spLocks noGrp="1"/>
          </p:cNvSpPr>
          <p:nvPr/>
        </p:nvSpPr>
        <p:spPr>
          <a:xfrm>
            <a:off x="2151536" y="66886"/>
            <a:ext cx="88898" cy="111119"/>
          </a:xfrm>
          <a:prstGeom prst="rect">
            <a:avLst/>
          </a:prstGeom>
          <a:noFill/>
          <a:ln w="0">
            <a:noFill/>
          </a:ln>
        </p:spPr>
        <p:txBody>
          <a:bodyPr wrap="none" lIns="0" tIns="0" rIns="0" bIns="0" anchor="ctr">
            <a:noAutofit/>
          </a:bodyPr>
          <a:lstStyle/>
          <a:p>
            <a:pPr algn="l">
              <a:defRPr sz="978" b="1">
                <a:solidFill>
                  <a:srgbClr val="193044"/>
                </a:solidFill>
                <a:latin typeface="Arial"/>
                <a:ea typeface="Arial"/>
                <a:cs typeface="Arial"/>
              </a:defRPr>
            </a:pPr>
            <a:r>
              <a:rPr sz="700" b="1" dirty="0">
                <a:solidFill>
                  <a:srgbClr val="193044"/>
                </a:solidFill>
                <a:latin typeface="Arial"/>
                <a:ea typeface="Arial"/>
                <a:cs typeface="Arial"/>
              </a:rPr>
              <a:t>b</a:t>
            </a:r>
          </a:p>
        </p:txBody>
      </p:sp>
      <p:sp>
        <p:nvSpPr>
          <p:cNvPr id="15" name="b | title">
            <a:extLst>
              <a:ext uri="{FF2B5EF4-FFF2-40B4-BE49-F238E27FC236}">
                <a16:creationId xmlns:a16="http://schemas.microsoft.com/office/drawing/2014/main" id="{B8635C49-0A8B-275A-9EE8-3D2AD298DD67}"/>
              </a:ext>
            </a:extLst>
          </p:cNvPr>
          <p:cNvSpPr>
            <a:spLocks noGrp="1"/>
          </p:cNvSpPr>
          <p:nvPr/>
        </p:nvSpPr>
        <p:spPr>
          <a:xfrm>
            <a:off x="2257102" y="68905"/>
            <a:ext cx="2148369" cy="101859"/>
          </a:xfrm>
          <a:prstGeom prst="rect">
            <a:avLst/>
          </a:prstGeom>
          <a:noFill/>
          <a:ln w="0">
            <a:noFill/>
          </a:ln>
        </p:spPr>
        <p:txBody>
          <a:bodyPr wrap="none" lIns="0" tIns="0" rIns="0" bIns="0" anchor="ctr">
            <a:noAutofit/>
          </a:bodyPr>
          <a:lstStyle/>
          <a:p>
            <a:pPr algn="l">
              <a:defRPr sz="876" b="1">
                <a:solidFill>
                  <a:srgbClr val="193044"/>
                </a:solidFill>
                <a:latin typeface="Arial"/>
                <a:ea typeface="Arial"/>
                <a:cs typeface="Arial"/>
              </a:defRPr>
            </a:pPr>
            <a:r>
              <a:rPr sz="627" b="1" dirty="0">
                <a:solidFill>
                  <a:srgbClr val="193044"/>
                </a:solidFill>
                <a:latin typeface="Arial"/>
                <a:ea typeface="Arial"/>
                <a:cs typeface="Arial"/>
              </a:rPr>
              <a:t>Find: locate ligand area</a:t>
            </a:r>
          </a:p>
        </p:txBody>
      </p:sp>
      <p:sp>
        <p:nvSpPr>
          <p:cNvPr id="16" name="b | density input frame">
            <a:extLst>
              <a:ext uri="{FF2B5EF4-FFF2-40B4-BE49-F238E27FC236}">
                <a16:creationId xmlns:a16="http://schemas.microsoft.com/office/drawing/2014/main" id="{4324046D-EB46-4FA4-9D1A-803909326E49}"/>
              </a:ext>
            </a:extLst>
          </p:cNvPr>
          <p:cNvSpPr>
            <a:spLocks noGrp="1"/>
          </p:cNvSpPr>
          <p:nvPr/>
        </p:nvSpPr>
        <p:spPr>
          <a:xfrm>
            <a:off x="2155240" y="306126"/>
            <a:ext cx="416709" cy="453735"/>
          </a:xfrm>
          <a:prstGeom prst="roundRect">
            <a:avLst>
              <a:gd name="adj" fmla="val 3556"/>
            </a:avLst>
          </a:prstGeom>
          <a:noFill/>
          <a:ln w="4010">
            <a:solidFill>
              <a:srgbClr val="B9D1E7"/>
            </a:solidFill>
            <a:prstDash val="solid"/>
          </a:ln>
        </p:spPr>
      </p:sp>
      <p:sp>
        <p:nvSpPr>
          <p:cNvPr id="17" name="b | receptor input frame">
            <a:extLst>
              <a:ext uri="{FF2B5EF4-FFF2-40B4-BE49-F238E27FC236}">
                <a16:creationId xmlns:a16="http://schemas.microsoft.com/office/drawing/2014/main" id="{5BD27C36-467B-5835-3A03-D4E9053248FE}"/>
              </a:ext>
            </a:extLst>
          </p:cNvPr>
          <p:cNvSpPr>
            <a:spLocks noGrp="1"/>
          </p:cNvSpPr>
          <p:nvPr/>
        </p:nvSpPr>
        <p:spPr>
          <a:xfrm>
            <a:off x="2155240" y="846648"/>
            <a:ext cx="416709" cy="329652"/>
          </a:xfrm>
          <a:prstGeom prst="roundRect">
            <a:avLst>
              <a:gd name="adj" fmla="val 4494"/>
            </a:avLst>
          </a:prstGeom>
          <a:noFill/>
          <a:ln w="4010">
            <a:solidFill>
              <a:srgbClr val="C8BEDB"/>
            </a:solidFill>
            <a:prstDash val="solid"/>
          </a:ln>
        </p:spPr>
      </p:sp>
      <p:sp>
        <p:nvSpPr>
          <p:cNvPr id="18" name="b | pseudo input frame">
            <a:extLst>
              <a:ext uri="{FF2B5EF4-FFF2-40B4-BE49-F238E27FC236}">
                <a16:creationId xmlns:a16="http://schemas.microsoft.com/office/drawing/2014/main" id="{32A492EC-8BDC-5FB5-9B56-8ACAB5955E34}"/>
              </a:ext>
            </a:extLst>
          </p:cNvPr>
          <p:cNvSpPr>
            <a:spLocks noGrp="1"/>
          </p:cNvSpPr>
          <p:nvPr/>
        </p:nvSpPr>
        <p:spPr>
          <a:xfrm>
            <a:off x="2155240" y="1265439"/>
            <a:ext cx="416709" cy="238906"/>
          </a:xfrm>
          <a:prstGeom prst="roundRect">
            <a:avLst>
              <a:gd name="adj" fmla="val 6202"/>
            </a:avLst>
          </a:prstGeom>
          <a:noFill/>
          <a:ln w="4010">
            <a:solidFill>
              <a:srgbClr val="DEC6A0"/>
            </a:solidFill>
            <a:prstDash val="solid"/>
          </a:ln>
        </p:spPr>
      </p:sp>
      <p:sp>
        <p:nvSpPr>
          <p:cNvPr id="19" name="b | ligand probability frame">
            <a:extLst>
              <a:ext uri="{FF2B5EF4-FFF2-40B4-BE49-F238E27FC236}">
                <a16:creationId xmlns:a16="http://schemas.microsoft.com/office/drawing/2014/main" id="{DAE1A77F-2B3A-7436-0A06-005C86FEA4BA}"/>
              </a:ext>
            </a:extLst>
          </p:cNvPr>
          <p:cNvSpPr>
            <a:spLocks noGrp="1"/>
          </p:cNvSpPr>
          <p:nvPr/>
        </p:nvSpPr>
        <p:spPr>
          <a:xfrm>
            <a:off x="4423992" y="302422"/>
            <a:ext cx="601914" cy="459291"/>
          </a:xfrm>
          <a:prstGeom prst="roundRect">
            <a:avLst>
              <a:gd name="adj" fmla="val 3226"/>
            </a:avLst>
          </a:prstGeom>
          <a:noFill/>
          <a:ln w="4398">
            <a:solidFill>
              <a:srgbClr val="AFC9DF"/>
            </a:solidFill>
            <a:prstDash val="solid"/>
          </a:ln>
        </p:spPr>
      </p:sp>
      <p:sp>
        <p:nvSpPr>
          <p:cNvPr id="20" name="b | cues frame">
            <a:extLst>
              <a:ext uri="{FF2B5EF4-FFF2-40B4-BE49-F238E27FC236}">
                <a16:creationId xmlns:a16="http://schemas.microsoft.com/office/drawing/2014/main" id="{68ED1590-0ADF-786F-5270-C62CA8C03359}"/>
              </a:ext>
            </a:extLst>
          </p:cNvPr>
          <p:cNvSpPr>
            <a:spLocks noGrp="1"/>
          </p:cNvSpPr>
          <p:nvPr/>
        </p:nvSpPr>
        <p:spPr>
          <a:xfrm>
            <a:off x="4423992" y="802457"/>
            <a:ext cx="601914" cy="303725"/>
          </a:xfrm>
          <a:prstGeom prst="roundRect">
            <a:avLst>
              <a:gd name="adj" fmla="val 4878"/>
            </a:avLst>
          </a:prstGeom>
          <a:noFill/>
          <a:ln w="4139">
            <a:solidFill>
              <a:srgbClr val="AFC9DF"/>
            </a:solidFill>
            <a:prstDash val="dash"/>
          </a:ln>
        </p:spPr>
      </p:sp>
      <p:sp>
        <p:nvSpPr>
          <p:cNvPr id="21" name="b | atom probability frame">
            <a:extLst>
              <a:ext uri="{FF2B5EF4-FFF2-40B4-BE49-F238E27FC236}">
                <a16:creationId xmlns:a16="http://schemas.microsoft.com/office/drawing/2014/main" id="{C168D797-7B08-030E-C7FE-B5B994B3B5EE}"/>
              </a:ext>
            </a:extLst>
          </p:cNvPr>
          <p:cNvSpPr>
            <a:spLocks noGrp="1"/>
          </p:cNvSpPr>
          <p:nvPr/>
        </p:nvSpPr>
        <p:spPr>
          <a:xfrm>
            <a:off x="4423992" y="1146925"/>
            <a:ext cx="601914" cy="412992"/>
          </a:xfrm>
          <a:prstGeom prst="roundRect">
            <a:avLst>
              <a:gd name="adj" fmla="val 3587"/>
            </a:avLst>
          </a:prstGeom>
          <a:noFill/>
          <a:ln w="4398">
            <a:solidFill>
              <a:srgbClr val="C2B8D4"/>
            </a:solidFill>
            <a:prstDash val="solid"/>
          </a:ln>
        </p:spPr>
      </p:sp>
      <p:sp>
        <p:nvSpPr>
          <p:cNvPr id="22" name="b | point pathway frame">
            <a:extLst>
              <a:ext uri="{FF2B5EF4-FFF2-40B4-BE49-F238E27FC236}">
                <a16:creationId xmlns:a16="http://schemas.microsoft.com/office/drawing/2014/main" id="{FE278B60-F23F-E446-3532-C0F343167F53}"/>
              </a:ext>
            </a:extLst>
          </p:cNvPr>
          <p:cNvSpPr>
            <a:spLocks noGrp="1"/>
          </p:cNvSpPr>
          <p:nvPr/>
        </p:nvSpPr>
        <p:spPr>
          <a:xfrm>
            <a:off x="2896056" y="1112667"/>
            <a:ext cx="1474225" cy="465769"/>
          </a:xfrm>
          <a:prstGeom prst="roundRect">
            <a:avLst>
              <a:gd name="adj" fmla="val 4202"/>
            </a:avLst>
          </a:prstGeom>
          <a:solidFill>
            <a:srgbClr val="F7F6FC"/>
          </a:solidFill>
          <a:ln w="4398">
            <a:solidFill>
              <a:srgbClr val="C6BCDA"/>
            </a:solidFill>
            <a:prstDash val="solid"/>
          </a:ln>
        </p:spPr>
      </p:sp>
      <p:sp>
        <p:nvSpPr>
          <p:cNvPr id="23" name="Density bank">
            <a:extLst>
              <a:ext uri="{FF2B5EF4-FFF2-40B4-BE49-F238E27FC236}">
                <a16:creationId xmlns:a16="http://schemas.microsoft.com/office/drawing/2014/main" id="{E4B6DA09-3DE5-C690-7244-5ED20F947743}"/>
              </a:ext>
            </a:extLst>
          </p:cNvPr>
          <p:cNvSpPr>
            <a:spLocks noGrp="1"/>
          </p:cNvSpPr>
          <p:nvPr/>
        </p:nvSpPr>
        <p:spPr>
          <a:xfrm>
            <a:off x="2181169" y="320942"/>
            <a:ext cx="368557" cy="74079"/>
          </a:xfrm>
          <a:prstGeom prst="rect">
            <a:avLst/>
          </a:prstGeom>
          <a:noFill/>
          <a:ln w="0">
            <a:noFill/>
          </a:ln>
        </p:spPr>
        <p:txBody>
          <a:bodyPr wrap="none" lIns="0" tIns="0" rIns="0" bIns="0" anchor="ctr">
            <a:noAutofit/>
          </a:bodyPr>
          <a:lstStyle/>
          <a:p>
            <a:pPr algn="ctr">
              <a:defRPr sz="611" b="1">
                <a:solidFill>
                  <a:srgbClr val="193044"/>
                </a:solidFill>
                <a:latin typeface="Arial"/>
                <a:ea typeface="Arial"/>
                <a:cs typeface="Arial"/>
              </a:defRPr>
            </a:pPr>
            <a:r>
              <a:rPr sz="437" b="1">
                <a:solidFill>
                  <a:srgbClr val="193044"/>
                </a:solidFill>
                <a:latin typeface="Arial"/>
                <a:ea typeface="Arial"/>
                <a:cs typeface="Arial"/>
              </a:rPr>
              <a:t>Density bank</a:t>
            </a:r>
          </a:p>
        </p:txBody>
      </p:sp>
      <p:pic>
        <p:nvPicPr>
          <p:cNvPr id="24" name="图片 23">
            <a:extLst>
              <a:ext uri="{FF2B5EF4-FFF2-40B4-BE49-F238E27FC236}">
                <a16:creationId xmlns:a16="http://schemas.microsoft.com/office/drawing/2014/main" id="{1A6A62F5-4E26-A0BA-410C-C78A5E7DCD14}"/>
              </a:ext>
            </a:extLst>
          </p:cNvPr>
          <p:cNvPicPr>
            <a:picLocks noChangeAspect="1"/>
          </p:cNvPicPr>
          <p:nvPr/>
        </p:nvPicPr>
        <p:blipFill>
          <a:blip r:embed="rId9"/>
          <a:stretch/>
        </p:blipFill>
        <p:spPr>
          <a:xfrm>
            <a:off x="2205245" y="415761"/>
            <a:ext cx="316699" cy="306693"/>
          </a:xfrm>
          <a:prstGeom prst="rect">
            <a:avLst/>
          </a:prstGeom>
        </p:spPr>
      </p:pic>
      <p:sp>
        <p:nvSpPr>
          <p:cNvPr id="25" name="Receptor atoms">
            <a:extLst>
              <a:ext uri="{FF2B5EF4-FFF2-40B4-BE49-F238E27FC236}">
                <a16:creationId xmlns:a16="http://schemas.microsoft.com/office/drawing/2014/main" id="{DED88FBE-0938-A657-1BF4-CA53865E499F}"/>
              </a:ext>
            </a:extLst>
          </p:cNvPr>
          <p:cNvSpPr>
            <a:spLocks noGrp="1"/>
          </p:cNvSpPr>
          <p:nvPr/>
        </p:nvSpPr>
        <p:spPr>
          <a:xfrm>
            <a:off x="2177465" y="863315"/>
            <a:ext cx="372260" cy="66672"/>
          </a:xfrm>
          <a:prstGeom prst="rect">
            <a:avLst/>
          </a:prstGeom>
          <a:noFill/>
          <a:ln w="0">
            <a:noFill/>
          </a:ln>
        </p:spPr>
        <p:txBody>
          <a:bodyPr wrap="none" lIns="0" tIns="0" rIns="0" bIns="0" anchor="ctr">
            <a:noAutofit/>
          </a:bodyPr>
          <a:lstStyle/>
          <a:p>
            <a:pPr algn="ctr">
              <a:defRPr sz="591" b="1">
                <a:solidFill>
                  <a:srgbClr val="193044"/>
                </a:solidFill>
                <a:latin typeface="Arial"/>
                <a:ea typeface="Arial"/>
                <a:cs typeface="Arial"/>
              </a:defRPr>
            </a:pPr>
            <a:r>
              <a:rPr sz="423" b="1">
                <a:solidFill>
                  <a:srgbClr val="193044"/>
                </a:solidFill>
                <a:latin typeface="Arial"/>
                <a:ea typeface="Arial"/>
                <a:cs typeface="Arial"/>
              </a:rPr>
              <a:t>Receptor atoms</a:t>
            </a:r>
          </a:p>
        </p:txBody>
      </p:sp>
      <p:pic>
        <p:nvPicPr>
          <p:cNvPr id="26" name="图片 25">
            <a:extLst>
              <a:ext uri="{FF2B5EF4-FFF2-40B4-BE49-F238E27FC236}">
                <a16:creationId xmlns:a16="http://schemas.microsoft.com/office/drawing/2014/main" id="{5C3D64FE-38CB-6F1B-441C-240D8CD788F6}"/>
              </a:ext>
            </a:extLst>
          </p:cNvPr>
          <p:cNvPicPr>
            <a:picLocks noChangeAspect="1"/>
          </p:cNvPicPr>
          <p:nvPr/>
        </p:nvPicPr>
        <p:blipFill>
          <a:blip r:embed="rId16"/>
          <a:stretch/>
        </p:blipFill>
        <p:spPr>
          <a:xfrm>
            <a:off x="2210184" y="939246"/>
            <a:ext cx="308673" cy="185198"/>
          </a:xfrm>
          <a:prstGeom prst="rect">
            <a:avLst/>
          </a:prstGeom>
        </p:spPr>
      </p:pic>
      <p:sp>
        <p:nvSpPr>
          <p:cNvPr id="27" name="Atom encoding">
            <a:extLst>
              <a:ext uri="{FF2B5EF4-FFF2-40B4-BE49-F238E27FC236}">
                <a16:creationId xmlns:a16="http://schemas.microsoft.com/office/drawing/2014/main" id="{4BF6501D-7A58-6012-CB0B-2DE2647E0D93}"/>
              </a:ext>
            </a:extLst>
          </p:cNvPr>
          <p:cNvSpPr>
            <a:spLocks noGrp="1"/>
          </p:cNvSpPr>
          <p:nvPr/>
        </p:nvSpPr>
        <p:spPr>
          <a:xfrm>
            <a:off x="2590594" y="931433"/>
            <a:ext cx="250026" cy="124083"/>
          </a:xfrm>
          <a:prstGeom prst="rect">
            <a:avLst/>
          </a:prstGeom>
          <a:noFill/>
          <a:ln w="0">
            <a:noFill/>
          </a:ln>
        </p:spPr>
        <p:txBody>
          <a:bodyPr wrap="none" lIns="0" tIns="0" rIns="0" bIns="0" anchor="ctr">
            <a:noAutofit/>
          </a:bodyPr>
          <a:lstStyle/>
          <a:p>
            <a:pPr algn="ctr">
              <a:defRPr sz="550" b="0">
                <a:solidFill>
                  <a:srgbClr val="776399"/>
                </a:solidFill>
                <a:latin typeface="Arial"/>
                <a:ea typeface="Arial"/>
                <a:cs typeface="Arial"/>
              </a:defRPr>
            </a:pPr>
            <a:r>
              <a:rPr sz="394" dirty="0">
                <a:solidFill>
                  <a:srgbClr val="776399"/>
                </a:solidFill>
                <a:latin typeface="Arial"/>
                <a:ea typeface="Arial"/>
                <a:cs typeface="Arial"/>
              </a:rPr>
              <a:t>Atom</a:t>
            </a:r>
          </a:p>
          <a:p>
            <a:pPr algn="ctr">
              <a:defRPr sz="550" b="0">
                <a:solidFill>
                  <a:srgbClr val="776399"/>
                </a:solidFill>
                <a:latin typeface="Arial"/>
                <a:ea typeface="Arial"/>
                <a:cs typeface="Arial"/>
              </a:defRPr>
            </a:pPr>
            <a:r>
              <a:rPr sz="394" dirty="0">
                <a:solidFill>
                  <a:srgbClr val="776399"/>
                </a:solidFill>
                <a:latin typeface="Arial"/>
                <a:ea typeface="Arial"/>
                <a:cs typeface="Arial"/>
              </a:rPr>
              <a:t>encoding</a:t>
            </a:r>
          </a:p>
        </p:txBody>
      </p:sp>
      <p:sp>
        <p:nvSpPr>
          <p:cNvPr id="28" name="Pseudo atoms">
            <a:extLst>
              <a:ext uri="{FF2B5EF4-FFF2-40B4-BE49-F238E27FC236}">
                <a16:creationId xmlns:a16="http://schemas.microsoft.com/office/drawing/2014/main" id="{F8F7791A-26CA-D022-D454-A18C19CE5E28}"/>
              </a:ext>
            </a:extLst>
          </p:cNvPr>
          <p:cNvSpPr>
            <a:spLocks noGrp="1"/>
          </p:cNvSpPr>
          <p:nvPr/>
        </p:nvSpPr>
        <p:spPr>
          <a:xfrm>
            <a:off x="2173761" y="1283959"/>
            <a:ext cx="379668" cy="70375"/>
          </a:xfrm>
          <a:prstGeom prst="rect">
            <a:avLst/>
          </a:prstGeom>
          <a:noFill/>
          <a:ln w="0">
            <a:noFill/>
          </a:ln>
        </p:spPr>
        <p:txBody>
          <a:bodyPr wrap="none" lIns="0" tIns="0" rIns="0" bIns="0" anchor="ctr">
            <a:noAutofit/>
          </a:bodyPr>
          <a:lstStyle/>
          <a:p>
            <a:pPr algn="ctr">
              <a:defRPr sz="591" b="1">
                <a:solidFill>
                  <a:srgbClr val="193044"/>
                </a:solidFill>
                <a:latin typeface="Arial"/>
                <a:ea typeface="Arial"/>
                <a:cs typeface="Arial"/>
              </a:defRPr>
            </a:pPr>
            <a:r>
              <a:rPr sz="423" b="1" dirty="0">
                <a:solidFill>
                  <a:srgbClr val="193044"/>
                </a:solidFill>
                <a:latin typeface="Arial"/>
                <a:ea typeface="Arial"/>
                <a:cs typeface="Arial"/>
              </a:rPr>
              <a:t>Pseudo atoms</a:t>
            </a:r>
          </a:p>
        </p:txBody>
      </p:sp>
      <p:sp>
        <p:nvSpPr>
          <p:cNvPr id="29" name="3D voxel U-Net">
            <a:extLst>
              <a:ext uri="{FF2B5EF4-FFF2-40B4-BE49-F238E27FC236}">
                <a16:creationId xmlns:a16="http://schemas.microsoft.com/office/drawing/2014/main" id="{FC4B1FE9-3334-64FC-66CC-3D5DB1D9954B}"/>
              </a:ext>
            </a:extLst>
          </p:cNvPr>
          <p:cNvSpPr>
            <a:spLocks noGrp="1"/>
          </p:cNvSpPr>
          <p:nvPr/>
        </p:nvSpPr>
        <p:spPr>
          <a:xfrm>
            <a:off x="3120154" y="250567"/>
            <a:ext cx="1009363" cy="81487"/>
          </a:xfrm>
          <a:prstGeom prst="rect">
            <a:avLst/>
          </a:prstGeom>
          <a:noFill/>
          <a:ln w="0">
            <a:noFill/>
          </a:ln>
        </p:spPr>
        <p:txBody>
          <a:bodyPr wrap="none" lIns="0" tIns="0" rIns="0" bIns="0" anchor="ctr">
            <a:noAutofit/>
          </a:bodyPr>
          <a:lstStyle/>
          <a:p>
            <a:pPr algn="ctr">
              <a:defRPr sz="713" b="1">
                <a:solidFill>
                  <a:srgbClr val="193044"/>
                </a:solidFill>
                <a:latin typeface="Arial"/>
                <a:ea typeface="Arial"/>
                <a:cs typeface="Arial"/>
              </a:defRPr>
            </a:pPr>
            <a:r>
              <a:rPr sz="510" b="1">
                <a:solidFill>
                  <a:srgbClr val="193044"/>
                </a:solidFill>
                <a:latin typeface="Arial"/>
                <a:ea typeface="Arial"/>
                <a:cs typeface="Arial"/>
              </a:rPr>
              <a:t>3D voxel U-Net</a:t>
            </a:r>
          </a:p>
        </p:txBody>
      </p:sp>
      <p:sp>
        <p:nvSpPr>
          <p:cNvPr id="30" name="Density bank to voxel input">
            <a:extLst>
              <a:ext uri="{FF2B5EF4-FFF2-40B4-BE49-F238E27FC236}">
                <a16:creationId xmlns:a16="http://schemas.microsoft.com/office/drawing/2014/main" id="{C533CFF8-392B-2BD1-9609-6296EA24B63B}"/>
              </a:ext>
            </a:extLst>
          </p:cNvPr>
          <p:cNvSpPr>
            <a:spLocks noGrp="1"/>
          </p:cNvSpPr>
          <p:nvPr/>
        </p:nvSpPr>
        <p:spPr>
          <a:xfrm>
            <a:off x="2571949" y="657267"/>
            <a:ext cx="346332" cy="92"/>
          </a:xfrm>
          <a:custGeom>
            <a:avLst/>
            <a:gdLst/>
            <a:ahLst/>
            <a:cxnLst/>
            <a:rect l="0" t="0" r="0" b="0"/>
            <a:pathLst>
              <a:path w="1781175" h="476">
                <a:moveTo>
                  <a:pt x="0" y="0"/>
                </a:moveTo>
                <a:lnTo>
                  <a:pt x="1781175" y="0"/>
                </a:lnTo>
              </a:path>
            </a:pathLst>
          </a:custGeom>
          <a:noFill/>
          <a:ln w="7243">
            <a:solidFill>
              <a:srgbClr val="388BBE"/>
            </a:solidFill>
            <a:prstDash val="solid"/>
          </a:ln>
        </p:spPr>
      </p:sp>
      <p:sp>
        <p:nvSpPr>
          <p:cNvPr id="31" name="Density bank to voxel input | arrowhead">
            <a:extLst>
              <a:ext uri="{FF2B5EF4-FFF2-40B4-BE49-F238E27FC236}">
                <a16:creationId xmlns:a16="http://schemas.microsoft.com/office/drawing/2014/main" id="{750F7CBA-2A28-8428-0A59-93B7EBB55B3D}"/>
              </a:ext>
            </a:extLst>
          </p:cNvPr>
          <p:cNvSpPr>
            <a:spLocks noGrp="1"/>
          </p:cNvSpPr>
          <p:nvPr/>
        </p:nvSpPr>
        <p:spPr>
          <a:xfrm>
            <a:off x="2904285" y="649089"/>
            <a:ext cx="19447" cy="17113"/>
          </a:xfrm>
          <a:custGeom>
            <a:avLst/>
            <a:gdLst/>
            <a:ahLst/>
            <a:cxnLst/>
            <a:rect l="0" t="0" r="0" b="0"/>
            <a:pathLst>
              <a:path w="100013" h="88011">
                <a:moveTo>
                  <a:pt x="100013" y="44006"/>
                </a:moveTo>
                <a:lnTo>
                  <a:pt x="0" y="0"/>
                </a:lnTo>
                <a:lnTo>
                  <a:pt x="0" y="88011"/>
                </a:lnTo>
                <a:close/>
              </a:path>
            </a:pathLst>
          </a:custGeom>
          <a:solidFill>
            <a:srgbClr val="388BBE"/>
          </a:solidFill>
          <a:ln w="0">
            <a:noFill/>
          </a:ln>
        </p:spPr>
      </p:sp>
      <p:sp>
        <p:nvSpPr>
          <p:cNvPr id="32" name="Atom encoding shared trunk">
            <a:extLst>
              <a:ext uri="{FF2B5EF4-FFF2-40B4-BE49-F238E27FC236}">
                <a16:creationId xmlns:a16="http://schemas.microsoft.com/office/drawing/2014/main" id="{69C960E6-4891-F11B-7164-988A5DC52A16}"/>
              </a:ext>
            </a:extLst>
          </p:cNvPr>
          <p:cNvSpPr>
            <a:spLocks noGrp="1"/>
          </p:cNvSpPr>
          <p:nvPr/>
        </p:nvSpPr>
        <p:spPr>
          <a:xfrm>
            <a:off x="2571949" y="995552"/>
            <a:ext cx="272250" cy="92"/>
          </a:xfrm>
          <a:custGeom>
            <a:avLst/>
            <a:gdLst/>
            <a:ahLst/>
            <a:cxnLst/>
            <a:rect l="0" t="0" r="0" b="0"/>
            <a:pathLst>
              <a:path w="1400175" h="476">
                <a:moveTo>
                  <a:pt x="0" y="0"/>
                </a:moveTo>
                <a:lnTo>
                  <a:pt x="1400175" y="0"/>
                </a:lnTo>
              </a:path>
            </a:pathLst>
          </a:custGeom>
          <a:noFill/>
          <a:ln w="6467">
            <a:solidFill>
              <a:srgbClr val="8C77B3"/>
            </a:solidFill>
            <a:prstDash val="solid"/>
          </a:ln>
        </p:spPr>
      </p:sp>
      <p:sp>
        <p:nvSpPr>
          <p:cNvPr id="33" name="Atom encoding to voxel input">
            <a:extLst>
              <a:ext uri="{FF2B5EF4-FFF2-40B4-BE49-F238E27FC236}">
                <a16:creationId xmlns:a16="http://schemas.microsoft.com/office/drawing/2014/main" id="{5DC4FED0-4C9A-C5B5-A005-F6EADEB11236}"/>
              </a:ext>
            </a:extLst>
          </p:cNvPr>
          <p:cNvSpPr>
            <a:spLocks noGrp="1"/>
          </p:cNvSpPr>
          <p:nvPr/>
        </p:nvSpPr>
        <p:spPr>
          <a:xfrm>
            <a:off x="2844200" y="699014"/>
            <a:ext cx="74081" cy="370396"/>
          </a:xfrm>
          <a:custGeom>
            <a:avLst/>
            <a:gdLst/>
            <a:ahLst/>
            <a:cxnLst/>
            <a:rect l="0" t="0" r="0" b="0"/>
            <a:pathLst>
              <a:path w="381000" h="1905000">
                <a:moveTo>
                  <a:pt x="0" y="1905000"/>
                </a:moveTo>
                <a:lnTo>
                  <a:pt x="0" y="0"/>
                </a:lnTo>
                <a:lnTo>
                  <a:pt x="381000" y="0"/>
                </a:lnTo>
              </a:path>
            </a:pathLst>
          </a:custGeom>
          <a:noFill/>
          <a:ln w="6467">
            <a:solidFill>
              <a:srgbClr val="8C77B3"/>
            </a:solidFill>
            <a:prstDash val="solid"/>
          </a:ln>
        </p:spPr>
      </p:sp>
      <p:sp>
        <p:nvSpPr>
          <p:cNvPr id="34" name="Atom encoding to voxel input | arrowhead">
            <a:extLst>
              <a:ext uri="{FF2B5EF4-FFF2-40B4-BE49-F238E27FC236}">
                <a16:creationId xmlns:a16="http://schemas.microsoft.com/office/drawing/2014/main" id="{7326D5D5-A341-6F01-6569-F1265C650A1A}"/>
              </a:ext>
            </a:extLst>
          </p:cNvPr>
          <p:cNvSpPr>
            <a:spLocks noGrp="1"/>
          </p:cNvSpPr>
          <p:nvPr/>
        </p:nvSpPr>
        <p:spPr>
          <a:xfrm>
            <a:off x="2902011" y="69045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35" name="Atom encoding to point input">
            <a:extLst>
              <a:ext uri="{FF2B5EF4-FFF2-40B4-BE49-F238E27FC236}">
                <a16:creationId xmlns:a16="http://schemas.microsoft.com/office/drawing/2014/main" id="{525C6A55-000E-7D43-B0A9-2C2D9FF0FB12}"/>
              </a:ext>
            </a:extLst>
          </p:cNvPr>
          <p:cNvSpPr>
            <a:spLocks noGrp="1"/>
          </p:cNvSpPr>
          <p:nvPr/>
        </p:nvSpPr>
        <p:spPr>
          <a:xfrm>
            <a:off x="2844199" y="1046120"/>
            <a:ext cx="66674" cy="200014"/>
          </a:xfrm>
          <a:custGeom>
            <a:avLst/>
            <a:gdLst/>
            <a:ahLst/>
            <a:cxnLst/>
            <a:rect l="0" t="0" r="0" b="0"/>
            <a:pathLst>
              <a:path w="342900" h="1028700">
                <a:moveTo>
                  <a:pt x="0" y="0"/>
                </a:moveTo>
                <a:lnTo>
                  <a:pt x="0" y="1028700"/>
                </a:lnTo>
                <a:lnTo>
                  <a:pt x="342900" y="1028700"/>
                </a:lnTo>
              </a:path>
            </a:pathLst>
          </a:custGeom>
          <a:noFill/>
          <a:ln w="6467">
            <a:solidFill>
              <a:srgbClr val="8C77B3"/>
            </a:solidFill>
            <a:prstDash val="solid"/>
          </a:ln>
        </p:spPr>
      </p:sp>
      <p:sp>
        <p:nvSpPr>
          <p:cNvPr id="37" name="Pseudo atoms to point input | arrowhead">
            <a:extLst>
              <a:ext uri="{FF2B5EF4-FFF2-40B4-BE49-F238E27FC236}">
                <a16:creationId xmlns:a16="http://schemas.microsoft.com/office/drawing/2014/main" id="{41DBA2DB-D166-7FB6-8198-3F518C53AF33}"/>
              </a:ext>
            </a:extLst>
          </p:cNvPr>
          <p:cNvSpPr>
            <a:spLocks noGrp="1"/>
          </p:cNvSpPr>
          <p:nvPr/>
        </p:nvSpPr>
        <p:spPr>
          <a:xfrm>
            <a:off x="2891427" y="1278320"/>
            <a:ext cx="19447" cy="17113"/>
          </a:xfrm>
          <a:custGeom>
            <a:avLst/>
            <a:gdLst/>
            <a:ahLst/>
            <a:cxnLst/>
            <a:rect l="0" t="0" r="0" b="0"/>
            <a:pathLst>
              <a:path w="100013" h="88011">
                <a:moveTo>
                  <a:pt x="100013" y="44006"/>
                </a:moveTo>
                <a:lnTo>
                  <a:pt x="0" y="0"/>
                </a:lnTo>
                <a:lnTo>
                  <a:pt x="0" y="88011"/>
                </a:lnTo>
                <a:close/>
              </a:path>
            </a:pathLst>
          </a:custGeom>
          <a:solidFill>
            <a:srgbClr val="C78A2B"/>
          </a:solidFill>
          <a:ln w="0">
            <a:noFill/>
          </a:ln>
        </p:spPr>
      </p:sp>
      <p:sp>
        <p:nvSpPr>
          <p:cNvPr id="38" name="U-Net forward">
            <a:extLst>
              <a:ext uri="{FF2B5EF4-FFF2-40B4-BE49-F238E27FC236}">
                <a16:creationId xmlns:a16="http://schemas.microsoft.com/office/drawing/2014/main" id="{BA457EEA-547B-342C-9FB9-86E27CA2BFC9}"/>
              </a:ext>
            </a:extLst>
          </p:cNvPr>
          <p:cNvSpPr>
            <a:spLocks noGrp="1"/>
          </p:cNvSpPr>
          <p:nvPr/>
        </p:nvSpPr>
        <p:spPr>
          <a:xfrm>
            <a:off x="3066445" y="768792"/>
            <a:ext cx="16668" cy="92"/>
          </a:xfrm>
          <a:custGeom>
            <a:avLst/>
            <a:gdLst/>
            <a:ahLst/>
            <a:cxnLst/>
            <a:rect l="0" t="0" r="0" b="0"/>
            <a:pathLst>
              <a:path w="85725" h="476">
                <a:moveTo>
                  <a:pt x="0" y="0"/>
                </a:moveTo>
                <a:lnTo>
                  <a:pt x="85725" y="0"/>
                </a:lnTo>
              </a:path>
            </a:pathLst>
          </a:custGeom>
          <a:noFill/>
          <a:ln w="4656">
            <a:solidFill>
              <a:srgbClr val="6993B4"/>
            </a:solidFill>
            <a:prstDash val="solid"/>
          </a:ln>
        </p:spPr>
      </p:sp>
      <p:sp>
        <p:nvSpPr>
          <p:cNvPr id="39" name="U-Net forward | arrowhead">
            <a:extLst>
              <a:ext uri="{FF2B5EF4-FFF2-40B4-BE49-F238E27FC236}">
                <a16:creationId xmlns:a16="http://schemas.microsoft.com/office/drawing/2014/main" id="{7345CBCA-DCC2-0DA1-FC8B-48A9B18A80A4}"/>
              </a:ext>
            </a:extLst>
          </p:cNvPr>
          <p:cNvSpPr>
            <a:spLocks noGrp="1"/>
          </p:cNvSpPr>
          <p:nvPr/>
        </p:nvSpPr>
        <p:spPr>
          <a:xfrm>
            <a:off x="3072279" y="764025"/>
            <a:ext cx="10835" cy="9534"/>
          </a:xfrm>
          <a:custGeom>
            <a:avLst/>
            <a:gdLst/>
            <a:ahLst/>
            <a:cxnLst/>
            <a:rect l="0" t="0" r="0" b="0"/>
            <a:pathLst>
              <a:path w="55721" h="49035">
                <a:moveTo>
                  <a:pt x="55721" y="24517"/>
                </a:moveTo>
                <a:lnTo>
                  <a:pt x="0" y="0"/>
                </a:lnTo>
                <a:lnTo>
                  <a:pt x="0" y="49035"/>
                </a:lnTo>
                <a:close/>
              </a:path>
            </a:pathLst>
          </a:custGeom>
          <a:solidFill>
            <a:srgbClr val="6993B4"/>
          </a:solidFill>
          <a:ln w="0">
            <a:noFill/>
          </a:ln>
        </p:spPr>
      </p:sp>
      <p:sp>
        <p:nvSpPr>
          <p:cNvPr id="40" name="U-Net forward">
            <a:extLst>
              <a:ext uri="{FF2B5EF4-FFF2-40B4-BE49-F238E27FC236}">
                <a16:creationId xmlns:a16="http://schemas.microsoft.com/office/drawing/2014/main" id="{2A888DDA-02D6-4B18-BDB5-BF0BEC7326CB}"/>
              </a:ext>
            </a:extLst>
          </p:cNvPr>
          <p:cNvSpPr>
            <a:spLocks noGrp="1"/>
          </p:cNvSpPr>
          <p:nvPr/>
        </p:nvSpPr>
        <p:spPr>
          <a:xfrm>
            <a:off x="3184975" y="768792"/>
            <a:ext cx="16668" cy="92"/>
          </a:xfrm>
          <a:custGeom>
            <a:avLst/>
            <a:gdLst/>
            <a:ahLst/>
            <a:cxnLst/>
            <a:rect l="0" t="0" r="0" b="0"/>
            <a:pathLst>
              <a:path w="85725" h="476">
                <a:moveTo>
                  <a:pt x="0" y="0"/>
                </a:moveTo>
                <a:lnTo>
                  <a:pt x="85725" y="0"/>
                </a:lnTo>
              </a:path>
            </a:pathLst>
          </a:custGeom>
          <a:noFill/>
          <a:ln w="4656">
            <a:solidFill>
              <a:srgbClr val="6993B4"/>
            </a:solidFill>
            <a:prstDash val="solid"/>
          </a:ln>
        </p:spPr>
      </p:sp>
      <p:sp>
        <p:nvSpPr>
          <p:cNvPr id="41" name="U-Net forward | arrowhead">
            <a:extLst>
              <a:ext uri="{FF2B5EF4-FFF2-40B4-BE49-F238E27FC236}">
                <a16:creationId xmlns:a16="http://schemas.microsoft.com/office/drawing/2014/main" id="{D808B49E-7B98-DD78-2D4C-6D3188688986}"/>
              </a:ext>
            </a:extLst>
          </p:cNvPr>
          <p:cNvSpPr>
            <a:spLocks noGrp="1"/>
          </p:cNvSpPr>
          <p:nvPr/>
        </p:nvSpPr>
        <p:spPr>
          <a:xfrm>
            <a:off x="3190809" y="764025"/>
            <a:ext cx="10835" cy="9534"/>
          </a:xfrm>
          <a:custGeom>
            <a:avLst/>
            <a:gdLst/>
            <a:ahLst/>
            <a:cxnLst/>
            <a:rect l="0" t="0" r="0" b="0"/>
            <a:pathLst>
              <a:path w="55721" h="49035">
                <a:moveTo>
                  <a:pt x="55721" y="24517"/>
                </a:moveTo>
                <a:lnTo>
                  <a:pt x="0" y="0"/>
                </a:lnTo>
                <a:lnTo>
                  <a:pt x="0" y="49035"/>
                </a:lnTo>
                <a:close/>
              </a:path>
            </a:pathLst>
          </a:custGeom>
          <a:solidFill>
            <a:srgbClr val="6993B4"/>
          </a:solidFill>
          <a:ln w="0">
            <a:noFill/>
          </a:ln>
        </p:spPr>
      </p:sp>
      <p:sp>
        <p:nvSpPr>
          <p:cNvPr id="42" name="U-Net forward">
            <a:extLst>
              <a:ext uri="{FF2B5EF4-FFF2-40B4-BE49-F238E27FC236}">
                <a16:creationId xmlns:a16="http://schemas.microsoft.com/office/drawing/2014/main" id="{F8353448-EE84-B6F7-8C7B-318A46CB26EC}"/>
              </a:ext>
            </a:extLst>
          </p:cNvPr>
          <p:cNvSpPr>
            <a:spLocks noGrp="1"/>
          </p:cNvSpPr>
          <p:nvPr/>
        </p:nvSpPr>
        <p:spPr>
          <a:xfrm>
            <a:off x="3333139" y="768792"/>
            <a:ext cx="12965" cy="92"/>
          </a:xfrm>
          <a:custGeom>
            <a:avLst/>
            <a:gdLst/>
            <a:ahLst/>
            <a:cxnLst/>
            <a:rect l="0" t="0" r="0" b="0"/>
            <a:pathLst>
              <a:path w="66675" h="476">
                <a:moveTo>
                  <a:pt x="0" y="0"/>
                </a:moveTo>
                <a:lnTo>
                  <a:pt x="66675" y="0"/>
                </a:lnTo>
              </a:path>
            </a:pathLst>
          </a:custGeom>
          <a:noFill/>
          <a:ln w="4656">
            <a:solidFill>
              <a:srgbClr val="6993B4"/>
            </a:solidFill>
            <a:prstDash val="solid"/>
          </a:ln>
        </p:spPr>
      </p:sp>
      <p:sp>
        <p:nvSpPr>
          <p:cNvPr id="43" name="U-Net forward | arrowhead">
            <a:extLst>
              <a:ext uri="{FF2B5EF4-FFF2-40B4-BE49-F238E27FC236}">
                <a16:creationId xmlns:a16="http://schemas.microsoft.com/office/drawing/2014/main" id="{702D101D-F0C3-B5A0-3B44-E02E2F5B3324}"/>
              </a:ext>
            </a:extLst>
          </p:cNvPr>
          <p:cNvSpPr>
            <a:spLocks noGrp="1"/>
          </p:cNvSpPr>
          <p:nvPr/>
        </p:nvSpPr>
        <p:spPr>
          <a:xfrm>
            <a:off x="3337677" y="765084"/>
            <a:ext cx="8427" cy="7416"/>
          </a:xfrm>
          <a:custGeom>
            <a:avLst/>
            <a:gdLst/>
            <a:ahLst/>
            <a:cxnLst/>
            <a:rect l="0" t="0" r="0" b="0"/>
            <a:pathLst>
              <a:path w="43339" h="38138">
                <a:moveTo>
                  <a:pt x="43339" y="19069"/>
                </a:moveTo>
                <a:lnTo>
                  <a:pt x="0" y="0"/>
                </a:lnTo>
                <a:lnTo>
                  <a:pt x="0" y="38138"/>
                </a:lnTo>
                <a:close/>
              </a:path>
            </a:pathLst>
          </a:custGeom>
          <a:solidFill>
            <a:srgbClr val="6993B4"/>
          </a:solidFill>
          <a:ln w="0">
            <a:noFill/>
          </a:ln>
        </p:spPr>
      </p:sp>
      <p:sp>
        <p:nvSpPr>
          <p:cNvPr id="44" name="U-Net forward">
            <a:extLst>
              <a:ext uri="{FF2B5EF4-FFF2-40B4-BE49-F238E27FC236}">
                <a16:creationId xmlns:a16="http://schemas.microsoft.com/office/drawing/2014/main" id="{5AC045E6-5E22-B6CB-C481-14E6B30917BF}"/>
              </a:ext>
            </a:extLst>
          </p:cNvPr>
          <p:cNvSpPr>
            <a:spLocks noGrp="1"/>
          </p:cNvSpPr>
          <p:nvPr/>
        </p:nvSpPr>
        <p:spPr>
          <a:xfrm>
            <a:off x="3451670" y="768792"/>
            <a:ext cx="12965" cy="92"/>
          </a:xfrm>
          <a:custGeom>
            <a:avLst/>
            <a:gdLst/>
            <a:ahLst/>
            <a:cxnLst/>
            <a:rect l="0" t="0" r="0" b="0"/>
            <a:pathLst>
              <a:path w="66675" h="476">
                <a:moveTo>
                  <a:pt x="0" y="0"/>
                </a:moveTo>
                <a:lnTo>
                  <a:pt x="66675" y="0"/>
                </a:lnTo>
              </a:path>
            </a:pathLst>
          </a:custGeom>
          <a:noFill/>
          <a:ln w="4656">
            <a:solidFill>
              <a:srgbClr val="6993B4"/>
            </a:solidFill>
            <a:prstDash val="solid"/>
          </a:ln>
        </p:spPr>
      </p:sp>
      <p:sp>
        <p:nvSpPr>
          <p:cNvPr id="45" name="U-Net forward | arrowhead">
            <a:extLst>
              <a:ext uri="{FF2B5EF4-FFF2-40B4-BE49-F238E27FC236}">
                <a16:creationId xmlns:a16="http://schemas.microsoft.com/office/drawing/2014/main" id="{F4C25E6A-6DE7-DB60-2C86-33485C4FBFD6}"/>
              </a:ext>
            </a:extLst>
          </p:cNvPr>
          <p:cNvSpPr>
            <a:spLocks noGrp="1"/>
          </p:cNvSpPr>
          <p:nvPr/>
        </p:nvSpPr>
        <p:spPr>
          <a:xfrm>
            <a:off x="3456207" y="765084"/>
            <a:ext cx="8427" cy="7416"/>
          </a:xfrm>
          <a:custGeom>
            <a:avLst/>
            <a:gdLst/>
            <a:ahLst/>
            <a:cxnLst/>
            <a:rect l="0" t="0" r="0" b="0"/>
            <a:pathLst>
              <a:path w="43339" h="38138">
                <a:moveTo>
                  <a:pt x="43339" y="19069"/>
                </a:moveTo>
                <a:lnTo>
                  <a:pt x="0" y="0"/>
                </a:lnTo>
                <a:lnTo>
                  <a:pt x="0" y="38138"/>
                </a:lnTo>
                <a:close/>
              </a:path>
            </a:pathLst>
          </a:custGeom>
          <a:solidFill>
            <a:srgbClr val="6993B4"/>
          </a:solidFill>
          <a:ln w="0">
            <a:noFill/>
          </a:ln>
        </p:spPr>
      </p:sp>
      <p:sp>
        <p:nvSpPr>
          <p:cNvPr id="46" name="U-Net forward">
            <a:extLst>
              <a:ext uri="{FF2B5EF4-FFF2-40B4-BE49-F238E27FC236}">
                <a16:creationId xmlns:a16="http://schemas.microsoft.com/office/drawing/2014/main" id="{BF0279AC-0605-FA54-F53C-955A51AE66BD}"/>
              </a:ext>
            </a:extLst>
          </p:cNvPr>
          <p:cNvSpPr>
            <a:spLocks noGrp="1"/>
          </p:cNvSpPr>
          <p:nvPr/>
        </p:nvSpPr>
        <p:spPr>
          <a:xfrm>
            <a:off x="3557235" y="768792"/>
            <a:ext cx="14817" cy="92"/>
          </a:xfrm>
          <a:custGeom>
            <a:avLst/>
            <a:gdLst/>
            <a:ahLst/>
            <a:cxnLst/>
            <a:rect l="0" t="0" r="0" b="0"/>
            <a:pathLst>
              <a:path w="76200" h="476">
                <a:moveTo>
                  <a:pt x="0" y="0"/>
                </a:moveTo>
                <a:lnTo>
                  <a:pt x="76200" y="0"/>
                </a:lnTo>
              </a:path>
            </a:pathLst>
          </a:custGeom>
          <a:noFill/>
          <a:ln w="4656">
            <a:solidFill>
              <a:srgbClr val="6993B4"/>
            </a:solidFill>
            <a:prstDash val="solid"/>
          </a:ln>
        </p:spPr>
      </p:sp>
      <p:sp>
        <p:nvSpPr>
          <p:cNvPr id="47" name="U-Net forward | arrowhead">
            <a:extLst>
              <a:ext uri="{FF2B5EF4-FFF2-40B4-BE49-F238E27FC236}">
                <a16:creationId xmlns:a16="http://schemas.microsoft.com/office/drawing/2014/main" id="{55495D9D-00FB-1FA1-5F73-F92AA7A1ED23}"/>
              </a:ext>
            </a:extLst>
          </p:cNvPr>
          <p:cNvSpPr>
            <a:spLocks noGrp="1"/>
          </p:cNvSpPr>
          <p:nvPr/>
        </p:nvSpPr>
        <p:spPr>
          <a:xfrm>
            <a:off x="3562421" y="764555"/>
            <a:ext cx="9631" cy="8474"/>
          </a:xfrm>
          <a:custGeom>
            <a:avLst/>
            <a:gdLst/>
            <a:ahLst/>
            <a:cxnLst/>
            <a:rect l="0" t="0" r="0" b="0"/>
            <a:pathLst>
              <a:path w="49530" h="43586">
                <a:moveTo>
                  <a:pt x="49530" y="21793"/>
                </a:moveTo>
                <a:lnTo>
                  <a:pt x="0" y="0"/>
                </a:lnTo>
                <a:lnTo>
                  <a:pt x="0" y="43586"/>
                </a:lnTo>
                <a:close/>
              </a:path>
            </a:pathLst>
          </a:custGeom>
          <a:solidFill>
            <a:srgbClr val="6993B4"/>
          </a:solidFill>
          <a:ln w="0">
            <a:noFill/>
          </a:ln>
        </p:spPr>
      </p:sp>
      <p:sp>
        <p:nvSpPr>
          <p:cNvPr id="48" name="U-Net forward">
            <a:extLst>
              <a:ext uri="{FF2B5EF4-FFF2-40B4-BE49-F238E27FC236}">
                <a16:creationId xmlns:a16="http://schemas.microsoft.com/office/drawing/2014/main" id="{D297780C-8393-605D-F85A-105105E4675D}"/>
              </a:ext>
            </a:extLst>
          </p:cNvPr>
          <p:cNvSpPr>
            <a:spLocks noGrp="1"/>
          </p:cNvSpPr>
          <p:nvPr/>
        </p:nvSpPr>
        <p:spPr>
          <a:xfrm>
            <a:off x="3673914" y="768792"/>
            <a:ext cx="14817" cy="92"/>
          </a:xfrm>
          <a:custGeom>
            <a:avLst/>
            <a:gdLst/>
            <a:ahLst/>
            <a:cxnLst/>
            <a:rect l="0" t="0" r="0" b="0"/>
            <a:pathLst>
              <a:path w="76200" h="476">
                <a:moveTo>
                  <a:pt x="0" y="0"/>
                </a:moveTo>
                <a:lnTo>
                  <a:pt x="76200" y="0"/>
                </a:lnTo>
              </a:path>
            </a:pathLst>
          </a:custGeom>
          <a:noFill/>
          <a:ln w="4656">
            <a:solidFill>
              <a:srgbClr val="6993B4"/>
            </a:solidFill>
            <a:prstDash val="solid"/>
          </a:ln>
        </p:spPr>
      </p:sp>
      <p:sp>
        <p:nvSpPr>
          <p:cNvPr id="49" name="U-Net forward | arrowhead">
            <a:extLst>
              <a:ext uri="{FF2B5EF4-FFF2-40B4-BE49-F238E27FC236}">
                <a16:creationId xmlns:a16="http://schemas.microsoft.com/office/drawing/2014/main" id="{799EAF33-EF81-4337-487E-B1A79E0FA3EE}"/>
              </a:ext>
            </a:extLst>
          </p:cNvPr>
          <p:cNvSpPr>
            <a:spLocks noGrp="1"/>
          </p:cNvSpPr>
          <p:nvPr/>
        </p:nvSpPr>
        <p:spPr>
          <a:xfrm>
            <a:off x="3679100" y="764555"/>
            <a:ext cx="9631" cy="8474"/>
          </a:xfrm>
          <a:custGeom>
            <a:avLst/>
            <a:gdLst/>
            <a:ahLst/>
            <a:cxnLst/>
            <a:rect l="0" t="0" r="0" b="0"/>
            <a:pathLst>
              <a:path w="49530" h="43586">
                <a:moveTo>
                  <a:pt x="49530" y="21793"/>
                </a:moveTo>
                <a:lnTo>
                  <a:pt x="0" y="0"/>
                </a:lnTo>
                <a:lnTo>
                  <a:pt x="0" y="43586"/>
                </a:lnTo>
                <a:close/>
              </a:path>
            </a:pathLst>
          </a:custGeom>
          <a:solidFill>
            <a:srgbClr val="6993B4"/>
          </a:solidFill>
          <a:ln w="0">
            <a:noFill/>
          </a:ln>
        </p:spPr>
      </p:sp>
      <p:sp>
        <p:nvSpPr>
          <p:cNvPr id="50" name="U-Net forward">
            <a:extLst>
              <a:ext uri="{FF2B5EF4-FFF2-40B4-BE49-F238E27FC236}">
                <a16:creationId xmlns:a16="http://schemas.microsoft.com/office/drawing/2014/main" id="{C54F9292-864C-DACC-CE42-397D337C0BB4}"/>
              </a:ext>
            </a:extLst>
          </p:cNvPr>
          <p:cNvSpPr>
            <a:spLocks noGrp="1"/>
          </p:cNvSpPr>
          <p:nvPr/>
        </p:nvSpPr>
        <p:spPr>
          <a:xfrm>
            <a:off x="3786888" y="768792"/>
            <a:ext cx="11113" cy="92"/>
          </a:xfrm>
          <a:custGeom>
            <a:avLst/>
            <a:gdLst/>
            <a:ahLst/>
            <a:cxnLst/>
            <a:rect l="0" t="0" r="0" b="0"/>
            <a:pathLst>
              <a:path w="57150" h="476">
                <a:moveTo>
                  <a:pt x="0" y="0"/>
                </a:moveTo>
                <a:lnTo>
                  <a:pt x="57150" y="0"/>
                </a:lnTo>
              </a:path>
            </a:pathLst>
          </a:custGeom>
          <a:noFill/>
          <a:ln w="4656">
            <a:solidFill>
              <a:srgbClr val="6993B4"/>
            </a:solidFill>
            <a:prstDash val="solid"/>
          </a:ln>
        </p:spPr>
      </p:sp>
      <p:sp>
        <p:nvSpPr>
          <p:cNvPr id="51" name="U-Net forward | arrowhead">
            <a:extLst>
              <a:ext uri="{FF2B5EF4-FFF2-40B4-BE49-F238E27FC236}">
                <a16:creationId xmlns:a16="http://schemas.microsoft.com/office/drawing/2014/main" id="{0406A370-78D7-1B2E-F689-1132D30AE749}"/>
              </a:ext>
            </a:extLst>
          </p:cNvPr>
          <p:cNvSpPr>
            <a:spLocks noGrp="1"/>
          </p:cNvSpPr>
          <p:nvPr/>
        </p:nvSpPr>
        <p:spPr>
          <a:xfrm>
            <a:off x="3789667" y="765125"/>
            <a:ext cx="8334" cy="7334"/>
          </a:xfrm>
          <a:custGeom>
            <a:avLst/>
            <a:gdLst/>
            <a:ahLst/>
            <a:cxnLst/>
            <a:rect l="0" t="0" r="0" b="0"/>
            <a:pathLst>
              <a:path w="42863" h="37719">
                <a:moveTo>
                  <a:pt x="42863" y="18860"/>
                </a:moveTo>
                <a:lnTo>
                  <a:pt x="0" y="0"/>
                </a:lnTo>
                <a:lnTo>
                  <a:pt x="0" y="37719"/>
                </a:lnTo>
                <a:close/>
              </a:path>
            </a:pathLst>
          </a:custGeom>
          <a:solidFill>
            <a:srgbClr val="6993B4"/>
          </a:solidFill>
          <a:ln w="0">
            <a:noFill/>
          </a:ln>
        </p:spPr>
      </p:sp>
      <p:sp>
        <p:nvSpPr>
          <p:cNvPr id="52" name="U-Net forward">
            <a:extLst>
              <a:ext uri="{FF2B5EF4-FFF2-40B4-BE49-F238E27FC236}">
                <a16:creationId xmlns:a16="http://schemas.microsoft.com/office/drawing/2014/main" id="{E4900A4A-E82E-3704-6C31-290AEC7D71A4}"/>
              </a:ext>
            </a:extLst>
          </p:cNvPr>
          <p:cNvSpPr>
            <a:spLocks noGrp="1"/>
          </p:cNvSpPr>
          <p:nvPr/>
        </p:nvSpPr>
        <p:spPr>
          <a:xfrm>
            <a:off x="3903567" y="768792"/>
            <a:ext cx="11113" cy="92"/>
          </a:xfrm>
          <a:custGeom>
            <a:avLst/>
            <a:gdLst/>
            <a:ahLst/>
            <a:cxnLst/>
            <a:rect l="0" t="0" r="0" b="0"/>
            <a:pathLst>
              <a:path w="57150" h="476">
                <a:moveTo>
                  <a:pt x="0" y="0"/>
                </a:moveTo>
                <a:lnTo>
                  <a:pt x="57150" y="0"/>
                </a:lnTo>
              </a:path>
            </a:pathLst>
          </a:custGeom>
          <a:noFill/>
          <a:ln w="4656">
            <a:solidFill>
              <a:srgbClr val="6993B4"/>
            </a:solidFill>
            <a:prstDash val="solid"/>
          </a:ln>
        </p:spPr>
      </p:sp>
      <p:sp>
        <p:nvSpPr>
          <p:cNvPr id="53" name="U-Net forward | arrowhead">
            <a:extLst>
              <a:ext uri="{FF2B5EF4-FFF2-40B4-BE49-F238E27FC236}">
                <a16:creationId xmlns:a16="http://schemas.microsoft.com/office/drawing/2014/main" id="{E2387740-3382-6B82-4753-B7D60C04BF54}"/>
              </a:ext>
            </a:extLst>
          </p:cNvPr>
          <p:cNvSpPr>
            <a:spLocks noGrp="1"/>
          </p:cNvSpPr>
          <p:nvPr/>
        </p:nvSpPr>
        <p:spPr>
          <a:xfrm>
            <a:off x="3906346" y="765125"/>
            <a:ext cx="8334" cy="7334"/>
          </a:xfrm>
          <a:custGeom>
            <a:avLst/>
            <a:gdLst/>
            <a:ahLst/>
            <a:cxnLst/>
            <a:rect l="0" t="0" r="0" b="0"/>
            <a:pathLst>
              <a:path w="42863" h="37719">
                <a:moveTo>
                  <a:pt x="42863" y="18860"/>
                </a:moveTo>
                <a:lnTo>
                  <a:pt x="0" y="0"/>
                </a:lnTo>
                <a:lnTo>
                  <a:pt x="0" y="37719"/>
                </a:lnTo>
                <a:close/>
              </a:path>
            </a:pathLst>
          </a:custGeom>
          <a:solidFill>
            <a:srgbClr val="6993B4"/>
          </a:solidFill>
          <a:ln w="0">
            <a:noFill/>
          </a:ln>
        </p:spPr>
      </p:sp>
      <p:sp>
        <p:nvSpPr>
          <p:cNvPr id="54" name="U-Net forward">
            <a:extLst>
              <a:ext uri="{FF2B5EF4-FFF2-40B4-BE49-F238E27FC236}">
                <a16:creationId xmlns:a16="http://schemas.microsoft.com/office/drawing/2014/main" id="{29930E14-7034-1CEB-6487-337902F5392A}"/>
              </a:ext>
            </a:extLst>
          </p:cNvPr>
          <p:cNvSpPr>
            <a:spLocks noGrp="1"/>
          </p:cNvSpPr>
          <p:nvPr/>
        </p:nvSpPr>
        <p:spPr>
          <a:xfrm>
            <a:off x="4048027" y="768792"/>
            <a:ext cx="14817" cy="92"/>
          </a:xfrm>
          <a:custGeom>
            <a:avLst/>
            <a:gdLst/>
            <a:ahLst/>
            <a:cxnLst/>
            <a:rect l="0" t="0" r="0" b="0"/>
            <a:pathLst>
              <a:path w="76200" h="476">
                <a:moveTo>
                  <a:pt x="0" y="0"/>
                </a:moveTo>
                <a:lnTo>
                  <a:pt x="76200" y="0"/>
                </a:lnTo>
              </a:path>
            </a:pathLst>
          </a:custGeom>
          <a:noFill/>
          <a:ln w="4656">
            <a:solidFill>
              <a:srgbClr val="6993B4"/>
            </a:solidFill>
            <a:prstDash val="solid"/>
          </a:ln>
        </p:spPr>
      </p:sp>
      <p:sp>
        <p:nvSpPr>
          <p:cNvPr id="55" name="U-Net forward | arrowhead">
            <a:extLst>
              <a:ext uri="{FF2B5EF4-FFF2-40B4-BE49-F238E27FC236}">
                <a16:creationId xmlns:a16="http://schemas.microsoft.com/office/drawing/2014/main" id="{A099E906-140F-8DF5-2ACE-3FC6D3AD22E0}"/>
              </a:ext>
            </a:extLst>
          </p:cNvPr>
          <p:cNvSpPr>
            <a:spLocks noGrp="1"/>
          </p:cNvSpPr>
          <p:nvPr/>
        </p:nvSpPr>
        <p:spPr>
          <a:xfrm>
            <a:off x="4053212" y="764555"/>
            <a:ext cx="9631" cy="8474"/>
          </a:xfrm>
          <a:custGeom>
            <a:avLst/>
            <a:gdLst/>
            <a:ahLst/>
            <a:cxnLst/>
            <a:rect l="0" t="0" r="0" b="0"/>
            <a:pathLst>
              <a:path w="49530" h="43586">
                <a:moveTo>
                  <a:pt x="49530" y="21793"/>
                </a:moveTo>
                <a:lnTo>
                  <a:pt x="0" y="0"/>
                </a:lnTo>
                <a:lnTo>
                  <a:pt x="0" y="43586"/>
                </a:lnTo>
                <a:close/>
              </a:path>
            </a:pathLst>
          </a:custGeom>
          <a:solidFill>
            <a:srgbClr val="6993B4"/>
          </a:solidFill>
          <a:ln w="0">
            <a:noFill/>
          </a:ln>
        </p:spPr>
      </p:sp>
      <p:sp>
        <p:nvSpPr>
          <p:cNvPr id="56" name="U-Net forward">
            <a:extLst>
              <a:ext uri="{FF2B5EF4-FFF2-40B4-BE49-F238E27FC236}">
                <a16:creationId xmlns:a16="http://schemas.microsoft.com/office/drawing/2014/main" id="{A7E5D86F-8DA9-BEDF-7C83-E4A64BA96DCF}"/>
              </a:ext>
            </a:extLst>
          </p:cNvPr>
          <p:cNvSpPr>
            <a:spLocks noGrp="1"/>
          </p:cNvSpPr>
          <p:nvPr/>
        </p:nvSpPr>
        <p:spPr>
          <a:xfrm>
            <a:off x="4159150" y="768792"/>
            <a:ext cx="24076" cy="92"/>
          </a:xfrm>
          <a:custGeom>
            <a:avLst/>
            <a:gdLst/>
            <a:ahLst/>
            <a:cxnLst/>
            <a:rect l="0" t="0" r="0" b="0"/>
            <a:pathLst>
              <a:path w="123825" h="476">
                <a:moveTo>
                  <a:pt x="0" y="0"/>
                </a:moveTo>
                <a:lnTo>
                  <a:pt x="123825" y="0"/>
                </a:lnTo>
              </a:path>
            </a:pathLst>
          </a:custGeom>
          <a:noFill/>
          <a:ln w="4656">
            <a:solidFill>
              <a:srgbClr val="6993B4"/>
            </a:solidFill>
            <a:prstDash val="solid"/>
          </a:ln>
        </p:spPr>
      </p:sp>
      <p:sp>
        <p:nvSpPr>
          <p:cNvPr id="57" name="U-Net forward | arrowhead">
            <a:extLst>
              <a:ext uri="{FF2B5EF4-FFF2-40B4-BE49-F238E27FC236}">
                <a16:creationId xmlns:a16="http://schemas.microsoft.com/office/drawing/2014/main" id="{3725FE6E-7162-563D-A320-A7B5E180BD5B}"/>
              </a:ext>
            </a:extLst>
          </p:cNvPr>
          <p:cNvSpPr>
            <a:spLocks noGrp="1"/>
          </p:cNvSpPr>
          <p:nvPr/>
        </p:nvSpPr>
        <p:spPr>
          <a:xfrm>
            <a:off x="4167576" y="761906"/>
            <a:ext cx="15650" cy="13771"/>
          </a:xfrm>
          <a:custGeom>
            <a:avLst/>
            <a:gdLst/>
            <a:ahLst/>
            <a:cxnLst/>
            <a:rect l="0" t="0" r="0" b="0"/>
            <a:pathLst>
              <a:path w="80486" h="70828">
                <a:moveTo>
                  <a:pt x="80486" y="35414"/>
                </a:moveTo>
                <a:lnTo>
                  <a:pt x="0" y="0"/>
                </a:lnTo>
                <a:lnTo>
                  <a:pt x="0" y="70828"/>
                </a:lnTo>
                <a:close/>
              </a:path>
            </a:pathLst>
          </a:custGeom>
          <a:solidFill>
            <a:srgbClr val="6993B4"/>
          </a:solidFill>
          <a:ln w="0">
            <a:noFill/>
          </a:ln>
        </p:spPr>
      </p:sp>
      <p:sp>
        <p:nvSpPr>
          <p:cNvPr id="58" name="U-Net skip 1">
            <a:extLst>
              <a:ext uri="{FF2B5EF4-FFF2-40B4-BE49-F238E27FC236}">
                <a16:creationId xmlns:a16="http://schemas.microsoft.com/office/drawing/2014/main" id="{48C7A754-5BF8-D8AD-AB48-C270327ADA09}"/>
              </a:ext>
            </a:extLst>
          </p:cNvPr>
          <p:cNvSpPr>
            <a:spLocks noGrp="1"/>
          </p:cNvSpPr>
          <p:nvPr/>
        </p:nvSpPr>
        <p:spPr>
          <a:xfrm>
            <a:off x="2997919" y="427180"/>
            <a:ext cx="1257537" cy="101858"/>
          </a:xfrm>
          <a:custGeom>
            <a:avLst/>
            <a:gdLst/>
            <a:ahLst/>
            <a:cxnLst/>
            <a:rect l="0" t="0" r="0" b="0"/>
            <a:pathLst>
              <a:path w="6467475" h="438150">
                <a:moveTo>
                  <a:pt x="0" y="438150"/>
                </a:moveTo>
                <a:lnTo>
                  <a:pt x="0" y="0"/>
                </a:lnTo>
                <a:lnTo>
                  <a:pt x="6467475" y="0"/>
                </a:lnTo>
                <a:lnTo>
                  <a:pt x="6467475" y="438150"/>
                </a:lnTo>
              </a:path>
            </a:pathLst>
          </a:custGeom>
          <a:noFill/>
          <a:ln w="4915">
            <a:solidFill>
              <a:srgbClr val="86A6C7"/>
            </a:solidFill>
            <a:prstDash val="dash"/>
          </a:ln>
        </p:spPr>
      </p:sp>
      <p:sp>
        <p:nvSpPr>
          <p:cNvPr id="59" name="U-Net skip 1 | arrowhead">
            <a:extLst>
              <a:ext uri="{FF2B5EF4-FFF2-40B4-BE49-F238E27FC236}">
                <a16:creationId xmlns:a16="http://schemas.microsoft.com/office/drawing/2014/main" id="{ECDC1090-0B66-9BAA-68B1-2817588AA76E}"/>
              </a:ext>
            </a:extLst>
          </p:cNvPr>
          <p:cNvSpPr>
            <a:spLocks noGrp="1"/>
          </p:cNvSpPr>
          <p:nvPr/>
        </p:nvSpPr>
        <p:spPr>
          <a:xfrm>
            <a:off x="4247279" y="508836"/>
            <a:ext cx="17113" cy="19446"/>
          </a:xfrm>
          <a:custGeom>
            <a:avLst/>
            <a:gdLst/>
            <a:ahLst/>
            <a:cxnLst/>
            <a:rect l="0" t="0" r="0" b="0"/>
            <a:pathLst>
              <a:path w="88011" h="100013">
                <a:moveTo>
                  <a:pt x="44005" y="100013"/>
                </a:moveTo>
                <a:lnTo>
                  <a:pt x="88011" y="0"/>
                </a:lnTo>
                <a:lnTo>
                  <a:pt x="0" y="0"/>
                </a:lnTo>
                <a:close/>
              </a:path>
            </a:pathLst>
          </a:custGeom>
          <a:solidFill>
            <a:srgbClr val="86A6C7"/>
          </a:solidFill>
          <a:ln w="0">
            <a:noFill/>
          </a:ln>
        </p:spPr>
      </p:sp>
      <p:sp>
        <p:nvSpPr>
          <p:cNvPr id="60" name="U-Net skip 2">
            <a:extLst>
              <a:ext uri="{FF2B5EF4-FFF2-40B4-BE49-F238E27FC236}">
                <a16:creationId xmlns:a16="http://schemas.microsoft.com/office/drawing/2014/main" id="{FBC72BCB-2F0B-A128-5F0B-4E33BD326724}"/>
              </a:ext>
            </a:extLst>
          </p:cNvPr>
          <p:cNvSpPr>
            <a:spLocks noGrp="1"/>
          </p:cNvSpPr>
          <p:nvPr/>
        </p:nvSpPr>
        <p:spPr>
          <a:xfrm>
            <a:off x="3134970" y="457966"/>
            <a:ext cx="976026" cy="101046"/>
          </a:xfrm>
          <a:custGeom>
            <a:avLst/>
            <a:gdLst/>
            <a:ahLst/>
            <a:cxnLst/>
            <a:rect l="0" t="0" r="0" b="0"/>
            <a:pathLst>
              <a:path w="5019675" h="447675">
                <a:moveTo>
                  <a:pt x="0" y="447675"/>
                </a:moveTo>
                <a:lnTo>
                  <a:pt x="0" y="0"/>
                </a:lnTo>
                <a:lnTo>
                  <a:pt x="5019675" y="0"/>
                </a:lnTo>
                <a:lnTo>
                  <a:pt x="5019675" y="447675"/>
                </a:lnTo>
              </a:path>
            </a:pathLst>
          </a:custGeom>
          <a:noFill/>
          <a:ln w="4915">
            <a:solidFill>
              <a:srgbClr val="86A6C7"/>
            </a:solidFill>
            <a:prstDash val="dash"/>
          </a:ln>
        </p:spPr>
      </p:sp>
      <p:sp>
        <p:nvSpPr>
          <p:cNvPr id="61" name="U-Net skip 2 | arrowhead">
            <a:extLst>
              <a:ext uri="{FF2B5EF4-FFF2-40B4-BE49-F238E27FC236}">
                <a16:creationId xmlns:a16="http://schemas.microsoft.com/office/drawing/2014/main" id="{18071841-38BE-CD0D-240B-9521104E9658}"/>
              </a:ext>
            </a:extLst>
          </p:cNvPr>
          <p:cNvSpPr>
            <a:spLocks noGrp="1"/>
          </p:cNvSpPr>
          <p:nvPr/>
        </p:nvSpPr>
        <p:spPr>
          <a:xfrm>
            <a:off x="4102440" y="555135"/>
            <a:ext cx="17113" cy="19446"/>
          </a:xfrm>
          <a:custGeom>
            <a:avLst/>
            <a:gdLst/>
            <a:ahLst/>
            <a:cxnLst/>
            <a:rect l="0" t="0" r="0" b="0"/>
            <a:pathLst>
              <a:path w="88011" h="100013">
                <a:moveTo>
                  <a:pt x="44005" y="100013"/>
                </a:moveTo>
                <a:lnTo>
                  <a:pt x="88011" y="0"/>
                </a:lnTo>
                <a:lnTo>
                  <a:pt x="0" y="0"/>
                </a:lnTo>
                <a:close/>
              </a:path>
            </a:pathLst>
          </a:custGeom>
          <a:solidFill>
            <a:srgbClr val="86A6C7"/>
          </a:solidFill>
          <a:ln w="0">
            <a:noFill/>
          </a:ln>
        </p:spPr>
      </p:sp>
      <p:sp>
        <p:nvSpPr>
          <p:cNvPr id="62" name="U-Net skip 3">
            <a:extLst>
              <a:ext uri="{FF2B5EF4-FFF2-40B4-BE49-F238E27FC236}">
                <a16:creationId xmlns:a16="http://schemas.microsoft.com/office/drawing/2014/main" id="{12436789-A65A-EC9A-8DA8-C9510BEC5911}"/>
              </a:ext>
            </a:extLst>
          </p:cNvPr>
          <p:cNvSpPr>
            <a:spLocks noGrp="1"/>
          </p:cNvSpPr>
          <p:nvPr/>
        </p:nvSpPr>
        <p:spPr>
          <a:xfrm>
            <a:off x="3268317" y="490609"/>
            <a:ext cx="717378" cy="112354"/>
          </a:xfrm>
          <a:custGeom>
            <a:avLst/>
            <a:gdLst/>
            <a:ahLst/>
            <a:cxnLst/>
            <a:rect l="0" t="0" r="0" b="0"/>
            <a:pathLst>
              <a:path w="3667125" h="419100">
                <a:moveTo>
                  <a:pt x="0" y="419100"/>
                </a:moveTo>
                <a:lnTo>
                  <a:pt x="0" y="0"/>
                </a:lnTo>
                <a:lnTo>
                  <a:pt x="3667125" y="0"/>
                </a:lnTo>
                <a:lnTo>
                  <a:pt x="3667125" y="419100"/>
                </a:lnTo>
              </a:path>
            </a:pathLst>
          </a:custGeom>
          <a:noFill/>
          <a:ln w="4915">
            <a:solidFill>
              <a:srgbClr val="86A6C7"/>
            </a:solidFill>
            <a:prstDash val="dash"/>
          </a:ln>
        </p:spPr>
      </p:sp>
      <p:sp>
        <p:nvSpPr>
          <p:cNvPr id="63" name="U-Net skip 3 | arrowhead">
            <a:extLst>
              <a:ext uri="{FF2B5EF4-FFF2-40B4-BE49-F238E27FC236}">
                <a16:creationId xmlns:a16="http://schemas.microsoft.com/office/drawing/2014/main" id="{B83AF18D-85A4-17E0-216D-D17099893866}"/>
              </a:ext>
            </a:extLst>
          </p:cNvPr>
          <p:cNvSpPr>
            <a:spLocks noGrp="1"/>
          </p:cNvSpPr>
          <p:nvPr/>
        </p:nvSpPr>
        <p:spPr>
          <a:xfrm>
            <a:off x="3976964" y="592175"/>
            <a:ext cx="17113" cy="19446"/>
          </a:xfrm>
          <a:custGeom>
            <a:avLst/>
            <a:gdLst/>
            <a:ahLst/>
            <a:cxnLst/>
            <a:rect l="0" t="0" r="0" b="0"/>
            <a:pathLst>
              <a:path w="88011" h="100013">
                <a:moveTo>
                  <a:pt x="44006" y="100013"/>
                </a:moveTo>
                <a:lnTo>
                  <a:pt x="88011" y="0"/>
                </a:lnTo>
                <a:lnTo>
                  <a:pt x="0" y="0"/>
                </a:lnTo>
                <a:close/>
              </a:path>
            </a:pathLst>
          </a:custGeom>
          <a:solidFill>
            <a:srgbClr val="86A6C7"/>
          </a:solidFill>
          <a:ln w="0">
            <a:noFill/>
          </a:ln>
        </p:spPr>
      </p:sp>
      <p:sp>
        <p:nvSpPr>
          <p:cNvPr id="2752" name="U-Net skip 4">
            <a:extLst>
              <a:ext uri="{FF2B5EF4-FFF2-40B4-BE49-F238E27FC236}">
                <a16:creationId xmlns:a16="http://schemas.microsoft.com/office/drawing/2014/main" id="{FBBB28C2-7F57-8039-D280-D6BBFDBC733A}"/>
              </a:ext>
            </a:extLst>
          </p:cNvPr>
          <p:cNvSpPr>
            <a:spLocks noGrp="1"/>
          </p:cNvSpPr>
          <p:nvPr/>
        </p:nvSpPr>
        <p:spPr>
          <a:xfrm>
            <a:off x="3399812" y="523778"/>
            <a:ext cx="450046" cy="145254"/>
          </a:xfrm>
          <a:custGeom>
            <a:avLst/>
            <a:gdLst/>
            <a:ahLst/>
            <a:cxnLst/>
            <a:rect l="0" t="0" r="0" b="0"/>
            <a:pathLst>
              <a:path w="2314575" h="504825">
                <a:moveTo>
                  <a:pt x="0" y="504825"/>
                </a:moveTo>
                <a:lnTo>
                  <a:pt x="0" y="0"/>
                </a:lnTo>
                <a:lnTo>
                  <a:pt x="2314575" y="0"/>
                </a:lnTo>
                <a:lnTo>
                  <a:pt x="2314575" y="504825"/>
                </a:lnTo>
              </a:path>
            </a:pathLst>
          </a:custGeom>
          <a:noFill/>
          <a:ln w="4915">
            <a:solidFill>
              <a:srgbClr val="86A6C7"/>
            </a:solidFill>
            <a:prstDash val="dash"/>
          </a:ln>
        </p:spPr>
      </p:sp>
      <p:sp>
        <p:nvSpPr>
          <p:cNvPr id="2753" name="U-Net skip 4 | arrowhead">
            <a:extLst>
              <a:ext uri="{FF2B5EF4-FFF2-40B4-BE49-F238E27FC236}">
                <a16:creationId xmlns:a16="http://schemas.microsoft.com/office/drawing/2014/main" id="{0164B9E2-77D3-D40E-098F-DB297FFE1D72}"/>
              </a:ext>
            </a:extLst>
          </p:cNvPr>
          <p:cNvSpPr>
            <a:spLocks noGrp="1"/>
          </p:cNvSpPr>
          <p:nvPr/>
        </p:nvSpPr>
        <p:spPr>
          <a:xfrm>
            <a:off x="3841302" y="660951"/>
            <a:ext cx="17113" cy="19446"/>
          </a:xfrm>
          <a:custGeom>
            <a:avLst/>
            <a:gdLst/>
            <a:ahLst/>
            <a:cxnLst/>
            <a:rect l="0" t="0" r="0" b="0"/>
            <a:pathLst>
              <a:path w="88011" h="100013">
                <a:moveTo>
                  <a:pt x="44006" y="100013"/>
                </a:moveTo>
                <a:lnTo>
                  <a:pt x="88011" y="0"/>
                </a:lnTo>
                <a:lnTo>
                  <a:pt x="0" y="0"/>
                </a:lnTo>
                <a:close/>
              </a:path>
            </a:pathLst>
          </a:custGeom>
          <a:solidFill>
            <a:srgbClr val="86A6C7"/>
          </a:solidFill>
          <a:ln w="0">
            <a:noFill/>
          </a:ln>
        </p:spPr>
      </p:sp>
      <p:sp>
        <p:nvSpPr>
          <p:cNvPr id="2754" name="Skip connections">
            <a:extLst>
              <a:ext uri="{FF2B5EF4-FFF2-40B4-BE49-F238E27FC236}">
                <a16:creationId xmlns:a16="http://schemas.microsoft.com/office/drawing/2014/main" id="{140A0EB6-757D-A2E9-A596-29171AB951F2}"/>
              </a:ext>
            </a:extLst>
          </p:cNvPr>
          <p:cNvSpPr>
            <a:spLocks noGrp="1"/>
          </p:cNvSpPr>
          <p:nvPr/>
        </p:nvSpPr>
        <p:spPr>
          <a:xfrm>
            <a:off x="3322472" y="349024"/>
            <a:ext cx="592653" cy="62967"/>
          </a:xfrm>
          <a:prstGeom prst="rect">
            <a:avLst/>
          </a:prstGeom>
          <a:noFill/>
          <a:ln w="0">
            <a:noFill/>
          </a:ln>
        </p:spPr>
        <p:txBody>
          <a:bodyPr wrap="none" lIns="0" tIns="0" rIns="0" bIns="0" anchor="ctr">
            <a:noAutofit/>
          </a:bodyPr>
          <a:lstStyle/>
          <a:p>
            <a:pPr algn="ctr">
              <a:defRPr sz="509" b="0">
                <a:solidFill>
                  <a:srgbClr val="617F9F"/>
                </a:solidFill>
                <a:latin typeface="Arial"/>
                <a:ea typeface="Arial"/>
                <a:cs typeface="Arial"/>
              </a:defRPr>
            </a:pPr>
            <a:r>
              <a:rPr sz="364" dirty="0">
                <a:solidFill>
                  <a:srgbClr val="617F9F"/>
                </a:solidFill>
                <a:latin typeface="Arial"/>
                <a:ea typeface="Arial"/>
                <a:cs typeface="Arial"/>
              </a:rPr>
              <a:t>Skip connections</a:t>
            </a:r>
          </a:p>
        </p:txBody>
      </p:sp>
      <p:sp>
        <p:nvSpPr>
          <p:cNvPr id="2755" name="Encoder">
            <a:extLst>
              <a:ext uri="{FF2B5EF4-FFF2-40B4-BE49-F238E27FC236}">
                <a16:creationId xmlns:a16="http://schemas.microsoft.com/office/drawing/2014/main" id="{116B5747-6C53-FC46-3B02-8234B53BF512}"/>
              </a:ext>
            </a:extLst>
          </p:cNvPr>
          <p:cNvSpPr>
            <a:spLocks noGrp="1"/>
          </p:cNvSpPr>
          <p:nvPr/>
        </p:nvSpPr>
        <p:spPr>
          <a:xfrm>
            <a:off x="2959721" y="800705"/>
            <a:ext cx="431525" cy="75931"/>
          </a:xfrm>
          <a:prstGeom prst="rect">
            <a:avLst/>
          </a:prstGeom>
          <a:noFill/>
          <a:ln w="0">
            <a:noFill/>
          </a:ln>
        </p:spPr>
        <p:txBody>
          <a:bodyPr wrap="none" lIns="0" tIns="0" rIns="0" bIns="0" anchor="ctr">
            <a:noAutofit/>
          </a:bodyPr>
          <a:lstStyle/>
          <a:p>
            <a:pPr algn="ctr">
              <a:defRPr sz="591" b="0">
                <a:solidFill>
                  <a:srgbClr val="507CAB"/>
                </a:solidFill>
                <a:latin typeface="Arial"/>
                <a:ea typeface="Arial"/>
                <a:cs typeface="Arial"/>
              </a:defRPr>
            </a:pPr>
            <a:r>
              <a:rPr sz="423" dirty="0">
                <a:solidFill>
                  <a:srgbClr val="507CAB"/>
                </a:solidFill>
                <a:latin typeface="Arial"/>
                <a:ea typeface="Arial"/>
                <a:cs typeface="Arial"/>
              </a:rPr>
              <a:t>Encoder</a:t>
            </a:r>
          </a:p>
        </p:txBody>
      </p:sp>
      <p:sp>
        <p:nvSpPr>
          <p:cNvPr id="2756" name="Bottleneck">
            <a:extLst>
              <a:ext uri="{FF2B5EF4-FFF2-40B4-BE49-F238E27FC236}">
                <a16:creationId xmlns:a16="http://schemas.microsoft.com/office/drawing/2014/main" id="{A77D3BB7-928F-386C-0818-9A7446CB9B67}"/>
              </a:ext>
            </a:extLst>
          </p:cNvPr>
          <p:cNvSpPr>
            <a:spLocks noGrp="1"/>
          </p:cNvSpPr>
          <p:nvPr/>
        </p:nvSpPr>
        <p:spPr>
          <a:xfrm>
            <a:off x="3453522" y="791599"/>
            <a:ext cx="338924" cy="75931"/>
          </a:xfrm>
          <a:prstGeom prst="rect">
            <a:avLst/>
          </a:prstGeom>
          <a:noFill/>
          <a:ln w="0">
            <a:noFill/>
          </a:ln>
        </p:spPr>
        <p:txBody>
          <a:bodyPr wrap="none" lIns="0" tIns="0" rIns="0" bIns="0" anchor="ctr">
            <a:noAutofit/>
          </a:bodyPr>
          <a:lstStyle/>
          <a:p>
            <a:pPr algn="ctr">
              <a:defRPr sz="591" b="0">
                <a:solidFill>
                  <a:srgbClr val="8C72AC"/>
                </a:solidFill>
                <a:latin typeface="Arial"/>
                <a:ea typeface="Arial"/>
                <a:cs typeface="Arial"/>
              </a:defRPr>
            </a:pPr>
            <a:r>
              <a:rPr sz="423" dirty="0">
                <a:solidFill>
                  <a:srgbClr val="8C72AC"/>
                </a:solidFill>
                <a:latin typeface="Arial"/>
                <a:ea typeface="Arial"/>
                <a:cs typeface="Arial"/>
              </a:rPr>
              <a:t>Bottleneck</a:t>
            </a:r>
          </a:p>
        </p:txBody>
      </p:sp>
      <p:sp>
        <p:nvSpPr>
          <p:cNvPr id="2757" name="Decoder">
            <a:extLst>
              <a:ext uri="{FF2B5EF4-FFF2-40B4-BE49-F238E27FC236}">
                <a16:creationId xmlns:a16="http://schemas.microsoft.com/office/drawing/2014/main" id="{FB78B40C-659B-C91E-2B18-1AD7499BA505}"/>
              </a:ext>
            </a:extLst>
          </p:cNvPr>
          <p:cNvSpPr>
            <a:spLocks noGrp="1"/>
          </p:cNvSpPr>
          <p:nvPr/>
        </p:nvSpPr>
        <p:spPr>
          <a:xfrm>
            <a:off x="3876230" y="797038"/>
            <a:ext cx="411153" cy="75931"/>
          </a:xfrm>
          <a:prstGeom prst="rect">
            <a:avLst/>
          </a:prstGeom>
          <a:noFill/>
          <a:ln w="0">
            <a:noFill/>
          </a:ln>
        </p:spPr>
        <p:txBody>
          <a:bodyPr wrap="none" lIns="0" tIns="0" rIns="0" bIns="0" anchor="ctr">
            <a:noAutofit/>
          </a:bodyPr>
          <a:lstStyle/>
          <a:p>
            <a:pPr algn="ctr">
              <a:defRPr sz="591" b="0">
                <a:solidFill>
                  <a:srgbClr val="4F8E84"/>
                </a:solidFill>
                <a:latin typeface="Arial"/>
                <a:ea typeface="Arial"/>
                <a:cs typeface="Arial"/>
              </a:defRPr>
            </a:pPr>
            <a:r>
              <a:rPr sz="423" dirty="0">
                <a:solidFill>
                  <a:srgbClr val="4F8E84"/>
                </a:solidFill>
                <a:latin typeface="Arial"/>
                <a:ea typeface="Arial"/>
                <a:cs typeface="Arial"/>
              </a:rPr>
              <a:t>Decoder</a:t>
            </a:r>
          </a:p>
        </p:txBody>
      </p:sp>
      <p:sp>
        <p:nvSpPr>
          <p:cNvPr id="2758" name="Voxel-to-point fusion">
            <a:extLst>
              <a:ext uri="{FF2B5EF4-FFF2-40B4-BE49-F238E27FC236}">
                <a16:creationId xmlns:a16="http://schemas.microsoft.com/office/drawing/2014/main" id="{79AD4F20-D4AF-ED6E-27D7-90F696F00728}"/>
              </a:ext>
            </a:extLst>
          </p:cNvPr>
          <p:cNvSpPr>
            <a:spLocks noGrp="1"/>
          </p:cNvSpPr>
          <p:nvPr/>
        </p:nvSpPr>
        <p:spPr>
          <a:xfrm>
            <a:off x="3313416" y="875863"/>
            <a:ext cx="92" cy="294465"/>
          </a:xfrm>
          <a:custGeom>
            <a:avLst/>
            <a:gdLst/>
            <a:ahLst/>
            <a:cxnLst/>
            <a:rect l="0" t="0" r="0" b="0"/>
            <a:pathLst>
              <a:path w="476" h="1514475">
                <a:moveTo>
                  <a:pt x="0" y="0"/>
                </a:moveTo>
                <a:lnTo>
                  <a:pt x="0" y="1514475"/>
                </a:lnTo>
              </a:path>
            </a:pathLst>
          </a:custGeom>
          <a:noFill/>
          <a:ln w="8537">
            <a:solidFill>
              <a:srgbClr val="388BBE"/>
            </a:solidFill>
            <a:prstDash val="solid"/>
          </a:ln>
        </p:spPr>
      </p:sp>
      <p:sp>
        <p:nvSpPr>
          <p:cNvPr id="2759" name="Voxel-to-point fusion | arrowhead">
            <a:extLst>
              <a:ext uri="{FF2B5EF4-FFF2-40B4-BE49-F238E27FC236}">
                <a16:creationId xmlns:a16="http://schemas.microsoft.com/office/drawing/2014/main" id="{371D6159-8B4A-84FC-B8A8-8A9A9ACAF5AD}"/>
              </a:ext>
            </a:extLst>
          </p:cNvPr>
          <p:cNvSpPr>
            <a:spLocks noGrp="1"/>
          </p:cNvSpPr>
          <p:nvPr/>
        </p:nvSpPr>
        <p:spPr>
          <a:xfrm>
            <a:off x="3304373" y="1167231"/>
            <a:ext cx="17113" cy="19446"/>
          </a:xfrm>
          <a:custGeom>
            <a:avLst/>
            <a:gdLst/>
            <a:ahLst/>
            <a:cxnLst/>
            <a:rect l="0" t="0" r="0" b="0"/>
            <a:pathLst>
              <a:path w="88011" h="100013">
                <a:moveTo>
                  <a:pt x="44006" y="100013"/>
                </a:moveTo>
                <a:lnTo>
                  <a:pt x="88011" y="0"/>
                </a:lnTo>
                <a:lnTo>
                  <a:pt x="0" y="0"/>
                </a:lnTo>
                <a:close/>
              </a:path>
            </a:pathLst>
          </a:custGeom>
          <a:solidFill>
            <a:srgbClr val="388BBE"/>
          </a:solidFill>
          <a:ln w="0">
            <a:noFill/>
          </a:ln>
        </p:spPr>
      </p:sp>
      <p:sp>
        <p:nvSpPr>
          <p:cNvPr id="2760" name="Voxel-to-point fusion">
            <a:extLst>
              <a:ext uri="{FF2B5EF4-FFF2-40B4-BE49-F238E27FC236}">
                <a16:creationId xmlns:a16="http://schemas.microsoft.com/office/drawing/2014/main" id="{42B69E31-AC83-1A33-BB14-AE085759D7F7}"/>
              </a:ext>
            </a:extLst>
          </p:cNvPr>
          <p:cNvSpPr>
            <a:spLocks noGrp="1"/>
          </p:cNvSpPr>
          <p:nvPr/>
        </p:nvSpPr>
        <p:spPr>
          <a:xfrm>
            <a:off x="3183123" y="927668"/>
            <a:ext cx="865366" cy="137047"/>
          </a:xfrm>
          <a:prstGeom prst="rect">
            <a:avLst/>
          </a:prstGeom>
          <a:noFill/>
          <a:ln w="0">
            <a:noFill/>
          </a:ln>
        </p:spPr>
        <p:txBody>
          <a:bodyPr wrap="none" lIns="0" tIns="0" rIns="0" bIns="0" anchor="ctr">
            <a:noAutofit/>
          </a:bodyPr>
          <a:lstStyle/>
          <a:p>
            <a:pPr algn="ctr">
              <a:defRPr sz="591" b="0">
                <a:solidFill>
                  <a:srgbClr val="388BBE"/>
                </a:solidFill>
                <a:latin typeface="Arial"/>
                <a:ea typeface="Arial"/>
                <a:cs typeface="Arial"/>
              </a:defRPr>
            </a:pPr>
            <a:r>
              <a:rPr sz="423" dirty="0">
                <a:solidFill>
                  <a:srgbClr val="388BBE"/>
                </a:solidFill>
                <a:latin typeface="Arial"/>
                <a:ea typeface="Arial"/>
                <a:cs typeface="Arial"/>
              </a:rPr>
              <a:t>Voxel-to-point</a:t>
            </a:r>
            <a:r>
              <a:rPr lang="en-US" altLang="zh-CN" sz="423" dirty="0">
                <a:solidFill>
                  <a:srgbClr val="388BBE"/>
                </a:solidFill>
                <a:latin typeface="Arial"/>
                <a:ea typeface="Arial"/>
                <a:cs typeface="Arial"/>
              </a:rPr>
              <a:t>fusion</a:t>
            </a:r>
            <a:endParaRPr sz="423" dirty="0">
              <a:solidFill>
                <a:srgbClr val="388BBE"/>
              </a:solidFill>
              <a:latin typeface="Arial"/>
              <a:ea typeface="Arial"/>
              <a:cs typeface="Arial"/>
            </a:endParaRPr>
          </a:p>
        </p:txBody>
      </p:sp>
      <p:sp>
        <p:nvSpPr>
          <p:cNvPr id="2765" name="b | refined point stage">
            <a:extLst>
              <a:ext uri="{FF2B5EF4-FFF2-40B4-BE49-F238E27FC236}">
                <a16:creationId xmlns:a16="http://schemas.microsoft.com/office/drawing/2014/main" id="{CF71AFB0-F71A-9F4C-928E-DE301397FBA7}"/>
              </a:ext>
            </a:extLst>
          </p:cNvPr>
          <p:cNvSpPr>
            <a:spLocks noGrp="1"/>
          </p:cNvSpPr>
          <p:nvPr/>
        </p:nvSpPr>
        <p:spPr>
          <a:xfrm>
            <a:off x="2920133" y="1191372"/>
            <a:ext cx="192613" cy="151863"/>
          </a:xfrm>
          <a:prstGeom prst="roundRect">
            <a:avLst>
              <a:gd name="adj" fmla="val 8537"/>
            </a:avLst>
          </a:prstGeom>
          <a:solidFill>
            <a:srgbClr val="FCFBFF"/>
          </a:solidFill>
          <a:ln w="4010">
            <a:solidFill>
              <a:srgbClr val="B6A6CF"/>
            </a:solidFill>
            <a:prstDash val="solid"/>
          </a:ln>
        </p:spPr>
      </p:sp>
      <p:sp>
        <p:nvSpPr>
          <p:cNvPr id="2766" name="b | refined point stage">
            <a:extLst>
              <a:ext uri="{FF2B5EF4-FFF2-40B4-BE49-F238E27FC236}">
                <a16:creationId xmlns:a16="http://schemas.microsoft.com/office/drawing/2014/main" id="{35881803-15EF-8EDC-04EE-79907E1C38F7}"/>
              </a:ext>
            </a:extLst>
          </p:cNvPr>
          <p:cNvSpPr>
            <a:spLocks noGrp="1"/>
          </p:cNvSpPr>
          <p:nvPr/>
        </p:nvSpPr>
        <p:spPr>
          <a:xfrm>
            <a:off x="3223868" y="1191372"/>
            <a:ext cx="192613" cy="151863"/>
          </a:xfrm>
          <a:prstGeom prst="roundRect">
            <a:avLst>
              <a:gd name="adj" fmla="val 8537"/>
            </a:avLst>
          </a:prstGeom>
          <a:solidFill>
            <a:srgbClr val="FCFBFF"/>
          </a:solidFill>
          <a:ln w="4010">
            <a:solidFill>
              <a:srgbClr val="B6A6CF"/>
            </a:solidFill>
            <a:prstDash val="solid"/>
          </a:ln>
        </p:spPr>
      </p:sp>
      <p:sp>
        <p:nvSpPr>
          <p:cNvPr id="2767" name="b | refined point stage">
            <a:extLst>
              <a:ext uri="{FF2B5EF4-FFF2-40B4-BE49-F238E27FC236}">
                <a16:creationId xmlns:a16="http://schemas.microsoft.com/office/drawing/2014/main" id="{DDBE9BEC-1A1B-6E11-66F4-141C57FFFC34}"/>
              </a:ext>
            </a:extLst>
          </p:cNvPr>
          <p:cNvSpPr>
            <a:spLocks noGrp="1"/>
          </p:cNvSpPr>
          <p:nvPr/>
        </p:nvSpPr>
        <p:spPr>
          <a:xfrm>
            <a:off x="3527603" y="1191372"/>
            <a:ext cx="192613" cy="151863"/>
          </a:xfrm>
          <a:prstGeom prst="roundRect">
            <a:avLst>
              <a:gd name="adj" fmla="val 8537"/>
            </a:avLst>
          </a:prstGeom>
          <a:solidFill>
            <a:srgbClr val="FCFBFF"/>
          </a:solidFill>
          <a:ln w="4010">
            <a:solidFill>
              <a:srgbClr val="B6A6CF"/>
            </a:solidFill>
            <a:prstDash val="solid"/>
          </a:ln>
        </p:spPr>
      </p:sp>
      <p:sp>
        <p:nvSpPr>
          <p:cNvPr id="2768" name="b | refined point stage">
            <a:extLst>
              <a:ext uri="{FF2B5EF4-FFF2-40B4-BE49-F238E27FC236}">
                <a16:creationId xmlns:a16="http://schemas.microsoft.com/office/drawing/2014/main" id="{02F35509-A673-A6F5-692F-DD07FF5C7F5C}"/>
              </a:ext>
            </a:extLst>
          </p:cNvPr>
          <p:cNvSpPr>
            <a:spLocks noGrp="1"/>
          </p:cNvSpPr>
          <p:nvPr/>
        </p:nvSpPr>
        <p:spPr>
          <a:xfrm>
            <a:off x="3831338" y="1191372"/>
            <a:ext cx="192613" cy="151863"/>
          </a:xfrm>
          <a:prstGeom prst="roundRect">
            <a:avLst>
              <a:gd name="adj" fmla="val 8537"/>
            </a:avLst>
          </a:prstGeom>
          <a:solidFill>
            <a:srgbClr val="FCFBFF"/>
          </a:solidFill>
          <a:ln w="4010">
            <a:solidFill>
              <a:srgbClr val="B6A6CF"/>
            </a:solidFill>
            <a:prstDash val="solid"/>
          </a:ln>
        </p:spPr>
      </p:sp>
      <p:sp>
        <p:nvSpPr>
          <p:cNvPr id="2769" name="b | refined point stage">
            <a:extLst>
              <a:ext uri="{FF2B5EF4-FFF2-40B4-BE49-F238E27FC236}">
                <a16:creationId xmlns:a16="http://schemas.microsoft.com/office/drawing/2014/main" id="{04F04D42-9788-BCD3-50D7-E6AE6D356441}"/>
              </a:ext>
            </a:extLst>
          </p:cNvPr>
          <p:cNvSpPr>
            <a:spLocks noGrp="1"/>
          </p:cNvSpPr>
          <p:nvPr/>
        </p:nvSpPr>
        <p:spPr>
          <a:xfrm>
            <a:off x="4135073" y="1191372"/>
            <a:ext cx="192613" cy="151863"/>
          </a:xfrm>
          <a:prstGeom prst="roundRect">
            <a:avLst>
              <a:gd name="adj" fmla="val 8537"/>
            </a:avLst>
          </a:prstGeom>
          <a:solidFill>
            <a:srgbClr val="FCFBFF"/>
          </a:solidFill>
          <a:ln w="4010">
            <a:solidFill>
              <a:srgbClr val="B6A6CF"/>
            </a:solidFill>
            <a:prstDash val="solid"/>
          </a:ln>
        </p:spPr>
        <p:txBody>
          <a:bodyPr/>
          <a:lstStyle/>
          <a:p>
            <a:endParaRPr lang="zh-CN" altLang="en-US" sz="1289" dirty="0"/>
          </a:p>
        </p:txBody>
      </p:sp>
      <p:sp>
        <p:nvSpPr>
          <p:cNvPr id="2770" name="Point pathway forward">
            <a:extLst>
              <a:ext uri="{FF2B5EF4-FFF2-40B4-BE49-F238E27FC236}">
                <a16:creationId xmlns:a16="http://schemas.microsoft.com/office/drawing/2014/main" id="{20E393AF-3ED1-D00A-0642-A0152DB4D9EC}"/>
              </a:ext>
            </a:extLst>
          </p:cNvPr>
          <p:cNvSpPr>
            <a:spLocks noGrp="1"/>
          </p:cNvSpPr>
          <p:nvPr/>
        </p:nvSpPr>
        <p:spPr>
          <a:xfrm>
            <a:off x="3123858" y="1267304"/>
            <a:ext cx="87046" cy="92"/>
          </a:xfrm>
          <a:custGeom>
            <a:avLst/>
            <a:gdLst/>
            <a:ahLst/>
            <a:cxnLst/>
            <a:rect l="0" t="0" r="0" b="0"/>
            <a:pathLst>
              <a:path w="447675" h="476">
                <a:moveTo>
                  <a:pt x="0" y="0"/>
                </a:moveTo>
                <a:lnTo>
                  <a:pt x="447675" y="0"/>
                </a:lnTo>
              </a:path>
            </a:pathLst>
          </a:custGeom>
          <a:noFill/>
          <a:ln w="6726">
            <a:solidFill>
              <a:srgbClr val="8C77B3"/>
            </a:solidFill>
            <a:prstDash val="solid"/>
          </a:ln>
        </p:spPr>
      </p:sp>
      <p:sp>
        <p:nvSpPr>
          <p:cNvPr id="2774" name="Point pathway forward | arrowhead">
            <a:extLst>
              <a:ext uri="{FF2B5EF4-FFF2-40B4-BE49-F238E27FC236}">
                <a16:creationId xmlns:a16="http://schemas.microsoft.com/office/drawing/2014/main" id="{262C92F2-7FE6-62C5-85E8-E602AE803C1F}"/>
              </a:ext>
            </a:extLst>
          </p:cNvPr>
          <p:cNvSpPr>
            <a:spLocks noGrp="1"/>
          </p:cNvSpPr>
          <p:nvPr/>
        </p:nvSpPr>
        <p:spPr>
          <a:xfrm>
            <a:off x="3191458" y="125874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2775" name="Point pathway forward">
            <a:extLst>
              <a:ext uri="{FF2B5EF4-FFF2-40B4-BE49-F238E27FC236}">
                <a16:creationId xmlns:a16="http://schemas.microsoft.com/office/drawing/2014/main" id="{21F4B363-FF6E-BBDD-3C7D-ABB507023905}"/>
              </a:ext>
            </a:extLst>
          </p:cNvPr>
          <p:cNvSpPr>
            <a:spLocks noGrp="1"/>
          </p:cNvSpPr>
          <p:nvPr/>
        </p:nvSpPr>
        <p:spPr>
          <a:xfrm>
            <a:off x="3427593" y="1267304"/>
            <a:ext cx="87046" cy="92"/>
          </a:xfrm>
          <a:custGeom>
            <a:avLst/>
            <a:gdLst/>
            <a:ahLst/>
            <a:cxnLst/>
            <a:rect l="0" t="0" r="0" b="0"/>
            <a:pathLst>
              <a:path w="447675" h="476">
                <a:moveTo>
                  <a:pt x="0" y="0"/>
                </a:moveTo>
                <a:lnTo>
                  <a:pt x="447675" y="0"/>
                </a:lnTo>
              </a:path>
            </a:pathLst>
          </a:custGeom>
          <a:noFill/>
          <a:ln w="6726">
            <a:solidFill>
              <a:srgbClr val="8C77B3"/>
            </a:solidFill>
            <a:prstDash val="solid"/>
          </a:ln>
        </p:spPr>
      </p:sp>
      <p:sp>
        <p:nvSpPr>
          <p:cNvPr id="2776" name="Point pathway forward | arrowhead">
            <a:extLst>
              <a:ext uri="{FF2B5EF4-FFF2-40B4-BE49-F238E27FC236}">
                <a16:creationId xmlns:a16="http://schemas.microsoft.com/office/drawing/2014/main" id="{63462810-9E81-4375-7228-293882DC1C27}"/>
              </a:ext>
            </a:extLst>
          </p:cNvPr>
          <p:cNvSpPr>
            <a:spLocks noGrp="1"/>
          </p:cNvSpPr>
          <p:nvPr/>
        </p:nvSpPr>
        <p:spPr>
          <a:xfrm>
            <a:off x="3495193" y="125874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2779" name="Point pathway forward">
            <a:extLst>
              <a:ext uri="{FF2B5EF4-FFF2-40B4-BE49-F238E27FC236}">
                <a16:creationId xmlns:a16="http://schemas.microsoft.com/office/drawing/2014/main" id="{E567B729-6A2A-A407-3B18-6563A02E62AA}"/>
              </a:ext>
            </a:extLst>
          </p:cNvPr>
          <p:cNvSpPr>
            <a:spLocks noGrp="1"/>
          </p:cNvSpPr>
          <p:nvPr/>
        </p:nvSpPr>
        <p:spPr>
          <a:xfrm>
            <a:off x="3731327" y="1267304"/>
            <a:ext cx="87046" cy="92"/>
          </a:xfrm>
          <a:custGeom>
            <a:avLst/>
            <a:gdLst/>
            <a:ahLst/>
            <a:cxnLst/>
            <a:rect l="0" t="0" r="0" b="0"/>
            <a:pathLst>
              <a:path w="447675" h="476">
                <a:moveTo>
                  <a:pt x="0" y="0"/>
                </a:moveTo>
                <a:lnTo>
                  <a:pt x="447675" y="0"/>
                </a:lnTo>
              </a:path>
            </a:pathLst>
          </a:custGeom>
          <a:noFill/>
          <a:ln w="6726">
            <a:solidFill>
              <a:srgbClr val="8C77B3"/>
            </a:solidFill>
            <a:prstDash val="solid"/>
          </a:ln>
        </p:spPr>
      </p:sp>
      <p:sp>
        <p:nvSpPr>
          <p:cNvPr id="2780" name="Point pathway forward | arrowhead">
            <a:extLst>
              <a:ext uri="{FF2B5EF4-FFF2-40B4-BE49-F238E27FC236}">
                <a16:creationId xmlns:a16="http://schemas.microsoft.com/office/drawing/2014/main" id="{56C5D183-46A9-7CAD-D4AC-108AACB10766}"/>
              </a:ext>
            </a:extLst>
          </p:cNvPr>
          <p:cNvSpPr>
            <a:spLocks noGrp="1"/>
          </p:cNvSpPr>
          <p:nvPr/>
        </p:nvSpPr>
        <p:spPr>
          <a:xfrm>
            <a:off x="3798928" y="125874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2781" name="Point pathway forward">
            <a:extLst>
              <a:ext uri="{FF2B5EF4-FFF2-40B4-BE49-F238E27FC236}">
                <a16:creationId xmlns:a16="http://schemas.microsoft.com/office/drawing/2014/main" id="{317049F0-FEF6-BA66-6FF8-BF2D4DA5CD12}"/>
              </a:ext>
            </a:extLst>
          </p:cNvPr>
          <p:cNvSpPr>
            <a:spLocks noGrp="1"/>
          </p:cNvSpPr>
          <p:nvPr/>
        </p:nvSpPr>
        <p:spPr>
          <a:xfrm>
            <a:off x="4035062" y="1267304"/>
            <a:ext cx="87046" cy="92"/>
          </a:xfrm>
          <a:custGeom>
            <a:avLst/>
            <a:gdLst/>
            <a:ahLst/>
            <a:cxnLst/>
            <a:rect l="0" t="0" r="0" b="0"/>
            <a:pathLst>
              <a:path w="447675" h="476">
                <a:moveTo>
                  <a:pt x="0" y="0"/>
                </a:moveTo>
                <a:lnTo>
                  <a:pt x="447675" y="0"/>
                </a:lnTo>
              </a:path>
            </a:pathLst>
          </a:custGeom>
          <a:noFill/>
          <a:ln w="6726">
            <a:solidFill>
              <a:srgbClr val="8C77B3"/>
            </a:solidFill>
            <a:prstDash val="solid"/>
          </a:ln>
        </p:spPr>
      </p:sp>
      <p:sp>
        <p:nvSpPr>
          <p:cNvPr id="2784" name="Point pathway forward | arrowhead">
            <a:extLst>
              <a:ext uri="{FF2B5EF4-FFF2-40B4-BE49-F238E27FC236}">
                <a16:creationId xmlns:a16="http://schemas.microsoft.com/office/drawing/2014/main" id="{D5418A05-8DC4-F8E4-7566-D9C30A4088BE}"/>
              </a:ext>
            </a:extLst>
          </p:cNvPr>
          <p:cNvSpPr>
            <a:spLocks noGrp="1"/>
          </p:cNvSpPr>
          <p:nvPr/>
        </p:nvSpPr>
        <p:spPr>
          <a:xfrm>
            <a:off x="4102662" y="125874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2785" name="Point recycling rounded return">
            <a:extLst>
              <a:ext uri="{FF2B5EF4-FFF2-40B4-BE49-F238E27FC236}">
                <a16:creationId xmlns:a16="http://schemas.microsoft.com/office/drawing/2014/main" id="{3EE0D9BB-ECD8-2E24-70A3-9D14BEBA618F}"/>
              </a:ext>
            </a:extLst>
          </p:cNvPr>
          <p:cNvSpPr>
            <a:spLocks noGrp="1"/>
          </p:cNvSpPr>
          <p:nvPr/>
        </p:nvSpPr>
        <p:spPr>
          <a:xfrm>
            <a:off x="3016439" y="1359902"/>
            <a:ext cx="1214940" cy="105563"/>
          </a:xfrm>
          <a:custGeom>
            <a:avLst/>
            <a:gdLst/>
            <a:ahLst/>
            <a:cxnLst/>
            <a:rect l="0" t="0" r="0" b="0"/>
            <a:pathLst>
              <a:path w="6248400" h="542925">
                <a:moveTo>
                  <a:pt x="6248400" y="0"/>
                </a:moveTo>
                <a:lnTo>
                  <a:pt x="6248400" y="314325"/>
                </a:lnTo>
                <a:lnTo>
                  <a:pt x="6247148" y="338220"/>
                </a:lnTo>
                <a:lnTo>
                  <a:pt x="6243405" y="361854"/>
                </a:lnTo>
                <a:lnTo>
                  <a:pt x="6237212" y="384966"/>
                </a:lnTo>
                <a:lnTo>
                  <a:pt x="6228636" y="407305"/>
                </a:lnTo>
                <a:lnTo>
                  <a:pt x="6217773" y="428625"/>
                </a:lnTo>
                <a:lnTo>
                  <a:pt x="6204741" y="448693"/>
                </a:lnTo>
                <a:lnTo>
                  <a:pt x="6189683" y="467288"/>
                </a:lnTo>
                <a:lnTo>
                  <a:pt x="6172763" y="484208"/>
                </a:lnTo>
                <a:lnTo>
                  <a:pt x="6154168" y="499266"/>
                </a:lnTo>
                <a:lnTo>
                  <a:pt x="6134100" y="512298"/>
                </a:lnTo>
                <a:lnTo>
                  <a:pt x="6112780" y="523161"/>
                </a:lnTo>
                <a:lnTo>
                  <a:pt x="6090441" y="531737"/>
                </a:lnTo>
                <a:lnTo>
                  <a:pt x="6067329" y="537930"/>
                </a:lnTo>
                <a:lnTo>
                  <a:pt x="6043695" y="541673"/>
                </a:lnTo>
                <a:lnTo>
                  <a:pt x="6019800" y="542925"/>
                </a:lnTo>
                <a:lnTo>
                  <a:pt x="228600" y="542925"/>
                </a:lnTo>
                <a:lnTo>
                  <a:pt x="204705" y="541673"/>
                </a:lnTo>
                <a:lnTo>
                  <a:pt x="181071" y="537930"/>
                </a:lnTo>
                <a:lnTo>
                  <a:pt x="157959" y="531737"/>
                </a:lnTo>
                <a:lnTo>
                  <a:pt x="135620" y="523161"/>
                </a:lnTo>
                <a:lnTo>
                  <a:pt x="114300" y="512298"/>
                </a:lnTo>
                <a:lnTo>
                  <a:pt x="94232" y="499266"/>
                </a:lnTo>
                <a:lnTo>
                  <a:pt x="75637" y="484208"/>
                </a:lnTo>
                <a:lnTo>
                  <a:pt x="58717" y="467288"/>
                </a:lnTo>
                <a:lnTo>
                  <a:pt x="43659" y="448693"/>
                </a:lnTo>
                <a:lnTo>
                  <a:pt x="30627" y="428625"/>
                </a:lnTo>
                <a:lnTo>
                  <a:pt x="19764" y="407305"/>
                </a:lnTo>
                <a:lnTo>
                  <a:pt x="11188" y="384966"/>
                </a:lnTo>
                <a:lnTo>
                  <a:pt x="4995" y="361854"/>
                </a:lnTo>
                <a:lnTo>
                  <a:pt x="1252" y="338220"/>
                </a:lnTo>
                <a:lnTo>
                  <a:pt x="0" y="314325"/>
                </a:lnTo>
                <a:lnTo>
                  <a:pt x="0" y="0"/>
                </a:lnTo>
              </a:path>
            </a:pathLst>
          </a:custGeom>
          <a:noFill/>
          <a:ln w="7761">
            <a:solidFill>
              <a:srgbClr val="6B94B8"/>
            </a:solidFill>
            <a:prstDash val="solid"/>
          </a:ln>
        </p:spPr>
      </p:sp>
      <p:sp>
        <p:nvSpPr>
          <p:cNvPr id="2786" name="Point recycling rounded return | arrowhead">
            <a:extLst>
              <a:ext uri="{FF2B5EF4-FFF2-40B4-BE49-F238E27FC236}">
                <a16:creationId xmlns:a16="http://schemas.microsoft.com/office/drawing/2014/main" id="{30F7B736-95FA-B54F-740C-013781C2C4EF}"/>
              </a:ext>
            </a:extLst>
          </p:cNvPr>
          <p:cNvSpPr>
            <a:spLocks noGrp="1"/>
          </p:cNvSpPr>
          <p:nvPr/>
        </p:nvSpPr>
        <p:spPr>
          <a:xfrm>
            <a:off x="3007883" y="1359902"/>
            <a:ext cx="17113" cy="19446"/>
          </a:xfrm>
          <a:custGeom>
            <a:avLst/>
            <a:gdLst/>
            <a:ahLst/>
            <a:cxnLst/>
            <a:rect l="0" t="0" r="0" b="0"/>
            <a:pathLst>
              <a:path w="88011" h="100013">
                <a:moveTo>
                  <a:pt x="44006" y="0"/>
                </a:moveTo>
                <a:lnTo>
                  <a:pt x="0" y="100013"/>
                </a:lnTo>
                <a:lnTo>
                  <a:pt x="88011" y="100013"/>
                </a:lnTo>
                <a:close/>
              </a:path>
            </a:pathLst>
          </a:custGeom>
          <a:solidFill>
            <a:srgbClr val="6B94B8"/>
          </a:solidFill>
          <a:ln w="0">
            <a:noFill/>
          </a:ln>
        </p:spPr>
      </p:sp>
      <p:sp>
        <p:nvSpPr>
          <p:cNvPr id="2842" name="Recycle">
            <a:extLst>
              <a:ext uri="{FF2B5EF4-FFF2-40B4-BE49-F238E27FC236}">
                <a16:creationId xmlns:a16="http://schemas.microsoft.com/office/drawing/2014/main" id="{F224D50D-9294-0244-AE3F-6E1FDC11754C}"/>
              </a:ext>
            </a:extLst>
          </p:cNvPr>
          <p:cNvSpPr>
            <a:spLocks noGrp="1"/>
          </p:cNvSpPr>
          <p:nvPr/>
        </p:nvSpPr>
        <p:spPr>
          <a:xfrm>
            <a:off x="3466486" y="1385830"/>
            <a:ext cx="314847" cy="64819"/>
          </a:xfrm>
          <a:prstGeom prst="rect">
            <a:avLst/>
          </a:prstGeom>
          <a:noFill/>
          <a:ln w="0">
            <a:noFill/>
          </a:ln>
        </p:spPr>
        <p:txBody>
          <a:bodyPr wrap="none" lIns="0" tIns="0" rIns="0" bIns="0" anchor="ctr">
            <a:noAutofit/>
          </a:bodyPr>
          <a:lstStyle/>
          <a:p>
            <a:pPr algn="ctr">
              <a:defRPr sz="591" b="0">
                <a:solidFill>
                  <a:srgbClr val="4E769C"/>
                </a:solidFill>
                <a:latin typeface="Arial"/>
                <a:ea typeface="Arial"/>
                <a:cs typeface="Arial"/>
              </a:defRPr>
            </a:pPr>
            <a:r>
              <a:rPr sz="423" i="1">
                <a:solidFill>
                  <a:srgbClr val="4E769C"/>
                </a:solidFill>
                <a:latin typeface="Segoe UI"/>
                <a:ea typeface="Segoe UI"/>
                <a:cs typeface="Segoe UI"/>
              </a:rPr>
              <a:t>Recycle</a:t>
            </a:r>
          </a:p>
        </p:txBody>
      </p:sp>
      <p:sp>
        <p:nvSpPr>
          <p:cNvPr id="2843" name="Point Transformer V3">
            <a:extLst>
              <a:ext uri="{FF2B5EF4-FFF2-40B4-BE49-F238E27FC236}">
                <a16:creationId xmlns:a16="http://schemas.microsoft.com/office/drawing/2014/main" id="{7E8B37A9-F474-38A6-3CD8-81130E2305D6}"/>
              </a:ext>
            </a:extLst>
          </p:cNvPr>
          <p:cNvSpPr>
            <a:spLocks noGrp="1"/>
          </p:cNvSpPr>
          <p:nvPr/>
        </p:nvSpPr>
        <p:spPr>
          <a:xfrm>
            <a:off x="3007180" y="1498801"/>
            <a:ext cx="1235312" cy="64819"/>
          </a:xfrm>
          <a:prstGeom prst="rect">
            <a:avLst/>
          </a:prstGeom>
          <a:noFill/>
          <a:ln w="0">
            <a:noFill/>
          </a:ln>
        </p:spPr>
        <p:txBody>
          <a:bodyPr wrap="none" lIns="0" tIns="0" rIns="0" bIns="0" anchor="ctr">
            <a:noAutofit/>
          </a:bodyPr>
          <a:lstStyle/>
          <a:p>
            <a:pPr algn="ctr">
              <a:defRPr sz="652" b="1">
                <a:solidFill>
                  <a:srgbClr val="193044"/>
                </a:solidFill>
                <a:latin typeface="Arial"/>
                <a:ea typeface="Arial"/>
                <a:cs typeface="Arial"/>
              </a:defRPr>
            </a:pPr>
            <a:r>
              <a:rPr sz="467" b="1">
                <a:solidFill>
                  <a:srgbClr val="193044"/>
                </a:solidFill>
                <a:latin typeface="Arial"/>
                <a:ea typeface="Arial"/>
                <a:cs typeface="Arial"/>
              </a:rPr>
              <a:t>Point Transformer V3</a:t>
            </a:r>
          </a:p>
        </p:txBody>
      </p:sp>
      <p:sp>
        <p:nvSpPr>
          <p:cNvPr id="2844" name="Voxel pathway to ligand-area probability">
            <a:extLst>
              <a:ext uri="{FF2B5EF4-FFF2-40B4-BE49-F238E27FC236}">
                <a16:creationId xmlns:a16="http://schemas.microsoft.com/office/drawing/2014/main" id="{1C11D3C0-5D88-7FED-3C98-4D08BBC1D6EB}"/>
              </a:ext>
            </a:extLst>
          </p:cNvPr>
          <p:cNvSpPr>
            <a:spLocks noGrp="1"/>
          </p:cNvSpPr>
          <p:nvPr/>
        </p:nvSpPr>
        <p:spPr>
          <a:xfrm>
            <a:off x="4329537" y="615407"/>
            <a:ext cx="94454" cy="92"/>
          </a:xfrm>
          <a:custGeom>
            <a:avLst/>
            <a:gdLst/>
            <a:ahLst/>
            <a:cxnLst/>
            <a:rect l="0" t="0" r="0" b="0"/>
            <a:pathLst>
              <a:path w="485775" h="476">
                <a:moveTo>
                  <a:pt x="0" y="0"/>
                </a:moveTo>
                <a:lnTo>
                  <a:pt x="485775" y="0"/>
                </a:lnTo>
              </a:path>
            </a:pathLst>
          </a:custGeom>
          <a:noFill/>
          <a:ln w="7502">
            <a:solidFill>
              <a:srgbClr val="388BBE"/>
            </a:solidFill>
            <a:prstDash val="solid"/>
          </a:ln>
        </p:spPr>
      </p:sp>
      <p:sp>
        <p:nvSpPr>
          <p:cNvPr id="128" name="Voxel pathway to ligand-area probability | arrowhead">
            <a:extLst>
              <a:ext uri="{FF2B5EF4-FFF2-40B4-BE49-F238E27FC236}">
                <a16:creationId xmlns:a16="http://schemas.microsoft.com/office/drawing/2014/main" id="{8B1D5A24-D9A5-888C-E04A-4EDB79164D34}"/>
              </a:ext>
            </a:extLst>
          </p:cNvPr>
          <p:cNvSpPr>
            <a:spLocks noGrp="1"/>
          </p:cNvSpPr>
          <p:nvPr/>
        </p:nvSpPr>
        <p:spPr>
          <a:xfrm>
            <a:off x="4404545" y="606851"/>
            <a:ext cx="19447" cy="17113"/>
          </a:xfrm>
          <a:custGeom>
            <a:avLst/>
            <a:gdLst/>
            <a:ahLst/>
            <a:cxnLst/>
            <a:rect l="0" t="0" r="0" b="0"/>
            <a:pathLst>
              <a:path w="100013" h="88011">
                <a:moveTo>
                  <a:pt x="100013" y="44006"/>
                </a:moveTo>
                <a:lnTo>
                  <a:pt x="0" y="0"/>
                </a:lnTo>
                <a:lnTo>
                  <a:pt x="0" y="88011"/>
                </a:lnTo>
                <a:close/>
              </a:path>
            </a:pathLst>
          </a:custGeom>
          <a:solidFill>
            <a:srgbClr val="388BBE"/>
          </a:solidFill>
          <a:ln w="0">
            <a:noFill/>
          </a:ln>
        </p:spPr>
      </p:sp>
      <p:sp>
        <p:nvSpPr>
          <p:cNvPr id="129" name="Point pathway to atom binding probability">
            <a:extLst>
              <a:ext uri="{FF2B5EF4-FFF2-40B4-BE49-F238E27FC236}">
                <a16:creationId xmlns:a16="http://schemas.microsoft.com/office/drawing/2014/main" id="{D2589602-CEC7-257B-D19F-FACB776461FE}"/>
              </a:ext>
            </a:extLst>
          </p:cNvPr>
          <p:cNvSpPr>
            <a:spLocks noGrp="1"/>
          </p:cNvSpPr>
          <p:nvPr/>
        </p:nvSpPr>
        <p:spPr>
          <a:xfrm>
            <a:off x="4342502" y="1267304"/>
            <a:ext cx="81490" cy="92"/>
          </a:xfrm>
          <a:custGeom>
            <a:avLst/>
            <a:gdLst/>
            <a:ahLst/>
            <a:cxnLst/>
            <a:rect l="0" t="0" r="0" b="0"/>
            <a:pathLst>
              <a:path w="419100" h="476">
                <a:moveTo>
                  <a:pt x="0" y="0"/>
                </a:moveTo>
                <a:lnTo>
                  <a:pt x="419100" y="0"/>
                </a:lnTo>
              </a:path>
            </a:pathLst>
          </a:custGeom>
          <a:noFill/>
          <a:ln w="7502">
            <a:solidFill>
              <a:srgbClr val="8C77B3"/>
            </a:solidFill>
            <a:prstDash val="solid"/>
          </a:ln>
        </p:spPr>
      </p:sp>
      <p:sp>
        <p:nvSpPr>
          <p:cNvPr id="130" name="Point pathway to atom binding probability | arrowhead">
            <a:extLst>
              <a:ext uri="{FF2B5EF4-FFF2-40B4-BE49-F238E27FC236}">
                <a16:creationId xmlns:a16="http://schemas.microsoft.com/office/drawing/2014/main" id="{E43AF51A-F869-489B-7249-A0374CD6F237}"/>
              </a:ext>
            </a:extLst>
          </p:cNvPr>
          <p:cNvSpPr>
            <a:spLocks noGrp="1"/>
          </p:cNvSpPr>
          <p:nvPr/>
        </p:nvSpPr>
        <p:spPr>
          <a:xfrm>
            <a:off x="4404545" y="1258747"/>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
        <p:nvSpPr>
          <p:cNvPr id="131" name="Ligand-area probability">
            <a:extLst>
              <a:ext uri="{FF2B5EF4-FFF2-40B4-BE49-F238E27FC236}">
                <a16:creationId xmlns:a16="http://schemas.microsoft.com/office/drawing/2014/main" id="{D0C8DED3-C9E1-D9D0-2A82-6ED6266B9209}"/>
              </a:ext>
            </a:extLst>
          </p:cNvPr>
          <p:cNvSpPr>
            <a:spLocks noGrp="1"/>
          </p:cNvSpPr>
          <p:nvPr/>
        </p:nvSpPr>
        <p:spPr>
          <a:xfrm>
            <a:off x="4464737" y="320942"/>
            <a:ext cx="520423" cy="114823"/>
          </a:xfrm>
          <a:prstGeom prst="rect">
            <a:avLst/>
          </a:prstGeom>
          <a:noFill/>
          <a:ln w="0">
            <a:noFill/>
          </a:ln>
        </p:spPr>
        <p:txBody>
          <a:bodyPr wrap="none" lIns="0" tIns="0" rIns="0" bIns="0" anchor="ctr">
            <a:noAutofit/>
          </a:bodyPr>
          <a:lstStyle/>
          <a:p>
            <a:pPr algn="ctr">
              <a:defRPr sz="570" b="1">
                <a:solidFill>
                  <a:srgbClr val="193044"/>
                </a:solidFill>
                <a:latin typeface="Arial"/>
                <a:ea typeface="Arial"/>
                <a:cs typeface="Arial"/>
              </a:defRPr>
            </a:pPr>
            <a:r>
              <a:rPr sz="408" b="1">
                <a:solidFill>
                  <a:srgbClr val="193044"/>
                </a:solidFill>
                <a:latin typeface="Arial"/>
                <a:ea typeface="Arial"/>
                <a:cs typeface="Arial"/>
              </a:rPr>
              <a:t>Ligand-area</a:t>
            </a:r>
          </a:p>
          <a:p>
            <a:pPr algn="ctr">
              <a:defRPr sz="570" b="1">
                <a:solidFill>
                  <a:srgbClr val="193044"/>
                </a:solidFill>
                <a:latin typeface="Arial"/>
                <a:ea typeface="Arial"/>
                <a:cs typeface="Arial"/>
              </a:defRPr>
            </a:pPr>
            <a:r>
              <a:rPr sz="408" b="1">
                <a:solidFill>
                  <a:srgbClr val="193044"/>
                </a:solidFill>
                <a:latin typeface="Arial"/>
                <a:ea typeface="Arial"/>
                <a:cs typeface="Arial"/>
              </a:rPr>
              <a:t>probability</a:t>
            </a:r>
          </a:p>
        </p:txBody>
      </p:sp>
      <p:pic>
        <p:nvPicPr>
          <p:cNvPr id="132" name="图片 131">
            <a:extLst>
              <a:ext uri="{FF2B5EF4-FFF2-40B4-BE49-F238E27FC236}">
                <a16:creationId xmlns:a16="http://schemas.microsoft.com/office/drawing/2014/main" id="{4606FB2C-8047-AC96-40CB-9713D3CFB7DD}"/>
              </a:ext>
            </a:extLst>
          </p:cNvPr>
          <p:cNvPicPr>
            <a:picLocks noChangeAspect="1"/>
          </p:cNvPicPr>
          <p:nvPr/>
        </p:nvPicPr>
        <p:blipFill>
          <a:blip r:embed="rId17"/>
          <a:stretch/>
        </p:blipFill>
        <p:spPr>
          <a:xfrm>
            <a:off x="4525543" y="456136"/>
            <a:ext cx="267317" cy="270389"/>
          </a:xfrm>
          <a:prstGeom prst="rect">
            <a:avLst/>
          </a:prstGeom>
        </p:spPr>
      </p:pic>
      <p:sp>
        <p:nvSpPr>
          <p:cNvPr id="133" name="Cues to Match">
            <a:extLst>
              <a:ext uri="{FF2B5EF4-FFF2-40B4-BE49-F238E27FC236}">
                <a16:creationId xmlns:a16="http://schemas.microsoft.com/office/drawing/2014/main" id="{C32D0CFD-6980-EB0C-CDD3-EEF699EBDCA3}"/>
              </a:ext>
            </a:extLst>
          </p:cNvPr>
          <p:cNvSpPr>
            <a:spLocks noGrp="1"/>
          </p:cNvSpPr>
          <p:nvPr/>
        </p:nvSpPr>
        <p:spPr>
          <a:xfrm>
            <a:off x="4464737" y="820977"/>
            <a:ext cx="520423" cy="66672"/>
          </a:xfrm>
          <a:prstGeom prst="rect">
            <a:avLst/>
          </a:prstGeom>
          <a:noFill/>
          <a:ln w="0">
            <a:noFill/>
          </a:ln>
        </p:spPr>
        <p:txBody>
          <a:bodyPr wrap="none" lIns="0" tIns="0" rIns="0" bIns="0" anchor="ctr">
            <a:noAutofit/>
          </a:bodyPr>
          <a:lstStyle/>
          <a:p>
            <a:pPr algn="ctr">
              <a:defRPr sz="570" b="1">
                <a:solidFill>
                  <a:srgbClr val="193044"/>
                </a:solidFill>
                <a:latin typeface="Arial"/>
                <a:ea typeface="Arial"/>
                <a:cs typeface="Arial"/>
              </a:defRPr>
            </a:pPr>
            <a:r>
              <a:rPr sz="408" b="1">
                <a:solidFill>
                  <a:srgbClr val="193044"/>
                </a:solidFill>
                <a:latin typeface="Arial"/>
                <a:ea typeface="Arial"/>
                <a:cs typeface="Arial"/>
              </a:rPr>
              <a:t>Cues to Match</a:t>
            </a:r>
          </a:p>
        </p:txBody>
      </p:sp>
      <p:sp>
        <p:nvSpPr>
          <p:cNvPr id="134" name="Blob">
            <a:extLst>
              <a:ext uri="{FF2B5EF4-FFF2-40B4-BE49-F238E27FC236}">
                <a16:creationId xmlns:a16="http://schemas.microsoft.com/office/drawing/2014/main" id="{8F76D0DB-BC24-9043-953F-1B59F8668506}"/>
              </a:ext>
            </a:extLst>
          </p:cNvPr>
          <p:cNvSpPr>
            <a:spLocks noGrp="1"/>
          </p:cNvSpPr>
          <p:nvPr/>
        </p:nvSpPr>
        <p:spPr>
          <a:xfrm>
            <a:off x="4466588" y="1019139"/>
            <a:ext cx="207429" cy="64819"/>
          </a:xfrm>
          <a:prstGeom prst="rect">
            <a:avLst/>
          </a:prstGeom>
          <a:noFill/>
          <a:ln w="0">
            <a:noFill/>
          </a:ln>
        </p:spPr>
        <p:txBody>
          <a:bodyPr wrap="none" lIns="0" tIns="0" rIns="0" bIns="0" anchor="ctr">
            <a:noAutofit/>
          </a:bodyPr>
          <a:lstStyle/>
          <a:p>
            <a:pPr algn="ctr">
              <a:defRPr sz="509" b="0">
                <a:solidFill>
                  <a:srgbClr val="193044"/>
                </a:solidFill>
                <a:latin typeface="Arial"/>
                <a:ea typeface="Arial"/>
                <a:cs typeface="Arial"/>
              </a:defRPr>
            </a:pPr>
            <a:r>
              <a:rPr sz="364">
                <a:solidFill>
                  <a:srgbClr val="193044"/>
                </a:solidFill>
                <a:latin typeface="Arial"/>
                <a:ea typeface="Arial"/>
                <a:cs typeface="Arial"/>
              </a:rPr>
              <a:t>Blob</a:t>
            </a:r>
          </a:p>
        </p:txBody>
      </p:sp>
      <p:sp>
        <p:nvSpPr>
          <p:cNvPr id="135" name="Pseudo atoms cue">
            <a:extLst>
              <a:ext uri="{FF2B5EF4-FFF2-40B4-BE49-F238E27FC236}">
                <a16:creationId xmlns:a16="http://schemas.microsoft.com/office/drawing/2014/main" id="{A2087934-83F4-677F-CA9B-9ADBA39280A2}"/>
              </a:ext>
            </a:extLst>
          </p:cNvPr>
          <p:cNvSpPr>
            <a:spLocks noGrp="1"/>
          </p:cNvSpPr>
          <p:nvPr/>
        </p:nvSpPr>
        <p:spPr>
          <a:xfrm>
            <a:off x="4716614" y="1019139"/>
            <a:ext cx="279659" cy="64819"/>
          </a:xfrm>
          <a:prstGeom prst="rect">
            <a:avLst/>
          </a:prstGeom>
          <a:noFill/>
          <a:ln w="0">
            <a:noFill/>
          </a:ln>
        </p:spPr>
        <p:txBody>
          <a:bodyPr wrap="none" lIns="0" tIns="0" rIns="0" bIns="0" anchor="ctr">
            <a:noAutofit/>
          </a:bodyPr>
          <a:lstStyle/>
          <a:p>
            <a:pPr algn="ctr">
              <a:defRPr sz="509" b="0">
                <a:solidFill>
                  <a:srgbClr val="193044"/>
                </a:solidFill>
                <a:latin typeface="Arial"/>
                <a:ea typeface="Arial"/>
                <a:cs typeface="Arial"/>
              </a:defRPr>
            </a:pPr>
            <a:r>
              <a:rPr sz="364">
                <a:solidFill>
                  <a:srgbClr val="193044"/>
                </a:solidFill>
                <a:latin typeface="Arial"/>
                <a:ea typeface="Arial"/>
                <a:cs typeface="Arial"/>
              </a:rPr>
              <a:t>Pseudo atoms</a:t>
            </a:r>
          </a:p>
        </p:txBody>
      </p:sp>
      <p:sp>
        <p:nvSpPr>
          <p:cNvPr id="136" name="Cues divider">
            <a:extLst>
              <a:ext uri="{FF2B5EF4-FFF2-40B4-BE49-F238E27FC236}">
                <a16:creationId xmlns:a16="http://schemas.microsoft.com/office/drawing/2014/main" id="{C550C190-0335-104A-8438-9E722C2CF6C4}"/>
              </a:ext>
            </a:extLst>
          </p:cNvPr>
          <p:cNvSpPr>
            <a:spLocks noGrp="1"/>
          </p:cNvSpPr>
          <p:nvPr/>
        </p:nvSpPr>
        <p:spPr>
          <a:xfrm>
            <a:off x="4703650" y="908020"/>
            <a:ext cx="92" cy="172234"/>
          </a:xfrm>
          <a:custGeom>
            <a:avLst/>
            <a:gdLst/>
            <a:ahLst/>
            <a:cxnLst/>
            <a:rect l="0" t="0" r="0" b="0"/>
            <a:pathLst>
              <a:path w="476" h="885825">
                <a:moveTo>
                  <a:pt x="0" y="0"/>
                </a:moveTo>
                <a:lnTo>
                  <a:pt x="0" y="885825"/>
                </a:lnTo>
              </a:path>
            </a:pathLst>
          </a:custGeom>
          <a:noFill/>
          <a:ln w="3104">
            <a:solidFill>
              <a:srgbClr val="D3DFEA"/>
            </a:solidFill>
            <a:prstDash val="solid"/>
          </a:ln>
        </p:spPr>
      </p:sp>
      <p:sp>
        <p:nvSpPr>
          <p:cNvPr id="137" name="Atom binding probability">
            <a:extLst>
              <a:ext uri="{FF2B5EF4-FFF2-40B4-BE49-F238E27FC236}">
                <a16:creationId xmlns:a16="http://schemas.microsoft.com/office/drawing/2014/main" id="{A998265E-DBB7-76BF-3829-BBAE11834C32}"/>
              </a:ext>
            </a:extLst>
          </p:cNvPr>
          <p:cNvSpPr>
            <a:spLocks noGrp="1"/>
          </p:cNvSpPr>
          <p:nvPr/>
        </p:nvSpPr>
        <p:spPr>
          <a:xfrm>
            <a:off x="4464737" y="1167297"/>
            <a:ext cx="520423" cy="114823"/>
          </a:xfrm>
          <a:prstGeom prst="rect">
            <a:avLst/>
          </a:prstGeom>
          <a:noFill/>
          <a:ln w="0">
            <a:noFill/>
          </a:ln>
        </p:spPr>
        <p:txBody>
          <a:bodyPr wrap="none" lIns="0" tIns="0" rIns="0" bIns="0" anchor="ctr">
            <a:noAutofit/>
          </a:bodyPr>
          <a:lstStyle/>
          <a:p>
            <a:pPr algn="ctr">
              <a:defRPr sz="570" b="1">
                <a:solidFill>
                  <a:srgbClr val="193044"/>
                </a:solidFill>
                <a:latin typeface="Arial"/>
                <a:ea typeface="Arial"/>
                <a:cs typeface="Arial"/>
              </a:defRPr>
            </a:pPr>
            <a:r>
              <a:rPr sz="408" b="1">
                <a:solidFill>
                  <a:srgbClr val="193044"/>
                </a:solidFill>
                <a:latin typeface="Arial"/>
                <a:ea typeface="Arial"/>
                <a:cs typeface="Arial"/>
              </a:rPr>
              <a:t>Atom binding</a:t>
            </a:r>
          </a:p>
          <a:p>
            <a:pPr algn="ctr">
              <a:defRPr sz="570" b="1">
                <a:solidFill>
                  <a:srgbClr val="193044"/>
                </a:solidFill>
                <a:latin typeface="Arial"/>
                <a:ea typeface="Arial"/>
                <a:cs typeface="Arial"/>
              </a:defRPr>
            </a:pPr>
            <a:r>
              <a:rPr sz="408" b="1">
                <a:solidFill>
                  <a:srgbClr val="193044"/>
                </a:solidFill>
                <a:latin typeface="Arial"/>
                <a:ea typeface="Arial"/>
                <a:cs typeface="Arial"/>
              </a:rPr>
              <a:t>probability</a:t>
            </a:r>
          </a:p>
        </p:txBody>
      </p:sp>
      <p:sp>
        <p:nvSpPr>
          <p:cNvPr id="139" name="Probability scale">
            <a:extLst>
              <a:ext uri="{FF2B5EF4-FFF2-40B4-BE49-F238E27FC236}">
                <a16:creationId xmlns:a16="http://schemas.microsoft.com/office/drawing/2014/main" id="{F0E5C629-8F34-6CEB-98DB-A28CDFF23A5E}"/>
              </a:ext>
            </a:extLst>
          </p:cNvPr>
          <p:cNvSpPr>
            <a:spLocks noGrp="1"/>
          </p:cNvSpPr>
          <p:nvPr/>
        </p:nvSpPr>
        <p:spPr>
          <a:xfrm>
            <a:off x="4862926" y="489472"/>
            <a:ext cx="18520" cy="179642"/>
          </a:xfrm>
          <a:prstGeom prst="rect">
            <a:avLst/>
          </a:prstGeom>
          <a:gradFill>
            <a:gsLst>
              <a:gs pos="0">
                <a:srgbClr val="D54C69"/>
              </a:gs>
              <a:gs pos="50000">
                <a:srgbClr val="FCFCFE"/>
              </a:gs>
              <a:gs pos="100000">
                <a:srgbClr val="3481B4"/>
              </a:gs>
            </a:gsLst>
            <a:lin ang="5400000"/>
          </a:gradFill>
          <a:ln w="0">
            <a:noFill/>
          </a:ln>
        </p:spPr>
      </p:sp>
      <p:sp>
        <p:nvSpPr>
          <p:cNvPr id="140" name="High">
            <a:extLst>
              <a:ext uri="{FF2B5EF4-FFF2-40B4-BE49-F238E27FC236}">
                <a16:creationId xmlns:a16="http://schemas.microsoft.com/office/drawing/2014/main" id="{12473FB9-439E-4D3E-2F51-9FA5AD94D42A}"/>
              </a:ext>
            </a:extLst>
          </p:cNvPr>
          <p:cNvSpPr>
            <a:spLocks noGrp="1"/>
          </p:cNvSpPr>
          <p:nvPr/>
        </p:nvSpPr>
        <p:spPr>
          <a:xfrm>
            <a:off x="4899967" y="476508"/>
            <a:ext cx="105566" cy="59263"/>
          </a:xfrm>
          <a:prstGeom prst="rect">
            <a:avLst/>
          </a:prstGeom>
          <a:noFill/>
          <a:ln w="0">
            <a:noFill/>
          </a:ln>
        </p:spPr>
        <p:txBody>
          <a:bodyPr wrap="none" lIns="0" tIns="0" rIns="0" bIns="0" anchor="ctr">
            <a:noAutofit/>
          </a:bodyPr>
          <a:lstStyle/>
          <a:p>
            <a:pPr algn="l">
              <a:defRPr sz="509" b="0">
                <a:solidFill>
                  <a:srgbClr val="4E6579"/>
                </a:solidFill>
                <a:latin typeface="Arial"/>
                <a:ea typeface="Arial"/>
                <a:cs typeface="Arial"/>
              </a:defRPr>
            </a:pPr>
            <a:r>
              <a:rPr sz="364">
                <a:solidFill>
                  <a:srgbClr val="4E6579"/>
                </a:solidFill>
                <a:latin typeface="Arial"/>
                <a:ea typeface="Arial"/>
                <a:cs typeface="Arial"/>
              </a:rPr>
              <a:t>High</a:t>
            </a:r>
          </a:p>
        </p:txBody>
      </p:sp>
      <p:sp>
        <p:nvSpPr>
          <p:cNvPr id="141" name="Low">
            <a:extLst>
              <a:ext uri="{FF2B5EF4-FFF2-40B4-BE49-F238E27FC236}">
                <a16:creationId xmlns:a16="http://schemas.microsoft.com/office/drawing/2014/main" id="{8F4E74B8-6E35-94A9-16F4-A2361BA0169E}"/>
              </a:ext>
            </a:extLst>
          </p:cNvPr>
          <p:cNvSpPr>
            <a:spLocks noGrp="1"/>
          </p:cNvSpPr>
          <p:nvPr/>
        </p:nvSpPr>
        <p:spPr>
          <a:xfrm>
            <a:off x="4899966" y="628371"/>
            <a:ext cx="103715" cy="59263"/>
          </a:xfrm>
          <a:prstGeom prst="rect">
            <a:avLst/>
          </a:prstGeom>
          <a:noFill/>
          <a:ln w="0">
            <a:noFill/>
          </a:ln>
        </p:spPr>
        <p:txBody>
          <a:bodyPr wrap="none" lIns="0" tIns="0" rIns="0" bIns="0" anchor="ctr">
            <a:noAutofit/>
          </a:bodyPr>
          <a:lstStyle/>
          <a:p>
            <a:pPr algn="l">
              <a:defRPr sz="509" b="0">
                <a:solidFill>
                  <a:srgbClr val="4E6579"/>
                </a:solidFill>
                <a:latin typeface="Arial"/>
                <a:ea typeface="Arial"/>
                <a:cs typeface="Arial"/>
              </a:defRPr>
            </a:pPr>
            <a:r>
              <a:rPr sz="364">
                <a:solidFill>
                  <a:srgbClr val="4E6579"/>
                </a:solidFill>
                <a:latin typeface="Arial"/>
                <a:ea typeface="Arial"/>
                <a:cs typeface="Arial"/>
              </a:rPr>
              <a:t>Low</a:t>
            </a:r>
          </a:p>
        </p:txBody>
      </p:sp>
      <p:sp>
        <p:nvSpPr>
          <p:cNvPr id="142" name="Probability scale">
            <a:extLst>
              <a:ext uri="{FF2B5EF4-FFF2-40B4-BE49-F238E27FC236}">
                <a16:creationId xmlns:a16="http://schemas.microsoft.com/office/drawing/2014/main" id="{2BB0E02E-0C13-1567-B392-5BBCA7428359}"/>
              </a:ext>
            </a:extLst>
          </p:cNvPr>
          <p:cNvSpPr>
            <a:spLocks noGrp="1"/>
          </p:cNvSpPr>
          <p:nvPr/>
        </p:nvSpPr>
        <p:spPr>
          <a:xfrm>
            <a:off x="4862926" y="1326568"/>
            <a:ext cx="18520" cy="179642"/>
          </a:xfrm>
          <a:prstGeom prst="rect">
            <a:avLst/>
          </a:prstGeom>
          <a:gradFill>
            <a:gsLst>
              <a:gs pos="0">
                <a:srgbClr val="D54C69"/>
              </a:gs>
              <a:gs pos="50000">
                <a:srgbClr val="FCFCFE"/>
              </a:gs>
              <a:gs pos="100000">
                <a:srgbClr val="3481B4"/>
              </a:gs>
            </a:gsLst>
            <a:lin ang="5400000"/>
          </a:gradFill>
          <a:ln w="0">
            <a:noFill/>
          </a:ln>
        </p:spPr>
      </p:sp>
      <p:sp>
        <p:nvSpPr>
          <p:cNvPr id="143" name="High">
            <a:extLst>
              <a:ext uri="{FF2B5EF4-FFF2-40B4-BE49-F238E27FC236}">
                <a16:creationId xmlns:a16="http://schemas.microsoft.com/office/drawing/2014/main" id="{BB195866-3B56-9C65-AE8F-40EF4486ADD8}"/>
              </a:ext>
            </a:extLst>
          </p:cNvPr>
          <p:cNvSpPr>
            <a:spLocks noGrp="1"/>
          </p:cNvSpPr>
          <p:nvPr/>
        </p:nvSpPr>
        <p:spPr>
          <a:xfrm>
            <a:off x="4899967" y="1313604"/>
            <a:ext cx="105566" cy="59263"/>
          </a:xfrm>
          <a:prstGeom prst="rect">
            <a:avLst/>
          </a:prstGeom>
          <a:noFill/>
          <a:ln w="0">
            <a:noFill/>
          </a:ln>
        </p:spPr>
        <p:txBody>
          <a:bodyPr wrap="none" lIns="0" tIns="0" rIns="0" bIns="0" anchor="ctr">
            <a:noAutofit/>
          </a:bodyPr>
          <a:lstStyle/>
          <a:p>
            <a:pPr algn="l">
              <a:defRPr sz="509" b="0">
                <a:solidFill>
                  <a:srgbClr val="4E6579"/>
                </a:solidFill>
                <a:latin typeface="Arial"/>
                <a:ea typeface="Arial"/>
                <a:cs typeface="Arial"/>
              </a:defRPr>
            </a:pPr>
            <a:r>
              <a:rPr sz="364">
                <a:solidFill>
                  <a:srgbClr val="4E6579"/>
                </a:solidFill>
                <a:latin typeface="Arial"/>
                <a:ea typeface="Arial"/>
                <a:cs typeface="Arial"/>
              </a:rPr>
              <a:t>High</a:t>
            </a:r>
          </a:p>
        </p:txBody>
      </p:sp>
      <p:sp>
        <p:nvSpPr>
          <p:cNvPr id="144" name="Low">
            <a:extLst>
              <a:ext uri="{FF2B5EF4-FFF2-40B4-BE49-F238E27FC236}">
                <a16:creationId xmlns:a16="http://schemas.microsoft.com/office/drawing/2014/main" id="{DD75A3DF-A2A8-CE2C-0CF7-89AC1BDBF172}"/>
              </a:ext>
            </a:extLst>
          </p:cNvPr>
          <p:cNvSpPr>
            <a:spLocks noGrp="1"/>
          </p:cNvSpPr>
          <p:nvPr/>
        </p:nvSpPr>
        <p:spPr>
          <a:xfrm>
            <a:off x="4899966" y="1465466"/>
            <a:ext cx="103715" cy="59263"/>
          </a:xfrm>
          <a:prstGeom prst="rect">
            <a:avLst/>
          </a:prstGeom>
          <a:noFill/>
          <a:ln w="0">
            <a:noFill/>
          </a:ln>
        </p:spPr>
        <p:txBody>
          <a:bodyPr wrap="none" lIns="0" tIns="0" rIns="0" bIns="0" anchor="ctr">
            <a:noAutofit/>
          </a:bodyPr>
          <a:lstStyle/>
          <a:p>
            <a:pPr algn="l">
              <a:defRPr sz="509" b="0">
                <a:solidFill>
                  <a:srgbClr val="4E6579"/>
                </a:solidFill>
                <a:latin typeface="Arial"/>
                <a:ea typeface="Arial"/>
                <a:cs typeface="Arial"/>
              </a:defRPr>
            </a:pPr>
            <a:r>
              <a:rPr sz="364">
                <a:solidFill>
                  <a:srgbClr val="4E6579"/>
                </a:solidFill>
                <a:latin typeface="Arial"/>
                <a:ea typeface="Arial"/>
                <a:cs typeface="Arial"/>
              </a:rPr>
              <a:t>Low</a:t>
            </a:r>
          </a:p>
        </p:txBody>
      </p:sp>
      <p:grpSp>
        <p:nvGrpSpPr>
          <p:cNvPr id="145" name="b | PTV3 stage 1">
            <a:extLst>
              <a:ext uri="{FF2B5EF4-FFF2-40B4-BE49-F238E27FC236}">
                <a16:creationId xmlns:a16="http://schemas.microsoft.com/office/drawing/2014/main" id="{B784AEB6-A793-2A71-419C-90685191CF94}"/>
              </a:ext>
            </a:extLst>
          </p:cNvPr>
          <p:cNvGrpSpPr/>
          <p:nvPr/>
        </p:nvGrpSpPr>
        <p:grpSpPr>
          <a:xfrm>
            <a:off x="2920133" y="1191372"/>
            <a:ext cx="192613" cy="151863"/>
            <a:chOff x="1837958" y="1438830"/>
            <a:chExt cx="279225" cy="243090"/>
          </a:xfrm>
        </p:grpSpPr>
        <p:sp>
          <p:nvSpPr>
            <p:cNvPr id="146" name="ellipse_1845">
              <a:extLst>
                <a:ext uri="{FF2B5EF4-FFF2-40B4-BE49-F238E27FC236}">
                  <a16:creationId xmlns:a16="http://schemas.microsoft.com/office/drawing/2014/main" id="{29AD9954-1F34-50E2-7C61-9AB1B636DE4B}"/>
                </a:ext>
              </a:extLst>
            </p:cNvPr>
            <p:cNvSpPr/>
            <p:nvPr/>
          </p:nvSpPr>
          <p:spPr>
            <a:xfrm>
              <a:off x="1913865" y="1551247"/>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47" name="ellipse_1846">
              <a:extLst>
                <a:ext uri="{FF2B5EF4-FFF2-40B4-BE49-F238E27FC236}">
                  <a16:creationId xmlns:a16="http://schemas.microsoft.com/office/drawing/2014/main" id="{6F2F64E9-8C43-9A2D-AF31-2D20B7181C8C}"/>
                </a:ext>
              </a:extLst>
            </p:cNvPr>
            <p:cNvSpPr/>
            <p:nvPr/>
          </p:nvSpPr>
          <p:spPr>
            <a:xfrm>
              <a:off x="2018743" y="1570535"/>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48" name="ellipse_1847">
              <a:extLst>
                <a:ext uri="{FF2B5EF4-FFF2-40B4-BE49-F238E27FC236}">
                  <a16:creationId xmlns:a16="http://schemas.microsoft.com/office/drawing/2014/main" id="{2D8423DB-0BFB-9AFB-F4BD-A7462518DB05}"/>
                </a:ext>
              </a:extLst>
            </p:cNvPr>
            <p:cNvSpPr/>
            <p:nvPr/>
          </p:nvSpPr>
          <p:spPr>
            <a:xfrm>
              <a:off x="1903691" y="1464584"/>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49" name="ellipse_1848">
              <a:extLst>
                <a:ext uri="{FF2B5EF4-FFF2-40B4-BE49-F238E27FC236}">
                  <a16:creationId xmlns:a16="http://schemas.microsoft.com/office/drawing/2014/main" id="{EE0BA6B3-A595-7DA1-5ED4-8B3E571CDE91}"/>
                </a:ext>
              </a:extLst>
            </p:cNvPr>
            <p:cNvSpPr/>
            <p:nvPr/>
          </p:nvSpPr>
          <p:spPr>
            <a:xfrm>
              <a:off x="1969603" y="1492581"/>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0" name="ellipse_1849">
              <a:extLst>
                <a:ext uri="{FF2B5EF4-FFF2-40B4-BE49-F238E27FC236}">
                  <a16:creationId xmlns:a16="http://schemas.microsoft.com/office/drawing/2014/main" id="{329289D7-1734-798C-124A-4934C862582A}"/>
                </a:ext>
              </a:extLst>
            </p:cNvPr>
            <p:cNvSpPr/>
            <p:nvPr/>
          </p:nvSpPr>
          <p:spPr>
            <a:xfrm>
              <a:off x="1983888" y="1463335"/>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1" name="ellipse_1850">
              <a:extLst>
                <a:ext uri="{FF2B5EF4-FFF2-40B4-BE49-F238E27FC236}">
                  <a16:creationId xmlns:a16="http://schemas.microsoft.com/office/drawing/2014/main" id="{C54B82E9-659A-2479-A09E-61AB7D9AB4EB}"/>
                </a:ext>
              </a:extLst>
            </p:cNvPr>
            <p:cNvSpPr/>
            <p:nvPr/>
          </p:nvSpPr>
          <p:spPr>
            <a:xfrm>
              <a:off x="2028487" y="1524139"/>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2" name="ellipse_1851">
              <a:extLst>
                <a:ext uri="{FF2B5EF4-FFF2-40B4-BE49-F238E27FC236}">
                  <a16:creationId xmlns:a16="http://schemas.microsoft.com/office/drawing/2014/main" id="{0FFAC56D-A348-F31A-76D5-2D5E76D0F839}"/>
                </a:ext>
              </a:extLst>
            </p:cNvPr>
            <p:cNvSpPr/>
            <p:nvPr/>
          </p:nvSpPr>
          <p:spPr>
            <a:xfrm>
              <a:off x="1926343" y="1575448"/>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3" name="ellipse_1852">
              <a:extLst>
                <a:ext uri="{FF2B5EF4-FFF2-40B4-BE49-F238E27FC236}">
                  <a16:creationId xmlns:a16="http://schemas.microsoft.com/office/drawing/2014/main" id="{B4419B1A-38D1-E21A-3005-D9CE8F3C5888}"/>
                </a:ext>
              </a:extLst>
            </p:cNvPr>
            <p:cNvSpPr/>
            <p:nvPr/>
          </p:nvSpPr>
          <p:spPr>
            <a:xfrm>
              <a:off x="2049637" y="1494041"/>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4" name="ellipse_1853">
              <a:extLst>
                <a:ext uri="{FF2B5EF4-FFF2-40B4-BE49-F238E27FC236}">
                  <a16:creationId xmlns:a16="http://schemas.microsoft.com/office/drawing/2014/main" id="{B3369B35-DE59-93DF-3286-38352BD980E8}"/>
                </a:ext>
              </a:extLst>
            </p:cNvPr>
            <p:cNvSpPr/>
            <p:nvPr/>
          </p:nvSpPr>
          <p:spPr>
            <a:xfrm>
              <a:off x="1974089" y="1622584"/>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5" name="ellipse_1854">
              <a:extLst>
                <a:ext uri="{FF2B5EF4-FFF2-40B4-BE49-F238E27FC236}">
                  <a16:creationId xmlns:a16="http://schemas.microsoft.com/office/drawing/2014/main" id="{4A238198-E72B-DCF1-FC67-7F350FB861DE}"/>
                </a:ext>
              </a:extLst>
            </p:cNvPr>
            <p:cNvSpPr/>
            <p:nvPr/>
          </p:nvSpPr>
          <p:spPr>
            <a:xfrm>
              <a:off x="1919318" y="1485061"/>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56" name="Pseudo atom | small solid diamond">
              <a:extLst>
                <a:ext uri="{FF2B5EF4-FFF2-40B4-BE49-F238E27FC236}">
                  <a16:creationId xmlns:a16="http://schemas.microsoft.com/office/drawing/2014/main" id="{4CD06A61-7AEB-3550-4DB2-BF329AE701AD}"/>
                </a:ext>
              </a:extLst>
            </p:cNvPr>
            <p:cNvSpPr/>
            <p:nvPr/>
          </p:nvSpPr>
          <p:spPr>
            <a:xfrm>
              <a:off x="1936117" y="1496523"/>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57" name="Pseudo atom | small solid diamond">
              <a:extLst>
                <a:ext uri="{FF2B5EF4-FFF2-40B4-BE49-F238E27FC236}">
                  <a16:creationId xmlns:a16="http://schemas.microsoft.com/office/drawing/2014/main" id="{40A79C22-77F2-EA36-D579-1A208707EAD3}"/>
                </a:ext>
              </a:extLst>
            </p:cNvPr>
            <p:cNvSpPr/>
            <p:nvPr/>
          </p:nvSpPr>
          <p:spPr>
            <a:xfrm>
              <a:off x="2009328" y="1534365"/>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58" name="Pseudo atom | small solid diamond">
              <a:extLst>
                <a:ext uri="{FF2B5EF4-FFF2-40B4-BE49-F238E27FC236}">
                  <a16:creationId xmlns:a16="http://schemas.microsoft.com/office/drawing/2014/main" id="{0EF3A272-6892-96E1-EAD4-8BDD9BA21F9B}"/>
                </a:ext>
              </a:extLst>
            </p:cNvPr>
            <p:cNvSpPr/>
            <p:nvPr/>
          </p:nvSpPr>
          <p:spPr>
            <a:xfrm>
              <a:off x="2067998" y="1557129"/>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59" name="Pseudo atom | small solid diamond">
              <a:extLst>
                <a:ext uri="{FF2B5EF4-FFF2-40B4-BE49-F238E27FC236}">
                  <a16:creationId xmlns:a16="http://schemas.microsoft.com/office/drawing/2014/main" id="{2B20F57E-04A8-CE3F-27AF-C50F9CB5DB77}"/>
                </a:ext>
              </a:extLst>
            </p:cNvPr>
            <p:cNvSpPr/>
            <p:nvPr/>
          </p:nvSpPr>
          <p:spPr>
            <a:xfrm>
              <a:off x="1932440" y="1602598"/>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60" name="Pseudo atom | small solid diamond">
              <a:extLst>
                <a:ext uri="{FF2B5EF4-FFF2-40B4-BE49-F238E27FC236}">
                  <a16:creationId xmlns:a16="http://schemas.microsoft.com/office/drawing/2014/main" id="{2CE6E41E-84E1-4BA2-F5BC-883784B14964}"/>
                </a:ext>
              </a:extLst>
            </p:cNvPr>
            <p:cNvSpPr/>
            <p:nvPr/>
          </p:nvSpPr>
          <p:spPr>
            <a:xfrm>
              <a:off x="2064662" y="1552465"/>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161" name="b | PTV3 stage 2">
            <a:extLst>
              <a:ext uri="{FF2B5EF4-FFF2-40B4-BE49-F238E27FC236}">
                <a16:creationId xmlns:a16="http://schemas.microsoft.com/office/drawing/2014/main" id="{B6197057-078E-CD4E-79F6-FB6FF31931B2}"/>
              </a:ext>
            </a:extLst>
          </p:cNvPr>
          <p:cNvGrpSpPr/>
          <p:nvPr/>
        </p:nvGrpSpPr>
        <p:grpSpPr>
          <a:xfrm>
            <a:off x="3223868" y="1191372"/>
            <a:ext cx="192613" cy="151863"/>
            <a:chOff x="2276505" y="1465110"/>
            <a:chExt cx="243090" cy="190530"/>
          </a:xfrm>
        </p:grpSpPr>
        <p:sp>
          <p:nvSpPr>
            <p:cNvPr id="162" name="ellipse_1861">
              <a:extLst>
                <a:ext uri="{FF2B5EF4-FFF2-40B4-BE49-F238E27FC236}">
                  <a16:creationId xmlns:a16="http://schemas.microsoft.com/office/drawing/2014/main" id="{C17E3997-5F34-4279-1659-77D7823E3365}"/>
                </a:ext>
              </a:extLst>
            </p:cNvPr>
            <p:cNvSpPr/>
            <p:nvPr/>
          </p:nvSpPr>
          <p:spPr>
            <a:xfrm>
              <a:off x="2447720" y="1479783"/>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3" name="ellipse_1862">
              <a:extLst>
                <a:ext uri="{FF2B5EF4-FFF2-40B4-BE49-F238E27FC236}">
                  <a16:creationId xmlns:a16="http://schemas.microsoft.com/office/drawing/2014/main" id="{8978364A-CD60-0A05-D125-6570EE3E50A4}"/>
                </a:ext>
              </a:extLst>
            </p:cNvPr>
            <p:cNvSpPr/>
            <p:nvPr/>
          </p:nvSpPr>
          <p:spPr>
            <a:xfrm>
              <a:off x="2338639" y="1494948"/>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4" name="ellipse_1863">
              <a:extLst>
                <a:ext uri="{FF2B5EF4-FFF2-40B4-BE49-F238E27FC236}">
                  <a16:creationId xmlns:a16="http://schemas.microsoft.com/office/drawing/2014/main" id="{14991A05-09D4-3689-EFA7-B7746E45B7B0}"/>
                </a:ext>
              </a:extLst>
            </p:cNvPr>
            <p:cNvSpPr/>
            <p:nvPr/>
          </p:nvSpPr>
          <p:spPr>
            <a:xfrm>
              <a:off x="2425728" y="1522613"/>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5" name="ellipse_1864">
              <a:extLst>
                <a:ext uri="{FF2B5EF4-FFF2-40B4-BE49-F238E27FC236}">
                  <a16:creationId xmlns:a16="http://schemas.microsoft.com/office/drawing/2014/main" id="{AB42E99E-CFF6-BB3B-C095-9BD9000120AA}"/>
                </a:ext>
              </a:extLst>
            </p:cNvPr>
            <p:cNvSpPr/>
            <p:nvPr/>
          </p:nvSpPr>
          <p:spPr>
            <a:xfrm>
              <a:off x="2400135" y="1486158"/>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6" name="ellipse_1865">
              <a:extLst>
                <a:ext uri="{FF2B5EF4-FFF2-40B4-BE49-F238E27FC236}">
                  <a16:creationId xmlns:a16="http://schemas.microsoft.com/office/drawing/2014/main" id="{B5A1F68C-B6E5-7B91-18F1-BED66E721752}"/>
                </a:ext>
              </a:extLst>
            </p:cNvPr>
            <p:cNvSpPr/>
            <p:nvPr/>
          </p:nvSpPr>
          <p:spPr>
            <a:xfrm>
              <a:off x="2349408" y="1613290"/>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7" name="ellipse_1866">
              <a:extLst>
                <a:ext uri="{FF2B5EF4-FFF2-40B4-BE49-F238E27FC236}">
                  <a16:creationId xmlns:a16="http://schemas.microsoft.com/office/drawing/2014/main" id="{EC32E70E-FF41-632A-3630-2CEC7C30BE14}"/>
                </a:ext>
              </a:extLst>
            </p:cNvPr>
            <p:cNvSpPr/>
            <p:nvPr/>
          </p:nvSpPr>
          <p:spPr>
            <a:xfrm>
              <a:off x="2460264" y="1527944"/>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8" name="ellipse_1867">
              <a:extLst>
                <a:ext uri="{FF2B5EF4-FFF2-40B4-BE49-F238E27FC236}">
                  <a16:creationId xmlns:a16="http://schemas.microsoft.com/office/drawing/2014/main" id="{3B9420B6-273B-5332-1525-7A9275CED1C1}"/>
                </a:ext>
              </a:extLst>
            </p:cNvPr>
            <p:cNvSpPr/>
            <p:nvPr/>
          </p:nvSpPr>
          <p:spPr>
            <a:xfrm>
              <a:off x="2419949" y="1542677"/>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69" name="ellipse_1868">
              <a:extLst>
                <a:ext uri="{FF2B5EF4-FFF2-40B4-BE49-F238E27FC236}">
                  <a16:creationId xmlns:a16="http://schemas.microsoft.com/office/drawing/2014/main" id="{4955897A-A99C-CD14-E285-0D28BF52BFD4}"/>
                </a:ext>
              </a:extLst>
            </p:cNvPr>
            <p:cNvSpPr/>
            <p:nvPr/>
          </p:nvSpPr>
          <p:spPr>
            <a:xfrm>
              <a:off x="2388499" y="1558252"/>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70" name="Pseudo atom | small solid diamond">
              <a:extLst>
                <a:ext uri="{FF2B5EF4-FFF2-40B4-BE49-F238E27FC236}">
                  <a16:creationId xmlns:a16="http://schemas.microsoft.com/office/drawing/2014/main" id="{0823C84A-ECA1-6432-DA96-8569C3B1F433}"/>
                </a:ext>
              </a:extLst>
            </p:cNvPr>
            <p:cNvSpPr/>
            <p:nvPr/>
          </p:nvSpPr>
          <p:spPr>
            <a:xfrm>
              <a:off x="2441335" y="1556110"/>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71" name="Pseudo atom | small solid diamond">
              <a:extLst>
                <a:ext uri="{FF2B5EF4-FFF2-40B4-BE49-F238E27FC236}">
                  <a16:creationId xmlns:a16="http://schemas.microsoft.com/office/drawing/2014/main" id="{78EF0A1D-5F87-3D21-BADA-A91DC96B735B}"/>
                </a:ext>
              </a:extLst>
            </p:cNvPr>
            <p:cNvSpPr/>
            <p:nvPr/>
          </p:nvSpPr>
          <p:spPr>
            <a:xfrm>
              <a:off x="2444088" y="1505517"/>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72" name="Pseudo atom | small solid diamond">
              <a:extLst>
                <a:ext uri="{FF2B5EF4-FFF2-40B4-BE49-F238E27FC236}">
                  <a16:creationId xmlns:a16="http://schemas.microsoft.com/office/drawing/2014/main" id="{D77BCF9C-CCE1-085C-CC15-876CD546E7DF}"/>
                </a:ext>
              </a:extLst>
            </p:cNvPr>
            <p:cNvSpPr/>
            <p:nvPr/>
          </p:nvSpPr>
          <p:spPr>
            <a:xfrm>
              <a:off x="2476774" y="1497781"/>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73" name="Pseudo atom | small solid diamond">
              <a:extLst>
                <a:ext uri="{FF2B5EF4-FFF2-40B4-BE49-F238E27FC236}">
                  <a16:creationId xmlns:a16="http://schemas.microsoft.com/office/drawing/2014/main" id="{721CE058-2969-67F8-A684-8AA11EC0FCE9}"/>
                </a:ext>
              </a:extLst>
            </p:cNvPr>
            <p:cNvSpPr/>
            <p:nvPr/>
          </p:nvSpPr>
          <p:spPr>
            <a:xfrm>
              <a:off x="2439608" y="1561702"/>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74" name="Pseudo atom | small solid diamond">
              <a:extLst>
                <a:ext uri="{FF2B5EF4-FFF2-40B4-BE49-F238E27FC236}">
                  <a16:creationId xmlns:a16="http://schemas.microsoft.com/office/drawing/2014/main" id="{8B735699-1761-E556-9D0B-C40064527AFE}"/>
                </a:ext>
              </a:extLst>
            </p:cNvPr>
            <p:cNvSpPr/>
            <p:nvPr/>
          </p:nvSpPr>
          <p:spPr>
            <a:xfrm>
              <a:off x="2309778" y="1549378"/>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175" name="b | PTV3 stage 3">
            <a:extLst>
              <a:ext uri="{FF2B5EF4-FFF2-40B4-BE49-F238E27FC236}">
                <a16:creationId xmlns:a16="http://schemas.microsoft.com/office/drawing/2014/main" id="{32A2FE2C-D7BB-FA84-60B5-6E648299AE43}"/>
              </a:ext>
            </a:extLst>
          </p:cNvPr>
          <p:cNvGrpSpPr/>
          <p:nvPr/>
        </p:nvGrpSpPr>
        <p:grpSpPr>
          <a:xfrm>
            <a:off x="3527603" y="1191372"/>
            <a:ext cx="192613" cy="151863"/>
            <a:chOff x="2703555" y="1491390"/>
            <a:chExt cx="190530" cy="137970"/>
          </a:xfrm>
        </p:grpSpPr>
        <p:sp>
          <p:nvSpPr>
            <p:cNvPr id="176" name="ellipse_1875">
              <a:extLst>
                <a:ext uri="{FF2B5EF4-FFF2-40B4-BE49-F238E27FC236}">
                  <a16:creationId xmlns:a16="http://schemas.microsoft.com/office/drawing/2014/main" id="{B956B575-B595-3B59-4D67-A0D4BDB45C4B}"/>
                </a:ext>
              </a:extLst>
            </p:cNvPr>
            <p:cNvSpPr/>
            <p:nvPr/>
          </p:nvSpPr>
          <p:spPr>
            <a:xfrm>
              <a:off x="2789079" y="1532307"/>
              <a:ext cx="17404" cy="1598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77" name="ellipse_1876">
              <a:extLst>
                <a:ext uri="{FF2B5EF4-FFF2-40B4-BE49-F238E27FC236}">
                  <a16:creationId xmlns:a16="http://schemas.microsoft.com/office/drawing/2014/main" id="{29E81592-FCB8-F0D1-8FBA-C5763BF207DF}"/>
                </a:ext>
              </a:extLst>
            </p:cNvPr>
            <p:cNvSpPr/>
            <p:nvPr/>
          </p:nvSpPr>
          <p:spPr>
            <a:xfrm>
              <a:off x="2757487" y="1601916"/>
              <a:ext cx="17404" cy="1598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78" name="ellipse_1877">
              <a:extLst>
                <a:ext uri="{FF2B5EF4-FFF2-40B4-BE49-F238E27FC236}">
                  <a16:creationId xmlns:a16="http://schemas.microsoft.com/office/drawing/2014/main" id="{328C0F40-2CB5-97C8-2540-4DA82925EEBE}"/>
                </a:ext>
              </a:extLst>
            </p:cNvPr>
            <p:cNvSpPr/>
            <p:nvPr/>
          </p:nvSpPr>
          <p:spPr>
            <a:xfrm>
              <a:off x="2750624" y="1504602"/>
              <a:ext cx="17404" cy="1598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79" name="ellipse_1878">
              <a:extLst>
                <a:ext uri="{FF2B5EF4-FFF2-40B4-BE49-F238E27FC236}">
                  <a16:creationId xmlns:a16="http://schemas.microsoft.com/office/drawing/2014/main" id="{D27635E0-5041-87E2-A309-8EB43EB50CA3}"/>
                </a:ext>
              </a:extLst>
            </p:cNvPr>
            <p:cNvSpPr/>
            <p:nvPr/>
          </p:nvSpPr>
          <p:spPr>
            <a:xfrm>
              <a:off x="2840127" y="1518774"/>
              <a:ext cx="17404" cy="1598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80" name="ellipse_1879">
              <a:extLst>
                <a:ext uri="{FF2B5EF4-FFF2-40B4-BE49-F238E27FC236}">
                  <a16:creationId xmlns:a16="http://schemas.microsoft.com/office/drawing/2014/main" id="{9BD37526-DD46-4561-005F-6E13485DBF95}"/>
                </a:ext>
              </a:extLst>
            </p:cNvPr>
            <p:cNvSpPr/>
            <p:nvPr/>
          </p:nvSpPr>
          <p:spPr>
            <a:xfrm>
              <a:off x="2838529" y="1575175"/>
              <a:ext cx="17404" cy="1598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81" name="Pseudo atom | small solid diamond">
              <a:extLst>
                <a:ext uri="{FF2B5EF4-FFF2-40B4-BE49-F238E27FC236}">
                  <a16:creationId xmlns:a16="http://schemas.microsoft.com/office/drawing/2014/main" id="{747CB2A8-85CE-12D7-A52F-F3C42EF7885F}"/>
                </a:ext>
              </a:extLst>
            </p:cNvPr>
            <p:cNvSpPr/>
            <p:nvPr/>
          </p:nvSpPr>
          <p:spPr>
            <a:xfrm>
              <a:off x="2732391" y="1513767"/>
              <a:ext cx="10992" cy="10095"/>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82" name="Pseudo atom | small solid diamond">
              <a:extLst>
                <a:ext uri="{FF2B5EF4-FFF2-40B4-BE49-F238E27FC236}">
                  <a16:creationId xmlns:a16="http://schemas.microsoft.com/office/drawing/2014/main" id="{E610A23B-3C64-C908-A042-25D7B2642D52}"/>
                </a:ext>
              </a:extLst>
            </p:cNvPr>
            <p:cNvSpPr/>
            <p:nvPr/>
          </p:nvSpPr>
          <p:spPr>
            <a:xfrm>
              <a:off x="2786505" y="1580800"/>
              <a:ext cx="10992" cy="10095"/>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83" name="Pseudo atom | small solid diamond">
              <a:extLst>
                <a:ext uri="{FF2B5EF4-FFF2-40B4-BE49-F238E27FC236}">
                  <a16:creationId xmlns:a16="http://schemas.microsoft.com/office/drawing/2014/main" id="{9F49577A-0B80-AAF1-464F-77AE67586137}"/>
                </a:ext>
              </a:extLst>
            </p:cNvPr>
            <p:cNvSpPr/>
            <p:nvPr/>
          </p:nvSpPr>
          <p:spPr>
            <a:xfrm>
              <a:off x="2737720" y="1521626"/>
              <a:ext cx="10992" cy="10095"/>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84" name="Pseudo atom | small solid diamond">
              <a:extLst>
                <a:ext uri="{FF2B5EF4-FFF2-40B4-BE49-F238E27FC236}">
                  <a16:creationId xmlns:a16="http://schemas.microsoft.com/office/drawing/2014/main" id="{95C33FCA-B23D-C6E3-FC46-9E41202BFA30}"/>
                </a:ext>
              </a:extLst>
            </p:cNvPr>
            <p:cNvSpPr/>
            <p:nvPr/>
          </p:nvSpPr>
          <p:spPr>
            <a:xfrm>
              <a:off x="2832745" y="1536936"/>
              <a:ext cx="10992" cy="10095"/>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185" name="Pseudo atom | small solid diamond">
              <a:extLst>
                <a:ext uri="{FF2B5EF4-FFF2-40B4-BE49-F238E27FC236}">
                  <a16:creationId xmlns:a16="http://schemas.microsoft.com/office/drawing/2014/main" id="{7D2CD1B0-C43C-FA5F-268E-7B9A2178BBAC}"/>
                </a:ext>
              </a:extLst>
            </p:cNvPr>
            <p:cNvSpPr/>
            <p:nvPr/>
          </p:nvSpPr>
          <p:spPr>
            <a:xfrm>
              <a:off x="2837638" y="1514943"/>
              <a:ext cx="10992" cy="10095"/>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186" name="b | PTV3 stage 4">
            <a:extLst>
              <a:ext uri="{FF2B5EF4-FFF2-40B4-BE49-F238E27FC236}">
                <a16:creationId xmlns:a16="http://schemas.microsoft.com/office/drawing/2014/main" id="{B552F84B-C1F7-331F-55A6-5D2F894C14F1}"/>
              </a:ext>
            </a:extLst>
          </p:cNvPr>
          <p:cNvGrpSpPr/>
          <p:nvPr/>
        </p:nvGrpSpPr>
        <p:grpSpPr>
          <a:xfrm>
            <a:off x="3831338" y="1191372"/>
            <a:ext cx="192613" cy="151863"/>
            <a:chOff x="3097755" y="1465110"/>
            <a:chExt cx="243090" cy="190530"/>
          </a:xfrm>
        </p:grpSpPr>
        <p:sp>
          <p:nvSpPr>
            <p:cNvPr id="187" name="ellipse_1886">
              <a:extLst>
                <a:ext uri="{FF2B5EF4-FFF2-40B4-BE49-F238E27FC236}">
                  <a16:creationId xmlns:a16="http://schemas.microsoft.com/office/drawing/2014/main" id="{03BDD08D-8BA0-2CAA-00B5-6AD5247F5952}"/>
                </a:ext>
              </a:extLst>
            </p:cNvPr>
            <p:cNvSpPr/>
            <p:nvPr/>
          </p:nvSpPr>
          <p:spPr>
            <a:xfrm>
              <a:off x="3279141" y="1552259"/>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88" name="ellipse_1887">
              <a:extLst>
                <a:ext uri="{FF2B5EF4-FFF2-40B4-BE49-F238E27FC236}">
                  <a16:creationId xmlns:a16="http://schemas.microsoft.com/office/drawing/2014/main" id="{F8674A94-5F2A-FC20-9FEA-028E25BD1CD6}"/>
                </a:ext>
              </a:extLst>
            </p:cNvPr>
            <p:cNvSpPr/>
            <p:nvPr/>
          </p:nvSpPr>
          <p:spPr>
            <a:xfrm>
              <a:off x="3239930" y="1573193"/>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89" name="ellipse_1888">
              <a:extLst>
                <a:ext uri="{FF2B5EF4-FFF2-40B4-BE49-F238E27FC236}">
                  <a16:creationId xmlns:a16="http://schemas.microsoft.com/office/drawing/2014/main" id="{70E62F6F-44FD-2A7B-9503-8CCD33D459FA}"/>
                </a:ext>
              </a:extLst>
            </p:cNvPr>
            <p:cNvSpPr/>
            <p:nvPr/>
          </p:nvSpPr>
          <p:spPr>
            <a:xfrm>
              <a:off x="3219861" y="1552797"/>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90" name="ellipse_1889">
              <a:extLst>
                <a:ext uri="{FF2B5EF4-FFF2-40B4-BE49-F238E27FC236}">
                  <a16:creationId xmlns:a16="http://schemas.microsoft.com/office/drawing/2014/main" id="{62A31132-7453-C923-7DE2-A0A8E351F441}"/>
                </a:ext>
              </a:extLst>
            </p:cNvPr>
            <p:cNvSpPr/>
            <p:nvPr/>
          </p:nvSpPr>
          <p:spPr>
            <a:xfrm>
              <a:off x="3118969" y="1584357"/>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191" name="ellipse_1890">
              <a:extLst>
                <a:ext uri="{FF2B5EF4-FFF2-40B4-BE49-F238E27FC236}">
                  <a16:creationId xmlns:a16="http://schemas.microsoft.com/office/drawing/2014/main" id="{E3009106-8CB7-CAAB-2CD1-ED231F9DF16A}"/>
                </a:ext>
              </a:extLst>
            </p:cNvPr>
            <p:cNvSpPr/>
            <p:nvPr/>
          </p:nvSpPr>
          <p:spPr>
            <a:xfrm>
              <a:off x="3292564" y="1588542"/>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32" name="ellipse_1891">
              <a:extLst>
                <a:ext uri="{FF2B5EF4-FFF2-40B4-BE49-F238E27FC236}">
                  <a16:creationId xmlns:a16="http://schemas.microsoft.com/office/drawing/2014/main" id="{FCB36CAB-0208-8930-A8E1-EEE197752F64}"/>
                </a:ext>
              </a:extLst>
            </p:cNvPr>
            <p:cNvSpPr/>
            <p:nvPr/>
          </p:nvSpPr>
          <p:spPr>
            <a:xfrm>
              <a:off x="3210805" y="1614479"/>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33" name="ellipse_1892">
              <a:extLst>
                <a:ext uri="{FF2B5EF4-FFF2-40B4-BE49-F238E27FC236}">
                  <a16:creationId xmlns:a16="http://schemas.microsoft.com/office/drawing/2014/main" id="{216A807E-2C1B-E5D6-E7FE-AD1B949F51BB}"/>
                </a:ext>
              </a:extLst>
            </p:cNvPr>
            <p:cNvSpPr/>
            <p:nvPr/>
          </p:nvSpPr>
          <p:spPr>
            <a:xfrm>
              <a:off x="3229188" y="1616582"/>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34" name="ellipse_1893">
              <a:extLst>
                <a:ext uri="{FF2B5EF4-FFF2-40B4-BE49-F238E27FC236}">
                  <a16:creationId xmlns:a16="http://schemas.microsoft.com/office/drawing/2014/main" id="{D800502E-F37C-A154-D579-A7A29BA989EC}"/>
                </a:ext>
              </a:extLst>
            </p:cNvPr>
            <p:cNvSpPr/>
            <p:nvPr/>
          </p:nvSpPr>
          <p:spPr>
            <a:xfrm>
              <a:off x="3260194" y="1481644"/>
              <a:ext cx="22205" cy="22074"/>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35" name="Pseudo atom | small solid diamond">
              <a:extLst>
                <a:ext uri="{FF2B5EF4-FFF2-40B4-BE49-F238E27FC236}">
                  <a16:creationId xmlns:a16="http://schemas.microsoft.com/office/drawing/2014/main" id="{6E6A61CA-6523-C8AA-BD0D-714CDF305336}"/>
                </a:ext>
              </a:extLst>
            </p:cNvPr>
            <p:cNvSpPr/>
            <p:nvPr/>
          </p:nvSpPr>
          <p:spPr>
            <a:xfrm>
              <a:off x="3148094" y="1611532"/>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5636" name="Pseudo atom | small solid diamond">
              <a:extLst>
                <a:ext uri="{FF2B5EF4-FFF2-40B4-BE49-F238E27FC236}">
                  <a16:creationId xmlns:a16="http://schemas.microsoft.com/office/drawing/2014/main" id="{5ACA97BE-E9B1-D466-0911-0D3DEC4A6256}"/>
                </a:ext>
              </a:extLst>
            </p:cNvPr>
            <p:cNvSpPr/>
            <p:nvPr/>
          </p:nvSpPr>
          <p:spPr>
            <a:xfrm>
              <a:off x="3138576" y="1510364"/>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5637" name="Pseudo atom | small solid diamond">
              <a:extLst>
                <a:ext uri="{FF2B5EF4-FFF2-40B4-BE49-F238E27FC236}">
                  <a16:creationId xmlns:a16="http://schemas.microsoft.com/office/drawing/2014/main" id="{B3189470-4537-4684-43AD-ADF3B8C40D41}"/>
                </a:ext>
              </a:extLst>
            </p:cNvPr>
            <p:cNvSpPr/>
            <p:nvPr/>
          </p:nvSpPr>
          <p:spPr>
            <a:xfrm>
              <a:off x="3167444" y="1532517"/>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5638" name="Pseudo atom | small solid diamond">
              <a:extLst>
                <a:ext uri="{FF2B5EF4-FFF2-40B4-BE49-F238E27FC236}">
                  <a16:creationId xmlns:a16="http://schemas.microsoft.com/office/drawing/2014/main" id="{CBE57285-67F5-37DC-2C01-14EA22BF954E}"/>
                </a:ext>
              </a:extLst>
            </p:cNvPr>
            <p:cNvSpPr/>
            <p:nvPr/>
          </p:nvSpPr>
          <p:spPr>
            <a:xfrm>
              <a:off x="3192186" y="1545481"/>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5639" name="Pseudo atom | small solid diamond">
              <a:extLst>
                <a:ext uri="{FF2B5EF4-FFF2-40B4-BE49-F238E27FC236}">
                  <a16:creationId xmlns:a16="http://schemas.microsoft.com/office/drawing/2014/main" id="{110A1422-E555-F3E1-5D21-4DAC3614266B}"/>
                </a:ext>
              </a:extLst>
            </p:cNvPr>
            <p:cNvSpPr/>
            <p:nvPr/>
          </p:nvSpPr>
          <p:spPr>
            <a:xfrm>
              <a:off x="3219021" y="1555020"/>
              <a:ext cx="14024" cy="13941"/>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5640" name="b | PTV3 stage 5">
            <a:extLst>
              <a:ext uri="{FF2B5EF4-FFF2-40B4-BE49-F238E27FC236}">
                <a16:creationId xmlns:a16="http://schemas.microsoft.com/office/drawing/2014/main" id="{9F110EE9-F1F1-F6CE-90C2-97DCEE26F498}"/>
              </a:ext>
            </a:extLst>
          </p:cNvPr>
          <p:cNvGrpSpPr/>
          <p:nvPr/>
        </p:nvGrpSpPr>
        <p:grpSpPr>
          <a:xfrm>
            <a:off x="4135073" y="1191372"/>
            <a:ext cx="192613" cy="151863"/>
            <a:chOff x="3473888" y="1438830"/>
            <a:chExt cx="279225" cy="243090"/>
          </a:xfrm>
        </p:grpSpPr>
        <p:sp>
          <p:nvSpPr>
            <p:cNvPr id="5641" name="ellipse_1900">
              <a:extLst>
                <a:ext uri="{FF2B5EF4-FFF2-40B4-BE49-F238E27FC236}">
                  <a16:creationId xmlns:a16="http://schemas.microsoft.com/office/drawing/2014/main" id="{FBA1CFEE-8CAD-0564-191C-7C0A3456BE07}"/>
                </a:ext>
              </a:extLst>
            </p:cNvPr>
            <p:cNvSpPr/>
            <p:nvPr/>
          </p:nvSpPr>
          <p:spPr>
            <a:xfrm>
              <a:off x="3541505" y="1483896"/>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2" name="ellipse_1901">
              <a:extLst>
                <a:ext uri="{FF2B5EF4-FFF2-40B4-BE49-F238E27FC236}">
                  <a16:creationId xmlns:a16="http://schemas.microsoft.com/office/drawing/2014/main" id="{47BD8389-4425-AA0B-2754-E885F6E90337}"/>
                </a:ext>
              </a:extLst>
            </p:cNvPr>
            <p:cNvSpPr/>
            <p:nvPr/>
          </p:nvSpPr>
          <p:spPr>
            <a:xfrm>
              <a:off x="3634685" y="1579452"/>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3" name="ellipse_1902">
              <a:extLst>
                <a:ext uri="{FF2B5EF4-FFF2-40B4-BE49-F238E27FC236}">
                  <a16:creationId xmlns:a16="http://schemas.microsoft.com/office/drawing/2014/main" id="{7FA9FE02-84BF-84E1-E2DF-F3FF63D0E297}"/>
                </a:ext>
              </a:extLst>
            </p:cNvPr>
            <p:cNvSpPr/>
            <p:nvPr/>
          </p:nvSpPr>
          <p:spPr>
            <a:xfrm>
              <a:off x="3690250" y="1591533"/>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4" name="ellipse_1903">
              <a:extLst>
                <a:ext uri="{FF2B5EF4-FFF2-40B4-BE49-F238E27FC236}">
                  <a16:creationId xmlns:a16="http://schemas.microsoft.com/office/drawing/2014/main" id="{493AE9EB-9FC8-E9A3-00EF-BD99EEB17765}"/>
                </a:ext>
              </a:extLst>
            </p:cNvPr>
            <p:cNvSpPr/>
            <p:nvPr/>
          </p:nvSpPr>
          <p:spPr>
            <a:xfrm>
              <a:off x="3688948" y="1626754"/>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5" name="ellipse_1904">
              <a:extLst>
                <a:ext uri="{FF2B5EF4-FFF2-40B4-BE49-F238E27FC236}">
                  <a16:creationId xmlns:a16="http://schemas.microsoft.com/office/drawing/2014/main" id="{A8D05CE0-F001-FFCE-98F4-B5D96506FCD2}"/>
                </a:ext>
              </a:extLst>
            </p:cNvPr>
            <p:cNvSpPr/>
            <p:nvPr/>
          </p:nvSpPr>
          <p:spPr>
            <a:xfrm>
              <a:off x="3676533" y="1458617"/>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6" name="ellipse_1905">
              <a:extLst>
                <a:ext uri="{FF2B5EF4-FFF2-40B4-BE49-F238E27FC236}">
                  <a16:creationId xmlns:a16="http://schemas.microsoft.com/office/drawing/2014/main" id="{539A0DFF-2BEE-23E9-F170-8960153D58C7}"/>
                </a:ext>
              </a:extLst>
            </p:cNvPr>
            <p:cNvSpPr/>
            <p:nvPr/>
          </p:nvSpPr>
          <p:spPr>
            <a:xfrm>
              <a:off x="3582836" y="1604405"/>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7" name="ellipse_1906">
              <a:extLst>
                <a:ext uri="{FF2B5EF4-FFF2-40B4-BE49-F238E27FC236}">
                  <a16:creationId xmlns:a16="http://schemas.microsoft.com/office/drawing/2014/main" id="{17FC629A-C09B-6405-C4D2-198CBC3CB986}"/>
                </a:ext>
              </a:extLst>
            </p:cNvPr>
            <p:cNvSpPr/>
            <p:nvPr/>
          </p:nvSpPr>
          <p:spPr>
            <a:xfrm>
              <a:off x="3502117" y="1481357"/>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8" name="ellipse_1907">
              <a:extLst>
                <a:ext uri="{FF2B5EF4-FFF2-40B4-BE49-F238E27FC236}">
                  <a16:creationId xmlns:a16="http://schemas.microsoft.com/office/drawing/2014/main" id="{AB170BF2-87EF-7117-2851-C69E800D16F3}"/>
                </a:ext>
              </a:extLst>
            </p:cNvPr>
            <p:cNvSpPr/>
            <p:nvPr/>
          </p:nvSpPr>
          <p:spPr>
            <a:xfrm>
              <a:off x="3701184" y="1635112"/>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5649" name="ellipse_1908">
              <a:extLst>
                <a:ext uri="{FF2B5EF4-FFF2-40B4-BE49-F238E27FC236}">
                  <a16:creationId xmlns:a16="http://schemas.microsoft.com/office/drawing/2014/main" id="{5FF2B527-816C-A86F-A400-90BE698EEED0}"/>
                </a:ext>
              </a:extLst>
            </p:cNvPr>
            <p:cNvSpPr/>
            <p:nvPr/>
          </p:nvSpPr>
          <p:spPr>
            <a:xfrm>
              <a:off x="3667161" y="1608045"/>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2885" name="ellipse_1909">
              <a:extLst>
                <a:ext uri="{FF2B5EF4-FFF2-40B4-BE49-F238E27FC236}">
                  <a16:creationId xmlns:a16="http://schemas.microsoft.com/office/drawing/2014/main" id="{2155C27A-8FFB-B041-0A0F-39A1E1CA6DB4}"/>
                </a:ext>
              </a:extLst>
            </p:cNvPr>
            <p:cNvSpPr/>
            <p:nvPr/>
          </p:nvSpPr>
          <p:spPr>
            <a:xfrm>
              <a:off x="3580356" y="1576358"/>
              <a:ext cx="25506" cy="28163"/>
            </a:xfrm>
            <a:prstGeom prst="ellipse">
              <a:avLst/>
            </a:prstGeom>
            <a:gradFill flip="none" rotWithShape="1">
              <a:gsLst>
                <a:gs pos="0">
                  <a:srgbClr val="F7F7FA"/>
                </a:gs>
                <a:gs pos="43000">
                  <a:srgbClr val="B6B8C9"/>
                </a:gs>
                <a:gs pos="100000">
                  <a:srgbClr val="858CA6"/>
                </a:gs>
              </a:gsLst>
              <a:lin ang="2700000" scaled="1"/>
              <a:tileRect/>
            </a:gradFill>
            <a:ln w="2540" cap="rnd" cmpd="sng" algn="ctr">
              <a:noFill/>
              <a:prstDash val="solid"/>
              <a:round/>
              <a:headEnd type="none" w="med" len="med"/>
              <a:tailEnd type="none" w="med" len="med"/>
            </a:ln>
            <a:effectLst/>
          </p:spPr>
        </p:sp>
        <p:sp>
          <p:nvSpPr>
            <p:cNvPr id="2886" name="Pseudo atom | small solid diamond">
              <a:extLst>
                <a:ext uri="{FF2B5EF4-FFF2-40B4-BE49-F238E27FC236}">
                  <a16:creationId xmlns:a16="http://schemas.microsoft.com/office/drawing/2014/main" id="{E45F4E56-7783-37A0-BFAD-5EBEB0052D60}"/>
                </a:ext>
              </a:extLst>
            </p:cNvPr>
            <p:cNvSpPr/>
            <p:nvPr/>
          </p:nvSpPr>
          <p:spPr>
            <a:xfrm>
              <a:off x="3677032" y="1640896"/>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887" name="Pseudo atom | small solid diamond">
              <a:extLst>
                <a:ext uri="{FF2B5EF4-FFF2-40B4-BE49-F238E27FC236}">
                  <a16:creationId xmlns:a16="http://schemas.microsoft.com/office/drawing/2014/main" id="{C630FBB8-14DC-B15A-1C54-E697F96449D3}"/>
                </a:ext>
              </a:extLst>
            </p:cNvPr>
            <p:cNvSpPr/>
            <p:nvPr/>
          </p:nvSpPr>
          <p:spPr>
            <a:xfrm>
              <a:off x="3542290" y="1523790"/>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891" name="Pseudo atom | small solid diamond">
              <a:extLst>
                <a:ext uri="{FF2B5EF4-FFF2-40B4-BE49-F238E27FC236}">
                  <a16:creationId xmlns:a16="http://schemas.microsoft.com/office/drawing/2014/main" id="{89DE27BF-C0A1-0EC7-A1A4-C5B8F078E597}"/>
                </a:ext>
              </a:extLst>
            </p:cNvPr>
            <p:cNvSpPr/>
            <p:nvPr/>
          </p:nvSpPr>
          <p:spPr>
            <a:xfrm>
              <a:off x="3590254" y="1492059"/>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892" name="Pseudo atom | small solid diamond">
              <a:extLst>
                <a:ext uri="{FF2B5EF4-FFF2-40B4-BE49-F238E27FC236}">
                  <a16:creationId xmlns:a16="http://schemas.microsoft.com/office/drawing/2014/main" id="{3E68694C-49AC-1AED-3176-B3600FA79949}"/>
                </a:ext>
              </a:extLst>
            </p:cNvPr>
            <p:cNvSpPr/>
            <p:nvPr/>
          </p:nvSpPr>
          <p:spPr>
            <a:xfrm>
              <a:off x="3710724" y="1626781"/>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893" name="Pseudo atom | small solid diamond">
              <a:extLst>
                <a:ext uri="{FF2B5EF4-FFF2-40B4-BE49-F238E27FC236}">
                  <a16:creationId xmlns:a16="http://schemas.microsoft.com/office/drawing/2014/main" id="{38CA98C3-F9DD-8AC9-C1FA-2F6CF75DFEE6}"/>
                </a:ext>
              </a:extLst>
            </p:cNvPr>
            <p:cNvSpPr/>
            <p:nvPr/>
          </p:nvSpPr>
          <p:spPr>
            <a:xfrm>
              <a:off x="3552701" y="1475941"/>
              <a:ext cx="16109" cy="17787"/>
            </a:xfrm>
            <a:custGeom>
              <a:avLst/>
              <a:gdLst/>
              <a:ahLst/>
              <a:cxnLst/>
              <a:rect l="0" t="0" r="w" b="h"/>
              <a:pathLst>
                <a:path w="17739" h="17739" extrusionOk="0">
                  <a:moveTo>
                    <a:pt x="8870" y="0"/>
                  </a:moveTo>
                  <a:lnTo>
                    <a:pt x="17739" y="8869"/>
                  </a:lnTo>
                  <a:lnTo>
                    <a:pt x="8870" y="17739"/>
                  </a:lnTo>
                  <a:lnTo>
                    <a:pt x="0" y="8869"/>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2894" name="b | Receptor embedding feature bar">
            <a:extLst>
              <a:ext uri="{FF2B5EF4-FFF2-40B4-BE49-F238E27FC236}">
                <a16:creationId xmlns:a16="http://schemas.microsoft.com/office/drawing/2014/main" id="{B039A27D-C92E-D6DB-B805-EDB7FC0FCBE5}"/>
              </a:ext>
            </a:extLst>
          </p:cNvPr>
          <p:cNvGrpSpPr/>
          <p:nvPr/>
        </p:nvGrpSpPr>
        <p:grpSpPr>
          <a:xfrm>
            <a:off x="2242286" y="1142965"/>
            <a:ext cx="242618" cy="14816"/>
            <a:chOff x="1258155" y="1540665"/>
            <a:chExt cx="325215" cy="42705"/>
          </a:xfrm>
        </p:grpSpPr>
        <p:sp>
          <p:nvSpPr>
            <p:cNvPr id="2895" name="feature_1">
              <a:extLst>
                <a:ext uri="{FF2B5EF4-FFF2-40B4-BE49-F238E27FC236}">
                  <a16:creationId xmlns:a16="http://schemas.microsoft.com/office/drawing/2014/main" id="{0E710EF2-7466-9084-D37F-C7BC1A5CE361}"/>
                </a:ext>
              </a:extLst>
            </p:cNvPr>
            <p:cNvSpPr/>
            <p:nvPr/>
          </p:nvSpPr>
          <p:spPr>
            <a:xfrm>
              <a:off x="1258155" y="1540665"/>
              <a:ext cx="43644" cy="42705"/>
            </a:xfrm>
            <a:prstGeom prst="rect">
              <a:avLst/>
            </a:prstGeom>
            <a:solidFill>
              <a:srgbClr val="B2A4CD"/>
            </a:solidFill>
            <a:ln w="2540" cap="rnd" cmpd="sng" algn="ctr">
              <a:noFill/>
              <a:prstDash val="solid"/>
              <a:round/>
              <a:headEnd type="none" w="med" len="med"/>
              <a:tailEnd type="none" w="med" len="med"/>
            </a:ln>
            <a:effectLst/>
          </p:spPr>
        </p:sp>
        <p:sp>
          <p:nvSpPr>
            <p:cNvPr id="2896" name="feature_2">
              <a:extLst>
                <a:ext uri="{FF2B5EF4-FFF2-40B4-BE49-F238E27FC236}">
                  <a16:creationId xmlns:a16="http://schemas.microsoft.com/office/drawing/2014/main" id="{56293A12-E2E2-8C5F-D84E-9E43D37D8E86}"/>
                </a:ext>
              </a:extLst>
            </p:cNvPr>
            <p:cNvSpPr/>
            <p:nvPr/>
          </p:nvSpPr>
          <p:spPr>
            <a:xfrm>
              <a:off x="1305084" y="1540665"/>
              <a:ext cx="43644" cy="42705"/>
            </a:xfrm>
            <a:prstGeom prst="rect">
              <a:avLst/>
            </a:prstGeom>
            <a:solidFill>
              <a:srgbClr val="C7BFE0"/>
            </a:solidFill>
            <a:ln w="2540" cap="rnd" cmpd="sng" algn="ctr">
              <a:noFill/>
              <a:prstDash val="solid"/>
              <a:round/>
              <a:headEnd type="none" w="med" len="med"/>
              <a:tailEnd type="none" w="med" len="med"/>
            </a:ln>
            <a:effectLst/>
          </p:spPr>
        </p:sp>
        <p:sp>
          <p:nvSpPr>
            <p:cNvPr id="2902" name="feature_3">
              <a:extLst>
                <a:ext uri="{FF2B5EF4-FFF2-40B4-BE49-F238E27FC236}">
                  <a16:creationId xmlns:a16="http://schemas.microsoft.com/office/drawing/2014/main" id="{855946CB-95D6-1809-6B74-9A59B809060B}"/>
                </a:ext>
              </a:extLst>
            </p:cNvPr>
            <p:cNvSpPr/>
            <p:nvPr/>
          </p:nvSpPr>
          <p:spPr>
            <a:xfrm>
              <a:off x="1352012" y="1540665"/>
              <a:ext cx="43644" cy="42705"/>
            </a:xfrm>
            <a:prstGeom prst="rect">
              <a:avLst/>
            </a:prstGeom>
            <a:solidFill>
              <a:srgbClr val="AEBED6"/>
            </a:solidFill>
            <a:ln w="2540" cap="rnd" cmpd="sng" algn="ctr">
              <a:noFill/>
              <a:prstDash val="solid"/>
              <a:round/>
              <a:headEnd type="none" w="med" len="med"/>
              <a:tailEnd type="none" w="med" len="med"/>
            </a:ln>
            <a:effectLst/>
          </p:spPr>
        </p:sp>
        <p:sp>
          <p:nvSpPr>
            <p:cNvPr id="2903" name="feature_4">
              <a:extLst>
                <a:ext uri="{FF2B5EF4-FFF2-40B4-BE49-F238E27FC236}">
                  <a16:creationId xmlns:a16="http://schemas.microsoft.com/office/drawing/2014/main" id="{C35DE6B4-3FC0-78AB-FC32-B247E3F6B32F}"/>
                </a:ext>
              </a:extLst>
            </p:cNvPr>
            <p:cNvSpPr/>
            <p:nvPr/>
          </p:nvSpPr>
          <p:spPr>
            <a:xfrm>
              <a:off x="1398941" y="1540665"/>
              <a:ext cx="43644" cy="42705"/>
            </a:xfrm>
            <a:prstGeom prst="rect">
              <a:avLst/>
            </a:prstGeom>
            <a:solidFill>
              <a:srgbClr val="B2A4CD"/>
            </a:solidFill>
            <a:ln w="2540" cap="rnd" cmpd="sng" algn="ctr">
              <a:noFill/>
              <a:prstDash val="solid"/>
              <a:round/>
              <a:headEnd type="none" w="med" len="med"/>
              <a:tailEnd type="none" w="med" len="med"/>
            </a:ln>
            <a:effectLst/>
          </p:spPr>
        </p:sp>
        <p:sp>
          <p:nvSpPr>
            <p:cNvPr id="2904" name="feature_5">
              <a:extLst>
                <a:ext uri="{FF2B5EF4-FFF2-40B4-BE49-F238E27FC236}">
                  <a16:creationId xmlns:a16="http://schemas.microsoft.com/office/drawing/2014/main" id="{F3E2856B-DB0A-48C1-3638-3F745A2A3D1A}"/>
                </a:ext>
              </a:extLst>
            </p:cNvPr>
            <p:cNvSpPr/>
            <p:nvPr/>
          </p:nvSpPr>
          <p:spPr>
            <a:xfrm>
              <a:off x="1445869" y="1540665"/>
              <a:ext cx="43644" cy="42705"/>
            </a:xfrm>
            <a:prstGeom prst="rect">
              <a:avLst/>
            </a:prstGeom>
            <a:solidFill>
              <a:srgbClr val="C7BFE0"/>
            </a:solidFill>
            <a:ln w="2540" cap="rnd" cmpd="sng" algn="ctr">
              <a:noFill/>
              <a:prstDash val="solid"/>
              <a:round/>
              <a:headEnd type="none" w="med" len="med"/>
              <a:tailEnd type="none" w="med" len="med"/>
            </a:ln>
            <a:effectLst/>
          </p:spPr>
        </p:sp>
        <p:sp>
          <p:nvSpPr>
            <p:cNvPr id="2905" name="feature_6">
              <a:extLst>
                <a:ext uri="{FF2B5EF4-FFF2-40B4-BE49-F238E27FC236}">
                  <a16:creationId xmlns:a16="http://schemas.microsoft.com/office/drawing/2014/main" id="{755363A8-B987-97D5-1557-047CC2585BD4}"/>
                </a:ext>
              </a:extLst>
            </p:cNvPr>
            <p:cNvSpPr/>
            <p:nvPr/>
          </p:nvSpPr>
          <p:spPr>
            <a:xfrm>
              <a:off x="1492798" y="1540665"/>
              <a:ext cx="43644" cy="42705"/>
            </a:xfrm>
            <a:prstGeom prst="rect">
              <a:avLst/>
            </a:prstGeom>
            <a:solidFill>
              <a:srgbClr val="AEBED6"/>
            </a:solidFill>
            <a:ln w="2540" cap="rnd" cmpd="sng" algn="ctr">
              <a:noFill/>
              <a:prstDash val="solid"/>
              <a:round/>
              <a:headEnd type="none" w="med" len="med"/>
              <a:tailEnd type="none" w="med" len="med"/>
            </a:ln>
            <a:effectLst/>
          </p:spPr>
        </p:sp>
        <p:sp>
          <p:nvSpPr>
            <p:cNvPr id="2906" name="feature_7">
              <a:extLst>
                <a:ext uri="{FF2B5EF4-FFF2-40B4-BE49-F238E27FC236}">
                  <a16:creationId xmlns:a16="http://schemas.microsoft.com/office/drawing/2014/main" id="{823B03EB-6D7B-7D37-B166-C516A7B0F7BD}"/>
                </a:ext>
              </a:extLst>
            </p:cNvPr>
            <p:cNvSpPr/>
            <p:nvPr/>
          </p:nvSpPr>
          <p:spPr>
            <a:xfrm>
              <a:off x="1539726" y="1540665"/>
              <a:ext cx="43644" cy="42705"/>
            </a:xfrm>
            <a:prstGeom prst="rect">
              <a:avLst/>
            </a:prstGeom>
            <a:solidFill>
              <a:srgbClr val="B2A4CD"/>
            </a:solidFill>
            <a:ln w="2540" cap="rnd" cmpd="sng" algn="ctr">
              <a:noFill/>
              <a:prstDash val="solid"/>
              <a:round/>
              <a:headEnd type="none" w="med" len="med"/>
              <a:tailEnd type="none" w="med" len="med"/>
            </a:ln>
            <a:effectLst/>
          </p:spPr>
        </p:sp>
      </p:grpSp>
      <p:grpSp>
        <p:nvGrpSpPr>
          <p:cNvPr id="2907" name="b | Pseudo atoms">
            <a:extLst>
              <a:ext uri="{FF2B5EF4-FFF2-40B4-BE49-F238E27FC236}">
                <a16:creationId xmlns:a16="http://schemas.microsoft.com/office/drawing/2014/main" id="{91343EC8-A56D-CEF3-6092-E203F99C499B}"/>
              </a:ext>
            </a:extLst>
          </p:cNvPr>
          <p:cNvGrpSpPr/>
          <p:nvPr/>
        </p:nvGrpSpPr>
        <p:grpSpPr>
          <a:xfrm>
            <a:off x="2244137" y="1380262"/>
            <a:ext cx="240766" cy="90747"/>
            <a:chOff x="1224494" y="1827718"/>
            <a:chExt cx="319272" cy="160003"/>
          </a:xfrm>
        </p:grpSpPr>
        <p:sp>
          <p:nvSpPr>
            <p:cNvPr id="2908" name="Pseudo atom | small solid diamond">
              <a:extLst>
                <a:ext uri="{FF2B5EF4-FFF2-40B4-BE49-F238E27FC236}">
                  <a16:creationId xmlns:a16="http://schemas.microsoft.com/office/drawing/2014/main" id="{0BABD08C-7B85-C0D1-2FB1-3A07B784857E}"/>
                </a:ext>
              </a:extLst>
            </p:cNvPr>
            <p:cNvSpPr/>
            <p:nvPr/>
          </p:nvSpPr>
          <p:spPr>
            <a:xfrm>
              <a:off x="1238043" y="1863551"/>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09" name="Pseudo atom | small solid diamond">
              <a:extLst>
                <a:ext uri="{FF2B5EF4-FFF2-40B4-BE49-F238E27FC236}">
                  <a16:creationId xmlns:a16="http://schemas.microsoft.com/office/drawing/2014/main" id="{1BD969C9-A7CF-109E-F7C8-833F59C499A2}"/>
                </a:ext>
              </a:extLst>
            </p:cNvPr>
            <p:cNvSpPr/>
            <p:nvPr/>
          </p:nvSpPr>
          <p:spPr>
            <a:xfrm>
              <a:off x="1334797" y="1971936"/>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10" name="Pseudo atom | small solid diamond">
              <a:extLst>
                <a:ext uri="{FF2B5EF4-FFF2-40B4-BE49-F238E27FC236}">
                  <a16:creationId xmlns:a16="http://schemas.microsoft.com/office/drawing/2014/main" id="{3FBB8158-07C7-F3BE-3682-F6D332C7FE92}"/>
                </a:ext>
              </a:extLst>
            </p:cNvPr>
            <p:cNvSpPr/>
            <p:nvPr/>
          </p:nvSpPr>
          <p:spPr>
            <a:xfrm>
              <a:off x="1251624" y="1954881"/>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11" name="Pseudo atom | small solid diamond">
              <a:extLst>
                <a:ext uri="{FF2B5EF4-FFF2-40B4-BE49-F238E27FC236}">
                  <a16:creationId xmlns:a16="http://schemas.microsoft.com/office/drawing/2014/main" id="{BB535024-55EE-A34F-8D53-0D866227A45B}"/>
                </a:ext>
              </a:extLst>
            </p:cNvPr>
            <p:cNvSpPr/>
            <p:nvPr/>
          </p:nvSpPr>
          <p:spPr>
            <a:xfrm>
              <a:off x="1251873" y="1875722"/>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12" name="Pseudo atom | small solid diamond">
              <a:extLst>
                <a:ext uri="{FF2B5EF4-FFF2-40B4-BE49-F238E27FC236}">
                  <a16:creationId xmlns:a16="http://schemas.microsoft.com/office/drawing/2014/main" id="{3B57B67D-F2E1-6073-3F59-CF9F2BB4AAC2}"/>
                </a:ext>
              </a:extLst>
            </p:cNvPr>
            <p:cNvSpPr/>
            <p:nvPr/>
          </p:nvSpPr>
          <p:spPr>
            <a:xfrm>
              <a:off x="1427707" y="1918183"/>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13" name="Pseudo atom | small solid diamond">
              <a:extLst>
                <a:ext uri="{FF2B5EF4-FFF2-40B4-BE49-F238E27FC236}">
                  <a16:creationId xmlns:a16="http://schemas.microsoft.com/office/drawing/2014/main" id="{51AE3F6F-0A3D-A8F6-EA58-588CE9BF039E}"/>
                </a:ext>
              </a:extLst>
            </p:cNvPr>
            <p:cNvSpPr/>
            <p:nvPr/>
          </p:nvSpPr>
          <p:spPr>
            <a:xfrm>
              <a:off x="1522414" y="1886916"/>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25" name="Pseudo atom | small solid diamond">
              <a:extLst>
                <a:ext uri="{FF2B5EF4-FFF2-40B4-BE49-F238E27FC236}">
                  <a16:creationId xmlns:a16="http://schemas.microsoft.com/office/drawing/2014/main" id="{FBFE08A5-F773-0412-F5C5-0B39CA4EB237}"/>
                </a:ext>
              </a:extLst>
            </p:cNvPr>
            <p:cNvSpPr/>
            <p:nvPr/>
          </p:nvSpPr>
          <p:spPr>
            <a:xfrm>
              <a:off x="1517189" y="1965468"/>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26" name="Pseudo atom | small solid diamond">
              <a:extLst>
                <a:ext uri="{FF2B5EF4-FFF2-40B4-BE49-F238E27FC236}">
                  <a16:creationId xmlns:a16="http://schemas.microsoft.com/office/drawing/2014/main" id="{C8FBC311-7EAE-1FF1-3C25-A426F668A284}"/>
                </a:ext>
              </a:extLst>
            </p:cNvPr>
            <p:cNvSpPr/>
            <p:nvPr/>
          </p:nvSpPr>
          <p:spPr>
            <a:xfrm>
              <a:off x="1440638" y="1827175"/>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27" name="Pseudo atom | small solid diamond">
              <a:extLst>
                <a:ext uri="{FF2B5EF4-FFF2-40B4-BE49-F238E27FC236}">
                  <a16:creationId xmlns:a16="http://schemas.microsoft.com/office/drawing/2014/main" id="{87D2606D-0359-065A-1D57-8AC56CEA9A86}"/>
                </a:ext>
              </a:extLst>
            </p:cNvPr>
            <p:cNvSpPr/>
            <p:nvPr/>
          </p:nvSpPr>
          <p:spPr>
            <a:xfrm>
              <a:off x="1468593" y="1961506"/>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28" name="Pseudo atom | small solid diamond">
              <a:extLst>
                <a:ext uri="{FF2B5EF4-FFF2-40B4-BE49-F238E27FC236}">
                  <a16:creationId xmlns:a16="http://schemas.microsoft.com/office/drawing/2014/main" id="{FFE0D6A0-FAEB-443C-87B3-DED6A8A24DBC}"/>
                </a:ext>
              </a:extLst>
            </p:cNvPr>
            <p:cNvSpPr/>
            <p:nvPr/>
          </p:nvSpPr>
          <p:spPr>
            <a:xfrm>
              <a:off x="1375142" y="1854261"/>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29" name="Pseudo atom | small solid diamond">
              <a:extLst>
                <a:ext uri="{FF2B5EF4-FFF2-40B4-BE49-F238E27FC236}">
                  <a16:creationId xmlns:a16="http://schemas.microsoft.com/office/drawing/2014/main" id="{B9D0A489-A100-E210-E488-844D9329436C}"/>
                </a:ext>
              </a:extLst>
            </p:cNvPr>
            <p:cNvSpPr/>
            <p:nvPr/>
          </p:nvSpPr>
          <p:spPr>
            <a:xfrm>
              <a:off x="1257936" y="1953067"/>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30" name="Pseudo atom | small solid diamond">
              <a:extLst>
                <a:ext uri="{FF2B5EF4-FFF2-40B4-BE49-F238E27FC236}">
                  <a16:creationId xmlns:a16="http://schemas.microsoft.com/office/drawing/2014/main" id="{8244BE53-3664-0761-6F37-19199FC45619}"/>
                </a:ext>
              </a:extLst>
            </p:cNvPr>
            <p:cNvSpPr/>
            <p:nvPr/>
          </p:nvSpPr>
          <p:spPr>
            <a:xfrm>
              <a:off x="1225975" y="1907464"/>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54" name="Pseudo atom | small solid diamond">
              <a:extLst>
                <a:ext uri="{FF2B5EF4-FFF2-40B4-BE49-F238E27FC236}">
                  <a16:creationId xmlns:a16="http://schemas.microsoft.com/office/drawing/2014/main" id="{14DF0C79-683B-FDBE-0E82-02EEED987759}"/>
                </a:ext>
              </a:extLst>
            </p:cNvPr>
            <p:cNvSpPr/>
            <p:nvPr/>
          </p:nvSpPr>
          <p:spPr>
            <a:xfrm>
              <a:off x="1265668" y="1870131"/>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55" name="Pseudo atom | small solid diamond">
              <a:extLst>
                <a:ext uri="{FF2B5EF4-FFF2-40B4-BE49-F238E27FC236}">
                  <a16:creationId xmlns:a16="http://schemas.microsoft.com/office/drawing/2014/main" id="{DD218174-740B-2BC0-F357-6000F83D11B3}"/>
                </a:ext>
              </a:extLst>
            </p:cNvPr>
            <p:cNvSpPr/>
            <p:nvPr/>
          </p:nvSpPr>
          <p:spPr>
            <a:xfrm>
              <a:off x="1530005" y="1866373"/>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956" name="Pseudo atom | small solid diamond">
              <a:extLst>
                <a:ext uri="{FF2B5EF4-FFF2-40B4-BE49-F238E27FC236}">
                  <a16:creationId xmlns:a16="http://schemas.microsoft.com/office/drawing/2014/main" id="{848CD35F-6C22-1DBC-6ADE-111DABB0F36D}"/>
                </a:ext>
              </a:extLst>
            </p:cNvPr>
            <p:cNvSpPr/>
            <p:nvPr/>
          </p:nvSpPr>
          <p:spPr>
            <a:xfrm>
              <a:off x="1429684" y="1941177"/>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56" name="Pseudo atom | small solid diamond">
              <a:extLst>
                <a:ext uri="{FF2B5EF4-FFF2-40B4-BE49-F238E27FC236}">
                  <a16:creationId xmlns:a16="http://schemas.microsoft.com/office/drawing/2014/main" id="{69F8C63E-A865-AD69-F955-CECBB5A27B2A}"/>
                </a:ext>
              </a:extLst>
            </p:cNvPr>
            <p:cNvSpPr/>
            <p:nvPr/>
          </p:nvSpPr>
          <p:spPr>
            <a:xfrm>
              <a:off x="1294641" y="1846548"/>
              <a:ext cx="12280" cy="16327"/>
            </a:xfrm>
            <a:custGeom>
              <a:avLst/>
              <a:gdLst/>
              <a:ahLst/>
              <a:cxnLst/>
              <a:rect l="0" t="0" r="w" b="h"/>
              <a:pathLst>
                <a:path w="15242" h="15242" extrusionOk="0">
                  <a:moveTo>
                    <a:pt x="7621" y="0"/>
                  </a:moveTo>
                  <a:lnTo>
                    <a:pt x="15242" y="7621"/>
                  </a:lnTo>
                  <a:lnTo>
                    <a:pt x="7621" y="15242"/>
                  </a:lnTo>
                  <a:lnTo>
                    <a:pt x="0" y="7621"/>
                  </a:lnTo>
                  <a:close/>
                </a:path>
              </a:pathLst>
            </a:custGeom>
            <a:solidFill>
              <a:srgbClr val="D6800B"/>
            </a:solidFill>
            <a:ln w="2540" cap="rnd" cmpd="sng" algn="ctr">
              <a:solidFill>
                <a:srgbClr val="AE6104"/>
              </a:solidFill>
              <a:prstDash val="solid"/>
              <a:round/>
              <a:headEnd type="none" w="med" len="med"/>
              <a:tailEnd type="none" w="med" len="med"/>
            </a:ln>
            <a:effectLst/>
          </p:spPr>
        </p:sp>
      </p:grpSp>
      <p:sp>
        <p:nvSpPr>
          <p:cNvPr id="257" name="b | Candidate blob">
            <a:extLst>
              <a:ext uri="{FF2B5EF4-FFF2-40B4-BE49-F238E27FC236}">
                <a16:creationId xmlns:a16="http://schemas.microsoft.com/office/drawing/2014/main" id="{38DF52D1-20B8-70A0-FC83-A62ADCEDA8CD}"/>
              </a:ext>
            </a:extLst>
          </p:cNvPr>
          <p:cNvSpPr/>
          <p:nvPr/>
        </p:nvSpPr>
        <p:spPr>
          <a:xfrm>
            <a:off x="4509185" y="917280"/>
            <a:ext cx="120383" cy="77783"/>
          </a:xfrm>
          <a:custGeom>
            <a:avLst/>
            <a:gdLst/>
            <a:ahLst/>
            <a:cxnLst/>
            <a:rect l="0" t="0" r="w" b="h"/>
            <a:pathLst>
              <a:path w="191433" h="121715" extrusionOk="0">
                <a:moveTo>
                  <a:pt x="4484" y="76513"/>
                </a:moveTo>
                <a:cubicBezTo>
                  <a:pt x="0" y="63094"/>
                  <a:pt x="15867" y="42612"/>
                  <a:pt x="25180" y="34137"/>
                </a:cubicBezTo>
                <a:cubicBezTo>
                  <a:pt x="34492" y="25661"/>
                  <a:pt x="49324" y="30841"/>
                  <a:pt x="60362" y="25661"/>
                </a:cubicBezTo>
                <a:cubicBezTo>
                  <a:pt x="71399" y="20482"/>
                  <a:pt x="77608" y="6121"/>
                  <a:pt x="91405" y="3061"/>
                </a:cubicBezTo>
                <a:cubicBezTo>
                  <a:pt x="105202" y="0"/>
                  <a:pt x="129347" y="2825"/>
                  <a:pt x="143144" y="7298"/>
                </a:cubicBezTo>
                <a:cubicBezTo>
                  <a:pt x="156941" y="11771"/>
                  <a:pt x="166599" y="20482"/>
                  <a:pt x="174187" y="29899"/>
                </a:cubicBezTo>
                <a:cubicBezTo>
                  <a:pt x="181775" y="39316"/>
                  <a:pt x="191433" y="52500"/>
                  <a:pt x="188674" y="63800"/>
                </a:cubicBezTo>
                <a:cubicBezTo>
                  <a:pt x="185915" y="75101"/>
                  <a:pt x="170738" y="88520"/>
                  <a:pt x="157631" y="97701"/>
                </a:cubicBezTo>
                <a:cubicBezTo>
                  <a:pt x="144524" y="106883"/>
                  <a:pt x="127622" y="116065"/>
                  <a:pt x="110031" y="118890"/>
                </a:cubicBezTo>
                <a:cubicBezTo>
                  <a:pt x="92440" y="121715"/>
                  <a:pt x="69675" y="121715"/>
                  <a:pt x="52084" y="114652"/>
                </a:cubicBezTo>
                <a:cubicBezTo>
                  <a:pt x="34492" y="107589"/>
                  <a:pt x="8968" y="89932"/>
                  <a:pt x="4484" y="76513"/>
                </a:cubicBezTo>
                <a:close/>
              </a:path>
            </a:pathLst>
          </a:custGeom>
          <a:gradFill flip="none" rotWithShape="1">
            <a:gsLst>
              <a:gs pos="0">
                <a:srgbClr val="E9F2F9"/>
              </a:gs>
              <a:gs pos="48000">
                <a:srgbClr val="85B7DD"/>
              </a:gs>
              <a:gs pos="100000">
                <a:srgbClr val="65A1CE"/>
              </a:gs>
            </a:gsLst>
            <a:lin ang="2700000" scaled="1"/>
            <a:tileRect/>
          </a:gradFill>
          <a:ln w="2540" cap="rnd" cmpd="sng" algn="ctr">
            <a:solidFill>
              <a:srgbClr val="71A9D4"/>
            </a:solidFill>
            <a:prstDash val="solid"/>
            <a:round/>
            <a:headEnd type="none" w="med" len="med"/>
            <a:tailEnd type="none" w="med" len="med"/>
          </a:ln>
          <a:effectLst/>
        </p:spPr>
      </p:sp>
      <p:grpSp>
        <p:nvGrpSpPr>
          <p:cNvPr id="258" name="b | Pseudo atoms cue">
            <a:extLst>
              <a:ext uri="{FF2B5EF4-FFF2-40B4-BE49-F238E27FC236}">
                <a16:creationId xmlns:a16="http://schemas.microsoft.com/office/drawing/2014/main" id="{2C65969E-16D9-C67E-2DB0-2353F2E5D684}"/>
              </a:ext>
            </a:extLst>
          </p:cNvPr>
          <p:cNvGrpSpPr/>
          <p:nvPr/>
        </p:nvGrpSpPr>
        <p:grpSpPr>
          <a:xfrm>
            <a:off x="4783288" y="919132"/>
            <a:ext cx="151868" cy="72227"/>
            <a:chOff x="4590996" y="2053896"/>
            <a:chExt cx="222101" cy="100386"/>
          </a:xfrm>
        </p:grpSpPr>
        <p:sp>
          <p:nvSpPr>
            <p:cNvPr id="259" name="Pseudo atom | small solid diamond">
              <a:extLst>
                <a:ext uri="{FF2B5EF4-FFF2-40B4-BE49-F238E27FC236}">
                  <a16:creationId xmlns:a16="http://schemas.microsoft.com/office/drawing/2014/main" id="{74F229BB-0F4F-6817-707F-4BE4F27165BF}"/>
                </a:ext>
              </a:extLst>
            </p:cNvPr>
            <p:cNvSpPr/>
            <p:nvPr/>
          </p:nvSpPr>
          <p:spPr>
            <a:xfrm>
              <a:off x="4648269" y="2142459"/>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0" name="Pseudo atom | small solid diamond">
              <a:extLst>
                <a:ext uri="{FF2B5EF4-FFF2-40B4-BE49-F238E27FC236}">
                  <a16:creationId xmlns:a16="http://schemas.microsoft.com/office/drawing/2014/main" id="{425A3348-1500-AA82-790B-197F488EDCA1}"/>
                </a:ext>
              </a:extLst>
            </p:cNvPr>
            <p:cNvSpPr/>
            <p:nvPr/>
          </p:nvSpPr>
          <p:spPr>
            <a:xfrm>
              <a:off x="4633722" y="2059766"/>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1" name="Pseudo atom | small solid diamond">
              <a:extLst>
                <a:ext uri="{FF2B5EF4-FFF2-40B4-BE49-F238E27FC236}">
                  <a16:creationId xmlns:a16="http://schemas.microsoft.com/office/drawing/2014/main" id="{5AB3EA41-3E9C-6DA3-9771-2D410BEAA0B3}"/>
                </a:ext>
              </a:extLst>
            </p:cNvPr>
            <p:cNvSpPr/>
            <p:nvPr/>
          </p:nvSpPr>
          <p:spPr>
            <a:xfrm>
              <a:off x="4671699" y="2065288"/>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2" name="Pseudo atom | small solid diamond">
              <a:extLst>
                <a:ext uri="{FF2B5EF4-FFF2-40B4-BE49-F238E27FC236}">
                  <a16:creationId xmlns:a16="http://schemas.microsoft.com/office/drawing/2014/main" id="{F8F06F1D-0401-E846-FEE7-3ADF512B22DB}"/>
                </a:ext>
              </a:extLst>
            </p:cNvPr>
            <p:cNvSpPr/>
            <p:nvPr/>
          </p:nvSpPr>
          <p:spPr>
            <a:xfrm>
              <a:off x="4747517" y="2052848"/>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3" name="Pseudo atom | small solid diamond">
              <a:extLst>
                <a:ext uri="{FF2B5EF4-FFF2-40B4-BE49-F238E27FC236}">
                  <a16:creationId xmlns:a16="http://schemas.microsoft.com/office/drawing/2014/main" id="{96CA36D7-11AD-1243-971B-1BC59A2DC4B7}"/>
                </a:ext>
              </a:extLst>
            </p:cNvPr>
            <p:cNvSpPr/>
            <p:nvPr/>
          </p:nvSpPr>
          <p:spPr>
            <a:xfrm>
              <a:off x="4800939" y="2132910"/>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4" name="Pseudo atom | small solid diamond">
              <a:extLst>
                <a:ext uri="{FF2B5EF4-FFF2-40B4-BE49-F238E27FC236}">
                  <a16:creationId xmlns:a16="http://schemas.microsoft.com/office/drawing/2014/main" id="{BD84E9A1-AF71-83D1-C79D-90830FD5CD52}"/>
                </a:ext>
              </a:extLst>
            </p:cNvPr>
            <p:cNvSpPr/>
            <p:nvPr/>
          </p:nvSpPr>
          <p:spPr>
            <a:xfrm>
              <a:off x="4589612" y="2098790"/>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5" name="Pseudo atom | small solid diamond">
              <a:extLst>
                <a:ext uri="{FF2B5EF4-FFF2-40B4-BE49-F238E27FC236}">
                  <a16:creationId xmlns:a16="http://schemas.microsoft.com/office/drawing/2014/main" id="{C8067516-F275-4E9C-2C18-3682D18FA34C}"/>
                </a:ext>
              </a:extLst>
            </p:cNvPr>
            <p:cNvSpPr/>
            <p:nvPr/>
          </p:nvSpPr>
          <p:spPr>
            <a:xfrm>
              <a:off x="4614216" y="2068242"/>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7" name="Pseudo atom | small solid diamond">
              <a:extLst>
                <a:ext uri="{FF2B5EF4-FFF2-40B4-BE49-F238E27FC236}">
                  <a16:creationId xmlns:a16="http://schemas.microsoft.com/office/drawing/2014/main" id="{AF1638A6-09AF-4AB9-9BB3-4D3F19DFDAD7}"/>
                </a:ext>
              </a:extLst>
            </p:cNvPr>
            <p:cNvSpPr/>
            <p:nvPr/>
          </p:nvSpPr>
          <p:spPr>
            <a:xfrm>
              <a:off x="4687548" y="2089324"/>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sp>
          <p:nvSpPr>
            <p:cNvPr id="268" name="Pseudo atom | small solid diamond">
              <a:extLst>
                <a:ext uri="{FF2B5EF4-FFF2-40B4-BE49-F238E27FC236}">
                  <a16:creationId xmlns:a16="http://schemas.microsoft.com/office/drawing/2014/main" id="{22FE8528-2B95-23CC-D85B-E1E055419018}"/>
                </a:ext>
              </a:extLst>
            </p:cNvPr>
            <p:cNvSpPr/>
            <p:nvPr/>
          </p:nvSpPr>
          <p:spPr>
            <a:xfrm>
              <a:off x="4699670" y="2140386"/>
              <a:ext cx="13543" cy="12870"/>
            </a:xfrm>
            <a:custGeom>
              <a:avLst/>
              <a:gdLst/>
              <a:ahLst/>
              <a:cxnLst/>
              <a:rect l="0" t="0" r="w" b="h"/>
              <a:pathLst>
                <a:path w="10775" h="10775" extrusionOk="0">
                  <a:moveTo>
                    <a:pt x="5387" y="0"/>
                  </a:moveTo>
                  <a:lnTo>
                    <a:pt x="10775" y="5387"/>
                  </a:lnTo>
                  <a:lnTo>
                    <a:pt x="5387" y="10775"/>
                  </a:lnTo>
                  <a:lnTo>
                    <a:pt x="0" y="5387"/>
                  </a:lnTo>
                  <a:close/>
                </a:path>
              </a:pathLst>
            </a:custGeom>
            <a:solidFill>
              <a:srgbClr val="D6800B"/>
            </a:solidFill>
            <a:ln w="2540" cap="rnd" cmpd="sng" algn="ctr">
              <a:solidFill>
                <a:srgbClr val="AE6104"/>
              </a:solidFill>
              <a:prstDash val="solid"/>
              <a:round/>
              <a:headEnd type="none" w="med" len="med"/>
              <a:tailEnd type="none" w="med" len="med"/>
            </a:ln>
            <a:effectLst/>
          </p:spPr>
        </p:sp>
      </p:grpSp>
      <p:grpSp>
        <p:nvGrpSpPr>
          <p:cNvPr id="269" name="b | Atom binding probability atoms">
            <a:extLst>
              <a:ext uri="{FF2B5EF4-FFF2-40B4-BE49-F238E27FC236}">
                <a16:creationId xmlns:a16="http://schemas.microsoft.com/office/drawing/2014/main" id="{3E0B8F56-A886-71F5-7A04-EE069D4DD07E}"/>
              </a:ext>
            </a:extLst>
          </p:cNvPr>
          <p:cNvGrpSpPr/>
          <p:nvPr/>
        </p:nvGrpSpPr>
        <p:grpSpPr>
          <a:xfrm>
            <a:off x="4481404" y="1313603"/>
            <a:ext cx="348184" cy="198162"/>
            <a:chOff x="4048258" y="1358908"/>
            <a:chExt cx="619157" cy="354006"/>
          </a:xfrm>
        </p:grpSpPr>
        <p:sp>
          <p:nvSpPr>
            <p:cNvPr id="270" name="ellipse_2090">
              <a:extLst>
                <a:ext uri="{FF2B5EF4-FFF2-40B4-BE49-F238E27FC236}">
                  <a16:creationId xmlns:a16="http://schemas.microsoft.com/office/drawing/2014/main" id="{7E1A90CC-2BEA-33F9-F2F4-EAA719D7A071}"/>
                </a:ext>
              </a:extLst>
            </p:cNvPr>
            <p:cNvSpPr/>
            <p:nvPr/>
          </p:nvSpPr>
          <p:spPr>
            <a:xfrm>
              <a:off x="4258453" y="1489516"/>
              <a:ext cx="30094" cy="30094"/>
            </a:xfrm>
            <a:prstGeom prst="ellipse">
              <a:avLst/>
            </a:prstGeom>
            <a:gradFill flip="none" rotWithShape="1">
              <a:gsLst>
                <a:gs pos="0">
                  <a:srgbClr val="E7F0F8"/>
                </a:gs>
                <a:gs pos="43000">
                  <a:srgbClr val="8DB6DC"/>
                </a:gs>
                <a:gs pos="100000">
                  <a:srgbClr val="598CBA"/>
                </a:gs>
              </a:gsLst>
              <a:lin ang="2700000" scaled="1"/>
              <a:tileRect/>
            </a:gradFill>
            <a:ln w="2540" cap="rnd" cmpd="sng" algn="ctr">
              <a:noFill/>
              <a:prstDash val="solid"/>
              <a:round/>
              <a:headEnd type="none" w="med" len="med"/>
              <a:tailEnd type="none" w="med" len="med"/>
            </a:ln>
            <a:effectLst/>
          </p:spPr>
        </p:sp>
        <p:sp>
          <p:nvSpPr>
            <p:cNvPr id="271" name="ellipse_2091">
              <a:extLst>
                <a:ext uri="{FF2B5EF4-FFF2-40B4-BE49-F238E27FC236}">
                  <a16:creationId xmlns:a16="http://schemas.microsoft.com/office/drawing/2014/main" id="{DBF786CE-D2B5-2EC0-8382-5E21DBC70C03}"/>
                </a:ext>
              </a:extLst>
            </p:cNvPr>
            <p:cNvSpPr/>
            <p:nvPr/>
          </p:nvSpPr>
          <p:spPr>
            <a:xfrm>
              <a:off x="4113367" y="1552446"/>
              <a:ext cx="36128" cy="36128"/>
            </a:xfrm>
            <a:prstGeom prst="ellipse">
              <a:avLst/>
            </a:prstGeom>
            <a:gradFill flip="none" rotWithShape="1">
              <a:gsLst>
                <a:gs pos="0">
                  <a:srgbClr val="F2F6FB"/>
                </a:gs>
                <a:gs pos="43000">
                  <a:srgbClr val="BFD5EB"/>
                </a:gs>
                <a:gs pos="100000">
                  <a:srgbClr val="93B0CC"/>
                </a:gs>
              </a:gsLst>
              <a:lin ang="2700000" scaled="1"/>
              <a:tileRect/>
            </a:gradFill>
            <a:ln w="2540" cap="rnd" cmpd="sng" algn="ctr">
              <a:noFill/>
              <a:prstDash val="solid"/>
              <a:round/>
              <a:headEnd type="none" w="med" len="med"/>
              <a:tailEnd type="none" w="med" len="med"/>
            </a:ln>
            <a:effectLst/>
          </p:spPr>
        </p:sp>
        <p:sp>
          <p:nvSpPr>
            <p:cNvPr id="272" name="ellipse_2092">
              <a:extLst>
                <a:ext uri="{FF2B5EF4-FFF2-40B4-BE49-F238E27FC236}">
                  <a16:creationId xmlns:a16="http://schemas.microsoft.com/office/drawing/2014/main" id="{E2AFAE7C-FECA-57B5-BC38-B6445E2D3D6E}"/>
                </a:ext>
              </a:extLst>
            </p:cNvPr>
            <p:cNvSpPr/>
            <p:nvPr/>
          </p:nvSpPr>
          <p:spPr>
            <a:xfrm>
              <a:off x="4241603" y="1430960"/>
              <a:ext cx="24712" cy="24712"/>
            </a:xfrm>
            <a:prstGeom prst="ellipse">
              <a:avLst/>
            </a:prstGeom>
            <a:gradFill flip="none" rotWithShape="1">
              <a:gsLst>
                <a:gs pos="0">
                  <a:srgbClr val="E3EDF6"/>
                </a:gs>
                <a:gs pos="43000">
                  <a:srgbClr val="79A9D6"/>
                </a:gs>
                <a:gs pos="100000">
                  <a:srgbClr val="437DB3"/>
                </a:gs>
              </a:gsLst>
              <a:lin ang="2700000" scaled="1"/>
              <a:tileRect/>
            </a:gradFill>
            <a:ln w="2540" cap="rnd" cmpd="sng" algn="ctr">
              <a:noFill/>
              <a:prstDash val="solid"/>
              <a:round/>
              <a:headEnd type="none" w="med" len="med"/>
              <a:tailEnd type="none" w="med" len="med"/>
            </a:ln>
            <a:effectLst/>
          </p:spPr>
        </p:sp>
        <p:sp>
          <p:nvSpPr>
            <p:cNvPr id="273" name="ellipse_2093">
              <a:extLst>
                <a:ext uri="{FF2B5EF4-FFF2-40B4-BE49-F238E27FC236}">
                  <a16:creationId xmlns:a16="http://schemas.microsoft.com/office/drawing/2014/main" id="{80AFBD1B-C91F-F0CE-8F18-D137FCFC319C}"/>
                </a:ext>
              </a:extLst>
            </p:cNvPr>
            <p:cNvSpPr/>
            <p:nvPr/>
          </p:nvSpPr>
          <p:spPr>
            <a:xfrm>
              <a:off x="4416989" y="1399138"/>
              <a:ext cx="30911" cy="30911"/>
            </a:xfrm>
            <a:prstGeom prst="ellipse">
              <a:avLst/>
            </a:prstGeom>
            <a:gradFill flip="none" rotWithShape="1">
              <a:gsLst>
                <a:gs pos="0">
                  <a:srgbClr val="FEFEFE"/>
                </a:gs>
                <a:gs pos="43000">
                  <a:srgbClr val="F8F9FB"/>
                </a:gs>
                <a:gs pos="100000">
                  <a:srgbClr val="D5DADF"/>
                </a:gs>
              </a:gsLst>
              <a:lin ang="2700000" scaled="1"/>
              <a:tileRect/>
            </a:gradFill>
            <a:ln w="2540" cap="rnd" cmpd="sng" algn="ctr">
              <a:noFill/>
              <a:prstDash val="solid"/>
              <a:round/>
              <a:headEnd type="none" w="med" len="med"/>
              <a:tailEnd type="none" w="med" len="med"/>
            </a:ln>
            <a:effectLst/>
          </p:spPr>
        </p:sp>
        <p:sp>
          <p:nvSpPr>
            <p:cNvPr id="274" name="ellipse_2094">
              <a:extLst>
                <a:ext uri="{FF2B5EF4-FFF2-40B4-BE49-F238E27FC236}">
                  <a16:creationId xmlns:a16="http://schemas.microsoft.com/office/drawing/2014/main" id="{2E999902-1A3B-62CA-D7A5-ED733872873C}"/>
                </a:ext>
              </a:extLst>
            </p:cNvPr>
            <p:cNvSpPr/>
            <p:nvPr/>
          </p:nvSpPr>
          <p:spPr>
            <a:xfrm>
              <a:off x="4225009" y="1420091"/>
              <a:ext cx="23096" cy="23096"/>
            </a:xfrm>
            <a:prstGeom prst="ellipse">
              <a:avLst/>
            </a:prstGeom>
            <a:gradFill flip="none" rotWithShape="1">
              <a:gsLst>
                <a:gs pos="0">
                  <a:srgbClr val="E2ECF6"/>
                </a:gs>
                <a:gs pos="43000">
                  <a:srgbClr val="74A6D5"/>
                </a:gs>
                <a:gs pos="100000">
                  <a:srgbClr val="3D79B2"/>
                </a:gs>
              </a:gsLst>
              <a:lin ang="2700000" scaled="1"/>
              <a:tileRect/>
            </a:gradFill>
            <a:ln w="2540" cap="rnd" cmpd="sng" algn="ctr">
              <a:noFill/>
              <a:prstDash val="solid"/>
              <a:round/>
              <a:headEnd type="none" w="med" len="med"/>
              <a:tailEnd type="none" w="med" len="med"/>
            </a:ln>
            <a:effectLst/>
          </p:spPr>
        </p:sp>
        <p:sp>
          <p:nvSpPr>
            <p:cNvPr id="275" name="ellipse_2095">
              <a:extLst>
                <a:ext uri="{FF2B5EF4-FFF2-40B4-BE49-F238E27FC236}">
                  <a16:creationId xmlns:a16="http://schemas.microsoft.com/office/drawing/2014/main" id="{10BD074A-19C2-645A-5ABC-B82445A92FCA}"/>
                </a:ext>
              </a:extLst>
            </p:cNvPr>
            <p:cNvSpPr/>
            <p:nvPr/>
          </p:nvSpPr>
          <p:spPr>
            <a:xfrm>
              <a:off x="4351890" y="1391469"/>
              <a:ext cx="20643" cy="20643"/>
            </a:xfrm>
            <a:prstGeom prst="ellipse">
              <a:avLst/>
            </a:prstGeom>
            <a:gradFill flip="none" rotWithShape="1">
              <a:gsLst>
                <a:gs pos="0">
                  <a:srgbClr val="ECF2F9"/>
                </a:gs>
                <a:gs pos="43000">
                  <a:srgbClr val="A1C3E1"/>
                </a:gs>
                <a:gs pos="100000">
                  <a:srgbClr val="719BC1"/>
                </a:gs>
              </a:gsLst>
              <a:lin ang="2700000" scaled="1"/>
              <a:tileRect/>
            </a:gradFill>
            <a:ln w="2540" cap="rnd" cmpd="sng" algn="ctr">
              <a:noFill/>
              <a:prstDash val="solid"/>
              <a:round/>
              <a:headEnd type="none" w="med" len="med"/>
              <a:tailEnd type="none" w="med" len="med"/>
            </a:ln>
            <a:effectLst/>
          </p:spPr>
        </p:sp>
        <p:sp>
          <p:nvSpPr>
            <p:cNvPr id="276" name="ellipse_2096">
              <a:extLst>
                <a:ext uri="{FF2B5EF4-FFF2-40B4-BE49-F238E27FC236}">
                  <a16:creationId xmlns:a16="http://schemas.microsoft.com/office/drawing/2014/main" id="{F37A25BC-D002-5711-E30A-722687B2A32A}"/>
                </a:ext>
              </a:extLst>
            </p:cNvPr>
            <p:cNvSpPr/>
            <p:nvPr/>
          </p:nvSpPr>
          <p:spPr>
            <a:xfrm>
              <a:off x="4500666" y="1563839"/>
              <a:ext cx="30169" cy="30169"/>
            </a:xfrm>
            <a:prstGeom prst="ellipse">
              <a:avLst/>
            </a:prstGeom>
            <a:gradFill flip="none" rotWithShape="1">
              <a:gsLst>
                <a:gs pos="0">
                  <a:srgbClr val="F0F5FA"/>
                </a:gs>
                <a:gs pos="43000">
                  <a:srgbClr val="B5CFE7"/>
                </a:gs>
                <a:gs pos="100000">
                  <a:srgbClr val="88A9C7"/>
                </a:gs>
              </a:gsLst>
              <a:lin ang="2700000" scaled="1"/>
              <a:tileRect/>
            </a:gradFill>
            <a:ln w="2540" cap="rnd" cmpd="sng" algn="ctr">
              <a:noFill/>
              <a:prstDash val="solid"/>
              <a:round/>
              <a:headEnd type="none" w="med" len="med"/>
              <a:tailEnd type="none" w="med" len="med"/>
            </a:ln>
            <a:effectLst/>
          </p:spPr>
        </p:sp>
        <p:sp>
          <p:nvSpPr>
            <p:cNvPr id="277" name="ellipse_2097">
              <a:extLst>
                <a:ext uri="{FF2B5EF4-FFF2-40B4-BE49-F238E27FC236}">
                  <a16:creationId xmlns:a16="http://schemas.microsoft.com/office/drawing/2014/main" id="{B54F5D70-4A68-C325-0293-EE4435B271A2}"/>
                </a:ext>
              </a:extLst>
            </p:cNvPr>
            <p:cNvSpPr/>
            <p:nvPr/>
          </p:nvSpPr>
          <p:spPr>
            <a:xfrm>
              <a:off x="4285092" y="1531884"/>
              <a:ext cx="35504" cy="35504"/>
            </a:xfrm>
            <a:prstGeom prst="ellipse">
              <a:avLst/>
            </a:prstGeom>
            <a:gradFill flip="none" rotWithShape="1">
              <a:gsLst>
                <a:gs pos="0">
                  <a:srgbClr val="EBF2F9"/>
                </a:gs>
                <a:gs pos="43000">
                  <a:srgbClr val="9DC0E1"/>
                </a:gs>
                <a:gs pos="100000">
                  <a:srgbClr val="6C97C0"/>
                </a:gs>
              </a:gsLst>
              <a:lin ang="2700000" scaled="1"/>
              <a:tileRect/>
            </a:gradFill>
            <a:ln w="2540" cap="rnd" cmpd="sng" algn="ctr">
              <a:noFill/>
              <a:prstDash val="solid"/>
              <a:round/>
              <a:headEnd type="none" w="med" len="med"/>
              <a:tailEnd type="none" w="med" len="med"/>
            </a:ln>
            <a:effectLst/>
          </p:spPr>
        </p:sp>
        <p:sp>
          <p:nvSpPr>
            <p:cNvPr id="278" name="ellipse_2098">
              <a:extLst>
                <a:ext uri="{FF2B5EF4-FFF2-40B4-BE49-F238E27FC236}">
                  <a16:creationId xmlns:a16="http://schemas.microsoft.com/office/drawing/2014/main" id="{3DD116D9-A290-A8A9-CB55-BB10667B65C5}"/>
                </a:ext>
              </a:extLst>
            </p:cNvPr>
            <p:cNvSpPr/>
            <p:nvPr/>
          </p:nvSpPr>
          <p:spPr>
            <a:xfrm>
              <a:off x="4478008" y="1554349"/>
              <a:ext cx="26505" cy="26505"/>
            </a:xfrm>
            <a:prstGeom prst="ellipse">
              <a:avLst/>
            </a:prstGeom>
            <a:gradFill flip="none" rotWithShape="1">
              <a:gsLst>
                <a:gs pos="0">
                  <a:srgbClr val="F9FBFD"/>
                </a:gs>
                <a:gs pos="43000">
                  <a:srgbClr val="E2ECF5"/>
                </a:gs>
                <a:gs pos="100000">
                  <a:srgbClr val="BCCAD7"/>
                </a:gs>
              </a:gsLst>
              <a:lin ang="2700000" scaled="1"/>
              <a:tileRect/>
            </a:gradFill>
            <a:ln w="2540" cap="rnd" cmpd="sng" algn="ctr">
              <a:noFill/>
              <a:prstDash val="solid"/>
              <a:round/>
              <a:headEnd type="none" w="med" len="med"/>
              <a:tailEnd type="none" w="med" len="med"/>
            </a:ln>
            <a:effectLst/>
          </p:spPr>
        </p:sp>
        <p:sp>
          <p:nvSpPr>
            <p:cNvPr id="279" name="ellipse_2099">
              <a:extLst>
                <a:ext uri="{FF2B5EF4-FFF2-40B4-BE49-F238E27FC236}">
                  <a16:creationId xmlns:a16="http://schemas.microsoft.com/office/drawing/2014/main" id="{799A3F99-4037-48C0-1939-9F9179A52C35}"/>
                </a:ext>
              </a:extLst>
            </p:cNvPr>
            <p:cNvSpPr/>
            <p:nvPr/>
          </p:nvSpPr>
          <p:spPr>
            <a:xfrm>
              <a:off x="4554728" y="1513181"/>
              <a:ext cx="25082" cy="25082"/>
            </a:xfrm>
            <a:prstGeom prst="ellipse">
              <a:avLst/>
            </a:prstGeom>
            <a:gradFill flip="none" rotWithShape="1">
              <a:gsLst>
                <a:gs pos="0">
                  <a:srgbClr val="F6F9FC"/>
                </a:gs>
                <a:gs pos="43000">
                  <a:srgbClr val="D3E2F1"/>
                </a:gs>
                <a:gs pos="100000">
                  <a:srgbClr val="AABFD2"/>
                </a:gs>
              </a:gsLst>
              <a:lin ang="2700000" scaled="1"/>
              <a:tileRect/>
            </a:gradFill>
            <a:ln w="2540" cap="rnd" cmpd="sng" algn="ctr">
              <a:noFill/>
              <a:prstDash val="solid"/>
              <a:round/>
              <a:headEnd type="none" w="med" len="med"/>
              <a:tailEnd type="none" w="med" len="med"/>
            </a:ln>
            <a:effectLst/>
          </p:spPr>
        </p:sp>
        <p:sp>
          <p:nvSpPr>
            <p:cNvPr id="280" name="ellipse_2100">
              <a:extLst>
                <a:ext uri="{FF2B5EF4-FFF2-40B4-BE49-F238E27FC236}">
                  <a16:creationId xmlns:a16="http://schemas.microsoft.com/office/drawing/2014/main" id="{63A86264-FC73-7A3B-9796-BF4603B9F76D}"/>
                </a:ext>
              </a:extLst>
            </p:cNvPr>
            <p:cNvSpPr/>
            <p:nvPr/>
          </p:nvSpPr>
          <p:spPr>
            <a:xfrm>
              <a:off x="4437339" y="1438245"/>
              <a:ext cx="26429" cy="26429"/>
            </a:xfrm>
            <a:prstGeom prst="ellipse">
              <a:avLst/>
            </a:prstGeom>
            <a:gradFill flip="none" rotWithShape="1">
              <a:gsLst>
                <a:gs pos="0">
                  <a:srgbClr val="F8E4E5"/>
                </a:gs>
                <a:gs pos="43000">
                  <a:srgbClr val="DD7C81"/>
                </a:gs>
                <a:gs pos="100000">
                  <a:srgbClr val="B64952"/>
                </a:gs>
              </a:gsLst>
              <a:lin ang="2700000" scaled="1"/>
              <a:tileRect/>
            </a:gradFill>
            <a:ln w="2540" cap="rnd" cmpd="sng" algn="ctr">
              <a:noFill/>
              <a:prstDash val="solid"/>
              <a:round/>
              <a:headEnd type="none" w="med" len="med"/>
              <a:tailEnd type="none" w="med" len="med"/>
            </a:ln>
            <a:effectLst/>
          </p:spPr>
        </p:sp>
        <p:sp>
          <p:nvSpPr>
            <p:cNvPr id="281" name="ellipse_2101">
              <a:extLst>
                <a:ext uri="{FF2B5EF4-FFF2-40B4-BE49-F238E27FC236}">
                  <a16:creationId xmlns:a16="http://schemas.microsoft.com/office/drawing/2014/main" id="{D742793F-98DC-7C68-4C5D-63F6CC340AA7}"/>
                </a:ext>
              </a:extLst>
            </p:cNvPr>
            <p:cNvSpPr/>
            <p:nvPr/>
          </p:nvSpPr>
          <p:spPr>
            <a:xfrm>
              <a:off x="4540638" y="1512355"/>
              <a:ext cx="24065" cy="24065"/>
            </a:xfrm>
            <a:prstGeom prst="ellipse">
              <a:avLst/>
            </a:prstGeom>
            <a:gradFill flip="none" rotWithShape="1">
              <a:gsLst>
                <a:gs pos="0">
                  <a:srgbClr val="FCFDFE"/>
                </a:gs>
                <a:gs pos="43000">
                  <a:srgbClr val="F2F6FA"/>
                </a:gs>
                <a:gs pos="100000">
                  <a:srgbClr val="CED5DD"/>
                </a:gs>
              </a:gsLst>
              <a:lin ang="2700000" scaled="1"/>
              <a:tileRect/>
            </a:gradFill>
            <a:ln w="2540" cap="rnd" cmpd="sng" algn="ctr">
              <a:noFill/>
              <a:prstDash val="solid"/>
              <a:round/>
              <a:headEnd type="none" w="med" len="med"/>
              <a:tailEnd type="none" w="med" len="med"/>
            </a:ln>
            <a:effectLst/>
          </p:spPr>
        </p:sp>
        <p:sp>
          <p:nvSpPr>
            <p:cNvPr id="282" name="ellipse_2102">
              <a:extLst>
                <a:ext uri="{FF2B5EF4-FFF2-40B4-BE49-F238E27FC236}">
                  <a16:creationId xmlns:a16="http://schemas.microsoft.com/office/drawing/2014/main" id="{A1106DD6-42E5-896E-8B7F-1294F097AA05}"/>
                </a:ext>
              </a:extLst>
            </p:cNvPr>
            <p:cNvSpPr/>
            <p:nvPr/>
          </p:nvSpPr>
          <p:spPr>
            <a:xfrm>
              <a:off x="4379933" y="1358908"/>
              <a:ext cx="19574" cy="19574"/>
            </a:xfrm>
            <a:prstGeom prst="ellipse">
              <a:avLst/>
            </a:prstGeom>
            <a:gradFill flip="none" rotWithShape="1">
              <a:gsLst>
                <a:gs pos="0">
                  <a:srgbClr val="E6EFF7"/>
                </a:gs>
                <a:gs pos="43000">
                  <a:srgbClr val="87B2DA"/>
                </a:gs>
                <a:gs pos="100000">
                  <a:srgbClr val="5387B8"/>
                </a:gs>
              </a:gsLst>
              <a:lin ang="2700000" scaled="1"/>
              <a:tileRect/>
            </a:gradFill>
            <a:ln w="2540" cap="rnd" cmpd="sng" algn="ctr">
              <a:noFill/>
              <a:prstDash val="solid"/>
              <a:round/>
              <a:headEnd type="none" w="med" len="med"/>
              <a:tailEnd type="none" w="med" len="med"/>
            </a:ln>
            <a:effectLst/>
          </p:spPr>
        </p:sp>
        <p:sp>
          <p:nvSpPr>
            <p:cNvPr id="283" name="ellipse_2103">
              <a:extLst>
                <a:ext uri="{FF2B5EF4-FFF2-40B4-BE49-F238E27FC236}">
                  <a16:creationId xmlns:a16="http://schemas.microsoft.com/office/drawing/2014/main" id="{EFD85C04-F2F9-BACC-569A-1EBD840C3258}"/>
                </a:ext>
              </a:extLst>
            </p:cNvPr>
            <p:cNvSpPr/>
            <p:nvPr/>
          </p:nvSpPr>
          <p:spPr>
            <a:xfrm>
              <a:off x="4136927" y="1409448"/>
              <a:ext cx="34734" cy="34734"/>
            </a:xfrm>
            <a:prstGeom prst="ellipse">
              <a:avLst/>
            </a:prstGeom>
            <a:gradFill flip="none" rotWithShape="1">
              <a:gsLst>
                <a:gs pos="0">
                  <a:srgbClr val="E1ECF6"/>
                </a:gs>
                <a:gs pos="43000">
                  <a:srgbClr val="70A4D3"/>
                </a:gs>
                <a:gs pos="100000">
                  <a:srgbClr val="3977B0"/>
                </a:gs>
              </a:gsLst>
              <a:lin ang="2700000" scaled="1"/>
              <a:tileRect/>
            </a:gradFill>
            <a:ln w="2540" cap="rnd" cmpd="sng" algn="ctr">
              <a:noFill/>
              <a:prstDash val="solid"/>
              <a:round/>
              <a:headEnd type="none" w="med" len="med"/>
              <a:tailEnd type="none" w="med" len="med"/>
            </a:ln>
            <a:effectLst/>
          </p:spPr>
        </p:sp>
        <p:sp>
          <p:nvSpPr>
            <p:cNvPr id="284" name="ellipse_2104">
              <a:extLst>
                <a:ext uri="{FF2B5EF4-FFF2-40B4-BE49-F238E27FC236}">
                  <a16:creationId xmlns:a16="http://schemas.microsoft.com/office/drawing/2014/main" id="{216278FD-67D6-EC20-EC9E-C409C4B50052}"/>
                </a:ext>
              </a:extLst>
            </p:cNvPr>
            <p:cNvSpPr/>
            <p:nvPr/>
          </p:nvSpPr>
          <p:spPr>
            <a:xfrm>
              <a:off x="4185936" y="1432087"/>
              <a:ext cx="35247" cy="35247"/>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285" name="ellipse_2105">
              <a:extLst>
                <a:ext uri="{FF2B5EF4-FFF2-40B4-BE49-F238E27FC236}">
                  <a16:creationId xmlns:a16="http://schemas.microsoft.com/office/drawing/2014/main" id="{CFAF5ECE-4085-A19F-7EAA-8AD8744EAFAF}"/>
                </a:ext>
              </a:extLst>
            </p:cNvPr>
            <p:cNvSpPr/>
            <p:nvPr/>
          </p:nvSpPr>
          <p:spPr>
            <a:xfrm>
              <a:off x="4160777" y="1485033"/>
              <a:ext cx="33010" cy="33010"/>
            </a:xfrm>
            <a:prstGeom prst="ellipse">
              <a:avLst/>
            </a:prstGeom>
            <a:gradFill flip="none" rotWithShape="1">
              <a:gsLst>
                <a:gs pos="0">
                  <a:srgbClr val="E4EEF7"/>
                </a:gs>
                <a:gs pos="43000">
                  <a:srgbClr val="7DABD7"/>
                </a:gs>
                <a:gs pos="100000">
                  <a:srgbClr val="4880B4"/>
                </a:gs>
              </a:gsLst>
              <a:lin ang="2700000" scaled="1"/>
              <a:tileRect/>
            </a:gradFill>
            <a:ln w="2540" cap="rnd" cmpd="sng" algn="ctr">
              <a:noFill/>
              <a:prstDash val="solid"/>
              <a:round/>
              <a:headEnd type="none" w="med" len="med"/>
              <a:tailEnd type="none" w="med" len="med"/>
            </a:ln>
            <a:effectLst/>
          </p:spPr>
        </p:sp>
        <p:sp>
          <p:nvSpPr>
            <p:cNvPr id="286" name="ellipse_2106">
              <a:extLst>
                <a:ext uri="{FF2B5EF4-FFF2-40B4-BE49-F238E27FC236}">
                  <a16:creationId xmlns:a16="http://schemas.microsoft.com/office/drawing/2014/main" id="{29E8AA35-FF33-D3B9-4478-188BECA1424A}"/>
                </a:ext>
              </a:extLst>
            </p:cNvPr>
            <p:cNvSpPr/>
            <p:nvPr/>
          </p:nvSpPr>
          <p:spPr>
            <a:xfrm>
              <a:off x="4156764" y="1588952"/>
              <a:ext cx="33812" cy="33812"/>
            </a:xfrm>
            <a:prstGeom prst="ellipse">
              <a:avLst/>
            </a:prstGeom>
            <a:gradFill flip="none" rotWithShape="1">
              <a:gsLst>
                <a:gs pos="0">
                  <a:srgbClr val="FAFCFD"/>
                </a:gs>
                <a:gs pos="43000">
                  <a:srgbClr val="E7EFF6"/>
                </a:gs>
                <a:gs pos="100000">
                  <a:srgbClr val="C2CED9"/>
                </a:gs>
              </a:gsLst>
              <a:lin ang="2700000" scaled="1"/>
              <a:tileRect/>
            </a:gradFill>
            <a:ln w="2540" cap="rnd" cmpd="sng" algn="ctr">
              <a:noFill/>
              <a:prstDash val="solid"/>
              <a:round/>
              <a:headEnd type="none" w="med" len="med"/>
              <a:tailEnd type="none" w="med" len="med"/>
            </a:ln>
            <a:effectLst/>
          </p:spPr>
        </p:sp>
        <p:sp>
          <p:nvSpPr>
            <p:cNvPr id="287" name="ellipse_2107">
              <a:extLst>
                <a:ext uri="{FF2B5EF4-FFF2-40B4-BE49-F238E27FC236}">
                  <a16:creationId xmlns:a16="http://schemas.microsoft.com/office/drawing/2014/main" id="{DC92D457-30CE-2C81-AEDE-58B64B596213}"/>
                </a:ext>
              </a:extLst>
            </p:cNvPr>
            <p:cNvSpPr/>
            <p:nvPr/>
          </p:nvSpPr>
          <p:spPr>
            <a:xfrm>
              <a:off x="4477325" y="1432896"/>
              <a:ext cx="23702" cy="23702"/>
            </a:xfrm>
            <a:prstGeom prst="ellipse">
              <a:avLst/>
            </a:prstGeom>
            <a:gradFill flip="none" rotWithShape="1">
              <a:gsLst>
                <a:gs pos="0">
                  <a:srgbClr val="FAECED"/>
                </a:gs>
                <a:gs pos="43000">
                  <a:srgbClr val="E6A5A9"/>
                </a:gs>
                <a:gs pos="100000">
                  <a:srgbClr val="C07880"/>
                </a:gs>
              </a:gsLst>
              <a:lin ang="2700000" scaled="1"/>
              <a:tileRect/>
            </a:gradFill>
            <a:ln w="2540" cap="rnd" cmpd="sng" algn="ctr">
              <a:noFill/>
              <a:prstDash val="solid"/>
              <a:round/>
              <a:headEnd type="none" w="med" len="med"/>
              <a:tailEnd type="none" w="med" len="med"/>
            </a:ln>
            <a:effectLst/>
          </p:spPr>
        </p:sp>
        <p:sp>
          <p:nvSpPr>
            <p:cNvPr id="288" name="ellipse_2108">
              <a:extLst>
                <a:ext uri="{FF2B5EF4-FFF2-40B4-BE49-F238E27FC236}">
                  <a16:creationId xmlns:a16="http://schemas.microsoft.com/office/drawing/2014/main" id="{B70C6690-4C2D-1ADD-5C65-74C542F89C79}"/>
                </a:ext>
              </a:extLst>
            </p:cNvPr>
            <p:cNvSpPr/>
            <p:nvPr/>
          </p:nvSpPr>
          <p:spPr>
            <a:xfrm>
              <a:off x="4277073" y="1643617"/>
              <a:ext cx="28926" cy="28926"/>
            </a:xfrm>
            <a:prstGeom prst="ellipse">
              <a:avLst/>
            </a:prstGeom>
            <a:gradFill flip="none" rotWithShape="1">
              <a:gsLst>
                <a:gs pos="0">
                  <a:srgbClr val="E4EEF7"/>
                </a:gs>
                <a:gs pos="43000">
                  <a:srgbClr val="7EACD7"/>
                </a:gs>
                <a:gs pos="100000">
                  <a:srgbClr val="4881B5"/>
                </a:gs>
              </a:gsLst>
              <a:lin ang="2700000" scaled="1"/>
              <a:tileRect/>
            </a:gradFill>
            <a:ln w="2540" cap="rnd" cmpd="sng" algn="ctr">
              <a:noFill/>
              <a:prstDash val="solid"/>
              <a:round/>
              <a:headEnd type="none" w="med" len="med"/>
              <a:tailEnd type="none" w="med" len="med"/>
            </a:ln>
            <a:effectLst/>
          </p:spPr>
        </p:sp>
        <p:sp>
          <p:nvSpPr>
            <p:cNvPr id="289" name="ellipse_2109">
              <a:extLst>
                <a:ext uri="{FF2B5EF4-FFF2-40B4-BE49-F238E27FC236}">
                  <a16:creationId xmlns:a16="http://schemas.microsoft.com/office/drawing/2014/main" id="{80E46175-D260-C9B1-23F3-905E7670FEEF}"/>
                </a:ext>
              </a:extLst>
            </p:cNvPr>
            <p:cNvSpPr/>
            <p:nvPr/>
          </p:nvSpPr>
          <p:spPr>
            <a:xfrm>
              <a:off x="4232832" y="1587878"/>
              <a:ext cx="32331" cy="32331"/>
            </a:xfrm>
            <a:prstGeom prst="ellipse">
              <a:avLst/>
            </a:prstGeom>
            <a:gradFill flip="none" rotWithShape="1">
              <a:gsLst>
                <a:gs pos="0">
                  <a:srgbClr val="F2F6FB"/>
                </a:gs>
                <a:gs pos="43000">
                  <a:srgbClr val="C0D6EB"/>
                </a:gs>
                <a:gs pos="100000">
                  <a:srgbClr val="95B1CC"/>
                </a:gs>
              </a:gsLst>
              <a:lin ang="2700000" scaled="1"/>
              <a:tileRect/>
            </a:gradFill>
            <a:ln w="2540" cap="rnd" cmpd="sng" algn="ctr">
              <a:noFill/>
              <a:prstDash val="solid"/>
              <a:round/>
              <a:headEnd type="none" w="med" len="med"/>
              <a:tailEnd type="none" w="med" len="med"/>
            </a:ln>
            <a:effectLst/>
          </p:spPr>
        </p:sp>
        <p:sp>
          <p:nvSpPr>
            <p:cNvPr id="290" name="ellipse_2110">
              <a:extLst>
                <a:ext uri="{FF2B5EF4-FFF2-40B4-BE49-F238E27FC236}">
                  <a16:creationId xmlns:a16="http://schemas.microsoft.com/office/drawing/2014/main" id="{C9AE1F56-CA21-33E2-02C9-601BC5A240A5}"/>
                </a:ext>
              </a:extLst>
            </p:cNvPr>
            <p:cNvSpPr/>
            <p:nvPr/>
          </p:nvSpPr>
          <p:spPr>
            <a:xfrm>
              <a:off x="4366549" y="1446303"/>
              <a:ext cx="19768" cy="19768"/>
            </a:xfrm>
            <a:prstGeom prst="ellipse">
              <a:avLst/>
            </a:prstGeom>
            <a:gradFill flip="none" rotWithShape="1">
              <a:gsLst>
                <a:gs pos="0">
                  <a:srgbClr val="FCF6F7"/>
                </a:gs>
                <a:gs pos="43000">
                  <a:srgbClr val="F0D6D9"/>
                </a:gs>
                <a:gs pos="100000">
                  <a:srgbClr val="CCB1B7"/>
                </a:gs>
              </a:gsLst>
              <a:lin ang="2700000" scaled="1"/>
              <a:tileRect/>
            </a:gradFill>
            <a:ln w="2540" cap="rnd" cmpd="sng" algn="ctr">
              <a:noFill/>
              <a:prstDash val="solid"/>
              <a:round/>
              <a:headEnd type="none" w="med" len="med"/>
              <a:tailEnd type="none" w="med" len="med"/>
            </a:ln>
            <a:effectLst/>
          </p:spPr>
        </p:sp>
        <p:sp>
          <p:nvSpPr>
            <p:cNvPr id="291" name="ellipse_2111">
              <a:extLst>
                <a:ext uri="{FF2B5EF4-FFF2-40B4-BE49-F238E27FC236}">
                  <a16:creationId xmlns:a16="http://schemas.microsoft.com/office/drawing/2014/main" id="{7B70998B-DC68-6FD4-4E6D-2E1D0201BF03}"/>
                </a:ext>
              </a:extLst>
            </p:cNvPr>
            <p:cNvSpPr/>
            <p:nvPr/>
          </p:nvSpPr>
          <p:spPr>
            <a:xfrm>
              <a:off x="4319837" y="1616419"/>
              <a:ext cx="29048" cy="29048"/>
            </a:xfrm>
            <a:prstGeom prst="ellipse">
              <a:avLst/>
            </a:prstGeom>
            <a:gradFill flip="none" rotWithShape="1">
              <a:gsLst>
                <a:gs pos="0">
                  <a:srgbClr val="E4EEF7"/>
                </a:gs>
                <a:gs pos="43000">
                  <a:srgbClr val="7DABD7"/>
                </a:gs>
                <a:gs pos="100000">
                  <a:srgbClr val="4780B4"/>
                </a:gs>
              </a:gsLst>
              <a:lin ang="2700000" scaled="1"/>
              <a:tileRect/>
            </a:gradFill>
            <a:ln w="2540" cap="rnd" cmpd="sng" algn="ctr">
              <a:noFill/>
              <a:prstDash val="solid"/>
              <a:round/>
              <a:headEnd type="none" w="med" len="med"/>
              <a:tailEnd type="none" w="med" len="med"/>
            </a:ln>
            <a:effectLst/>
          </p:spPr>
        </p:sp>
        <p:sp>
          <p:nvSpPr>
            <p:cNvPr id="292" name="ellipse_2112">
              <a:extLst>
                <a:ext uri="{FF2B5EF4-FFF2-40B4-BE49-F238E27FC236}">
                  <a16:creationId xmlns:a16="http://schemas.microsoft.com/office/drawing/2014/main" id="{E071AA50-3F66-1171-A797-052E5A1A940A}"/>
                </a:ext>
              </a:extLst>
            </p:cNvPr>
            <p:cNvSpPr/>
            <p:nvPr/>
          </p:nvSpPr>
          <p:spPr>
            <a:xfrm>
              <a:off x="4162910" y="1486420"/>
              <a:ext cx="24489" cy="24489"/>
            </a:xfrm>
            <a:prstGeom prst="ellipse">
              <a:avLst/>
            </a:prstGeom>
            <a:gradFill flip="none" rotWithShape="1">
              <a:gsLst>
                <a:gs pos="0">
                  <a:srgbClr val="E4EDF7"/>
                </a:gs>
                <a:gs pos="43000">
                  <a:srgbClr val="7BABD7"/>
                </a:gs>
                <a:gs pos="100000">
                  <a:srgbClr val="457FB4"/>
                </a:gs>
              </a:gsLst>
              <a:lin ang="2700000" scaled="1"/>
              <a:tileRect/>
            </a:gradFill>
            <a:ln w="2540" cap="rnd" cmpd="sng" algn="ctr">
              <a:noFill/>
              <a:prstDash val="solid"/>
              <a:round/>
              <a:headEnd type="none" w="med" len="med"/>
              <a:tailEnd type="none" w="med" len="med"/>
            </a:ln>
            <a:effectLst/>
          </p:spPr>
        </p:sp>
        <p:sp>
          <p:nvSpPr>
            <p:cNvPr id="293" name="ellipse_2113">
              <a:extLst>
                <a:ext uri="{FF2B5EF4-FFF2-40B4-BE49-F238E27FC236}">
                  <a16:creationId xmlns:a16="http://schemas.microsoft.com/office/drawing/2014/main" id="{42C740BF-A4DC-8A72-818C-66E476249D22}"/>
                </a:ext>
              </a:extLst>
            </p:cNvPr>
            <p:cNvSpPr/>
            <p:nvPr/>
          </p:nvSpPr>
          <p:spPr>
            <a:xfrm>
              <a:off x="4477711" y="1630434"/>
              <a:ext cx="31074" cy="31074"/>
            </a:xfrm>
            <a:prstGeom prst="ellipse">
              <a:avLst/>
            </a:prstGeom>
            <a:gradFill flip="none" rotWithShape="1">
              <a:gsLst>
                <a:gs pos="0">
                  <a:srgbClr val="E2EDF6"/>
                </a:gs>
                <a:gs pos="43000">
                  <a:srgbClr val="75A6D5"/>
                </a:gs>
                <a:gs pos="100000">
                  <a:srgbClr val="3E7AB2"/>
                </a:gs>
              </a:gsLst>
              <a:lin ang="2700000" scaled="1"/>
              <a:tileRect/>
            </a:gradFill>
            <a:ln w="2540" cap="rnd" cmpd="sng" algn="ctr">
              <a:noFill/>
              <a:prstDash val="solid"/>
              <a:round/>
              <a:headEnd type="none" w="med" len="med"/>
              <a:tailEnd type="none" w="med" len="med"/>
            </a:ln>
            <a:effectLst/>
          </p:spPr>
        </p:sp>
        <p:sp>
          <p:nvSpPr>
            <p:cNvPr id="294" name="ellipse_2114">
              <a:extLst>
                <a:ext uri="{FF2B5EF4-FFF2-40B4-BE49-F238E27FC236}">
                  <a16:creationId xmlns:a16="http://schemas.microsoft.com/office/drawing/2014/main" id="{22647FA7-1DD6-4DFB-34A9-F569273F48E9}"/>
                </a:ext>
              </a:extLst>
            </p:cNvPr>
            <p:cNvSpPr/>
            <p:nvPr/>
          </p:nvSpPr>
          <p:spPr>
            <a:xfrm>
              <a:off x="4561895" y="1404845"/>
              <a:ext cx="32842" cy="32842"/>
            </a:xfrm>
            <a:prstGeom prst="ellipse">
              <a:avLst/>
            </a:prstGeom>
            <a:gradFill flip="none" rotWithShape="1">
              <a:gsLst>
                <a:gs pos="0">
                  <a:srgbClr val="EBF2F9"/>
                </a:gs>
                <a:gs pos="43000">
                  <a:srgbClr val="9FC1E1"/>
                </a:gs>
                <a:gs pos="100000">
                  <a:srgbClr val="6F99C0"/>
                </a:gs>
              </a:gsLst>
              <a:lin ang="2700000" scaled="1"/>
              <a:tileRect/>
            </a:gradFill>
            <a:ln w="2540" cap="rnd" cmpd="sng" algn="ctr">
              <a:noFill/>
              <a:prstDash val="solid"/>
              <a:round/>
              <a:headEnd type="none" w="med" len="med"/>
              <a:tailEnd type="none" w="med" len="med"/>
            </a:ln>
            <a:effectLst/>
          </p:spPr>
        </p:sp>
        <p:sp>
          <p:nvSpPr>
            <p:cNvPr id="295" name="ellipse_2115">
              <a:extLst>
                <a:ext uri="{FF2B5EF4-FFF2-40B4-BE49-F238E27FC236}">
                  <a16:creationId xmlns:a16="http://schemas.microsoft.com/office/drawing/2014/main" id="{B152ACC7-9A83-13C9-EFC1-64A4A0DDB82C}"/>
                </a:ext>
              </a:extLst>
            </p:cNvPr>
            <p:cNvSpPr/>
            <p:nvPr/>
          </p:nvSpPr>
          <p:spPr>
            <a:xfrm>
              <a:off x="4215117" y="1531671"/>
              <a:ext cx="31068" cy="31068"/>
            </a:xfrm>
            <a:prstGeom prst="ellipse">
              <a:avLst/>
            </a:prstGeom>
            <a:gradFill flip="none" rotWithShape="1">
              <a:gsLst>
                <a:gs pos="0">
                  <a:srgbClr val="EDF3F9"/>
                </a:gs>
                <a:gs pos="43000">
                  <a:srgbClr val="A9C8E4"/>
                </a:gs>
                <a:gs pos="100000">
                  <a:srgbClr val="7AA0C4"/>
                </a:gs>
              </a:gsLst>
              <a:lin ang="2700000" scaled="1"/>
              <a:tileRect/>
            </a:gradFill>
            <a:ln w="2540" cap="rnd" cmpd="sng" algn="ctr">
              <a:noFill/>
              <a:prstDash val="solid"/>
              <a:round/>
              <a:headEnd type="none" w="med" len="med"/>
              <a:tailEnd type="none" w="med" len="med"/>
            </a:ln>
            <a:effectLst/>
          </p:spPr>
        </p:sp>
        <p:sp>
          <p:nvSpPr>
            <p:cNvPr id="296" name="ellipse_2116">
              <a:extLst>
                <a:ext uri="{FF2B5EF4-FFF2-40B4-BE49-F238E27FC236}">
                  <a16:creationId xmlns:a16="http://schemas.microsoft.com/office/drawing/2014/main" id="{5EA9FD4E-34ED-86B3-1A3A-04DB7F72FFE2}"/>
                </a:ext>
              </a:extLst>
            </p:cNvPr>
            <p:cNvSpPr/>
            <p:nvPr/>
          </p:nvSpPr>
          <p:spPr>
            <a:xfrm>
              <a:off x="4305476" y="1587179"/>
              <a:ext cx="22676" cy="22676"/>
            </a:xfrm>
            <a:prstGeom prst="ellipse">
              <a:avLst/>
            </a:prstGeom>
            <a:gradFill flip="none" rotWithShape="1">
              <a:gsLst>
                <a:gs pos="0">
                  <a:srgbClr val="E8F0F8"/>
                </a:gs>
                <a:gs pos="43000">
                  <a:srgbClr val="8FB6DC"/>
                </a:gs>
                <a:gs pos="100000">
                  <a:srgbClr val="5C8CBA"/>
                </a:gs>
              </a:gsLst>
              <a:lin ang="2700000" scaled="1"/>
              <a:tileRect/>
            </a:gradFill>
            <a:ln w="2540" cap="rnd" cmpd="sng" algn="ctr">
              <a:noFill/>
              <a:prstDash val="solid"/>
              <a:round/>
              <a:headEnd type="none" w="med" len="med"/>
              <a:tailEnd type="none" w="med" len="med"/>
            </a:ln>
            <a:effectLst/>
          </p:spPr>
        </p:sp>
        <p:sp>
          <p:nvSpPr>
            <p:cNvPr id="297" name="ellipse_2117">
              <a:extLst>
                <a:ext uri="{FF2B5EF4-FFF2-40B4-BE49-F238E27FC236}">
                  <a16:creationId xmlns:a16="http://schemas.microsoft.com/office/drawing/2014/main" id="{39C6B81B-AA78-F842-1DA3-A7374FDED3B1}"/>
                </a:ext>
              </a:extLst>
            </p:cNvPr>
            <p:cNvSpPr/>
            <p:nvPr/>
          </p:nvSpPr>
          <p:spPr>
            <a:xfrm>
              <a:off x="4603877" y="1581641"/>
              <a:ext cx="20231" cy="20231"/>
            </a:xfrm>
            <a:prstGeom prst="ellipse">
              <a:avLst/>
            </a:prstGeom>
            <a:gradFill flip="none" rotWithShape="1">
              <a:gsLst>
                <a:gs pos="0">
                  <a:srgbClr val="E3EDF6"/>
                </a:gs>
                <a:gs pos="43000">
                  <a:srgbClr val="78A8D5"/>
                </a:gs>
                <a:gs pos="100000">
                  <a:srgbClr val="417CB3"/>
                </a:gs>
              </a:gsLst>
              <a:lin ang="2700000" scaled="1"/>
              <a:tileRect/>
            </a:gradFill>
            <a:ln w="2540" cap="rnd" cmpd="sng" algn="ctr">
              <a:noFill/>
              <a:prstDash val="solid"/>
              <a:round/>
              <a:headEnd type="none" w="med" len="med"/>
              <a:tailEnd type="none" w="med" len="med"/>
            </a:ln>
            <a:effectLst/>
          </p:spPr>
        </p:sp>
        <p:sp>
          <p:nvSpPr>
            <p:cNvPr id="298" name="ellipse_2118">
              <a:extLst>
                <a:ext uri="{FF2B5EF4-FFF2-40B4-BE49-F238E27FC236}">
                  <a16:creationId xmlns:a16="http://schemas.microsoft.com/office/drawing/2014/main" id="{6C7BA73B-319A-0A57-5CB1-2A6D2C0C36FB}"/>
                </a:ext>
              </a:extLst>
            </p:cNvPr>
            <p:cNvSpPr/>
            <p:nvPr/>
          </p:nvSpPr>
          <p:spPr>
            <a:xfrm>
              <a:off x="4148220" y="1473747"/>
              <a:ext cx="36222" cy="36222"/>
            </a:xfrm>
            <a:prstGeom prst="ellipse">
              <a:avLst/>
            </a:prstGeom>
            <a:gradFill flip="none" rotWithShape="1">
              <a:gsLst>
                <a:gs pos="0">
                  <a:srgbClr val="E3EDF6"/>
                </a:gs>
                <a:gs pos="43000">
                  <a:srgbClr val="78A8D5"/>
                </a:gs>
                <a:gs pos="100000">
                  <a:srgbClr val="417CB3"/>
                </a:gs>
              </a:gsLst>
              <a:lin ang="2700000" scaled="1"/>
              <a:tileRect/>
            </a:gradFill>
            <a:ln w="2540" cap="rnd" cmpd="sng" algn="ctr">
              <a:noFill/>
              <a:prstDash val="solid"/>
              <a:round/>
              <a:headEnd type="none" w="med" len="med"/>
              <a:tailEnd type="none" w="med" len="med"/>
            </a:ln>
            <a:effectLst/>
          </p:spPr>
        </p:sp>
        <p:sp>
          <p:nvSpPr>
            <p:cNvPr id="299" name="ellipse_2119">
              <a:extLst>
                <a:ext uri="{FF2B5EF4-FFF2-40B4-BE49-F238E27FC236}">
                  <a16:creationId xmlns:a16="http://schemas.microsoft.com/office/drawing/2014/main" id="{0FF1CCCA-6149-9FE4-55A0-41F844B360C4}"/>
                </a:ext>
              </a:extLst>
            </p:cNvPr>
            <p:cNvSpPr/>
            <p:nvPr/>
          </p:nvSpPr>
          <p:spPr>
            <a:xfrm>
              <a:off x="4552698" y="1554585"/>
              <a:ext cx="29289" cy="29289"/>
            </a:xfrm>
            <a:prstGeom prst="ellipse">
              <a:avLst/>
            </a:prstGeom>
            <a:gradFill flip="none" rotWithShape="1">
              <a:gsLst>
                <a:gs pos="0">
                  <a:srgbClr val="EAF2F9"/>
                </a:gs>
                <a:gs pos="43000">
                  <a:srgbClr val="9CBFE0"/>
                </a:gs>
                <a:gs pos="100000">
                  <a:srgbClr val="6A96BF"/>
                </a:gs>
              </a:gsLst>
              <a:lin ang="2700000" scaled="1"/>
              <a:tileRect/>
            </a:gradFill>
            <a:ln w="2540" cap="rnd" cmpd="sng" algn="ctr">
              <a:noFill/>
              <a:prstDash val="solid"/>
              <a:round/>
              <a:headEnd type="none" w="med" len="med"/>
              <a:tailEnd type="none" w="med" len="med"/>
            </a:ln>
            <a:effectLst/>
          </p:spPr>
        </p:sp>
        <p:sp>
          <p:nvSpPr>
            <p:cNvPr id="300" name="ellipse_2120">
              <a:extLst>
                <a:ext uri="{FF2B5EF4-FFF2-40B4-BE49-F238E27FC236}">
                  <a16:creationId xmlns:a16="http://schemas.microsoft.com/office/drawing/2014/main" id="{6A5F7C79-8F2C-E818-E546-E649A6A1E39F}"/>
                </a:ext>
              </a:extLst>
            </p:cNvPr>
            <p:cNvSpPr/>
            <p:nvPr/>
          </p:nvSpPr>
          <p:spPr>
            <a:xfrm>
              <a:off x="4303221" y="1630068"/>
              <a:ext cx="26948" cy="26948"/>
            </a:xfrm>
            <a:prstGeom prst="ellipse">
              <a:avLst/>
            </a:prstGeom>
            <a:gradFill flip="none" rotWithShape="1">
              <a:gsLst>
                <a:gs pos="0">
                  <a:srgbClr val="E4EEF7"/>
                </a:gs>
                <a:gs pos="43000">
                  <a:srgbClr val="7DABD7"/>
                </a:gs>
                <a:gs pos="100000">
                  <a:srgbClr val="4780B4"/>
                </a:gs>
              </a:gsLst>
              <a:lin ang="2700000" scaled="1"/>
              <a:tileRect/>
            </a:gradFill>
            <a:ln w="2540" cap="rnd" cmpd="sng" algn="ctr">
              <a:noFill/>
              <a:prstDash val="solid"/>
              <a:round/>
              <a:headEnd type="none" w="med" len="med"/>
              <a:tailEnd type="none" w="med" len="med"/>
            </a:ln>
            <a:effectLst/>
          </p:spPr>
        </p:sp>
        <p:sp>
          <p:nvSpPr>
            <p:cNvPr id="301" name="ellipse_2121">
              <a:extLst>
                <a:ext uri="{FF2B5EF4-FFF2-40B4-BE49-F238E27FC236}">
                  <a16:creationId xmlns:a16="http://schemas.microsoft.com/office/drawing/2014/main" id="{3B726368-FF89-06EB-ADB8-14A49598995E}"/>
                </a:ext>
              </a:extLst>
            </p:cNvPr>
            <p:cNvSpPr/>
            <p:nvPr/>
          </p:nvSpPr>
          <p:spPr>
            <a:xfrm>
              <a:off x="4478501" y="1592646"/>
              <a:ext cx="34960" cy="34960"/>
            </a:xfrm>
            <a:prstGeom prst="ellipse">
              <a:avLst/>
            </a:prstGeom>
            <a:gradFill flip="none" rotWithShape="1">
              <a:gsLst>
                <a:gs pos="0">
                  <a:srgbClr val="E7F0F8"/>
                </a:gs>
                <a:gs pos="43000">
                  <a:srgbClr val="8CB5DB"/>
                </a:gs>
                <a:gs pos="100000">
                  <a:srgbClr val="588BB9"/>
                </a:gs>
              </a:gsLst>
              <a:lin ang="2700000" scaled="1"/>
              <a:tileRect/>
            </a:gradFill>
            <a:ln w="2540" cap="rnd" cmpd="sng" algn="ctr">
              <a:noFill/>
              <a:prstDash val="solid"/>
              <a:round/>
              <a:headEnd type="none" w="med" len="med"/>
              <a:tailEnd type="none" w="med" len="med"/>
            </a:ln>
            <a:effectLst/>
          </p:spPr>
        </p:sp>
        <p:sp>
          <p:nvSpPr>
            <p:cNvPr id="302" name="ellipse_2122">
              <a:extLst>
                <a:ext uri="{FF2B5EF4-FFF2-40B4-BE49-F238E27FC236}">
                  <a16:creationId xmlns:a16="http://schemas.microsoft.com/office/drawing/2014/main" id="{17AE539A-BD82-471D-4D38-DB145F6BF01B}"/>
                </a:ext>
              </a:extLst>
            </p:cNvPr>
            <p:cNvSpPr/>
            <p:nvPr/>
          </p:nvSpPr>
          <p:spPr>
            <a:xfrm>
              <a:off x="4565932" y="1590332"/>
              <a:ext cx="28306" cy="28306"/>
            </a:xfrm>
            <a:prstGeom prst="ellipse">
              <a:avLst/>
            </a:prstGeom>
            <a:gradFill flip="none" rotWithShape="1">
              <a:gsLst>
                <a:gs pos="0">
                  <a:srgbClr val="E4EDF6"/>
                </a:gs>
                <a:gs pos="43000">
                  <a:srgbClr val="7BAAD6"/>
                </a:gs>
                <a:gs pos="100000">
                  <a:srgbClr val="457EB3"/>
                </a:gs>
              </a:gsLst>
              <a:lin ang="2700000" scaled="1"/>
              <a:tileRect/>
            </a:gradFill>
            <a:ln w="2540" cap="rnd" cmpd="sng" algn="ctr">
              <a:noFill/>
              <a:prstDash val="solid"/>
              <a:round/>
              <a:headEnd type="none" w="med" len="med"/>
              <a:tailEnd type="none" w="med" len="med"/>
            </a:ln>
            <a:effectLst/>
          </p:spPr>
        </p:sp>
        <p:sp>
          <p:nvSpPr>
            <p:cNvPr id="303" name="ellipse_2123">
              <a:extLst>
                <a:ext uri="{FF2B5EF4-FFF2-40B4-BE49-F238E27FC236}">
                  <a16:creationId xmlns:a16="http://schemas.microsoft.com/office/drawing/2014/main" id="{AB27939D-A023-11F6-7A52-10216590F6F3}"/>
                </a:ext>
              </a:extLst>
            </p:cNvPr>
            <p:cNvSpPr/>
            <p:nvPr/>
          </p:nvSpPr>
          <p:spPr>
            <a:xfrm>
              <a:off x="4059567" y="1420321"/>
              <a:ext cx="25021" cy="25021"/>
            </a:xfrm>
            <a:prstGeom prst="ellipse">
              <a:avLst/>
            </a:prstGeom>
            <a:gradFill flip="none" rotWithShape="1">
              <a:gsLst>
                <a:gs pos="0">
                  <a:srgbClr val="E1ECF6"/>
                </a:gs>
                <a:gs pos="43000">
                  <a:srgbClr val="70A3D3"/>
                </a:gs>
                <a:gs pos="100000">
                  <a:srgbClr val="3876B0"/>
                </a:gs>
              </a:gsLst>
              <a:lin ang="2700000" scaled="1"/>
              <a:tileRect/>
            </a:gradFill>
            <a:ln w="2540" cap="rnd" cmpd="sng" algn="ctr">
              <a:noFill/>
              <a:prstDash val="solid"/>
              <a:round/>
              <a:headEnd type="none" w="med" len="med"/>
              <a:tailEnd type="none" w="med" len="med"/>
            </a:ln>
            <a:effectLst/>
          </p:spPr>
        </p:sp>
        <p:sp>
          <p:nvSpPr>
            <p:cNvPr id="304" name="ellipse_2124">
              <a:extLst>
                <a:ext uri="{FF2B5EF4-FFF2-40B4-BE49-F238E27FC236}">
                  <a16:creationId xmlns:a16="http://schemas.microsoft.com/office/drawing/2014/main" id="{0850CCCF-4ECF-874E-513A-9730E4721548}"/>
                </a:ext>
              </a:extLst>
            </p:cNvPr>
            <p:cNvSpPr/>
            <p:nvPr/>
          </p:nvSpPr>
          <p:spPr>
            <a:xfrm>
              <a:off x="4454981" y="1419123"/>
              <a:ext cx="20719" cy="20719"/>
            </a:xfrm>
            <a:prstGeom prst="ellipse">
              <a:avLst/>
            </a:prstGeom>
            <a:gradFill flip="none" rotWithShape="1">
              <a:gsLst>
                <a:gs pos="0">
                  <a:srgbClr val="FBF3F4"/>
                </a:gs>
                <a:gs pos="43000">
                  <a:srgbClr val="EDC5C9"/>
                </a:gs>
                <a:gs pos="100000">
                  <a:srgbClr val="C89EA5"/>
                </a:gs>
              </a:gsLst>
              <a:lin ang="2700000" scaled="1"/>
              <a:tileRect/>
            </a:gradFill>
            <a:ln w="2540" cap="rnd" cmpd="sng" algn="ctr">
              <a:noFill/>
              <a:prstDash val="solid"/>
              <a:round/>
              <a:headEnd type="none" w="med" len="med"/>
              <a:tailEnd type="none" w="med" len="med"/>
            </a:ln>
            <a:effectLst/>
          </p:spPr>
        </p:sp>
        <p:sp>
          <p:nvSpPr>
            <p:cNvPr id="305" name="ellipse_2125">
              <a:extLst>
                <a:ext uri="{FF2B5EF4-FFF2-40B4-BE49-F238E27FC236}">
                  <a16:creationId xmlns:a16="http://schemas.microsoft.com/office/drawing/2014/main" id="{2671459C-4FB5-E7F5-33C6-39B7FC75D829}"/>
                </a:ext>
              </a:extLst>
            </p:cNvPr>
            <p:cNvSpPr/>
            <p:nvPr/>
          </p:nvSpPr>
          <p:spPr>
            <a:xfrm>
              <a:off x="4213951" y="1613938"/>
              <a:ext cx="30623" cy="30623"/>
            </a:xfrm>
            <a:prstGeom prst="ellipse">
              <a:avLst/>
            </a:prstGeom>
            <a:gradFill flip="none" rotWithShape="1">
              <a:gsLst>
                <a:gs pos="0">
                  <a:srgbClr val="F1F6FA"/>
                </a:gs>
                <a:gs pos="43000">
                  <a:srgbClr val="BCD3E9"/>
                </a:gs>
                <a:gs pos="100000">
                  <a:srgbClr val="90AECA"/>
                </a:gs>
              </a:gsLst>
              <a:lin ang="2700000" scaled="1"/>
              <a:tileRect/>
            </a:gradFill>
            <a:ln w="2540" cap="rnd" cmpd="sng" algn="ctr">
              <a:noFill/>
              <a:prstDash val="solid"/>
              <a:round/>
              <a:headEnd type="none" w="med" len="med"/>
              <a:tailEnd type="none" w="med" len="med"/>
            </a:ln>
            <a:effectLst/>
          </p:spPr>
        </p:sp>
        <p:sp>
          <p:nvSpPr>
            <p:cNvPr id="306" name="ellipse_2126">
              <a:extLst>
                <a:ext uri="{FF2B5EF4-FFF2-40B4-BE49-F238E27FC236}">
                  <a16:creationId xmlns:a16="http://schemas.microsoft.com/office/drawing/2014/main" id="{2F55718F-AF44-4E58-DC53-90293D13DD9C}"/>
                </a:ext>
              </a:extLst>
            </p:cNvPr>
            <p:cNvSpPr/>
            <p:nvPr/>
          </p:nvSpPr>
          <p:spPr>
            <a:xfrm>
              <a:off x="4448861" y="1530866"/>
              <a:ext cx="30010" cy="30010"/>
            </a:xfrm>
            <a:prstGeom prst="ellipse">
              <a:avLst/>
            </a:prstGeom>
            <a:gradFill flip="none" rotWithShape="1">
              <a:gsLst>
                <a:gs pos="0">
                  <a:srgbClr val="FBF1F2"/>
                </a:gs>
                <a:gs pos="43000">
                  <a:srgbClr val="EBBDC0"/>
                </a:gs>
                <a:gs pos="100000">
                  <a:srgbClr val="C6949A"/>
                </a:gs>
              </a:gsLst>
              <a:lin ang="2700000" scaled="1"/>
              <a:tileRect/>
            </a:gradFill>
            <a:ln w="2540" cap="rnd" cmpd="sng" algn="ctr">
              <a:noFill/>
              <a:prstDash val="solid"/>
              <a:round/>
              <a:headEnd type="none" w="med" len="med"/>
              <a:tailEnd type="none" w="med" len="med"/>
            </a:ln>
            <a:effectLst/>
          </p:spPr>
        </p:sp>
        <p:sp>
          <p:nvSpPr>
            <p:cNvPr id="307" name="ellipse_2127">
              <a:extLst>
                <a:ext uri="{FF2B5EF4-FFF2-40B4-BE49-F238E27FC236}">
                  <a16:creationId xmlns:a16="http://schemas.microsoft.com/office/drawing/2014/main" id="{DD14DF48-1AD1-F2AF-9F21-AD18EEAE4041}"/>
                </a:ext>
              </a:extLst>
            </p:cNvPr>
            <p:cNvSpPr/>
            <p:nvPr/>
          </p:nvSpPr>
          <p:spPr>
            <a:xfrm>
              <a:off x="4187439" y="1437250"/>
              <a:ext cx="22091" cy="22091"/>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08" name="ellipse_2128">
              <a:extLst>
                <a:ext uri="{FF2B5EF4-FFF2-40B4-BE49-F238E27FC236}">
                  <a16:creationId xmlns:a16="http://schemas.microsoft.com/office/drawing/2014/main" id="{EF5C93EC-F25A-7263-B7AF-9FEE0107ADFB}"/>
                </a:ext>
              </a:extLst>
            </p:cNvPr>
            <p:cNvSpPr/>
            <p:nvPr/>
          </p:nvSpPr>
          <p:spPr>
            <a:xfrm>
              <a:off x="4156267" y="1447360"/>
              <a:ext cx="27517" cy="27517"/>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09" name="ellipse_2129">
              <a:extLst>
                <a:ext uri="{FF2B5EF4-FFF2-40B4-BE49-F238E27FC236}">
                  <a16:creationId xmlns:a16="http://schemas.microsoft.com/office/drawing/2014/main" id="{F75B3C47-F3B2-01D2-04C9-BF9982FECBFB}"/>
                </a:ext>
              </a:extLst>
            </p:cNvPr>
            <p:cNvSpPr/>
            <p:nvPr/>
          </p:nvSpPr>
          <p:spPr>
            <a:xfrm>
              <a:off x="4513687" y="1593956"/>
              <a:ext cx="26924" cy="26924"/>
            </a:xfrm>
            <a:prstGeom prst="ellipse">
              <a:avLst/>
            </a:prstGeom>
            <a:gradFill flip="none" rotWithShape="1">
              <a:gsLst>
                <a:gs pos="0">
                  <a:srgbClr val="E6EFF7"/>
                </a:gs>
                <a:gs pos="43000">
                  <a:srgbClr val="87B2DA"/>
                </a:gs>
                <a:gs pos="100000">
                  <a:srgbClr val="5387B8"/>
                </a:gs>
              </a:gsLst>
              <a:lin ang="2700000" scaled="1"/>
              <a:tileRect/>
            </a:gradFill>
            <a:ln w="2540" cap="rnd" cmpd="sng" algn="ctr">
              <a:noFill/>
              <a:prstDash val="solid"/>
              <a:round/>
              <a:headEnd type="none" w="med" len="med"/>
              <a:tailEnd type="none" w="med" len="med"/>
            </a:ln>
            <a:effectLst/>
          </p:spPr>
        </p:sp>
        <p:sp>
          <p:nvSpPr>
            <p:cNvPr id="310" name="ellipse_2130">
              <a:extLst>
                <a:ext uri="{FF2B5EF4-FFF2-40B4-BE49-F238E27FC236}">
                  <a16:creationId xmlns:a16="http://schemas.microsoft.com/office/drawing/2014/main" id="{5F04B8F1-B82D-DD71-7E94-68FE13BC421F}"/>
                </a:ext>
              </a:extLst>
            </p:cNvPr>
            <p:cNvSpPr/>
            <p:nvPr/>
          </p:nvSpPr>
          <p:spPr>
            <a:xfrm>
              <a:off x="4475672" y="1534775"/>
              <a:ext cx="19735" cy="19735"/>
            </a:xfrm>
            <a:prstGeom prst="ellipse">
              <a:avLst/>
            </a:prstGeom>
            <a:gradFill flip="none" rotWithShape="1">
              <a:gsLst>
                <a:gs pos="0">
                  <a:srgbClr val="FBF3F4"/>
                </a:gs>
                <a:gs pos="43000">
                  <a:srgbClr val="ECC5C8"/>
                </a:gs>
                <a:gs pos="100000">
                  <a:srgbClr val="C79DA4"/>
                </a:gs>
              </a:gsLst>
              <a:lin ang="2700000" scaled="1"/>
              <a:tileRect/>
            </a:gradFill>
            <a:ln w="2540" cap="rnd" cmpd="sng" algn="ctr">
              <a:noFill/>
              <a:prstDash val="solid"/>
              <a:round/>
              <a:headEnd type="none" w="med" len="med"/>
              <a:tailEnd type="none" w="med" len="med"/>
            </a:ln>
            <a:effectLst/>
          </p:spPr>
        </p:sp>
        <p:sp>
          <p:nvSpPr>
            <p:cNvPr id="311" name="ellipse_2131">
              <a:extLst>
                <a:ext uri="{FF2B5EF4-FFF2-40B4-BE49-F238E27FC236}">
                  <a16:creationId xmlns:a16="http://schemas.microsoft.com/office/drawing/2014/main" id="{F99043ED-46B1-BCF6-AC90-612EDD152500}"/>
                </a:ext>
              </a:extLst>
            </p:cNvPr>
            <p:cNvSpPr/>
            <p:nvPr/>
          </p:nvSpPr>
          <p:spPr>
            <a:xfrm>
              <a:off x="4177150" y="1479714"/>
              <a:ext cx="34047" cy="34047"/>
            </a:xfrm>
            <a:prstGeom prst="ellipse">
              <a:avLst/>
            </a:prstGeom>
            <a:gradFill flip="none" rotWithShape="1">
              <a:gsLst>
                <a:gs pos="0">
                  <a:srgbClr val="E4EDF7"/>
                </a:gs>
                <a:gs pos="43000">
                  <a:srgbClr val="7BAAD7"/>
                </a:gs>
                <a:gs pos="100000">
                  <a:srgbClr val="457EB4"/>
                </a:gs>
              </a:gsLst>
              <a:lin ang="2700000" scaled="1"/>
              <a:tileRect/>
            </a:gradFill>
            <a:ln w="2540" cap="rnd" cmpd="sng" algn="ctr">
              <a:noFill/>
              <a:prstDash val="solid"/>
              <a:round/>
              <a:headEnd type="none" w="med" len="med"/>
              <a:tailEnd type="none" w="med" len="med"/>
            </a:ln>
            <a:effectLst/>
          </p:spPr>
        </p:sp>
        <p:sp>
          <p:nvSpPr>
            <p:cNvPr id="312" name="ellipse_2132">
              <a:extLst>
                <a:ext uri="{FF2B5EF4-FFF2-40B4-BE49-F238E27FC236}">
                  <a16:creationId xmlns:a16="http://schemas.microsoft.com/office/drawing/2014/main" id="{E09A34B0-892B-19E0-59F5-3463B8E374C0}"/>
                </a:ext>
              </a:extLst>
            </p:cNvPr>
            <p:cNvSpPr/>
            <p:nvPr/>
          </p:nvSpPr>
          <p:spPr>
            <a:xfrm>
              <a:off x="4169230" y="1457714"/>
              <a:ext cx="24475" cy="24475"/>
            </a:xfrm>
            <a:prstGeom prst="ellipse">
              <a:avLst/>
            </a:prstGeom>
            <a:gradFill flip="none" rotWithShape="1">
              <a:gsLst>
                <a:gs pos="0">
                  <a:srgbClr val="E2ECF6"/>
                </a:gs>
                <a:gs pos="43000">
                  <a:srgbClr val="73A5D4"/>
                </a:gs>
                <a:gs pos="100000">
                  <a:srgbClr val="3B78B1"/>
                </a:gs>
              </a:gsLst>
              <a:lin ang="2700000" scaled="1"/>
              <a:tileRect/>
            </a:gradFill>
            <a:ln w="2540" cap="rnd" cmpd="sng" algn="ctr">
              <a:noFill/>
              <a:prstDash val="solid"/>
              <a:round/>
              <a:headEnd type="none" w="med" len="med"/>
              <a:tailEnd type="none" w="med" len="med"/>
            </a:ln>
            <a:effectLst/>
          </p:spPr>
        </p:sp>
        <p:sp>
          <p:nvSpPr>
            <p:cNvPr id="313" name="ellipse_2133">
              <a:extLst>
                <a:ext uri="{FF2B5EF4-FFF2-40B4-BE49-F238E27FC236}">
                  <a16:creationId xmlns:a16="http://schemas.microsoft.com/office/drawing/2014/main" id="{12E96461-42F7-0250-5812-165FA544C49E}"/>
                </a:ext>
              </a:extLst>
            </p:cNvPr>
            <p:cNvSpPr/>
            <p:nvPr/>
          </p:nvSpPr>
          <p:spPr>
            <a:xfrm>
              <a:off x="4250267" y="1611599"/>
              <a:ext cx="27208" cy="27208"/>
            </a:xfrm>
            <a:prstGeom prst="ellipse">
              <a:avLst/>
            </a:prstGeom>
            <a:gradFill flip="none" rotWithShape="1">
              <a:gsLst>
                <a:gs pos="0">
                  <a:srgbClr val="ECF3F9"/>
                </a:gs>
                <a:gs pos="43000">
                  <a:srgbClr val="A4C5E3"/>
                </a:gs>
                <a:gs pos="100000">
                  <a:srgbClr val="749DC2"/>
                </a:gs>
              </a:gsLst>
              <a:lin ang="2700000" scaled="1"/>
              <a:tileRect/>
            </a:gradFill>
            <a:ln w="2540" cap="rnd" cmpd="sng" algn="ctr">
              <a:noFill/>
              <a:prstDash val="solid"/>
              <a:round/>
              <a:headEnd type="none" w="med" len="med"/>
              <a:tailEnd type="none" w="med" len="med"/>
            </a:ln>
            <a:effectLst/>
          </p:spPr>
        </p:sp>
        <p:sp>
          <p:nvSpPr>
            <p:cNvPr id="314" name="ellipse_2134">
              <a:extLst>
                <a:ext uri="{FF2B5EF4-FFF2-40B4-BE49-F238E27FC236}">
                  <a16:creationId xmlns:a16="http://schemas.microsoft.com/office/drawing/2014/main" id="{775B1B2D-180F-7E52-0DCC-00A4BA876CD1}"/>
                </a:ext>
              </a:extLst>
            </p:cNvPr>
            <p:cNvSpPr/>
            <p:nvPr/>
          </p:nvSpPr>
          <p:spPr>
            <a:xfrm>
              <a:off x="4316540" y="1649280"/>
              <a:ext cx="31638" cy="31638"/>
            </a:xfrm>
            <a:prstGeom prst="ellipse">
              <a:avLst/>
            </a:prstGeom>
            <a:gradFill flip="none" rotWithShape="1">
              <a:gsLst>
                <a:gs pos="0">
                  <a:srgbClr val="E2ECF6"/>
                </a:gs>
                <a:gs pos="43000">
                  <a:srgbClr val="75A6D5"/>
                </a:gs>
                <a:gs pos="100000">
                  <a:srgbClr val="3E79B2"/>
                </a:gs>
              </a:gsLst>
              <a:lin ang="2700000" scaled="1"/>
              <a:tileRect/>
            </a:gradFill>
            <a:ln w="2540" cap="rnd" cmpd="sng" algn="ctr">
              <a:noFill/>
              <a:prstDash val="solid"/>
              <a:round/>
              <a:headEnd type="none" w="med" len="med"/>
              <a:tailEnd type="none" w="med" len="med"/>
            </a:ln>
            <a:effectLst/>
          </p:spPr>
        </p:sp>
        <p:sp>
          <p:nvSpPr>
            <p:cNvPr id="315" name="ellipse_2135">
              <a:extLst>
                <a:ext uri="{FF2B5EF4-FFF2-40B4-BE49-F238E27FC236}">
                  <a16:creationId xmlns:a16="http://schemas.microsoft.com/office/drawing/2014/main" id="{B4403F40-2640-B54F-F59A-CD1ECF364EE8}"/>
                </a:ext>
              </a:extLst>
            </p:cNvPr>
            <p:cNvSpPr/>
            <p:nvPr/>
          </p:nvSpPr>
          <p:spPr>
            <a:xfrm>
              <a:off x="4145317" y="1562114"/>
              <a:ext cx="29616" cy="29616"/>
            </a:xfrm>
            <a:prstGeom prst="ellipse">
              <a:avLst/>
            </a:prstGeom>
            <a:gradFill flip="none" rotWithShape="1">
              <a:gsLst>
                <a:gs pos="0">
                  <a:srgbClr val="F8FAFC"/>
                </a:gs>
                <a:gs pos="43000">
                  <a:srgbClr val="DBE7F3"/>
                </a:gs>
                <a:gs pos="100000">
                  <a:srgbClr val="B4C4D5"/>
                </a:gs>
              </a:gsLst>
              <a:lin ang="2700000" scaled="1"/>
              <a:tileRect/>
            </a:gradFill>
            <a:ln w="2540" cap="rnd" cmpd="sng" algn="ctr">
              <a:noFill/>
              <a:prstDash val="solid"/>
              <a:round/>
              <a:headEnd type="none" w="med" len="med"/>
              <a:tailEnd type="none" w="med" len="med"/>
            </a:ln>
            <a:effectLst/>
          </p:spPr>
        </p:sp>
        <p:sp>
          <p:nvSpPr>
            <p:cNvPr id="316" name="ellipse_2136">
              <a:extLst>
                <a:ext uri="{FF2B5EF4-FFF2-40B4-BE49-F238E27FC236}">
                  <a16:creationId xmlns:a16="http://schemas.microsoft.com/office/drawing/2014/main" id="{9B5F4566-8C87-AC11-392B-8A107D0958C0}"/>
                </a:ext>
              </a:extLst>
            </p:cNvPr>
            <p:cNvSpPr/>
            <p:nvPr/>
          </p:nvSpPr>
          <p:spPr>
            <a:xfrm>
              <a:off x="4212479" y="1534532"/>
              <a:ext cx="21239" cy="21239"/>
            </a:xfrm>
            <a:prstGeom prst="ellipse">
              <a:avLst/>
            </a:prstGeom>
            <a:gradFill flip="none" rotWithShape="1">
              <a:gsLst>
                <a:gs pos="0">
                  <a:srgbClr val="EDF3F9"/>
                </a:gs>
                <a:gs pos="43000">
                  <a:srgbClr val="A9C8E4"/>
                </a:gs>
                <a:gs pos="100000">
                  <a:srgbClr val="7AA0C4"/>
                </a:gs>
              </a:gsLst>
              <a:lin ang="2700000" scaled="1"/>
              <a:tileRect/>
            </a:gradFill>
            <a:ln w="2540" cap="rnd" cmpd="sng" algn="ctr">
              <a:noFill/>
              <a:prstDash val="solid"/>
              <a:round/>
              <a:headEnd type="none" w="med" len="med"/>
              <a:tailEnd type="none" w="med" len="med"/>
            </a:ln>
            <a:effectLst/>
          </p:spPr>
        </p:sp>
        <p:sp>
          <p:nvSpPr>
            <p:cNvPr id="317" name="ellipse_2137">
              <a:extLst>
                <a:ext uri="{FF2B5EF4-FFF2-40B4-BE49-F238E27FC236}">
                  <a16:creationId xmlns:a16="http://schemas.microsoft.com/office/drawing/2014/main" id="{2538EB9E-2F94-C509-5673-C8A02C564725}"/>
                </a:ext>
              </a:extLst>
            </p:cNvPr>
            <p:cNvSpPr/>
            <p:nvPr/>
          </p:nvSpPr>
          <p:spPr>
            <a:xfrm>
              <a:off x="4296928" y="1660530"/>
              <a:ext cx="21078" cy="21078"/>
            </a:xfrm>
            <a:prstGeom prst="ellipse">
              <a:avLst/>
            </a:prstGeom>
            <a:gradFill flip="none" rotWithShape="1">
              <a:gsLst>
                <a:gs pos="0">
                  <a:srgbClr val="E2EDF6"/>
                </a:gs>
                <a:gs pos="43000">
                  <a:srgbClr val="76A7D5"/>
                </a:gs>
                <a:gs pos="100000">
                  <a:srgbClr val="3F7BB3"/>
                </a:gs>
              </a:gsLst>
              <a:lin ang="2700000" scaled="1"/>
              <a:tileRect/>
            </a:gradFill>
            <a:ln w="2540" cap="rnd" cmpd="sng" algn="ctr">
              <a:noFill/>
              <a:prstDash val="solid"/>
              <a:round/>
              <a:headEnd type="none" w="med" len="med"/>
              <a:tailEnd type="none" w="med" len="med"/>
            </a:ln>
            <a:effectLst/>
          </p:spPr>
        </p:sp>
        <p:sp>
          <p:nvSpPr>
            <p:cNvPr id="318" name="ellipse_2138">
              <a:extLst>
                <a:ext uri="{FF2B5EF4-FFF2-40B4-BE49-F238E27FC236}">
                  <a16:creationId xmlns:a16="http://schemas.microsoft.com/office/drawing/2014/main" id="{CFCD070F-1FE7-2384-91BD-6C9D99D2A196}"/>
                </a:ext>
              </a:extLst>
            </p:cNvPr>
            <p:cNvSpPr/>
            <p:nvPr/>
          </p:nvSpPr>
          <p:spPr>
            <a:xfrm>
              <a:off x="4387132" y="1397727"/>
              <a:ext cx="22984" cy="22984"/>
            </a:xfrm>
            <a:prstGeom prst="ellipse">
              <a:avLst/>
            </a:prstGeom>
            <a:gradFill flip="none" rotWithShape="1">
              <a:gsLst>
                <a:gs pos="0">
                  <a:srgbClr val="F5F8FC"/>
                </a:gs>
                <a:gs pos="43000">
                  <a:srgbClr val="CFDFEF"/>
                </a:gs>
                <a:gs pos="100000">
                  <a:srgbClr val="A5BCD1"/>
                </a:gs>
              </a:gsLst>
              <a:lin ang="2700000" scaled="1"/>
              <a:tileRect/>
            </a:gradFill>
            <a:ln w="2540" cap="rnd" cmpd="sng" algn="ctr">
              <a:noFill/>
              <a:prstDash val="solid"/>
              <a:round/>
              <a:headEnd type="none" w="med" len="med"/>
              <a:tailEnd type="none" w="med" len="med"/>
            </a:ln>
            <a:effectLst/>
          </p:spPr>
        </p:sp>
        <p:sp>
          <p:nvSpPr>
            <p:cNvPr id="319" name="ellipse_2139">
              <a:extLst>
                <a:ext uri="{FF2B5EF4-FFF2-40B4-BE49-F238E27FC236}">
                  <a16:creationId xmlns:a16="http://schemas.microsoft.com/office/drawing/2014/main" id="{23E6A424-6765-7348-80A9-EA4465FE131E}"/>
                </a:ext>
              </a:extLst>
            </p:cNvPr>
            <p:cNvSpPr/>
            <p:nvPr/>
          </p:nvSpPr>
          <p:spPr>
            <a:xfrm>
              <a:off x="4423607" y="1603144"/>
              <a:ext cx="26321" cy="26321"/>
            </a:xfrm>
            <a:prstGeom prst="ellipse">
              <a:avLst/>
            </a:prstGeom>
            <a:gradFill flip="none" rotWithShape="1">
              <a:gsLst>
                <a:gs pos="0">
                  <a:srgbClr val="E6EFF7"/>
                </a:gs>
                <a:gs pos="43000">
                  <a:srgbClr val="88B3DA"/>
                </a:gs>
                <a:gs pos="100000">
                  <a:srgbClr val="5488B8"/>
                </a:gs>
              </a:gsLst>
              <a:lin ang="2700000" scaled="1"/>
              <a:tileRect/>
            </a:gradFill>
            <a:ln w="2540" cap="rnd" cmpd="sng" algn="ctr">
              <a:noFill/>
              <a:prstDash val="solid"/>
              <a:round/>
              <a:headEnd type="none" w="med" len="med"/>
              <a:tailEnd type="none" w="med" len="med"/>
            </a:ln>
            <a:effectLst/>
          </p:spPr>
        </p:sp>
        <p:sp>
          <p:nvSpPr>
            <p:cNvPr id="5837" name="ellipse_2140">
              <a:extLst>
                <a:ext uri="{FF2B5EF4-FFF2-40B4-BE49-F238E27FC236}">
                  <a16:creationId xmlns:a16="http://schemas.microsoft.com/office/drawing/2014/main" id="{E30DE5E0-EC67-3888-B0DB-AE397A31DFBD}"/>
                </a:ext>
              </a:extLst>
            </p:cNvPr>
            <p:cNvSpPr/>
            <p:nvPr/>
          </p:nvSpPr>
          <p:spPr>
            <a:xfrm>
              <a:off x="4143066" y="1454342"/>
              <a:ext cx="33754" cy="33754"/>
            </a:xfrm>
            <a:prstGeom prst="ellipse">
              <a:avLst/>
            </a:prstGeom>
            <a:gradFill flip="none" rotWithShape="1">
              <a:gsLst>
                <a:gs pos="0">
                  <a:srgbClr val="E2ECF6"/>
                </a:gs>
                <a:gs pos="43000">
                  <a:srgbClr val="73A5D4"/>
                </a:gs>
                <a:gs pos="100000">
                  <a:srgbClr val="3B78B1"/>
                </a:gs>
              </a:gsLst>
              <a:lin ang="2700000" scaled="1"/>
              <a:tileRect/>
            </a:gradFill>
            <a:ln w="2540" cap="rnd" cmpd="sng" algn="ctr">
              <a:noFill/>
              <a:prstDash val="solid"/>
              <a:round/>
              <a:headEnd type="none" w="med" len="med"/>
              <a:tailEnd type="none" w="med" len="med"/>
            </a:ln>
            <a:effectLst/>
          </p:spPr>
        </p:sp>
        <p:sp>
          <p:nvSpPr>
            <p:cNvPr id="5838" name="ellipse_2141">
              <a:extLst>
                <a:ext uri="{FF2B5EF4-FFF2-40B4-BE49-F238E27FC236}">
                  <a16:creationId xmlns:a16="http://schemas.microsoft.com/office/drawing/2014/main" id="{04653BF1-9E50-05AE-FF94-E1A25AEF6EB9}"/>
                </a:ext>
              </a:extLst>
            </p:cNvPr>
            <p:cNvSpPr/>
            <p:nvPr/>
          </p:nvSpPr>
          <p:spPr>
            <a:xfrm>
              <a:off x="4172222" y="1529575"/>
              <a:ext cx="28626" cy="28626"/>
            </a:xfrm>
            <a:prstGeom prst="ellipse">
              <a:avLst/>
            </a:prstGeom>
            <a:gradFill flip="none" rotWithShape="1">
              <a:gsLst>
                <a:gs pos="0">
                  <a:srgbClr val="EEF4FA"/>
                </a:gs>
                <a:gs pos="43000">
                  <a:srgbClr val="AECBE6"/>
                </a:gs>
                <a:gs pos="100000">
                  <a:srgbClr val="80A4C6"/>
                </a:gs>
              </a:gsLst>
              <a:lin ang="2700000" scaled="1"/>
              <a:tileRect/>
            </a:gradFill>
            <a:ln w="2540" cap="rnd" cmpd="sng" algn="ctr">
              <a:noFill/>
              <a:prstDash val="solid"/>
              <a:round/>
              <a:headEnd type="none" w="med" len="med"/>
              <a:tailEnd type="none" w="med" len="med"/>
            </a:ln>
            <a:effectLst/>
          </p:spPr>
        </p:sp>
        <p:sp>
          <p:nvSpPr>
            <p:cNvPr id="5839" name="ellipse_2142">
              <a:extLst>
                <a:ext uri="{FF2B5EF4-FFF2-40B4-BE49-F238E27FC236}">
                  <a16:creationId xmlns:a16="http://schemas.microsoft.com/office/drawing/2014/main" id="{7F67EFE8-3B19-AEB5-8817-BCA00E0B3AC8}"/>
                </a:ext>
              </a:extLst>
            </p:cNvPr>
            <p:cNvSpPr/>
            <p:nvPr/>
          </p:nvSpPr>
          <p:spPr>
            <a:xfrm>
              <a:off x="4543531" y="1594407"/>
              <a:ext cx="30468" cy="30468"/>
            </a:xfrm>
            <a:prstGeom prst="ellipse">
              <a:avLst/>
            </a:prstGeom>
            <a:gradFill flip="none" rotWithShape="1">
              <a:gsLst>
                <a:gs pos="0">
                  <a:srgbClr val="E4EEF7"/>
                </a:gs>
                <a:gs pos="43000">
                  <a:srgbClr val="7DABD7"/>
                </a:gs>
                <a:gs pos="100000">
                  <a:srgbClr val="4880B4"/>
                </a:gs>
              </a:gsLst>
              <a:lin ang="2700000" scaled="1"/>
              <a:tileRect/>
            </a:gradFill>
            <a:ln w="2540" cap="rnd" cmpd="sng" algn="ctr">
              <a:noFill/>
              <a:prstDash val="solid"/>
              <a:round/>
              <a:headEnd type="none" w="med" len="med"/>
              <a:tailEnd type="none" w="med" len="med"/>
            </a:ln>
            <a:effectLst/>
          </p:spPr>
        </p:sp>
        <p:sp>
          <p:nvSpPr>
            <p:cNvPr id="5840" name="ellipse_2143">
              <a:extLst>
                <a:ext uri="{FF2B5EF4-FFF2-40B4-BE49-F238E27FC236}">
                  <a16:creationId xmlns:a16="http://schemas.microsoft.com/office/drawing/2014/main" id="{310DB0EE-9F20-560F-D23B-7B8BF02D3385}"/>
                </a:ext>
              </a:extLst>
            </p:cNvPr>
            <p:cNvSpPr/>
            <p:nvPr/>
          </p:nvSpPr>
          <p:spPr>
            <a:xfrm>
              <a:off x="4485018" y="1527843"/>
              <a:ext cx="27018" cy="27018"/>
            </a:xfrm>
            <a:prstGeom prst="ellipse">
              <a:avLst/>
            </a:prstGeom>
            <a:gradFill flip="none" rotWithShape="1">
              <a:gsLst>
                <a:gs pos="0">
                  <a:srgbClr val="FBF4F4"/>
                </a:gs>
                <a:gs pos="43000">
                  <a:srgbClr val="EDC8CC"/>
                </a:gs>
                <a:gs pos="100000">
                  <a:srgbClr val="C8A1A8"/>
                </a:gs>
              </a:gsLst>
              <a:lin ang="2700000" scaled="1"/>
              <a:tileRect/>
            </a:gradFill>
            <a:ln w="2540" cap="rnd" cmpd="sng" algn="ctr">
              <a:noFill/>
              <a:prstDash val="solid"/>
              <a:round/>
              <a:headEnd type="none" w="med" len="med"/>
              <a:tailEnd type="none" w="med" len="med"/>
            </a:ln>
            <a:effectLst/>
          </p:spPr>
        </p:sp>
        <p:sp>
          <p:nvSpPr>
            <p:cNvPr id="5841" name="ellipse_2144">
              <a:extLst>
                <a:ext uri="{FF2B5EF4-FFF2-40B4-BE49-F238E27FC236}">
                  <a16:creationId xmlns:a16="http://schemas.microsoft.com/office/drawing/2014/main" id="{CF71B274-68CB-F178-FE6C-7682E3314F69}"/>
                </a:ext>
              </a:extLst>
            </p:cNvPr>
            <p:cNvSpPr/>
            <p:nvPr/>
          </p:nvSpPr>
          <p:spPr>
            <a:xfrm>
              <a:off x="4197746" y="1447194"/>
              <a:ext cx="24842" cy="24842"/>
            </a:xfrm>
            <a:prstGeom prst="ellipse">
              <a:avLst/>
            </a:prstGeom>
            <a:gradFill flip="none" rotWithShape="1">
              <a:gsLst>
                <a:gs pos="0">
                  <a:srgbClr val="E2ECF6"/>
                </a:gs>
                <a:gs pos="43000">
                  <a:srgbClr val="73A5D4"/>
                </a:gs>
                <a:gs pos="100000">
                  <a:srgbClr val="3C78B1"/>
                </a:gs>
              </a:gsLst>
              <a:lin ang="2700000" scaled="1"/>
              <a:tileRect/>
            </a:gradFill>
            <a:ln w="2540" cap="rnd" cmpd="sng" algn="ctr">
              <a:noFill/>
              <a:prstDash val="solid"/>
              <a:round/>
              <a:headEnd type="none" w="med" len="med"/>
              <a:tailEnd type="none" w="med" len="med"/>
            </a:ln>
            <a:effectLst/>
          </p:spPr>
        </p:sp>
        <p:sp>
          <p:nvSpPr>
            <p:cNvPr id="5842" name="ellipse_2145">
              <a:extLst>
                <a:ext uri="{FF2B5EF4-FFF2-40B4-BE49-F238E27FC236}">
                  <a16:creationId xmlns:a16="http://schemas.microsoft.com/office/drawing/2014/main" id="{0C948128-D3A8-F381-54AD-82D59FEA8A8F}"/>
                </a:ext>
              </a:extLst>
            </p:cNvPr>
            <p:cNvSpPr/>
            <p:nvPr/>
          </p:nvSpPr>
          <p:spPr>
            <a:xfrm>
              <a:off x="4457750" y="1465726"/>
              <a:ext cx="30821" cy="30821"/>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843" name="ellipse_2146">
              <a:extLst>
                <a:ext uri="{FF2B5EF4-FFF2-40B4-BE49-F238E27FC236}">
                  <a16:creationId xmlns:a16="http://schemas.microsoft.com/office/drawing/2014/main" id="{55CE827E-6840-C009-AC9F-6E0999A16A73}"/>
                </a:ext>
              </a:extLst>
            </p:cNvPr>
            <p:cNvSpPr/>
            <p:nvPr/>
          </p:nvSpPr>
          <p:spPr>
            <a:xfrm>
              <a:off x="4451010" y="1568162"/>
              <a:ext cx="23766" cy="23766"/>
            </a:xfrm>
            <a:prstGeom prst="ellipse">
              <a:avLst/>
            </a:prstGeom>
            <a:gradFill flip="none" rotWithShape="1">
              <a:gsLst>
                <a:gs pos="0">
                  <a:srgbClr val="F4F8FB"/>
                </a:gs>
                <a:gs pos="43000">
                  <a:srgbClr val="CADCEE"/>
                </a:gs>
                <a:gs pos="100000">
                  <a:srgbClr val="A0B8CF"/>
                </a:gs>
              </a:gsLst>
              <a:lin ang="2700000" scaled="1"/>
              <a:tileRect/>
            </a:gradFill>
            <a:ln w="2540" cap="rnd" cmpd="sng" algn="ctr">
              <a:noFill/>
              <a:prstDash val="solid"/>
              <a:round/>
              <a:headEnd type="none" w="med" len="med"/>
              <a:tailEnd type="none" w="med" len="med"/>
            </a:ln>
            <a:effectLst/>
          </p:spPr>
        </p:sp>
        <p:sp>
          <p:nvSpPr>
            <p:cNvPr id="5844" name="ellipse_2147">
              <a:extLst>
                <a:ext uri="{FF2B5EF4-FFF2-40B4-BE49-F238E27FC236}">
                  <a16:creationId xmlns:a16="http://schemas.microsoft.com/office/drawing/2014/main" id="{34BD7891-C0AF-F62F-AE6D-877A08AF43DC}"/>
                </a:ext>
              </a:extLst>
            </p:cNvPr>
            <p:cNvSpPr/>
            <p:nvPr/>
          </p:nvSpPr>
          <p:spPr>
            <a:xfrm>
              <a:off x="4223815" y="1435525"/>
              <a:ext cx="33315" cy="33315"/>
            </a:xfrm>
            <a:prstGeom prst="ellipse">
              <a:avLst/>
            </a:prstGeom>
            <a:gradFill flip="none" rotWithShape="1">
              <a:gsLst>
                <a:gs pos="0">
                  <a:srgbClr val="E3EDF6"/>
                </a:gs>
                <a:gs pos="43000">
                  <a:srgbClr val="77A7D5"/>
                </a:gs>
                <a:gs pos="100000">
                  <a:srgbClr val="407BB3"/>
                </a:gs>
              </a:gsLst>
              <a:lin ang="2700000" scaled="1"/>
              <a:tileRect/>
            </a:gradFill>
            <a:ln w="2540" cap="rnd" cmpd="sng" algn="ctr">
              <a:noFill/>
              <a:prstDash val="solid"/>
              <a:round/>
              <a:headEnd type="none" w="med" len="med"/>
              <a:tailEnd type="none" w="med" len="med"/>
            </a:ln>
            <a:effectLst/>
          </p:spPr>
        </p:sp>
        <p:sp>
          <p:nvSpPr>
            <p:cNvPr id="5845" name="ellipse_2148">
              <a:extLst>
                <a:ext uri="{FF2B5EF4-FFF2-40B4-BE49-F238E27FC236}">
                  <a16:creationId xmlns:a16="http://schemas.microsoft.com/office/drawing/2014/main" id="{B405C375-AC37-0A5E-3900-4DA1AAF30322}"/>
                </a:ext>
              </a:extLst>
            </p:cNvPr>
            <p:cNvSpPr/>
            <p:nvPr/>
          </p:nvSpPr>
          <p:spPr>
            <a:xfrm>
              <a:off x="4429682" y="1587437"/>
              <a:ext cx="20909" cy="20909"/>
            </a:xfrm>
            <a:prstGeom prst="ellipse">
              <a:avLst/>
            </a:prstGeom>
            <a:gradFill flip="none" rotWithShape="1">
              <a:gsLst>
                <a:gs pos="0">
                  <a:srgbClr val="ECF2F9"/>
                </a:gs>
                <a:gs pos="43000">
                  <a:srgbClr val="A1C3E1"/>
                </a:gs>
                <a:gs pos="100000">
                  <a:srgbClr val="719BC1"/>
                </a:gs>
              </a:gsLst>
              <a:lin ang="2700000" scaled="1"/>
              <a:tileRect/>
            </a:gradFill>
            <a:ln w="2540" cap="rnd" cmpd="sng" algn="ctr">
              <a:noFill/>
              <a:prstDash val="solid"/>
              <a:round/>
              <a:headEnd type="none" w="med" len="med"/>
              <a:tailEnd type="none" w="med" len="med"/>
            </a:ln>
            <a:effectLst/>
          </p:spPr>
        </p:sp>
        <p:sp>
          <p:nvSpPr>
            <p:cNvPr id="5858" name="ellipse_2149">
              <a:extLst>
                <a:ext uri="{FF2B5EF4-FFF2-40B4-BE49-F238E27FC236}">
                  <a16:creationId xmlns:a16="http://schemas.microsoft.com/office/drawing/2014/main" id="{90866EF4-A3FC-E2B2-6DCB-3AD1155E7B05}"/>
                </a:ext>
              </a:extLst>
            </p:cNvPr>
            <p:cNvSpPr/>
            <p:nvPr/>
          </p:nvSpPr>
          <p:spPr>
            <a:xfrm>
              <a:off x="4200321" y="1424891"/>
              <a:ext cx="21059" cy="21059"/>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5859" name="ellipse_2150">
              <a:extLst>
                <a:ext uri="{FF2B5EF4-FFF2-40B4-BE49-F238E27FC236}">
                  <a16:creationId xmlns:a16="http://schemas.microsoft.com/office/drawing/2014/main" id="{969E7F5C-9812-8570-A3B7-CF97AD75F7CF}"/>
                </a:ext>
              </a:extLst>
            </p:cNvPr>
            <p:cNvSpPr/>
            <p:nvPr/>
          </p:nvSpPr>
          <p:spPr>
            <a:xfrm>
              <a:off x="4265269" y="1675294"/>
              <a:ext cx="32963" cy="32963"/>
            </a:xfrm>
            <a:prstGeom prst="ellipse">
              <a:avLst/>
            </a:prstGeom>
            <a:gradFill flip="none" rotWithShape="1">
              <a:gsLst>
                <a:gs pos="0">
                  <a:srgbClr val="E2ECF6"/>
                </a:gs>
                <a:gs pos="43000">
                  <a:srgbClr val="75A6D5"/>
                </a:gs>
                <a:gs pos="100000">
                  <a:srgbClr val="3E79B2"/>
                </a:gs>
              </a:gsLst>
              <a:lin ang="2700000" scaled="1"/>
              <a:tileRect/>
            </a:gradFill>
            <a:ln w="2540" cap="rnd" cmpd="sng" algn="ctr">
              <a:noFill/>
              <a:prstDash val="solid"/>
              <a:round/>
              <a:headEnd type="none" w="med" len="med"/>
              <a:tailEnd type="none" w="med" len="med"/>
            </a:ln>
            <a:effectLst/>
          </p:spPr>
        </p:sp>
        <p:sp>
          <p:nvSpPr>
            <p:cNvPr id="5860" name="ellipse_2151">
              <a:extLst>
                <a:ext uri="{FF2B5EF4-FFF2-40B4-BE49-F238E27FC236}">
                  <a16:creationId xmlns:a16="http://schemas.microsoft.com/office/drawing/2014/main" id="{042B708A-0678-5AC2-BBB0-E0D408B5FDA2}"/>
                </a:ext>
              </a:extLst>
            </p:cNvPr>
            <p:cNvSpPr/>
            <p:nvPr/>
          </p:nvSpPr>
          <p:spPr>
            <a:xfrm>
              <a:off x="4255395" y="1464436"/>
              <a:ext cx="30049" cy="30049"/>
            </a:xfrm>
            <a:prstGeom prst="ellipse">
              <a:avLst/>
            </a:prstGeom>
            <a:gradFill flip="none" rotWithShape="1">
              <a:gsLst>
                <a:gs pos="0">
                  <a:srgbClr val="E6EFF7"/>
                </a:gs>
                <a:gs pos="43000">
                  <a:srgbClr val="87B1DA"/>
                </a:gs>
                <a:gs pos="100000">
                  <a:srgbClr val="5287B8"/>
                </a:gs>
              </a:gsLst>
              <a:lin ang="2700000" scaled="1"/>
              <a:tileRect/>
            </a:gradFill>
            <a:ln w="2540" cap="rnd" cmpd="sng" algn="ctr">
              <a:noFill/>
              <a:prstDash val="solid"/>
              <a:round/>
              <a:headEnd type="none" w="med" len="med"/>
              <a:tailEnd type="none" w="med" len="med"/>
            </a:ln>
            <a:effectLst/>
          </p:spPr>
        </p:sp>
        <p:sp>
          <p:nvSpPr>
            <p:cNvPr id="5861" name="ellipse_2152">
              <a:extLst>
                <a:ext uri="{FF2B5EF4-FFF2-40B4-BE49-F238E27FC236}">
                  <a16:creationId xmlns:a16="http://schemas.microsoft.com/office/drawing/2014/main" id="{D9DA0BC6-DC5A-5C53-DF94-986045D183CE}"/>
                </a:ext>
              </a:extLst>
            </p:cNvPr>
            <p:cNvSpPr/>
            <p:nvPr/>
          </p:nvSpPr>
          <p:spPr>
            <a:xfrm>
              <a:off x="4442577" y="1583236"/>
              <a:ext cx="34593" cy="34593"/>
            </a:xfrm>
            <a:prstGeom prst="ellipse">
              <a:avLst/>
            </a:prstGeom>
            <a:gradFill flip="none" rotWithShape="1">
              <a:gsLst>
                <a:gs pos="0">
                  <a:srgbClr val="EBF2F9"/>
                </a:gs>
                <a:gs pos="43000">
                  <a:srgbClr val="9EC0E1"/>
                </a:gs>
                <a:gs pos="100000">
                  <a:srgbClr val="6D98C0"/>
                </a:gs>
              </a:gsLst>
              <a:lin ang="2700000" scaled="1"/>
              <a:tileRect/>
            </a:gradFill>
            <a:ln w="2540" cap="rnd" cmpd="sng" algn="ctr">
              <a:noFill/>
              <a:prstDash val="solid"/>
              <a:round/>
              <a:headEnd type="none" w="med" len="med"/>
              <a:tailEnd type="none" w="med" len="med"/>
            </a:ln>
            <a:effectLst/>
          </p:spPr>
        </p:sp>
        <p:sp>
          <p:nvSpPr>
            <p:cNvPr id="5862" name="ellipse_2153">
              <a:extLst>
                <a:ext uri="{FF2B5EF4-FFF2-40B4-BE49-F238E27FC236}">
                  <a16:creationId xmlns:a16="http://schemas.microsoft.com/office/drawing/2014/main" id="{B34226E0-E6F8-C977-C93D-A57F379DFC85}"/>
                </a:ext>
              </a:extLst>
            </p:cNvPr>
            <p:cNvSpPr/>
            <p:nvPr/>
          </p:nvSpPr>
          <p:spPr>
            <a:xfrm>
              <a:off x="4487089" y="1605392"/>
              <a:ext cx="21701" cy="21701"/>
            </a:xfrm>
            <a:prstGeom prst="ellipse">
              <a:avLst/>
            </a:prstGeom>
            <a:gradFill flip="none" rotWithShape="1">
              <a:gsLst>
                <a:gs pos="0">
                  <a:srgbClr val="E6EFF7"/>
                </a:gs>
                <a:gs pos="43000">
                  <a:srgbClr val="85B1DA"/>
                </a:gs>
                <a:gs pos="100000">
                  <a:srgbClr val="5186B8"/>
                </a:gs>
              </a:gsLst>
              <a:lin ang="2700000" scaled="1"/>
              <a:tileRect/>
            </a:gradFill>
            <a:ln w="2540" cap="rnd" cmpd="sng" algn="ctr">
              <a:noFill/>
              <a:prstDash val="solid"/>
              <a:round/>
              <a:headEnd type="none" w="med" len="med"/>
              <a:tailEnd type="none" w="med" len="med"/>
            </a:ln>
            <a:effectLst/>
          </p:spPr>
        </p:sp>
        <p:sp>
          <p:nvSpPr>
            <p:cNvPr id="5863" name="ellipse_2154">
              <a:extLst>
                <a:ext uri="{FF2B5EF4-FFF2-40B4-BE49-F238E27FC236}">
                  <a16:creationId xmlns:a16="http://schemas.microsoft.com/office/drawing/2014/main" id="{C6F88EAB-E682-98FE-2E1E-68121ED311AD}"/>
                </a:ext>
              </a:extLst>
            </p:cNvPr>
            <p:cNvSpPr/>
            <p:nvPr/>
          </p:nvSpPr>
          <p:spPr>
            <a:xfrm>
              <a:off x="4496800" y="1560661"/>
              <a:ext cx="29011" cy="29011"/>
            </a:xfrm>
            <a:prstGeom prst="ellipse">
              <a:avLst/>
            </a:prstGeom>
            <a:gradFill flip="none" rotWithShape="1">
              <a:gsLst>
                <a:gs pos="0">
                  <a:srgbClr val="F2F6FB"/>
                </a:gs>
                <a:gs pos="43000">
                  <a:srgbClr val="C0D6EB"/>
                </a:gs>
                <a:gs pos="100000">
                  <a:srgbClr val="95B1CC"/>
                </a:gs>
              </a:gsLst>
              <a:lin ang="2700000" scaled="1"/>
              <a:tileRect/>
            </a:gradFill>
            <a:ln w="2540" cap="rnd" cmpd="sng" algn="ctr">
              <a:noFill/>
              <a:prstDash val="solid"/>
              <a:round/>
              <a:headEnd type="none" w="med" len="med"/>
              <a:tailEnd type="none" w="med" len="med"/>
            </a:ln>
            <a:effectLst/>
          </p:spPr>
        </p:sp>
        <p:sp>
          <p:nvSpPr>
            <p:cNvPr id="5864" name="ellipse_2155">
              <a:extLst>
                <a:ext uri="{FF2B5EF4-FFF2-40B4-BE49-F238E27FC236}">
                  <a16:creationId xmlns:a16="http://schemas.microsoft.com/office/drawing/2014/main" id="{F2819B0C-814E-78D7-BDC2-94E781971469}"/>
                </a:ext>
              </a:extLst>
            </p:cNvPr>
            <p:cNvSpPr/>
            <p:nvPr/>
          </p:nvSpPr>
          <p:spPr>
            <a:xfrm>
              <a:off x="4296447" y="1640205"/>
              <a:ext cx="28855" cy="28855"/>
            </a:xfrm>
            <a:prstGeom prst="ellipse">
              <a:avLst/>
            </a:prstGeom>
            <a:gradFill flip="none" rotWithShape="1">
              <a:gsLst>
                <a:gs pos="0">
                  <a:srgbClr val="E3EDF6"/>
                </a:gs>
                <a:gs pos="43000">
                  <a:srgbClr val="7BAAD6"/>
                </a:gs>
                <a:gs pos="100000">
                  <a:srgbClr val="447EB3"/>
                </a:gs>
              </a:gsLst>
              <a:lin ang="2700000" scaled="1"/>
              <a:tileRect/>
            </a:gradFill>
            <a:ln w="2540" cap="rnd" cmpd="sng" algn="ctr">
              <a:noFill/>
              <a:prstDash val="solid"/>
              <a:round/>
              <a:headEnd type="none" w="med" len="med"/>
              <a:tailEnd type="none" w="med" len="med"/>
            </a:ln>
            <a:effectLst/>
          </p:spPr>
        </p:sp>
        <p:sp>
          <p:nvSpPr>
            <p:cNvPr id="5865" name="ellipse_2156">
              <a:extLst>
                <a:ext uri="{FF2B5EF4-FFF2-40B4-BE49-F238E27FC236}">
                  <a16:creationId xmlns:a16="http://schemas.microsoft.com/office/drawing/2014/main" id="{E029A2DA-6431-7F2D-3782-B1A4369568B8}"/>
                </a:ext>
              </a:extLst>
            </p:cNvPr>
            <p:cNvSpPr/>
            <p:nvPr/>
          </p:nvSpPr>
          <p:spPr>
            <a:xfrm>
              <a:off x="4517139" y="1596962"/>
              <a:ext cx="32658" cy="32658"/>
            </a:xfrm>
            <a:prstGeom prst="ellipse">
              <a:avLst/>
            </a:prstGeom>
            <a:gradFill flip="none" rotWithShape="1">
              <a:gsLst>
                <a:gs pos="0">
                  <a:srgbClr val="E5EEF7"/>
                </a:gs>
                <a:gs pos="43000">
                  <a:srgbClr val="81AED8"/>
                </a:gs>
                <a:gs pos="100000">
                  <a:srgbClr val="4C82B6"/>
                </a:gs>
              </a:gsLst>
              <a:lin ang="2700000" scaled="1"/>
              <a:tileRect/>
            </a:gradFill>
            <a:ln w="2540" cap="rnd" cmpd="sng" algn="ctr">
              <a:noFill/>
              <a:prstDash val="solid"/>
              <a:round/>
              <a:headEnd type="none" w="med" len="med"/>
              <a:tailEnd type="none" w="med" len="med"/>
            </a:ln>
            <a:effectLst/>
          </p:spPr>
        </p:sp>
        <p:sp>
          <p:nvSpPr>
            <p:cNvPr id="5866" name="ellipse_2157">
              <a:extLst>
                <a:ext uri="{FF2B5EF4-FFF2-40B4-BE49-F238E27FC236}">
                  <a16:creationId xmlns:a16="http://schemas.microsoft.com/office/drawing/2014/main" id="{F29FBB10-C41C-2801-5540-1D06A08A89ED}"/>
                </a:ext>
              </a:extLst>
            </p:cNvPr>
            <p:cNvSpPr/>
            <p:nvPr/>
          </p:nvSpPr>
          <p:spPr>
            <a:xfrm>
              <a:off x="4387488" y="1548169"/>
              <a:ext cx="31558" cy="31558"/>
            </a:xfrm>
            <a:prstGeom prst="ellipse">
              <a:avLst/>
            </a:prstGeom>
            <a:gradFill flip="none" rotWithShape="1">
              <a:gsLst>
                <a:gs pos="0">
                  <a:srgbClr val="F9FBFD"/>
                </a:gs>
                <a:gs pos="43000">
                  <a:srgbClr val="E1EAF4"/>
                </a:gs>
                <a:gs pos="100000">
                  <a:srgbClr val="BAC8D6"/>
                </a:gs>
              </a:gsLst>
              <a:lin ang="2700000" scaled="1"/>
              <a:tileRect/>
            </a:gradFill>
            <a:ln w="2540" cap="rnd" cmpd="sng" algn="ctr">
              <a:noFill/>
              <a:prstDash val="solid"/>
              <a:round/>
              <a:headEnd type="none" w="med" len="med"/>
              <a:tailEnd type="none" w="med" len="med"/>
            </a:ln>
            <a:effectLst/>
          </p:spPr>
        </p:sp>
        <p:sp>
          <p:nvSpPr>
            <p:cNvPr id="5867" name="ellipse_2158">
              <a:extLst>
                <a:ext uri="{FF2B5EF4-FFF2-40B4-BE49-F238E27FC236}">
                  <a16:creationId xmlns:a16="http://schemas.microsoft.com/office/drawing/2014/main" id="{37B2552B-85DD-0125-D54D-8E5511C99B99}"/>
                </a:ext>
              </a:extLst>
            </p:cNvPr>
            <p:cNvSpPr/>
            <p:nvPr/>
          </p:nvSpPr>
          <p:spPr>
            <a:xfrm>
              <a:off x="4404494" y="1366310"/>
              <a:ext cx="20661" cy="20661"/>
            </a:xfrm>
            <a:prstGeom prst="ellipse">
              <a:avLst/>
            </a:prstGeom>
            <a:gradFill flip="none" rotWithShape="1">
              <a:gsLst>
                <a:gs pos="0">
                  <a:srgbClr val="E9F1F8"/>
                </a:gs>
                <a:gs pos="43000">
                  <a:srgbClr val="97BCDF"/>
                </a:gs>
                <a:gs pos="100000">
                  <a:srgbClr val="6593BD"/>
                </a:gs>
              </a:gsLst>
              <a:lin ang="2700000" scaled="1"/>
              <a:tileRect/>
            </a:gradFill>
            <a:ln w="2540" cap="rnd" cmpd="sng" algn="ctr">
              <a:noFill/>
              <a:prstDash val="solid"/>
              <a:round/>
              <a:headEnd type="none" w="med" len="med"/>
              <a:tailEnd type="none" w="med" len="med"/>
            </a:ln>
            <a:effectLst/>
          </p:spPr>
        </p:sp>
        <p:sp>
          <p:nvSpPr>
            <p:cNvPr id="5868" name="ellipse_2159">
              <a:extLst>
                <a:ext uri="{FF2B5EF4-FFF2-40B4-BE49-F238E27FC236}">
                  <a16:creationId xmlns:a16="http://schemas.microsoft.com/office/drawing/2014/main" id="{67B36BAB-38CF-D84D-F083-EBD548C0FC06}"/>
                </a:ext>
              </a:extLst>
            </p:cNvPr>
            <p:cNvSpPr/>
            <p:nvPr/>
          </p:nvSpPr>
          <p:spPr>
            <a:xfrm>
              <a:off x="4287847" y="1579304"/>
              <a:ext cx="21637" cy="21637"/>
            </a:xfrm>
            <a:prstGeom prst="ellipse">
              <a:avLst/>
            </a:prstGeom>
            <a:gradFill flip="none" rotWithShape="1">
              <a:gsLst>
                <a:gs pos="0">
                  <a:srgbClr val="EAF1F8"/>
                </a:gs>
                <a:gs pos="43000">
                  <a:srgbClr val="99BDDF"/>
                </a:gs>
                <a:gs pos="100000">
                  <a:srgbClr val="6794BE"/>
                </a:gs>
              </a:gsLst>
              <a:lin ang="2700000" scaled="1"/>
              <a:tileRect/>
            </a:gradFill>
            <a:ln w="2540" cap="rnd" cmpd="sng" algn="ctr">
              <a:noFill/>
              <a:prstDash val="solid"/>
              <a:round/>
              <a:headEnd type="none" w="med" len="med"/>
              <a:tailEnd type="none" w="med" len="med"/>
            </a:ln>
            <a:effectLst/>
          </p:spPr>
        </p:sp>
        <p:sp>
          <p:nvSpPr>
            <p:cNvPr id="5869" name="ellipse_2160">
              <a:extLst>
                <a:ext uri="{FF2B5EF4-FFF2-40B4-BE49-F238E27FC236}">
                  <a16:creationId xmlns:a16="http://schemas.microsoft.com/office/drawing/2014/main" id="{84343CD8-A27B-CC46-6E9E-AF4F524EDEA9}"/>
                </a:ext>
              </a:extLst>
            </p:cNvPr>
            <p:cNvSpPr/>
            <p:nvPr/>
          </p:nvSpPr>
          <p:spPr>
            <a:xfrm>
              <a:off x="4247333" y="1542048"/>
              <a:ext cx="20042" cy="20042"/>
            </a:xfrm>
            <a:prstGeom prst="ellipse">
              <a:avLst/>
            </a:prstGeom>
            <a:gradFill flip="none" rotWithShape="1">
              <a:gsLst>
                <a:gs pos="0">
                  <a:srgbClr val="ECF3F9"/>
                </a:gs>
                <a:gs pos="43000">
                  <a:srgbClr val="A3C3E2"/>
                </a:gs>
                <a:gs pos="100000">
                  <a:srgbClr val="739BC2"/>
                </a:gs>
              </a:gsLst>
              <a:lin ang="2700000" scaled="1"/>
              <a:tileRect/>
            </a:gradFill>
            <a:ln w="2540" cap="rnd" cmpd="sng" algn="ctr">
              <a:noFill/>
              <a:prstDash val="solid"/>
              <a:round/>
              <a:headEnd type="none" w="med" len="med"/>
              <a:tailEnd type="none" w="med" len="med"/>
            </a:ln>
            <a:effectLst/>
          </p:spPr>
        </p:sp>
        <p:sp>
          <p:nvSpPr>
            <p:cNvPr id="5870" name="ellipse_2161">
              <a:extLst>
                <a:ext uri="{FF2B5EF4-FFF2-40B4-BE49-F238E27FC236}">
                  <a16:creationId xmlns:a16="http://schemas.microsoft.com/office/drawing/2014/main" id="{089FE02F-CCDC-ED64-6675-F80A06F50136}"/>
                </a:ext>
              </a:extLst>
            </p:cNvPr>
            <p:cNvSpPr/>
            <p:nvPr/>
          </p:nvSpPr>
          <p:spPr>
            <a:xfrm>
              <a:off x="4457286" y="1441037"/>
              <a:ext cx="30843" cy="30843"/>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871" name="ellipse_2162">
              <a:extLst>
                <a:ext uri="{FF2B5EF4-FFF2-40B4-BE49-F238E27FC236}">
                  <a16:creationId xmlns:a16="http://schemas.microsoft.com/office/drawing/2014/main" id="{EC139225-97F5-3B22-3E53-89EF3615AD66}"/>
                </a:ext>
              </a:extLst>
            </p:cNvPr>
            <p:cNvSpPr/>
            <p:nvPr/>
          </p:nvSpPr>
          <p:spPr>
            <a:xfrm>
              <a:off x="4174540" y="1565987"/>
              <a:ext cx="25424" cy="25424"/>
            </a:xfrm>
            <a:prstGeom prst="ellipse">
              <a:avLst/>
            </a:prstGeom>
            <a:gradFill flip="none" rotWithShape="1">
              <a:gsLst>
                <a:gs pos="0">
                  <a:srgbClr val="F9FBFD"/>
                </a:gs>
                <a:gs pos="43000">
                  <a:srgbClr val="E3ECF5"/>
                </a:gs>
                <a:gs pos="100000">
                  <a:srgbClr val="BDCBD7"/>
                </a:gs>
              </a:gsLst>
              <a:lin ang="2700000" scaled="1"/>
              <a:tileRect/>
            </a:gradFill>
            <a:ln w="2540" cap="rnd" cmpd="sng" algn="ctr">
              <a:noFill/>
              <a:prstDash val="solid"/>
              <a:round/>
              <a:headEnd type="none" w="med" len="med"/>
              <a:tailEnd type="none" w="med" len="med"/>
            </a:ln>
            <a:effectLst/>
          </p:spPr>
        </p:sp>
        <p:sp>
          <p:nvSpPr>
            <p:cNvPr id="5872" name="ellipse_2163">
              <a:extLst>
                <a:ext uri="{FF2B5EF4-FFF2-40B4-BE49-F238E27FC236}">
                  <a16:creationId xmlns:a16="http://schemas.microsoft.com/office/drawing/2014/main" id="{7F6D26EB-C534-86EB-1191-545FF2A80285}"/>
                </a:ext>
              </a:extLst>
            </p:cNvPr>
            <p:cNvSpPr/>
            <p:nvPr/>
          </p:nvSpPr>
          <p:spPr>
            <a:xfrm>
              <a:off x="4283446" y="1527651"/>
              <a:ext cx="34254" cy="34254"/>
            </a:xfrm>
            <a:prstGeom prst="ellipse">
              <a:avLst/>
            </a:prstGeom>
            <a:gradFill flip="none" rotWithShape="1">
              <a:gsLst>
                <a:gs pos="0">
                  <a:srgbClr val="EBF2F9"/>
                </a:gs>
                <a:gs pos="43000">
                  <a:srgbClr val="9DC0E1"/>
                </a:gs>
                <a:gs pos="100000">
                  <a:srgbClr val="6C97C0"/>
                </a:gs>
              </a:gsLst>
              <a:lin ang="2700000" scaled="1"/>
              <a:tileRect/>
            </a:gradFill>
            <a:ln w="2540" cap="rnd" cmpd="sng" algn="ctr">
              <a:noFill/>
              <a:prstDash val="solid"/>
              <a:round/>
              <a:headEnd type="none" w="med" len="med"/>
              <a:tailEnd type="none" w="med" len="med"/>
            </a:ln>
            <a:effectLst/>
          </p:spPr>
        </p:sp>
        <p:sp>
          <p:nvSpPr>
            <p:cNvPr id="5873" name="ellipse_2164">
              <a:extLst>
                <a:ext uri="{FF2B5EF4-FFF2-40B4-BE49-F238E27FC236}">
                  <a16:creationId xmlns:a16="http://schemas.microsoft.com/office/drawing/2014/main" id="{21454F8F-860D-7FF0-0A60-B932905D4039}"/>
                </a:ext>
              </a:extLst>
            </p:cNvPr>
            <p:cNvSpPr/>
            <p:nvPr/>
          </p:nvSpPr>
          <p:spPr>
            <a:xfrm>
              <a:off x="4643589" y="1587283"/>
              <a:ext cx="23827" cy="23827"/>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5874" name="ellipse_2165">
              <a:extLst>
                <a:ext uri="{FF2B5EF4-FFF2-40B4-BE49-F238E27FC236}">
                  <a16:creationId xmlns:a16="http://schemas.microsoft.com/office/drawing/2014/main" id="{5FE93EB3-A68F-D954-DA57-85BB8E77A7FC}"/>
                </a:ext>
              </a:extLst>
            </p:cNvPr>
            <p:cNvSpPr/>
            <p:nvPr/>
          </p:nvSpPr>
          <p:spPr>
            <a:xfrm>
              <a:off x="4362350" y="1394370"/>
              <a:ext cx="36100" cy="36100"/>
            </a:xfrm>
            <a:prstGeom prst="ellipse">
              <a:avLst/>
            </a:prstGeom>
            <a:gradFill flip="none" rotWithShape="1">
              <a:gsLst>
                <a:gs pos="0">
                  <a:srgbClr val="F3F7FB"/>
                </a:gs>
                <a:gs pos="43000">
                  <a:srgbClr val="C5D9EC"/>
                </a:gs>
                <a:gs pos="100000">
                  <a:srgbClr val="9AB4CD"/>
                </a:gs>
              </a:gsLst>
              <a:lin ang="2700000" scaled="1"/>
              <a:tileRect/>
            </a:gradFill>
            <a:ln w="2540" cap="rnd" cmpd="sng" algn="ctr">
              <a:noFill/>
              <a:prstDash val="solid"/>
              <a:round/>
              <a:headEnd type="none" w="med" len="med"/>
              <a:tailEnd type="none" w="med" len="med"/>
            </a:ln>
            <a:effectLst/>
          </p:spPr>
        </p:sp>
        <p:sp>
          <p:nvSpPr>
            <p:cNvPr id="5875" name="ellipse_2166">
              <a:extLst>
                <a:ext uri="{FF2B5EF4-FFF2-40B4-BE49-F238E27FC236}">
                  <a16:creationId xmlns:a16="http://schemas.microsoft.com/office/drawing/2014/main" id="{E5D33D4B-31D1-5502-1066-43C42241917B}"/>
                </a:ext>
              </a:extLst>
            </p:cNvPr>
            <p:cNvSpPr/>
            <p:nvPr/>
          </p:nvSpPr>
          <p:spPr>
            <a:xfrm>
              <a:off x="4308980" y="1614559"/>
              <a:ext cx="24285" cy="24285"/>
            </a:xfrm>
            <a:prstGeom prst="ellipse">
              <a:avLst/>
            </a:prstGeom>
            <a:gradFill flip="none" rotWithShape="1">
              <a:gsLst>
                <a:gs pos="0">
                  <a:srgbClr val="E5EEF7"/>
                </a:gs>
                <a:gs pos="43000">
                  <a:srgbClr val="82AED8"/>
                </a:gs>
                <a:gs pos="100000">
                  <a:srgbClr val="4D83B6"/>
                </a:gs>
              </a:gsLst>
              <a:lin ang="2700000" scaled="1"/>
              <a:tileRect/>
            </a:gradFill>
            <a:ln w="2540" cap="rnd" cmpd="sng" algn="ctr">
              <a:noFill/>
              <a:prstDash val="solid"/>
              <a:round/>
              <a:headEnd type="none" w="med" len="med"/>
              <a:tailEnd type="none" w="med" len="med"/>
            </a:ln>
            <a:effectLst/>
          </p:spPr>
        </p:sp>
        <p:sp>
          <p:nvSpPr>
            <p:cNvPr id="5876" name="ellipse_2167">
              <a:extLst>
                <a:ext uri="{FF2B5EF4-FFF2-40B4-BE49-F238E27FC236}">
                  <a16:creationId xmlns:a16="http://schemas.microsoft.com/office/drawing/2014/main" id="{D1CEF6CF-4AF4-8A47-F434-EBB18A32C6C7}"/>
                </a:ext>
              </a:extLst>
            </p:cNvPr>
            <p:cNvSpPr/>
            <p:nvPr/>
          </p:nvSpPr>
          <p:spPr>
            <a:xfrm>
              <a:off x="4258920" y="1604652"/>
              <a:ext cx="35727" cy="35727"/>
            </a:xfrm>
            <a:prstGeom prst="ellipse">
              <a:avLst/>
            </a:prstGeom>
            <a:gradFill flip="none" rotWithShape="1">
              <a:gsLst>
                <a:gs pos="0">
                  <a:srgbClr val="EAF2F9"/>
                </a:gs>
                <a:gs pos="43000">
                  <a:srgbClr val="9CBFE0"/>
                </a:gs>
                <a:gs pos="100000">
                  <a:srgbClr val="6B96BF"/>
                </a:gs>
              </a:gsLst>
              <a:lin ang="2700000" scaled="1"/>
              <a:tileRect/>
            </a:gradFill>
            <a:ln w="2540" cap="rnd" cmpd="sng" algn="ctr">
              <a:noFill/>
              <a:prstDash val="solid"/>
              <a:round/>
              <a:headEnd type="none" w="med" len="med"/>
              <a:tailEnd type="none" w="med" len="med"/>
            </a:ln>
            <a:effectLst/>
          </p:spPr>
        </p:sp>
        <p:sp>
          <p:nvSpPr>
            <p:cNvPr id="5877" name="ellipse_2168">
              <a:extLst>
                <a:ext uri="{FF2B5EF4-FFF2-40B4-BE49-F238E27FC236}">
                  <a16:creationId xmlns:a16="http://schemas.microsoft.com/office/drawing/2014/main" id="{4CC35029-EAE6-7F39-C489-23091ECC8601}"/>
                </a:ext>
              </a:extLst>
            </p:cNvPr>
            <p:cNvSpPr/>
            <p:nvPr/>
          </p:nvSpPr>
          <p:spPr>
            <a:xfrm>
              <a:off x="4055626" y="1445608"/>
              <a:ext cx="27529" cy="27529"/>
            </a:xfrm>
            <a:prstGeom prst="ellipse">
              <a:avLst/>
            </a:prstGeom>
            <a:gradFill flip="none" rotWithShape="1">
              <a:gsLst>
                <a:gs pos="0">
                  <a:srgbClr val="E1ECF6"/>
                </a:gs>
                <a:gs pos="43000">
                  <a:srgbClr val="70A4D3"/>
                </a:gs>
                <a:gs pos="100000">
                  <a:srgbClr val="3977B0"/>
                </a:gs>
              </a:gsLst>
              <a:lin ang="2700000" scaled="1"/>
              <a:tileRect/>
            </a:gradFill>
            <a:ln w="2540" cap="rnd" cmpd="sng" algn="ctr">
              <a:noFill/>
              <a:prstDash val="solid"/>
              <a:round/>
              <a:headEnd type="none" w="med" len="med"/>
              <a:tailEnd type="none" w="med" len="med"/>
            </a:ln>
            <a:effectLst/>
          </p:spPr>
        </p:sp>
        <p:sp>
          <p:nvSpPr>
            <p:cNvPr id="5878" name="ellipse_2169">
              <a:extLst>
                <a:ext uri="{FF2B5EF4-FFF2-40B4-BE49-F238E27FC236}">
                  <a16:creationId xmlns:a16="http://schemas.microsoft.com/office/drawing/2014/main" id="{EF115668-F0A0-BE94-C4DB-EABE00A53B0D}"/>
                </a:ext>
              </a:extLst>
            </p:cNvPr>
            <p:cNvSpPr/>
            <p:nvPr/>
          </p:nvSpPr>
          <p:spPr>
            <a:xfrm>
              <a:off x="4246396" y="1460762"/>
              <a:ext cx="31802" cy="31802"/>
            </a:xfrm>
            <a:prstGeom prst="ellipse">
              <a:avLst/>
            </a:prstGeom>
            <a:gradFill flip="none" rotWithShape="1">
              <a:gsLst>
                <a:gs pos="0">
                  <a:srgbClr val="E5EEF7"/>
                </a:gs>
                <a:gs pos="43000">
                  <a:srgbClr val="82AED8"/>
                </a:gs>
                <a:gs pos="100000">
                  <a:srgbClr val="4D83B6"/>
                </a:gs>
              </a:gsLst>
              <a:lin ang="2700000" scaled="1"/>
              <a:tileRect/>
            </a:gradFill>
            <a:ln w="2540" cap="rnd" cmpd="sng" algn="ctr">
              <a:noFill/>
              <a:prstDash val="solid"/>
              <a:round/>
              <a:headEnd type="none" w="med" len="med"/>
              <a:tailEnd type="none" w="med" len="med"/>
            </a:ln>
            <a:effectLst/>
          </p:spPr>
        </p:sp>
        <p:sp>
          <p:nvSpPr>
            <p:cNvPr id="5879" name="ellipse_2170">
              <a:extLst>
                <a:ext uri="{FF2B5EF4-FFF2-40B4-BE49-F238E27FC236}">
                  <a16:creationId xmlns:a16="http://schemas.microsoft.com/office/drawing/2014/main" id="{6FBC3A8F-2229-7D39-AE6D-D3267C8ECA80}"/>
                </a:ext>
              </a:extLst>
            </p:cNvPr>
            <p:cNvSpPr/>
            <p:nvPr/>
          </p:nvSpPr>
          <p:spPr>
            <a:xfrm>
              <a:off x="4488487" y="1463669"/>
              <a:ext cx="19500" cy="19500"/>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880" name="ellipse_2171">
              <a:extLst>
                <a:ext uri="{FF2B5EF4-FFF2-40B4-BE49-F238E27FC236}">
                  <a16:creationId xmlns:a16="http://schemas.microsoft.com/office/drawing/2014/main" id="{9C621E9F-E4AB-5E0A-5B8E-A71E0F01EAB9}"/>
                </a:ext>
              </a:extLst>
            </p:cNvPr>
            <p:cNvSpPr/>
            <p:nvPr/>
          </p:nvSpPr>
          <p:spPr>
            <a:xfrm>
              <a:off x="4378658" y="1411914"/>
              <a:ext cx="25207" cy="25207"/>
            </a:xfrm>
            <a:prstGeom prst="ellipse">
              <a:avLst/>
            </a:prstGeom>
            <a:gradFill flip="none" rotWithShape="1">
              <a:gsLst>
                <a:gs pos="0">
                  <a:srgbClr val="FCFDFE"/>
                </a:gs>
                <a:gs pos="43000">
                  <a:srgbClr val="EEF3F9"/>
                </a:gs>
                <a:gs pos="100000">
                  <a:srgbClr val="CAD3DB"/>
                </a:gs>
              </a:gsLst>
              <a:lin ang="2700000" scaled="1"/>
              <a:tileRect/>
            </a:gradFill>
            <a:ln w="2540" cap="rnd" cmpd="sng" algn="ctr">
              <a:noFill/>
              <a:prstDash val="solid"/>
              <a:round/>
              <a:headEnd type="none" w="med" len="med"/>
              <a:tailEnd type="none" w="med" len="med"/>
            </a:ln>
            <a:effectLst/>
          </p:spPr>
        </p:sp>
        <p:sp>
          <p:nvSpPr>
            <p:cNvPr id="5881" name="ellipse_2172">
              <a:extLst>
                <a:ext uri="{FF2B5EF4-FFF2-40B4-BE49-F238E27FC236}">
                  <a16:creationId xmlns:a16="http://schemas.microsoft.com/office/drawing/2014/main" id="{AB7B1430-7F95-3E60-E097-97A4C77FB15B}"/>
                </a:ext>
              </a:extLst>
            </p:cNvPr>
            <p:cNvSpPr/>
            <p:nvPr/>
          </p:nvSpPr>
          <p:spPr>
            <a:xfrm>
              <a:off x="4369328" y="1415476"/>
              <a:ext cx="35743" cy="35743"/>
            </a:xfrm>
            <a:prstGeom prst="ellipse">
              <a:avLst/>
            </a:prstGeom>
            <a:gradFill flip="none" rotWithShape="1">
              <a:gsLst>
                <a:gs pos="0">
                  <a:srgbClr val="FDFCFD"/>
                </a:gs>
                <a:gs pos="43000">
                  <a:srgbClr val="F6F2F4"/>
                </a:gs>
                <a:gs pos="100000">
                  <a:srgbClr val="D3D1D6"/>
                </a:gs>
              </a:gsLst>
              <a:lin ang="2700000" scaled="1"/>
              <a:tileRect/>
            </a:gradFill>
            <a:ln w="2540" cap="rnd" cmpd="sng" algn="ctr">
              <a:noFill/>
              <a:prstDash val="solid"/>
              <a:round/>
              <a:headEnd type="none" w="med" len="med"/>
              <a:tailEnd type="none" w="med" len="med"/>
            </a:ln>
            <a:effectLst/>
          </p:spPr>
        </p:sp>
        <p:sp>
          <p:nvSpPr>
            <p:cNvPr id="5882" name="ellipse_2173">
              <a:extLst>
                <a:ext uri="{FF2B5EF4-FFF2-40B4-BE49-F238E27FC236}">
                  <a16:creationId xmlns:a16="http://schemas.microsoft.com/office/drawing/2014/main" id="{8C34B904-8310-1C0D-33AE-C6E41A387F6F}"/>
                </a:ext>
              </a:extLst>
            </p:cNvPr>
            <p:cNvSpPr/>
            <p:nvPr/>
          </p:nvSpPr>
          <p:spPr>
            <a:xfrm>
              <a:off x="4108720" y="1553209"/>
              <a:ext cx="23944" cy="23944"/>
            </a:xfrm>
            <a:prstGeom prst="ellipse">
              <a:avLst/>
            </a:prstGeom>
            <a:gradFill flip="none" rotWithShape="1">
              <a:gsLst>
                <a:gs pos="0">
                  <a:srgbClr val="EFF4FA"/>
                </a:gs>
                <a:gs pos="43000">
                  <a:srgbClr val="B1CCE7"/>
                </a:gs>
                <a:gs pos="100000">
                  <a:srgbClr val="83A5C7"/>
                </a:gs>
              </a:gsLst>
              <a:lin ang="2700000" scaled="1"/>
              <a:tileRect/>
            </a:gradFill>
            <a:ln w="2540" cap="rnd" cmpd="sng" algn="ctr">
              <a:noFill/>
              <a:prstDash val="solid"/>
              <a:round/>
              <a:headEnd type="none" w="med" len="med"/>
              <a:tailEnd type="none" w="med" len="med"/>
            </a:ln>
            <a:effectLst/>
          </p:spPr>
        </p:sp>
        <p:sp>
          <p:nvSpPr>
            <p:cNvPr id="5883" name="ellipse_2174">
              <a:extLst>
                <a:ext uri="{FF2B5EF4-FFF2-40B4-BE49-F238E27FC236}">
                  <a16:creationId xmlns:a16="http://schemas.microsoft.com/office/drawing/2014/main" id="{6099A5A4-A595-356E-109F-C918C0A73BCA}"/>
                </a:ext>
              </a:extLst>
            </p:cNvPr>
            <p:cNvSpPr/>
            <p:nvPr/>
          </p:nvSpPr>
          <p:spPr>
            <a:xfrm>
              <a:off x="4471741" y="1503867"/>
              <a:ext cx="25632" cy="25632"/>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884" name="ellipse_2175">
              <a:extLst>
                <a:ext uri="{FF2B5EF4-FFF2-40B4-BE49-F238E27FC236}">
                  <a16:creationId xmlns:a16="http://schemas.microsoft.com/office/drawing/2014/main" id="{A8CC59D2-2CBE-5691-1A6F-DE378C29CC53}"/>
                </a:ext>
              </a:extLst>
            </p:cNvPr>
            <p:cNvSpPr/>
            <p:nvPr/>
          </p:nvSpPr>
          <p:spPr>
            <a:xfrm>
              <a:off x="4318731" y="1540689"/>
              <a:ext cx="28238" cy="28238"/>
            </a:xfrm>
            <a:prstGeom prst="ellipse">
              <a:avLst/>
            </a:prstGeom>
            <a:gradFill flip="none" rotWithShape="1">
              <a:gsLst>
                <a:gs pos="0">
                  <a:srgbClr val="EDF4F9"/>
                </a:gs>
                <a:gs pos="43000">
                  <a:srgbClr val="ABC8E4"/>
                </a:gs>
                <a:gs pos="100000">
                  <a:srgbClr val="7CA1C4"/>
                </a:gs>
              </a:gsLst>
              <a:lin ang="2700000" scaled="1"/>
              <a:tileRect/>
            </a:gradFill>
            <a:ln w="2540" cap="rnd" cmpd="sng" algn="ctr">
              <a:noFill/>
              <a:prstDash val="solid"/>
              <a:round/>
              <a:headEnd type="none" w="med" len="med"/>
              <a:tailEnd type="none" w="med" len="med"/>
            </a:ln>
            <a:effectLst/>
          </p:spPr>
        </p:sp>
        <p:sp>
          <p:nvSpPr>
            <p:cNvPr id="5885" name="ellipse_2176">
              <a:extLst>
                <a:ext uri="{FF2B5EF4-FFF2-40B4-BE49-F238E27FC236}">
                  <a16:creationId xmlns:a16="http://schemas.microsoft.com/office/drawing/2014/main" id="{1AD54F9D-F9DA-0311-796F-65D4D6B99AF3}"/>
                </a:ext>
              </a:extLst>
            </p:cNvPr>
            <p:cNvSpPr/>
            <p:nvPr/>
          </p:nvSpPr>
          <p:spPr>
            <a:xfrm>
              <a:off x="4264380" y="1516974"/>
              <a:ext cx="22493" cy="22493"/>
            </a:xfrm>
            <a:prstGeom prst="ellipse">
              <a:avLst/>
            </a:prstGeom>
            <a:gradFill flip="none" rotWithShape="1">
              <a:gsLst>
                <a:gs pos="0">
                  <a:srgbClr val="E8F1F8"/>
                </a:gs>
                <a:gs pos="43000">
                  <a:srgbClr val="93BADD"/>
                </a:gs>
                <a:gs pos="100000">
                  <a:srgbClr val="6091BC"/>
                </a:gs>
              </a:gsLst>
              <a:lin ang="2700000" scaled="1"/>
              <a:tileRect/>
            </a:gradFill>
            <a:ln w="2540" cap="rnd" cmpd="sng" algn="ctr">
              <a:noFill/>
              <a:prstDash val="solid"/>
              <a:round/>
              <a:headEnd type="none" w="med" len="med"/>
              <a:tailEnd type="none" w="med" len="med"/>
            </a:ln>
            <a:effectLst/>
          </p:spPr>
        </p:sp>
        <p:sp>
          <p:nvSpPr>
            <p:cNvPr id="5886" name="ellipse_2177">
              <a:extLst>
                <a:ext uri="{FF2B5EF4-FFF2-40B4-BE49-F238E27FC236}">
                  <a16:creationId xmlns:a16="http://schemas.microsoft.com/office/drawing/2014/main" id="{6626E379-4819-147A-FBE9-376C5375F617}"/>
                </a:ext>
              </a:extLst>
            </p:cNvPr>
            <p:cNvSpPr/>
            <p:nvPr/>
          </p:nvSpPr>
          <p:spPr>
            <a:xfrm>
              <a:off x="4223323" y="1483184"/>
              <a:ext cx="26490" cy="26490"/>
            </a:xfrm>
            <a:prstGeom prst="ellipse">
              <a:avLst/>
            </a:prstGeom>
            <a:gradFill flip="none" rotWithShape="1">
              <a:gsLst>
                <a:gs pos="0">
                  <a:srgbClr val="E4EEF7"/>
                </a:gs>
                <a:gs pos="43000">
                  <a:srgbClr val="7EACD7"/>
                </a:gs>
                <a:gs pos="100000">
                  <a:srgbClr val="4881B5"/>
                </a:gs>
              </a:gsLst>
              <a:lin ang="2700000" scaled="1"/>
              <a:tileRect/>
            </a:gradFill>
            <a:ln w="2540" cap="rnd" cmpd="sng" algn="ctr">
              <a:noFill/>
              <a:prstDash val="solid"/>
              <a:round/>
              <a:headEnd type="none" w="med" len="med"/>
              <a:tailEnd type="none" w="med" len="med"/>
            </a:ln>
            <a:effectLst/>
          </p:spPr>
        </p:sp>
        <p:sp>
          <p:nvSpPr>
            <p:cNvPr id="5887" name="ellipse_2178">
              <a:extLst>
                <a:ext uri="{FF2B5EF4-FFF2-40B4-BE49-F238E27FC236}">
                  <a16:creationId xmlns:a16="http://schemas.microsoft.com/office/drawing/2014/main" id="{308ACA39-95B0-4225-B2DB-99E89EFE1452}"/>
                </a:ext>
              </a:extLst>
            </p:cNvPr>
            <p:cNvSpPr/>
            <p:nvPr/>
          </p:nvSpPr>
          <p:spPr>
            <a:xfrm>
              <a:off x="4401541" y="1664126"/>
              <a:ext cx="25319" cy="25319"/>
            </a:xfrm>
            <a:prstGeom prst="ellipse">
              <a:avLst/>
            </a:prstGeom>
            <a:gradFill flip="none" rotWithShape="1">
              <a:gsLst>
                <a:gs pos="0">
                  <a:srgbClr val="E1ECF6"/>
                </a:gs>
                <a:gs pos="43000">
                  <a:srgbClr val="71A4D3"/>
                </a:gs>
                <a:gs pos="100000">
                  <a:srgbClr val="3977B0"/>
                </a:gs>
              </a:gsLst>
              <a:lin ang="2700000" scaled="1"/>
              <a:tileRect/>
            </a:gradFill>
            <a:ln w="2540" cap="rnd" cmpd="sng" algn="ctr">
              <a:noFill/>
              <a:prstDash val="solid"/>
              <a:round/>
              <a:headEnd type="none" w="med" len="med"/>
              <a:tailEnd type="none" w="med" len="med"/>
            </a:ln>
            <a:effectLst/>
          </p:spPr>
        </p:sp>
        <p:sp>
          <p:nvSpPr>
            <p:cNvPr id="384" name="ellipse_2179">
              <a:extLst>
                <a:ext uri="{FF2B5EF4-FFF2-40B4-BE49-F238E27FC236}">
                  <a16:creationId xmlns:a16="http://schemas.microsoft.com/office/drawing/2014/main" id="{6EF3AA4F-00AC-0A44-A06C-F05C70B54672}"/>
                </a:ext>
              </a:extLst>
            </p:cNvPr>
            <p:cNvSpPr/>
            <p:nvPr/>
          </p:nvSpPr>
          <p:spPr>
            <a:xfrm>
              <a:off x="4339068" y="1457481"/>
              <a:ext cx="35401" cy="35401"/>
            </a:xfrm>
            <a:prstGeom prst="ellipse">
              <a:avLst/>
            </a:prstGeom>
            <a:gradFill flip="none" rotWithShape="1">
              <a:gsLst>
                <a:gs pos="0">
                  <a:srgbClr val="FDFBFB"/>
                </a:gs>
                <a:gs pos="43000">
                  <a:srgbClr val="F5EAED"/>
                </a:gs>
                <a:gs pos="100000">
                  <a:srgbClr val="D1C8CE"/>
                </a:gs>
              </a:gsLst>
              <a:lin ang="2700000" scaled="1"/>
              <a:tileRect/>
            </a:gradFill>
            <a:ln w="2540" cap="rnd" cmpd="sng" algn="ctr">
              <a:noFill/>
              <a:prstDash val="solid"/>
              <a:round/>
              <a:headEnd type="none" w="med" len="med"/>
              <a:tailEnd type="none" w="med" len="med"/>
            </a:ln>
            <a:effectLst/>
          </p:spPr>
        </p:sp>
        <p:sp>
          <p:nvSpPr>
            <p:cNvPr id="385" name="ellipse_2180">
              <a:extLst>
                <a:ext uri="{FF2B5EF4-FFF2-40B4-BE49-F238E27FC236}">
                  <a16:creationId xmlns:a16="http://schemas.microsoft.com/office/drawing/2014/main" id="{4AAB6CB3-2A3C-6C50-C548-B1BCD90DA362}"/>
                </a:ext>
              </a:extLst>
            </p:cNvPr>
            <p:cNvSpPr/>
            <p:nvPr/>
          </p:nvSpPr>
          <p:spPr>
            <a:xfrm>
              <a:off x="4147487" y="1616286"/>
              <a:ext cx="26099" cy="26099"/>
            </a:xfrm>
            <a:prstGeom prst="ellipse">
              <a:avLst/>
            </a:prstGeom>
            <a:gradFill flip="none" rotWithShape="1">
              <a:gsLst>
                <a:gs pos="0">
                  <a:srgbClr val="F4F8FB"/>
                </a:gs>
                <a:gs pos="43000">
                  <a:srgbClr val="C8DBED"/>
                </a:gs>
                <a:gs pos="100000">
                  <a:srgbClr val="9EB7CE"/>
                </a:gs>
              </a:gsLst>
              <a:lin ang="2700000" scaled="1"/>
              <a:tileRect/>
            </a:gradFill>
            <a:ln w="2540" cap="rnd" cmpd="sng" algn="ctr">
              <a:noFill/>
              <a:prstDash val="solid"/>
              <a:round/>
              <a:headEnd type="none" w="med" len="med"/>
              <a:tailEnd type="none" w="med" len="med"/>
            </a:ln>
            <a:effectLst/>
          </p:spPr>
        </p:sp>
        <p:sp>
          <p:nvSpPr>
            <p:cNvPr id="386" name="ellipse_2181">
              <a:extLst>
                <a:ext uri="{FF2B5EF4-FFF2-40B4-BE49-F238E27FC236}">
                  <a16:creationId xmlns:a16="http://schemas.microsoft.com/office/drawing/2014/main" id="{C5E44352-1F2E-F315-E121-BA6DD7426E04}"/>
                </a:ext>
              </a:extLst>
            </p:cNvPr>
            <p:cNvSpPr/>
            <p:nvPr/>
          </p:nvSpPr>
          <p:spPr>
            <a:xfrm>
              <a:off x="4421275" y="1403443"/>
              <a:ext cx="35162" cy="35162"/>
            </a:xfrm>
            <a:prstGeom prst="ellipse">
              <a:avLst/>
            </a:prstGeom>
            <a:gradFill flip="none" rotWithShape="1">
              <a:gsLst>
                <a:gs pos="0">
                  <a:srgbClr val="FCF9FA"/>
                </a:gs>
                <a:gs pos="43000">
                  <a:srgbClr val="F3E3E6"/>
                </a:gs>
                <a:gs pos="100000">
                  <a:srgbClr val="CFC0C6"/>
                </a:gs>
              </a:gsLst>
              <a:lin ang="2700000" scaled="1"/>
              <a:tileRect/>
            </a:gradFill>
            <a:ln w="2540" cap="rnd" cmpd="sng" algn="ctr">
              <a:noFill/>
              <a:prstDash val="solid"/>
              <a:round/>
              <a:headEnd type="none" w="med" len="med"/>
              <a:tailEnd type="none" w="med" len="med"/>
            </a:ln>
            <a:effectLst/>
          </p:spPr>
        </p:sp>
        <p:sp>
          <p:nvSpPr>
            <p:cNvPr id="387" name="ellipse_2182">
              <a:extLst>
                <a:ext uri="{FF2B5EF4-FFF2-40B4-BE49-F238E27FC236}">
                  <a16:creationId xmlns:a16="http://schemas.microsoft.com/office/drawing/2014/main" id="{599FB27F-76C6-3184-A475-E5700AD1A73D}"/>
                </a:ext>
              </a:extLst>
            </p:cNvPr>
            <p:cNvSpPr/>
            <p:nvPr/>
          </p:nvSpPr>
          <p:spPr>
            <a:xfrm>
              <a:off x="4115470" y="1492277"/>
              <a:ext cx="31229" cy="31229"/>
            </a:xfrm>
            <a:prstGeom prst="ellipse">
              <a:avLst/>
            </a:prstGeom>
            <a:gradFill flip="none" rotWithShape="1">
              <a:gsLst>
                <a:gs pos="0">
                  <a:srgbClr val="E4EEF7"/>
                </a:gs>
                <a:gs pos="43000">
                  <a:srgbClr val="7DABD7"/>
                </a:gs>
                <a:gs pos="100000">
                  <a:srgbClr val="4780B4"/>
                </a:gs>
              </a:gsLst>
              <a:lin ang="2700000" scaled="1"/>
              <a:tileRect/>
            </a:gradFill>
            <a:ln w="2540" cap="rnd" cmpd="sng" algn="ctr">
              <a:noFill/>
              <a:prstDash val="solid"/>
              <a:round/>
              <a:headEnd type="none" w="med" len="med"/>
              <a:tailEnd type="none" w="med" len="med"/>
            </a:ln>
            <a:effectLst/>
          </p:spPr>
        </p:sp>
        <p:sp>
          <p:nvSpPr>
            <p:cNvPr id="388" name="ellipse_2183">
              <a:extLst>
                <a:ext uri="{FF2B5EF4-FFF2-40B4-BE49-F238E27FC236}">
                  <a16:creationId xmlns:a16="http://schemas.microsoft.com/office/drawing/2014/main" id="{BE04EE40-9B62-91F6-B515-5F65F104E971}"/>
                </a:ext>
              </a:extLst>
            </p:cNvPr>
            <p:cNvSpPr/>
            <p:nvPr/>
          </p:nvSpPr>
          <p:spPr>
            <a:xfrm>
              <a:off x="4091744" y="1552009"/>
              <a:ext cx="22492" cy="22492"/>
            </a:xfrm>
            <a:prstGeom prst="ellipse">
              <a:avLst/>
            </a:prstGeom>
            <a:gradFill flip="none" rotWithShape="1">
              <a:gsLst>
                <a:gs pos="0">
                  <a:srgbClr val="EBF2F9"/>
                </a:gs>
                <a:gs pos="43000">
                  <a:srgbClr val="A0C2E1"/>
                </a:gs>
                <a:gs pos="100000">
                  <a:srgbClr val="6F9AC1"/>
                </a:gs>
              </a:gsLst>
              <a:lin ang="2700000" scaled="1"/>
              <a:tileRect/>
            </a:gradFill>
            <a:ln w="2540" cap="rnd" cmpd="sng" algn="ctr">
              <a:noFill/>
              <a:prstDash val="solid"/>
              <a:round/>
              <a:headEnd type="none" w="med" len="med"/>
              <a:tailEnd type="none" w="med" len="med"/>
            </a:ln>
            <a:effectLst/>
          </p:spPr>
        </p:sp>
        <p:sp>
          <p:nvSpPr>
            <p:cNvPr id="389" name="ellipse_2184">
              <a:extLst>
                <a:ext uri="{FF2B5EF4-FFF2-40B4-BE49-F238E27FC236}">
                  <a16:creationId xmlns:a16="http://schemas.microsoft.com/office/drawing/2014/main" id="{768EBC5B-E2A7-A2EC-73EA-8E827F0A7CF4}"/>
                </a:ext>
              </a:extLst>
            </p:cNvPr>
            <p:cNvSpPr/>
            <p:nvPr/>
          </p:nvSpPr>
          <p:spPr>
            <a:xfrm>
              <a:off x="4133493" y="1548733"/>
              <a:ext cx="25991" cy="25991"/>
            </a:xfrm>
            <a:prstGeom prst="ellipse">
              <a:avLst/>
            </a:prstGeom>
            <a:gradFill flip="none" rotWithShape="1">
              <a:gsLst>
                <a:gs pos="0">
                  <a:srgbClr val="F2F6FB"/>
                </a:gs>
                <a:gs pos="43000">
                  <a:srgbClr val="C0D6EB"/>
                </a:gs>
                <a:gs pos="100000">
                  <a:srgbClr val="94B1CC"/>
                </a:gs>
              </a:gsLst>
              <a:lin ang="2700000" scaled="1"/>
              <a:tileRect/>
            </a:gradFill>
            <a:ln w="2540" cap="rnd" cmpd="sng" algn="ctr">
              <a:noFill/>
              <a:prstDash val="solid"/>
              <a:round/>
              <a:headEnd type="none" w="med" len="med"/>
              <a:tailEnd type="none" w="med" len="med"/>
            </a:ln>
            <a:effectLst/>
          </p:spPr>
        </p:sp>
        <p:sp>
          <p:nvSpPr>
            <p:cNvPr id="390" name="ellipse_2185">
              <a:extLst>
                <a:ext uri="{FF2B5EF4-FFF2-40B4-BE49-F238E27FC236}">
                  <a16:creationId xmlns:a16="http://schemas.microsoft.com/office/drawing/2014/main" id="{175C6DE6-1B10-F262-95A1-5DF7CBF3C90E}"/>
                </a:ext>
              </a:extLst>
            </p:cNvPr>
            <p:cNvSpPr/>
            <p:nvPr/>
          </p:nvSpPr>
          <p:spPr>
            <a:xfrm>
              <a:off x="4250858" y="1579120"/>
              <a:ext cx="23959" cy="23959"/>
            </a:xfrm>
            <a:prstGeom prst="ellipse">
              <a:avLst/>
            </a:prstGeom>
            <a:gradFill flip="none" rotWithShape="1">
              <a:gsLst>
                <a:gs pos="0">
                  <a:srgbClr val="EFF5FA"/>
                </a:gs>
                <a:gs pos="43000">
                  <a:srgbClr val="B4CEE7"/>
                </a:gs>
                <a:gs pos="100000">
                  <a:srgbClr val="87A8C7"/>
                </a:gs>
              </a:gsLst>
              <a:lin ang="2700000" scaled="1"/>
              <a:tileRect/>
            </a:gradFill>
            <a:ln w="2540" cap="rnd" cmpd="sng" algn="ctr">
              <a:noFill/>
              <a:prstDash val="solid"/>
              <a:round/>
              <a:headEnd type="none" w="med" len="med"/>
              <a:tailEnd type="none" w="med" len="med"/>
            </a:ln>
            <a:effectLst/>
          </p:spPr>
        </p:sp>
        <p:sp>
          <p:nvSpPr>
            <p:cNvPr id="391" name="ellipse_2186">
              <a:extLst>
                <a:ext uri="{FF2B5EF4-FFF2-40B4-BE49-F238E27FC236}">
                  <a16:creationId xmlns:a16="http://schemas.microsoft.com/office/drawing/2014/main" id="{1652FA86-B9F4-8E32-31B8-FDFC84C80DB3}"/>
                </a:ext>
              </a:extLst>
            </p:cNvPr>
            <p:cNvSpPr/>
            <p:nvPr/>
          </p:nvSpPr>
          <p:spPr>
            <a:xfrm>
              <a:off x="4273408" y="1643014"/>
              <a:ext cx="27291" cy="27291"/>
            </a:xfrm>
            <a:prstGeom prst="ellipse">
              <a:avLst/>
            </a:prstGeom>
            <a:gradFill flip="none" rotWithShape="1">
              <a:gsLst>
                <a:gs pos="0">
                  <a:srgbClr val="E5EEF7"/>
                </a:gs>
                <a:gs pos="43000">
                  <a:srgbClr val="80AED8"/>
                </a:gs>
                <a:gs pos="100000">
                  <a:srgbClr val="4B82B6"/>
                </a:gs>
              </a:gsLst>
              <a:lin ang="2700000" scaled="1"/>
              <a:tileRect/>
            </a:gradFill>
            <a:ln w="2540" cap="rnd" cmpd="sng" algn="ctr">
              <a:noFill/>
              <a:prstDash val="solid"/>
              <a:round/>
              <a:headEnd type="none" w="med" len="med"/>
              <a:tailEnd type="none" w="med" len="med"/>
            </a:ln>
            <a:effectLst/>
          </p:spPr>
        </p:sp>
        <p:sp>
          <p:nvSpPr>
            <p:cNvPr id="392" name="ellipse_2187">
              <a:extLst>
                <a:ext uri="{FF2B5EF4-FFF2-40B4-BE49-F238E27FC236}">
                  <a16:creationId xmlns:a16="http://schemas.microsoft.com/office/drawing/2014/main" id="{E84D621A-2E33-C7B9-2518-C80AC13672CC}"/>
                </a:ext>
              </a:extLst>
            </p:cNvPr>
            <p:cNvSpPr/>
            <p:nvPr/>
          </p:nvSpPr>
          <p:spPr>
            <a:xfrm>
              <a:off x="4321059" y="1463010"/>
              <a:ext cx="28730" cy="28730"/>
            </a:xfrm>
            <a:prstGeom prst="ellipse">
              <a:avLst/>
            </a:prstGeom>
            <a:gradFill flip="none" rotWithShape="1">
              <a:gsLst>
                <a:gs pos="0">
                  <a:srgbClr val="F7FAFC"/>
                </a:gs>
                <a:gs pos="43000">
                  <a:srgbClr val="D9E6F2"/>
                </a:gs>
                <a:gs pos="100000">
                  <a:srgbClr val="B1C3D4"/>
                </a:gs>
              </a:gsLst>
              <a:lin ang="2700000" scaled="1"/>
              <a:tileRect/>
            </a:gradFill>
            <a:ln w="2540" cap="rnd" cmpd="sng" algn="ctr">
              <a:noFill/>
              <a:prstDash val="solid"/>
              <a:round/>
              <a:headEnd type="none" w="med" len="med"/>
              <a:tailEnd type="none" w="med" len="med"/>
            </a:ln>
            <a:effectLst/>
          </p:spPr>
        </p:sp>
        <p:sp>
          <p:nvSpPr>
            <p:cNvPr id="393" name="ellipse_2188">
              <a:extLst>
                <a:ext uri="{FF2B5EF4-FFF2-40B4-BE49-F238E27FC236}">
                  <a16:creationId xmlns:a16="http://schemas.microsoft.com/office/drawing/2014/main" id="{D86592BC-55CD-57FB-726B-282F4ABC1255}"/>
                </a:ext>
              </a:extLst>
            </p:cNvPr>
            <p:cNvSpPr/>
            <p:nvPr/>
          </p:nvSpPr>
          <p:spPr>
            <a:xfrm>
              <a:off x="4421172" y="1439570"/>
              <a:ext cx="30726" cy="30726"/>
            </a:xfrm>
            <a:prstGeom prst="ellipse">
              <a:avLst/>
            </a:prstGeom>
            <a:gradFill flip="none" rotWithShape="1">
              <a:gsLst>
                <a:gs pos="0">
                  <a:srgbClr val="F8E3E4"/>
                </a:gs>
                <a:gs pos="43000">
                  <a:srgbClr val="DC797E"/>
                </a:gs>
                <a:gs pos="100000">
                  <a:srgbClr val="B5464E"/>
                </a:gs>
              </a:gsLst>
              <a:lin ang="2700000" scaled="1"/>
              <a:tileRect/>
            </a:gradFill>
            <a:ln w="2540" cap="rnd" cmpd="sng" algn="ctr">
              <a:noFill/>
              <a:prstDash val="solid"/>
              <a:round/>
              <a:headEnd type="none" w="med" len="med"/>
              <a:tailEnd type="none" w="med" len="med"/>
            </a:ln>
            <a:effectLst/>
          </p:spPr>
        </p:sp>
        <p:sp>
          <p:nvSpPr>
            <p:cNvPr id="395" name="ellipse_2189">
              <a:extLst>
                <a:ext uri="{FF2B5EF4-FFF2-40B4-BE49-F238E27FC236}">
                  <a16:creationId xmlns:a16="http://schemas.microsoft.com/office/drawing/2014/main" id="{CE0A5228-0E09-4CDB-576E-E5FE0B82D7BA}"/>
                </a:ext>
              </a:extLst>
            </p:cNvPr>
            <p:cNvSpPr/>
            <p:nvPr/>
          </p:nvSpPr>
          <p:spPr>
            <a:xfrm>
              <a:off x="4229887" y="1669778"/>
              <a:ext cx="23937" cy="23937"/>
            </a:xfrm>
            <a:prstGeom prst="ellipse">
              <a:avLst/>
            </a:prstGeom>
            <a:gradFill flip="none" rotWithShape="1">
              <a:gsLst>
                <a:gs pos="0">
                  <a:srgbClr val="E4EEF7"/>
                </a:gs>
                <a:gs pos="43000">
                  <a:srgbClr val="7DABD7"/>
                </a:gs>
                <a:gs pos="100000">
                  <a:srgbClr val="4880B4"/>
                </a:gs>
              </a:gsLst>
              <a:lin ang="2700000" scaled="1"/>
              <a:tileRect/>
            </a:gradFill>
            <a:ln w="2540" cap="rnd" cmpd="sng" algn="ctr">
              <a:noFill/>
              <a:prstDash val="solid"/>
              <a:round/>
              <a:headEnd type="none" w="med" len="med"/>
              <a:tailEnd type="none" w="med" len="med"/>
            </a:ln>
            <a:effectLst/>
          </p:spPr>
        </p:sp>
        <p:sp>
          <p:nvSpPr>
            <p:cNvPr id="396" name="ellipse_2190">
              <a:extLst>
                <a:ext uri="{FF2B5EF4-FFF2-40B4-BE49-F238E27FC236}">
                  <a16:creationId xmlns:a16="http://schemas.microsoft.com/office/drawing/2014/main" id="{11740D1B-4CA7-2E57-B548-DABBEAA8DCAE}"/>
                </a:ext>
              </a:extLst>
            </p:cNvPr>
            <p:cNvSpPr/>
            <p:nvPr/>
          </p:nvSpPr>
          <p:spPr>
            <a:xfrm>
              <a:off x="4374353" y="1632975"/>
              <a:ext cx="24495" cy="24495"/>
            </a:xfrm>
            <a:prstGeom prst="ellipse">
              <a:avLst/>
            </a:prstGeom>
            <a:gradFill flip="none" rotWithShape="1">
              <a:gsLst>
                <a:gs pos="0">
                  <a:srgbClr val="E2EDF6"/>
                </a:gs>
                <a:gs pos="43000">
                  <a:srgbClr val="75A6D5"/>
                </a:gs>
                <a:gs pos="100000">
                  <a:srgbClr val="3E7AB2"/>
                </a:gs>
              </a:gsLst>
              <a:lin ang="2700000" scaled="1"/>
              <a:tileRect/>
            </a:gradFill>
            <a:ln w="2540" cap="rnd" cmpd="sng" algn="ctr">
              <a:noFill/>
              <a:prstDash val="solid"/>
              <a:round/>
              <a:headEnd type="none" w="med" len="med"/>
              <a:tailEnd type="none" w="med" len="med"/>
            </a:ln>
            <a:effectLst/>
          </p:spPr>
        </p:sp>
        <p:sp>
          <p:nvSpPr>
            <p:cNvPr id="397" name="ellipse_2191">
              <a:extLst>
                <a:ext uri="{FF2B5EF4-FFF2-40B4-BE49-F238E27FC236}">
                  <a16:creationId xmlns:a16="http://schemas.microsoft.com/office/drawing/2014/main" id="{71A95538-79FF-D333-9125-84FF225A43A2}"/>
                </a:ext>
              </a:extLst>
            </p:cNvPr>
            <p:cNvSpPr/>
            <p:nvPr/>
          </p:nvSpPr>
          <p:spPr>
            <a:xfrm>
              <a:off x="4300902" y="1684368"/>
              <a:ext cx="24743" cy="24743"/>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98" name="ellipse_2192">
              <a:extLst>
                <a:ext uri="{FF2B5EF4-FFF2-40B4-BE49-F238E27FC236}">
                  <a16:creationId xmlns:a16="http://schemas.microsoft.com/office/drawing/2014/main" id="{A5089010-0D04-410A-16B7-58CA93CF44CF}"/>
                </a:ext>
              </a:extLst>
            </p:cNvPr>
            <p:cNvSpPr/>
            <p:nvPr/>
          </p:nvSpPr>
          <p:spPr>
            <a:xfrm>
              <a:off x="4211047" y="1622071"/>
              <a:ext cx="27475" cy="27475"/>
            </a:xfrm>
            <a:prstGeom prst="ellipse">
              <a:avLst/>
            </a:prstGeom>
            <a:gradFill flip="none" rotWithShape="1">
              <a:gsLst>
                <a:gs pos="0">
                  <a:srgbClr val="F0F5FA"/>
                </a:gs>
                <a:gs pos="43000">
                  <a:srgbClr val="B6CFE8"/>
                </a:gs>
                <a:gs pos="100000">
                  <a:srgbClr val="88A9C8"/>
                </a:gs>
              </a:gsLst>
              <a:lin ang="2700000" scaled="1"/>
              <a:tileRect/>
            </a:gradFill>
            <a:ln w="2540" cap="rnd" cmpd="sng" algn="ctr">
              <a:noFill/>
              <a:prstDash val="solid"/>
              <a:round/>
              <a:headEnd type="none" w="med" len="med"/>
              <a:tailEnd type="none" w="med" len="med"/>
            </a:ln>
            <a:effectLst/>
          </p:spPr>
        </p:sp>
        <p:sp>
          <p:nvSpPr>
            <p:cNvPr id="399" name="ellipse_2193">
              <a:extLst>
                <a:ext uri="{FF2B5EF4-FFF2-40B4-BE49-F238E27FC236}">
                  <a16:creationId xmlns:a16="http://schemas.microsoft.com/office/drawing/2014/main" id="{D60C720B-BF7A-9A69-BB07-E1C5C663550D}"/>
                </a:ext>
              </a:extLst>
            </p:cNvPr>
            <p:cNvSpPr/>
            <p:nvPr/>
          </p:nvSpPr>
          <p:spPr>
            <a:xfrm>
              <a:off x="4395435" y="1581312"/>
              <a:ext cx="29624" cy="29624"/>
            </a:xfrm>
            <a:prstGeom prst="ellipse">
              <a:avLst/>
            </a:prstGeom>
            <a:gradFill flip="none" rotWithShape="1">
              <a:gsLst>
                <a:gs pos="0">
                  <a:srgbClr val="EBF2F9"/>
                </a:gs>
                <a:gs pos="43000">
                  <a:srgbClr val="9EC0E1"/>
                </a:gs>
                <a:gs pos="100000">
                  <a:srgbClr val="6D98C0"/>
                </a:gs>
              </a:gsLst>
              <a:lin ang="2700000" scaled="1"/>
              <a:tileRect/>
            </a:gradFill>
            <a:ln w="2540" cap="rnd" cmpd="sng" algn="ctr">
              <a:noFill/>
              <a:prstDash val="solid"/>
              <a:round/>
              <a:headEnd type="none" w="med" len="med"/>
              <a:tailEnd type="none" w="med" len="med"/>
            </a:ln>
            <a:effectLst/>
          </p:spPr>
        </p:sp>
        <p:sp>
          <p:nvSpPr>
            <p:cNvPr id="400" name="ellipse_2194">
              <a:extLst>
                <a:ext uri="{FF2B5EF4-FFF2-40B4-BE49-F238E27FC236}">
                  <a16:creationId xmlns:a16="http://schemas.microsoft.com/office/drawing/2014/main" id="{2B04ADEE-0CEC-C7BD-E0BC-602F177FC0A9}"/>
                </a:ext>
              </a:extLst>
            </p:cNvPr>
            <p:cNvSpPr/>
            <p:nvPr/>
          </p:nvSpPr>
          <p:spPr>
            <a:xfrm>
              <a:off x="4048258" y="1480126"/>
              <a:ext cx="35829" cy="35829"/>
            </a:xfrm>
            <a:prstGeom prst="ellipse">
              <a:avLst/>
            </a:prstGeom>
            <a:gradFill flip="none" rotWithShape="1">
              <a:gsLst>
                <a:gs pos="0">
                  <a:srgbClr val="E2ECF6"/>
                </a:gs>
                <a:gs pos="43000">
                  <a:srgbClr val="73A5D4"/>
                </a:gs>
                <a:gs pos="100000">
                  <a:srgbClr val="3B78B1"/>
                </a:gs>
              </a:gsLst>
              <a:lin ang="2700000" scaled="1"/>
              <a:tileRect/>
            </a:gradFill>
            <a:ln w="2540" cap="rnd" cmpd="sng" algn="ctr">
              <a:noFill/>
              <a:prstDash val="solid"/>
              <a:round/>
              <a:headEnd type="none" w="med" len="med"/>
              <a:tailEnd type="none" w="med" len="med"/>
            </a:ln>
            <a:effectLst/>
          </p:spPr>
        </p:sp>
        <p:sp>
          <p:nvSpPr>
            <p:cNvPr id="401" name="ellipse_2195">
              <a:extLst>
                <a:ext uri="{FF2B5EF4-FFF2-40B4-BE49-F238E27FC236}">
                  <a16:creationId xmlns:a16="http://schemas.microsoft.com/office/drawing/2014/main" id="{20FD074F-E3A4-939C-C8C7-17091269B2B6}"/>
                </a:ext>
              </a:extLst>
            </p:cNvPr>
            <p:cNvSpPr/>
            <p:nvPr/>
          </p:nvSpPr>
          <p:spPr>
            <a:xfrm>
              <a:off x="4492338" y="1548882"/>
              <a:ext cx="24345" cy="24345"/>
            </a:xfrm>
            <a:prstGeom prst="ellipse">
              <a:avLst/>
            </a:prstGeom>
            <a:gradFill flip="none" rotWithShape="1">
              <a:gsLst>
                <a:gs pos="0">
                  <a:srgbClr val="FBFCFD"/>
                </a:gs>
                <a:gs pos="43000">
                  <a:srgbClr val="EAF1F7"/>
                </a:gs>
                <a:gs pos="100000">
                  <a:srgbClr val="C5D0DA"/>
                </a:gs>
              </a:gsLst>
              <a:lin ang="2700000" scaled="1"/>
              <a:tileRect/>
            </a:gradFill>
            <a:ln w="2540" cap="rnd" cmpd="sng" algn="ctr">
              <a:noFill/>
              <a:prstDash val="solid"/>
              <a:round/>
              <a:headEnd type="none" w="med" len="med"/>
              <a:tailEnd type="none" w="med" len="med"/>
            </a:ln>
            <a:effectLst/>
          </p:spPr>
        </p:sp>
        <p:sp>
          <p:nvSpPr>
            <p:cNvPr id="402" name="ellipse_2196">
              <a:extLst>
                <a:ext uri="{FF2B5EF4-FFF2-40B4-BE49-F238E27FC236}">
                  <a16:creationId xmlns:a16="http://schemas.microsoft.com/office/drawing/2014/main" id="{E55E24C9-885D-0EEF-9A32-5441370D70E8}"/>
                </a:ext>
              </a:extLst>
            </p:cNvPr>
            <p:cNvSpPr/>
            <p:nvPr/>
          </p:nvSpPr>
          <p:spPr>
            <a:xfrm>
              <a:off x="4303160" y="1607853"/>
              <a:ext cx="30281" cy="30281"/>
            </a:xfrm>
            <a:prstGeom prst="ellipse">
              <a:avLst/>
            </a:prstGeom>
            <a:gradFill flip="none" rotWithShape="1">
              <a:gsLst>
                <a:gs pos="0">
                  <a:srgbClr val="E5EEF7"/>
                </a:gs>
                <a:gs pos="43000">
                  <a:srgbClr val="84B0D9"/>
                </a:gs>
                <a:gs pos="100000">
                  <a:srgbClr val="4F85B7"/>
                </a:gs>
              </a:gsLst>
              <a:lin ang="2700000" scaled="1"/>
              <a:tileRect/>
            </a:gradFill>
            <a:ln w="2540" cap="rnd" cmpd="sng" algn="ctr">
              <a:noFill/>
              <a:prstDash val="solid"/>
              <a:round/>
              <a:headEnd type="none" w="med" len="med"/>
              <a:tailEnd type="none" w="med" len="med"/>
            </a:ln>
            <a:effectLst/>
          </p:spPr>
        </p:sp>
        <p:sp>
          <p:nvSpPr>
            <p:cNvPr id="403" name="ellipse_2197">
              <a:extLst>
                <a:ext uri="{FF2B5EF4-FFF2-40B4-BE49-F238E27FC236}">
                  <a16:creationId xmlns:a16="http://schemas.microsoft.com/office/drawing/2014/main" id="{263B9D3C-CC4B-F51E-C237-F117048803F9}"/>
                </a:ext>
              </a:extLst>
            </p:cNvPr>
            <p:cNvSpPr/>
            <p:nvPr/>
          </p:nvSpPr>
          <p:spPr>
            <a:xfrm>
              <a:off x="4353888" y="1597620"/>
              <a:ext cx="20715" cy="20715"/>
            </a:xfrm>
            <a:prstGeom prst="ellipse">
              <a:avLst/>
            </a:prstGeom>
            <a:gradFill flip="none" rotWithShape="1">
              <a:gsLst>
                <a:gs pos="0">
                  <a:srgbClr val="E6EFF7"/>
                </a:gs>
                <a:gs pos="43000">
                  <a:srgbClr val="86B1DA"/>
                </a:gs>
                <a:gs pos="100000">
                  <a:srgbClr val="5287B8"/>
                </a:gs>
              </a:gsLst>
              <a:lin ang="2700000" scaled="1"/>
              <a:tileRect/>
            </a:gradFill>
            <a:ln w="2540" cap="rnd" cmpd="sng" algn="ctr">
              <a:noFill/>
              <a:prstDash val="solid"/>
              <a:round/>
              <a:headEnd type="none" w="med" len="med"/>
              <a:tailEnd type="none" w="med" len="med"/>
            </a:ln>
            <a:effectLst/>
          </p:spPr>
        </p:sp>
        <p:sp>
          <p:nvSpPr>
            <p:cNvPr id="404" name="ellipse_2198">
              <a:extLst>
                <a:ext uri="{FF2B5EF4-FFF2-40B4-BE49-F238E27FC236}">
                  <a16:creationId xmlns:a16="http://schemas.microsoft.com/office/drawing/2014/main" id="{46A3F1D4-83F9-8D69-CACB-4F64E1299070}"/>
                </a:ext>
              </a:extLst>
            </p:cNvPr>
            <p:cNvSpPr/>
            <p:nvPr/>
          </p:nvSpPr>
          <p:spPr>
            <a:xfrm>
              <a:off x="4339685" y="1653492"/>
              <a:ext cx="30582" cy="30582"/>
            </a:xfrm>
            <a:prstGeom prst="ellipse">
              <a:avLst/>
            </a:prstGeom>
            <a:gradFill flip="none" rotWithShape="1">
              <a:gsLst>
                <a:gs pos="0">
                  <a:srgbClr val="E2ECF6"/>
                </a:gs>
                <a:gs pos="43000">
                  <a:srgbClr val="73A4D4"/>
                </a:gs>
                <a:gs pos="100000">
                  <a:srgbClr val="3B78B1"/>
                </a:gs>
              </a:gsLst>
              <a:lin ang="2700000" scaled="1"/>
              <a:tileRect/>
            </a:gradFill>
            <a:ln w="2540" cap="rnd" cmpd="sng" algn="ctr">
              <a:noFill/>
              <a:prstDash val="solid"/>
              <a:round/>
              <a:headEnd type="none" w="med" len="med"/>
              <a:tailEnd type="none" w="med" len="med"/>
            </a:ln>
            <a:effectLst/>
          </p:spPr>
        </p:sp>
        <p:sp>
          <p:nvSpPr>
            <p:cNvPr id="405" name="ellipse_2199">
              <a:extLst>
                <a:ext uri="{FF2B5EF4-FFF2-40B4-BE49-F238E27FC236}">
                  <a16:creationId xmlns:a16="http://schemas.microsoft.com/office/drawing/2014/main" id="{3459BD8D-714B-35A1-5529-C8EAE593DC0E}"/>
                </a:ext>
              </a:extLst>
            </p:cNvPr>
            <p:cNvSpPr/>
            <p:nvPr/>
          </p:nvSpPr>
          <p:spPr>
            <a:xfrm>
              <a:off x="4211176" y="1555263"/>
              <a:ext cx="22426" cy="22426"/>
            </a:xfrm>
            <a:prstGeom prst="ellipse">
              <a:avLst/>
            </a:prstGeom>
            <a:gradFill flip="none" rotWithShape="1">
              <a:gsLst>
                <a:gs pos="0">
                  <a:srgbClr val="F3F7FB"/>
                </a:gs>
                <a:gs pos="43000">
                  <a:srgbClr val="C7DAED"/>
                </a:gs>
                <a:gs pos="100000">
                  <a:srgbClr val="9CB6CE"/>
                </a:gs>
              </a:gsLst>
              <a:lin ang="2700000" scaled="1"/>
              <a:tileRect/>
            </a:gradFill>
            <a:ln w="2540" cap="rnd" cmpd="sng" algn="ctr">
              <a:noFill/>
              <a:prstDash val="solid"/>
              <a:round/>
              <a:headEnd type="none" w="med" len="med"/>
              <a:tailEnd type="none" w="med" len="med"/>
            </a:ln>
            <a:effectLst/>
          </p:spPr>
        </p:sp>
        <p:sp>
          <p:nvSpPr>
            <p:cNvPr id="406" name="ellipse_2200">
              <a:extLst>
                <a:ext uri="{FF2B5EF4-FFF2-40B4-BE49-F238E27FC236}">
                  <a16:creationId xmlns:a16="http://schemas.microsoft.com/office/drawing/2014/main" id="{39DC091C-B649-607E-436C-9F007CB3D2E4}"/>
                </a:ext>
              </a:extLst>
            </p:cNvPr>
            <p:cNvSpPr/>
            <p:nvPr/>
          </p:nvSpPr>
          <p:spPr>
            <a:xfrm>
              <a:off x="4462884" y="1435914"/>
              <a:ext cx="31220" cy="31220"/>
            </a:xfrm>
            <a:prstGeom prst="ellipse">
              <a:avLst/>
            </a:prstGeom>
            <a:gradFill flip="none" rotWithShape="1">
              <a:gsLst>
                <a:gs pos="0">
                  <a:srgbClr val="F8E6E7"/>
                </a:gs>
                <a:gs pos="43000">
                  <a:srgbClr val="DF878B"/>
                </a:gs>
                <a:gs pos="100000">
                  <a:srgbClr val="B8565D"/>
                </a:gs>
              </a:gsLst>
              <a:lin ang="2700000" scaled="1"/>
              <a:tileRect/>
            </a:gradFill>
            <a:ln w="2540" cap="rnd" cmpd="sng" algn="ctr">
              <a:noFill/>
              <a:prstDash val="solid"/>
              <a:round/>
              <a:headEnd type="none" w="med" len="med"/>
              <a:tailEnd type="none" w="med" len="med"/>
            </a:ln>
            <a:effectLst/>
          </p:spPr>
        </p:sp>
        <p:sp>
          <p:nvSpPr>
            <p:cNvPr id="407" name="ellipse_2201">
              <a:extLst>
                <a:ext uri="{FF2B5EF4-FFF2-40B4-BE49-F238E27FC236}">
                  <a16:creationId xmlns:a16="http://schemas.microsoft.com/office/drawing/2014/main" id="{3A80E5CD-EAA2-63C6-FD89-E490FDBA7197}"/>
                </a:ext>
              </a:extLst>
            </p:cNvPr>
            <p:cNvSpPr/>
            <p:nvPr/>
          </p:nvSpPr>
          <p:spPr>
            <a:xfrm>
              <a:off x="4266414" y="1692646"/>
              <a:ext cx="20268" cy="20268"/>
            </a:xfrm>
            <a:prstGeom prst="ellipse">
              <a:avLst/>
            </a:prstGeom>
            <a:gradFill flip="none" rotWithShape="1">
              <a:gsLst>
                <a:gs pos="0">
                  <a:srgbClr val="E2ECF6"/>
                </a:gs>
                <a:gs pos="43000">
                  <a:srgbClr val="73A5D4"/>
                </a:gs>
                <a:gs pos="100000">
                  <a:srgbClr val="3B78B1"/>
                </a:gs>
              </a:gsLst>
              <a:lin ang="2700000" scaled="1"/>
              <a:tileRect/>
            </a:gradFill>
            <a:ln w="2540" cap="rnd" cmpd="sng" algn="ctr">
              <a:noFill/>
              <a:prstDash val="solid"/>
              <a:round/>
              <a:headEnd type="none" w="med" len="med"/>
              <a:tailEnd type="none" w="med" len="med"/>
            </a:ln>
            <a:effectLst/>
          </p:spPr>
        </p:sp>
        <p:sp>
          <p:nvSpPr>
            <p:cNvPr id="408" name="ellipse_2202">
              <a:extLst>
                <a:ext uri="{FF2B5EF4-FFF2-40B4-BE49-F238E27FC236}">
                  <a16:creationId xmlns:a16="http://schemas.microsoft.com/office/drawing/2014/main" id="{9E48BF1B-4283-6EB1-44BE-7625C3535C57}"/>
                </a:ext>
              </a:extLst>
            </p:cNvPr>
            <p:cNvSpPr/>
            <p:nvPr/>
          </p:nvSpPr>
          <p:spPr>
            <a:xfrm>
              <a:off x="4483555" y="1615434"/>
              <a:ext cx="25340" cy="25340"/>
            </a:xfrm>
            <a:prstGeom prst="ellipse">
              <a:avLst/>
            </a:prstGeom>
            <a:gradFill flip="none" rotWithShape="1">
              <a:gsLst>
                <a:gs pos="0">
                  <a:srgbClr val="E4EEF7"/>
                </a:gs>
                <a:gs pos="43000">
                  <a:srgbClr val="7DABD7"/>
                </a:gs>
                <a:gs pos="100000">
                  <a:srgbClr val="4780B4"/>
                </a:gs>
              </a:gsLst>
              <a:lin ang="2700000" scaled="1"/>
              <a:tileRect/>
            </a:gradFill>
            <a:ln w="2540" cap="rnd" cmpd="sng" algn="ctr">
              <a:noFill/>
              <a:prstDash val="solid"/>
              <a:round/>
              <a:headEnd type="none" w="med" len="med"/>
              <a:tailEnd type="none" w="med" len="med"/>
            </a:ln>
            <a:effectLst/>
          </p:spPr>
        </p:sp>
        <p:sp>
          <p:nvSpPr>
            <p:cNvPr id="409" name="ellipse_2203">
              <a:extLst>
                <a:ext uri="{FF2B5EF4-FFF2-40B4-BE49-F238E27FC236}">
                  <a16:creationId xmlns:a16="http://schemas.microsoft.com/office/drawing/2014/main" id="{F91D8FC0-348F-4066-383E-A7693B45BF99}"/>
                </a:ext>
              </a:extLst>
            </p:cNvPr>
            <p:cNvSpPr/>
            <p:nvPr/>
          </p:nvSpPr>
          <p:spPr>
            <a:xfrm>
              <a:off x="4529828" y="1504880"/>
              <a:ext cx="34733" cy="34733"/>
            </a:xfrm>
            <a:prstGeom prst="ellipse">
              <a:avLst/>
            </a:prstGeom>
            <a:gradFill flip="none" rotWithShape="1">
              <a:gsLst>
                <a:gs pos="0">
                  <a:srgbClr val="FDFCFD"/>
                </a:gs>
                <a:gs pos="43000">
                  <a:srgbClr val="F6F1F3"/>
                </a:gs>
                <a:gs pos="100000">
                  <a:srgbClr val="D3D0D6"/>
                </a:gs>
              </a:gsLst>
              <a:lin ang="2700000" scaled="1"/>
              <a:tileRect/>
            </a:gradFill>
            <a:ln w="2540" cap="rnd" cmpd="sng" algn="ctr">
              <a:noFill/>
              <a:prstDash val="solid"/>
              <a:round/>
              <a:headEnd type="none" w="med" len="med"/>
              <a:tailEnd type="none" w="med" len="med"/>
            </a:ln>
            <a:effectLst/>
          </p:spPr>
        </p:sp>
        <p:sp>
          <p:nvSpPr>
            <p:cNvPr id="410" name="ellipse_2204">
              <a:extLst>
                <a:ext uri="{FF2B5EF4-FFF2-40B4-BE49-F238E27FC236}">
                  <a16:creationId xmlns:a16="http://schemas.microsoft.com/office/drawing/2014/main" id="{5C3AC39E-8CDA-8162-F9A3-5A08F7E3B715}"/>
                </a:ext>
              </a:extLst>
            </p:cNvPr>
            <p:cNvSpPr/>
            <p:nvPr/>
          </p:nvSpPr>
          <p:spPr>
            <a:xfrm>
              <a:off x="4259420" y="1662443"/>
              <a:ext cx="32679" cy="32679"/>
            </a:xfrm>
            <a:prstGeom prst="ellipse">
              <a:avLst/>
            </a:prstGeom>
            <a:gradFill flip="none" rotWithShape="1">
              <a:gsLst>
                <a:gs pos="0">
                  <a:srgbClr val="E3EDF6"/>
                </a:gs>
                <a:gs pos="43000">
                  <a:srgbClr val="79A9D6"/>
                </a:gs>
                <a:gs pos="100000">
                  <a:srgbClr val="437DB3"/>
                </a:gs>
              </a:gsLst>
              <a:lin ang="2700000" scaled="1"/>
              <a:tileRect/>
            </a:gradFill>
            <a:ln w="2540" cap="rnd" cmpd="sng" algn="ctr">
              <a:noFill/>
              <a:prstDash val="solid"/>
              <a:round/>
              <a:headEnd type="none" w="med" len="med"/>
              <a:tailEnd type="none" w="med" len="med"/>
            </a:ln>
            <a:effectLst/>
          </p:spPr>
        </p:sp>
        <p:sp>
          <p:nvSpPr>
            <p:cNvPr id="411" name="ellipse_2205">
              <a:extLst>
                <a:ext uri="{FF2B5EF4-FFF2-40B4-BE49-F238E27FC236}">
                  <a16:creationId xmlns:a16="http://schemas.microsoft.com/office/drawing/2014/main" id="{55AA7D26-CF4F-53ED-F8C6-CCA1BE92175D}"/>
                </a:ext>
              </a:extLst>
            </p:cNvPr>
            <p:cNvSpPr/>
            <p:nvPr/>
          </p:nvSpPr>
          <p:spPr>
            <a:xfrm>
              <a:off x="4164350" y="1623047"/>
              <a:ext cx="36365" cy="36365"/>
            </a:xfrm>
            <a:prstGeom prst="ellipse">
              <a:avLst/>
            </a:prstGeom>
            <a:gradFill flip="none" rotWithShape="1">
              <a:gsLst>
                <a:gs pos="0">
                  <a:srgbClr val="F0F6FA"/>
                </a:gs>
                <a:gs pos="43000">
                  <a:srgbClr val="B9D2E9"/>
                </a:gs>
                <a:gs pos="100000">
                  <a:srgbClr val="8CACC9"/>
                </a:gs>
              </a:gsLst>
              <a:lin ang="2700000" scaled="1"/>
              <a:tileRect/>
            </a:gradFill>
            <a:ln w="2540" cap="rnd" cmpd="sng" algn="ctr">
              <a:noFill/>
              <a:prstDash val="solid"/>
              <a:round/>
              <a:headEnd type="none" w="med" len="med"/>
              <a:tailEnd type="none" w="med" len="med"/>
            </a:ln>
            <a:effectLst/>
          </p:spPr>
        </p:sp>
        <p:sp>
          <p:nvSpPr>
            <p:cNvPr id="412" name="ellipse_2206">
              <a:extLst>
                <a:ext uri="{FF2B5EF4-FFF2-40B4-BE49-F238E27FC236}">
                  <a16:creationId xmlns:a16="http://schemas.microsoft.com/office/drawing/2014/main" id="{B017CDE1-1EA8-9E4C-E7F2-7A01EE0D0E55}"/>
                </a:ext>
              </a:extLst>
            </p:cNvPr>
            <p:cNvSpPr/>
            <p:nvPr/>
          </p:nvSpPr>
          <p:spPr>
            <a:xfrm>
              <a:off x="4174720" y="1571707"/>
              <a:ext cx="20339" cy="20339"/>
            </a:xfrm>
            <a:prstGeom prst="ellipse">
              <a:avLst/>
            </a:prstGeom>
            <a:gradFill flip="none" rotWithShape="1">
              <a:gsLst>
                <a:gs pos="0">
                  <a:srgbClr val="FAFBFD"/>
                </a:gs>
                <a:gs pos="43000">
                  <a:srgbClr val="E6EEF6"/>
                </a:gs>
                <a:gs pos="100000">
                  <a:srgbClr val="C0CCD9"/>
                </a:gs>
              </a:gsLst>
              <a:lin ang="2700000" scaled="1"/>
              <a:tileRect/>
            </a:gradFill>
            <a:ln w="2540" cap="rnd" cmpd="sng" algn="ctr">
              <a:noFill/>
              <a:prstDash val="solid"/>
              <a:round/>
              <a:headEnd type="none" w="med" len="med"/>
              <a:tailEnd type="none" w="med" len="med"/>
            </a:ln>
            <a:effectLst/>
          </p:spPr>
        </p:sp>
        <p:sp>
          <p:nvSpPr>
            <p:cNvPr id="413" name="ellipse_2207">
              <a:extLst>
                <a:ext uri="{FF2B5EF4-FFF2-40B4-BE49-F238E27FC236}">
                  <a16:creationId xmlns:a16="http://schemas.microsoft.com/office/drawing/2014/main" id="{F46E049A-E188-3645-D9A6-3BCD50AAA430}"/>
                </a:ext>
              </a:extLst>
            </p:cNvPr>
            <p:cNvSpPr/>
            <p:nvPr/>
          </p:nvSpPr>
          <p:spPr>
            <a:xfrm>
              <a:off x="4442759" y="1467880"/>
              <a:ext cx="28267" cy="28267"/>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414" name="ellipse_2208">
              <a:extLst>
                <a:ext uri="{FF2B5EF4-FFF2-40B4-BE49-F238E27FC236}">
                  <a16:creationId xmlns:a16="http://schemas.microsoft.com/office/drawing/2014/main" id="{6CD9C9F7-E01D-D591-0C3B-E417061EA5B8}"/>
                </a:ext>
              </a:extLst>
            </p:cNvPr>
            <p:cNvSpPr/>
            <p:nvPr/>
          </p:nvSpPr>
          <p:spPr>
            <a:xfrm>
              <a:off x="4216943" y="1625920"/>
              <a:ext cx="35489" cy="35489"/>
            </a:xfrm>
            <a:prstGeom prst="ellipse">
              <a:avLst/>
            </a:prstGeom>
            <a:gradFill flip="none" rotWithShape="1">
              <a:gsLst>
                <a:gs pos="0">
                  <a:srgbClr val="ECF3F9"/>
                </a:gs>
                <a:gs pos="43000">
                  <a:srgbClr val="A5C5E3"/>
                </a:gs>
                <a:gs pos="100000">
                  <a:srgbClr val="759DC2"/>
                </a:gs>
              </a:gsLst>
              <a:lin ang="2700000" scaled="1"/>
              <a:tileRect/>
            </a:gradFill>
            <a:ln w="2540" cap="rnd" cmpd="sng" algn="ctr">
              <a:noFill/>
              <a:prstDash val="solid"/>
              <a:round/>
              <a:headEnd type="none" w="med" len="med"/>
              <a:tailEnd type="none" w="med" len="med"/>
            </a:ln>
            <a:effectLst/>
          </p:spPr>
        </p:sp>
        <p:sp>
          <p:nvSpPr>
            <p:cNvPr id="415" name="ellipse_2209">
              <a:extLst>
                <a:ext uri="{FF2B5EF4-FFF2-40B4-BE49-F238E27FC236}">
                  <a16:creationId xmlns:a16="http://schemas.microsoft.com/office/drawing/2014/main" id="{66F5C081-E2BB-B5CE-304A-499442EE9224}"/>
                </a:ext>
              </a:extLst>
            </p:cNvPr>
            <p:cNvSpPr/>
            <p:nvPr/>
          </p:nvSpPr>
          <p:spPr>
            <a:xfrm>
              <a:off x="4372327" y="1669257"/>
              <a:ext cx="36395" cy="36395"/>
            </a:xfrm>
            <a:prstGeom prst="ellipse">
              <a:avLst/>
            </a:prstGeom>
            <a:gradFill flip="none" rotWithShape="1">
              <a:gsLst>
                <a:gs pos="0">
                  <a:srgbClr val="E1ECF6"/>
                </a:gs>
                <a:gs pos="43000">
                  <a:srgbClr val="70A4D3"/>
                </a:gs>
                <a:gs pos="100000">
                  <a:srgbClr val="3977B0"/>
                </a:gs>
              </a:gsLst>
              <a:lin ang="2700000" scaled="1"/>
              <a:tileRect/>
            </a:gradFill>
            <a:ln w="2540" cap="rnd" cmpd="sng" algn="ctr">
              <a:noFill/>
              <a:prstDash val="solid"/>
              <a:round/>
              <a:headEnd type="none" w="med" len="med"/>
              <a:tailEnd type="none" w="med" len="med"/>
            </a:ln>
            <a:effectLst/>
          </p:spPr>
        </p:sp>
        <p:sp>
          <p:nvSpPr>
            <p:cNvPr id="416" name="ellipse_2210">
              <a:extLst>
                <a:ext uri="{FF2B5EF4-FFF2-40B4-BE49-F238E27FC236}">
                  <a16:creationId xmlns:a16="http://schemas.microsoft.com/office/drawing/2014/main" id="{C85412D8-0D7D-1064-D932-C680298D3FFD}"/>
                </a:ext>
              </a:extLst>
            </p:cNvPr>
            <p:cNvSpPr/>
            <p:nvPr/>
          </p:nvSpPr>
          <p:spPr>
            <a:xfrm>
              <a:off x="4169640" y="1618732"/>
              <a:ext cx="34055" cy="34055"/>
            </a:xfrm>
            <a:prstGeom prst="ellipse">
              <a:avLst/>
            </a:prstGeom>
            <a:gradFill flip="none" rotWithShape="1">
              <a:gsLst>
                <a:gs pos="0">
                  <a:srgbClr val="F2F7FB"/>
                </a:gs>
                <a:gs pos="43000">
                  <a:srgbClr val="C3D7EC"/>
                </a:gs>
                <a:gs pos="100000">
                  <a:srgbClr val="97B3CC"/>
                </a:gs>
              </a:gsLst>
              <a:lin ang="2700000" scaled="1"/>
              <a:tileRect/>
            </a:gradFill>
            <a:ln w="2540" cap="rnd" cmpd="sng" algn="ctr">
              <a:noFill/>
              <a:prstDash val="solid"/>
              <a:round/>
              <a:headEnd type="none" w="med" len="med"/>
              <a:tailEnd type="none" w="med" len="med"/>
            </a:ln>
            <a:effectLst/>
          </p:spPr>
        </p:sp>
        <p:sp>
          <p:nvSpPr>
            <p:cNvPr id="417" name="ellipse_2211">
              <a:extLst>
                <a:ext uri="{FF2B5EF4-FFF2-40B4-BE49-F238E27FC236}">
                  <a16:creationId xmlns:a16="http://schemas.microsoft.com/office/drawing/2014/main" id="{2C33A215-FC31-6CBF-9EF8-7F9E50E781CA}"/>
                </a:ext>
              </a:extLst>
            </p:cNvPr>
            <p:cNvSpPr/>
            <p:nvPr/>
          </p:nvSpPr>
          <p:spPr>
            <a:xfrm>
              <a:off x="4313792" y="1396283"/>
              <a:ext cx="29270" cy="29270"/>
            </a:xfrm>
            <a:prstGeom prst="ellipse">
              <a:avLst/>
            </a:prstGeom>
            <a:gradFill flip="none" rotWithShape="1">
              <a:gsLst>
                <a:gs pos="0">
                  <a:srgbClr val="E8F0F8"/>
                </a:gs>
                <a:gs pos="43000">
                  <a:srgbClr val="92B9DD"/>
                </a:gs>
                <a:gs pos="100000">
                  <a:srgbClr val="6090BC"/>
                </a:gs>
              </a:gsLst>
              <a:lin ang="2700000" scaled="1"/>
              <a:tileRect/>
            </a:gradFill>
            <a:ln w="2540" cap="rnd" cmpd="sng" algn="ctr">
              <a:noFill/>
              <a:prstDash val="solid"/>
              <a:round/>
              <a:headEnd type="none" w="med" len="med"/>
              <a:tailEnd type="none" w="med" len="med"/>
            </a:ln>
            <a:effectLst/>
          </p:spPr>
        </p:sp>
        <p:sp>
          <p:nvSpPr>
            <p:cNvPr id="418" name="ellipse_2212">
              <a:extLst>
                <a:ext uri="{FF2B5EF4-FFF2-40B4-BE49-F238E27FC236}">
                  <a16:creationId xmlns:a16="http://schemas.microsoft.com/office/drawing/2014/main" id="{E375533B-F92F-DDEE-63DE-676CF8B7021D}"/>
                </a:ext>
              </a:extLst>
            </p:cNvPr>
            <p:cNvSpPr/>
            <p:nvPr/>
          </p:nvSpPr>
          <p:spPr>
            <a:xfrm>
              <a:off x="4179309" y="1432837"/>
              <a:ext cx="30914" cy="30914"/>
            </a:xfrm>
            <a:prstGeom prst="ellipse">
              <a:avLst/>
            </a:prstGeom>
            <a:gradFill flip="none" rotWithShape="1">
              <a:gsLst>
                <a:gs pos="0">
                  <a:srgbClr val="E1ECF6"/>
                </a:gs>
                <a:gs pos="43000">
                  <a:srgbClr val="71A4D3"/>
                </a:gs>
                <a:gs pos="100000">
                  <a:srgbClr val="3978B0"/>
                </a:gs>
              </a:gsLst>
              <a:lin ang="2700000" scaled="1"/>
              <a:tileRect/>
            </a:gradFill>
            <a:ln w="2540" cap="rnd" cmpd="sng" algn="ctr">
              <a:noFill/>
              <a:prstDash val="solid"/>
              <a:round/>
              <a:headEnd type="none" w="med" len="med"/>
              <a:tailEnd type="none" w="med" len="med"/>
            </a:ln>
            <a:effectLst/>
          </p:spPr>
        </p:sp>
        <p:sp>
          <p:nvSpPr>
            <p:cNvPr id="419" name="ellipse_2213">
              <a:extLst>
                <a:ext uri="{FF2B5EF4-FFF2-40B4-BE49-F238E27FC236}">
                  <a16:creationId xmlns:a16="http://schemas.microsoft.com/office/drawing/2014/main" id="{83202F1B-DEB1-46E6-1546-65103857C325}"/>
                </a:ext>
              </a:extLst>
            </p:cNvPr>
            <p:cNvSpPr/>
            <p:nvPr/>
          </p:nvSpPr>
          <p:spPr>
            <a:xfrm>
              <a:off x="4119488" y="1533108"/>
              <a:ext cx="29184" cy="29184"/>
            </a:xfrm>
            <a:prstGeom prst="ellipse">
              <a:avLst/>
            </a:prstGeom>
            <a:gradFill flip="none" rotWithShape="1">
              <a:gsLst>
                <a:gs pos="0">
                  <a:srgbClr val="ECF3F9"/>
                </a:gs>
                <a:gs pos="43000">
                  <a:srgbClr val="A5C5E3"/>
                </a:gs>
                <a:gs pos="100000">
                  <a:srgbClr val="759DC2"/>
                </a:gs>
              </a:gsLst>
              <a:lin ang="2700000" scaled="1"/>
              <a:tileRect/>
            </a:gradFill>
            <a:ln w="2540" cap="rnd" cmpd="sng" algn="ctr">
              <a:noFill/>
              <a:prstDash val="solid"/>
              <a:round/>
              <a:headEnd type="none" w="med" len="med"/>
              <a:tailEnd type="none" w="med" len="med"/>
            </a:ln>
            <a:effectLst/>
          </p:spPr>
        </p:sp>
        <p:sp>
          <p:nvSpPr>
            <p:cNvPr id="420" name="ellipse_2214">
              <a:extLst>
                <a:ext uri="{FF2B5EF4-FFF2-40B4-BE49-F238E27FC236}">
                  <a16:creationId xmlns:a16="http://schemas.microsoft.com/office/drawing/2014/main" id="{13123E2D-EA34-9AA3-05FD-689E404023FE}"/>
                </a:ext>
              </a:extLst>
            </p:cNvPr>
            <p:cNvSpPr/>
            <p:nvPr/>
          </p:nvSpPr>
          <p:spPr>
            <a:xfrm>
              <a:off x="4374279" y="1463343"/>
              <a:ext cx="31808" cy="31808"/>
            </a:xfrm>
            <a:prstGeom prst="ellipse">
              <a:avLst/>
            </a:prstGeom>
            <a:gradFill flip="none" rotWithShape="1">
              <a:gsLst>
                <a:gs pos="0">
                  <a:srgbClr val="F9EAEB"/>
                </a:gs>
                <a:gs pos="43000">
                  <a:srgbClr val="E49A9F"/>
                </a:gs>
                <a:gs pos="100000">
                  <a:srgbClr val="BD6C74"/>
                </a:gs>
              </a:gsLst>
              <a:lin ang="2700000" scaled="1"/>
              <a:tileRect/>
            </a:gradFill>
            <a:ln w="2540" cap="rnd" cmpd="sng" algn="ctr">
              <a:noFill/>
              <a:prstDash val="solid"/>
              <a:round/>
              <a:headEnd type="none" w="med" len="med"/>
              <a:tailEnd type="none" w="med" len="med"/>
            </a:ln>
            <a:effectLst/>
          </p:spPr>
        </p:sp>
        <p:sp>
          <p:nvSpPr>
            <p:cNvPr id="421" name="ellipse_2215">
              <a:extLst>
                <a:ext uri="{FF2B5EF4-FFF2-40B4-BE49-F238E27FC236}">
                  <a16:creationId xmlns:a16="http://schemas.microsoft.com/office/drawing/2014/main" id="{A0F86857-DC58-07A9-3CF8-B95020F6CA9C}"/>
                </a:ext>
              </a:extLst>
            </p:cNvPr>
            <p:cNvSpPr/>
            <p:nvPr/>
          </p:nvSpPr>
          <p:spPr>
            <a:xfrm>
              <a:off x="4554980" y="1612685"/>
              <a:ext cx="33803" cy="33803"/>
            </a:xfrm>
            <a:prstGeom prst="ellipse">
              <a:avLst/>
            </a:prstGeom>
            <a:gradFill flip="none" rotWithShape="1">
              <a:gsLst>
                <a:gs pos="0">
                  <a:srgbClr val="E2ECF6"/>
                </a:gs>
                <a:gs pos="43000">
                  <a:srgbClr val="75A6D5"/>
                </a:gs>
                <a:gs pos="100000">
                  <a:srgbClr val="3E79B2"/>
                </a:gs>
              </a:gsLst>
              <a:lin ang="2700000" scaled="1"/>
              <a:tileRect/>
            </a:gradFill>
            <a:ln w="2540" cap="rnd" cmpd="sng" algn="ctr">
              <a:noFill/>
              <a:prstDash val="solid"/>
              <a:round/>
              <a:headEnd type="none" w="med" len="med"/>
              <a:tailEnd type="none" w="med" len="med"/>
            </a:ln>
            <a:effectLst/>
          </p:spPr>
        </p:sp>
        <p:sp>
          <p:nvSpPr>
            <p:cNvPr id="422" name="ellipse_2216">
              <a:extLst>
                <a:ext uri="{FF2B5EF4-FFF2-40B4-BE49-F238E27FC236}">
                  <a16:creationId xmlns:a16="http://schemas.microsoft.com/office/drawing/2014/main" id="{2A441294-C929-A047-1F47-CC20B864B297}"/>
                </a:ext>
              </a:extLst>
            </p:cNvPr>
            <p:cNvSpPr/>
            <p:nvPr/>
          </p:nvSpPr>
          <p:spPr>
            <a:xfrm>
              <a:off x="4259972" y="1386621"/>
              <a:ext cx="36239" cy="36239"/>
            </a:xfrm>
            <a:prstGeom prst="ellipse">
              <a:avLst/>
            </a:prstGeom>
            <a:gradFill flip="none" rotWithShape="1">
              <a:gsLst>
                <a:gs pos="0">
                  <a:srgbClr val="E3EDF6"/>
                </a:gs>
                <a:gs pos="43000">
                  <a:srgbClr val="78A9D5"/>
                </a:gs>
                <a:gs pos="100000">
                  <a:srgbClr val="427DB3"/>
                </a:gs>
              </a:gsLst>
              <a:lin ang="2700000" scaled="1"/>
              <a:tileRect/>
            </a:gradFill>
            <a:ln w="2540" cap="rnd" cmpd="sng" algn="ctr">
              <a:noFill/>
              <a:prstDash val="solid"/>
              <a:round/>
              <a:headEnd type="none" w="med" len="med"/>
              <a:tailEnd type="none" w="med" len="med"/>
            </a:ln>
            <a:effectLst/>
          </p:spPr>
        </p:sp>
        <p:sp>
          <p:nvSpPr>
            <p:cNvPr id="423" name="ellipse_2217">
              <a:extLst>
                <a:ext uri="{FF2B5EF4-FFF2-40B4-BE49-F238E27FC236}">
                  <a16:creationId xmlns:a16="http://schemas.microsoft.com/office/drawing/2014/main" id="{EDD4F190-D62F-E237-8588-4FB420C49870}"/>
                </a:ext>
              </a:extLst>
            </p:cNvPr>
            <p:cNvSpPr/>
            <p:nvPr/>
          </p:nvSpPr>
          <p:spPr>
            <a:xfrm>
              <a:off x="4388705" y="1575308"/>
              <a:ext cx="32684" cy="32684"/>
            </a:xfrm>
            <a:prstGeom prst="ellipse">
              <a:avLst/>
            </a:prstGeom>
            <a:gradFill flip="none" rotWithShape="1">
              <a:gsLst>
                <a:gs pos="0">
                  <a:srgbClr val="ECF3F9"/>
                </a:gs>
                <a:gs pos="43000">
                  <a:srgbClr val="A4C4E2"/>
                </a:gs>
                <a:gs pos="100000">
                  <a:srgbClr val="749CC2"/>
                </a:gs>
              </a:gsLst>
              <a:lin ang="2700000" scaled="1"/>
              <a:tileRect/>
            </a:gradFill>
            <a:ln w="2540" cap="rnd" cmpd="sng" algn="ctr">
              <a:noFill/>
              <a:prstDash val="solid"/>
              <a:round/>
              <a:headEnd type="none" w="med" len="med"/>
              <a:tailEnd type="none" w="med" len="med"/>
            </a:ln>
            <a:effectLst/>
          </p:spPr>
        </p:sp>
        <p:sp>
          <p:nvSpPr>
            <p:cNvPr id="424" name="ellipse_2218">
              <a:extLst>
                <a:ext uri="{FF2B5EF4-FFF2-40B4-BE49-F238E27FC236}">
                  <a16:creationId xmlns:a16="http://schemas.microsoft.com/office/drawing/2014/main" id="{326A725C-375F-7F85-E592-D044D33A2030}"/>
                </a:ext>
              </a:extLst>
            </p:cNvPr>
            <p:cNvSpPr/>
            <p:nvPr/>
          </p:nvSpPr>
          <p:spPr>
            <a:xfrm>
              <a:off x="4479568" y="1395923"/>
              <a:ext cx="34044" cy="34044"/>
            </a:xfrm>
            <a:prstGeom prst="ellipse">
              <a:avLst/>
            </a:prstGeom>
            <a:gradFill flip="none" rotWithShape="1">
              <a:gsLst>
                <a:gs pos="0">
                  <a:srgbClr val="FAFBFD"/>
                </a:gs>
                <a:gs pos="43000">
                  <a:srgbClr val="E6EEF6"/>
                </a:gs>
                <a:gs pos="100000">
                  <a:srgbClr val="C0CCD9"/>
                </a:gs>
              </a:gsLst>
              <a:lin ang="2700000" scaled="1"/>
              <a:tileRect/>
            </a:gradFill>
            <a:ln w="2540" cap="rnd" cmpd="sng" algn="ctr">
              <a:noFill/>
              <a:prstDash val="solid"/>
              <a:round/>
              <a:headEnd type="none" w="med" len="med"/>
              <a:tailEnd type="none" w="med" len="med"/>
            </a:ln>
            <a:effectLst/>
          </p:spPr>
        </p:sp>
        <p:sp>
          <p:nvSpPr>
            <p:cNvPr id="425" name="ellipse_2219">
              <a:extLst>
                <a:ext uri="{FF2B5EF4-FFF2-40B4-BE49-F238E27FC236}">
                  <a16:creationId xmlns:a16="http://schemas.microsoft.com/office/drawing/2014/main" id="{DE90D936-195E-25BF-769C-FEB5E33ADEE7}"/>
                </a:ext>
              </a:extLst>
            </p:cNvPr>
            <p:cNvSpPr/>
            <p:nvPr/>
          </p:nvSpPr>
          <p:spPr>
            <a:xfrm>
              <a:off x="4284660" y="1602255"/>
              <a:ext cx="21197" cy="21197"/>
            </a:xfrm>
            <a:prstGeom prst="ellipse">
              <a:avLst/>
            </a:prstGeom>
            <a:gradFill flip="none" rotWithShape="1">
              <a:gsLst>
                <a:gs pos="0">
                  <a:srgbClr val="E9F1F8"/>
                </a:gs>
                <a:gs pos="43000">
                  <a:srgbClr val="94BADE"/>
                </a:gs>
                <a:gs pos="100000">
                  <a:srgbClr val="6191BD"/>
                </a:gs>
              </a:gsLst>
              <a:lin ang="2700000" scaled="1"/>
              <a:tileRect/>
            </a:gradFill>
            <a:ln w="2540" cap="rnd" cmpd="sng" algn="ctr">
              <a:noFill/>
              <a:prstDash val="solid"/>
              <a:round/>
              <a:headEnd type="none" w="med" len="med"/>
              <a:tailEnd type="none" w="med" len="med"/>
            </a:ln>
            <a:effectLst/>
          </p:spPr>
        </p:sp>
        <p:sp>
          <p:nvSpPr>
            <p:cNvPr id="426" name="ellipse_2220">
              <a:extLst>
                <a:ext uri="{FF2B5EF4-FFF2-40B4-BE49-F238E27FC236}">
                  <a16:creationId xmlns:a16="http://schemas.microsoft.com/office/drawing/2014/main" id="{A07CCFD2-A65F-088A-9318-30DC32E3FD9D}"/>
                </a:ext>
              </a:extLst>
            </p:cNvPr>
            <p:cNvSpPr/>
            <p:nvPr/>
          </p:nvSpPr>
          <p:spPr>
            <a:xfrm>
              <a:off x="4165774" y="1531813"/>
              <a:ext cx="25912" cy="25912"/>
            </a:xfrm>
            <a:prstGeom prst="ellipse">
              <a:avLst/>
            </a:prstGeom>
            <a:gradFill flip="none" rotWithShape="1">
              <a:gsLst>
                <a:gs pos="0">
                  <a:srgbClr val="EEF4FA"/>
                </a:gs>
                <a:gs pos="43000">
                  <a:srgbClr val="B0CCE6"/>
                </a:gs>
                <a:gs pos="100000">
                  <a:srgbClr val="82A5C6"/>
                </a:gs>
              </a:gsLst>
              <a:lin ang="2700000" scaled="1"/>
              <a:tileRect/>
            </a:gradFill>
            <a:ln w="2540" cap="rnd" cmpd="sng" algn="ctr">
              <a:noFill/>
              <a:prstDash val="solid"/>
              <a:round/>
              <a:headEnd type="none" w="med" len="med"/>
              <a:tailEnd type="none" w="med" len="med"/>
            </a:ln>
            <a:effectLst/>
          </p:spPr>
        </p:sp>
        <p:sp>
          <p:nvSpPr>
            <p:cNvPr id="427" name="ellipse_2221">
              <a:extLst>
                <a:ext uri="{FF2B5EF4-FFF2-40B4-BE49-F238E27FC236}">
                  <a16:creationId xmlns:a16="http://schemas.microsoft.com/office/drawing/2014/main" id="{FD72E712-66D3-26EC-892A-0C411F3B70CA}"/>
                </a:ext>
              </a:extLst>
            </p:cNvPr>
            <p:cNvSpPr/>
            <p:nvPr/>
          </p:nvSpPr>
          <p:spPr>
            <a:xfrm>
              <a:off x="4496640" y="1596997"/>
              <a:ext cx="32682" cy="32682"/>
            </a:xfrm>
            <a:prstGeom prst="ellipse">
              <a:avLst/>
            </a:prstGeom>
            <a:gradFill flip="none" rotWithShape="1">
              <a:gsLst>
                <a:gs pos="0">
                  <a:srgbClr val="E6EFF7"/>
                </a:gs>
                <a:gs pos="43000">
                  <a:srgbClr val="85B1DA"/>
                </a:gs>
                <a:gs pos="100000">
                  <a:srgbClr val="5186B8"/>
                </a:gs>
              </a:gsLst>
              <a:lin ang="2700000" scaled="1"/>
              <a:tileRect/>
            </a:gradFill>
            <a:ln w="2540" cap="rnd" cmpd="sng" algn="ctr">
              <a:noFill/>
              <a:prstDash val="solid"/>
              <a:round/>
              <a:headEnd type="none" w="med" len="med"/>
              <a:tailEnd type="none" w="med" len="med"/>
            </a:ln>
            <a:effectLst/>
          </p:spPr>
        </p:sp>
        <p:sp>
          <p:nvSpPr>
            <p:cNvPr id="428" name="ellipse_2222">
              <a:extLst>
                <a:ext uri="{FF2B5EF4-FFF2-40B4-BE49-F238E27FC236}">
                  <a16:creationId xmlns:a16="http://schemas.microsoft.com/office/drawing/2014/main" id="{5F56B891-E521-1674-87D9-57D553A6F975}"/>
                </a:ext>
              </a:extLst>
            </p:cNvPr>
            <p:cNvSpPr/>
            <p:nvPr/>
          </p:nvSpPr>
          <p:spPr>
            <a:xfrm>
              <a:off x="4080569" y="1562154"/>
              <a:ext cx="29306" cy="29306"/>
            </a:xfrm>
            <a:prstGeom prst="ellipse">
              <a:avLst/>
            </a:prstGeom>
            <a:gradFill flip="none" rotWithShape="1">
              <a:gsLst>
                <a:gs pos="0">
                  <a:srgbClr val="ECF3F9"/>
                </a:gs>
                <a:gs pos="43000">
                  <a:srgbClr val="A2C3E2"/>
                </a:gs>
                <a:gs pos="100000">
                  <a:srgbClr val="729BC2"/>
                </a:gs>
              </a:gsLst>
              <a:lin ang="2700000" scaled="1"/>
              <a:tileRect/>
            </a:gradFill>
            <a:ln w="2540" cap="rnd" cmpd="sng" algn="ctr">
              <a:noFill/>
              <a:prstDash val="solid"/>
              <a:round/>
              <a:headEnd type="none" w="med" len="med"/>
              <a:tailEnd type="none" w="med" len="med"/>
            </a:ln>
            <a:effectLst/>
          </p:spPr>
        </p:sp>
        <p:sp>
          <p:nvSpPr>
            <p:cNvPr id="429" name="ellipse_2223">
              <a:extLst>
                <a:ext uri="{FF2B5EF4-FFF2-40B4-BE49-F238E27FC236}">
                  <a16:creationId xmlns:a16="http://schemas.microsoft.com/office/drawing/2014/main" id="{2D4EF795-E890-7BE4-036B-74B34F8235E8}"/>
                </a:ext>
              </a:extLst>
            </p:cNvPr>
            <p:cNvSpPr/>
            <p:nvPr/>
          </p:nvSpPr>
          <p:spPr>
            <a:xfrm>
              <a:off x="4109818" y="1517906"/>
              <a:ext cx="20219" cy="20219"/>
            </a:xfrm>
            <a:prstGeom prst="ellipse">
              <a:avLst/>
            </a:prstGeom>
            <a:gradFill flip="none" rotWithShape="1">
              <a:gsLst>
                <a:gs pos="0">
                  <a:srgbClr val="E6EFF7"/>
                </a:gs>
                <a:gs pos="43000">
                  <a:srgbClr val="89B3DA"/>
                </a:gs>
                <a:gs pos="100000">
                  <a:srgbClr val="5588B8"/>
                </a:gs>
              </a:gsLst>
              <a:lin ang="2700000" scaled="1"/>
              <a:tileRect/>
            </a:gradFill>
            <a:ln w="2540" cap="rnd" cmpd="sng" algn="ctr">
              <a:noFill/>
              <a:prstDash val="solid"/>
              <a:round/>
              <a:headEnd type="none" w="med" len="med"/>
              <a:tailEnd type="none" w="med" len="med"/>
            </a:ln>
            <a:effectLst/>
          </p:spPr>
        </p:sp>
        <p:sp>
          <p:nvSpPr>
            <p:cNvPr id="430" name="ellipse_2224">
              <a:extLst>
                <a:ext uri="{FF2B5EF4-FFF2-40B4-BE49-F238E27FC236}">
                  <a16:creationId xmlns:a16="http://schemas.microsoft.com/office/drawing/2014/main" id="{954AD72F-DC68-0879-983B-D7B3B621412D}"/>
                </a:ext>
              </a:extLst>
            </p:cNvPr>
            <p:cNvSpPr/>
            <p:nvPr/>
          </p:nvSpPr>
          <p:spPr>
            <a:xfrm>
              <a:off x="4485896" y="1407592"/>
              <a:ext cx="26944" cy="26944"/>
            </a:xfrm>
            <a:prstGeom prst="ellipse">
              <a:avLst/>
            </a:prstGeom>
            <a:gradFill flip="none" rotWithShape="1">
              <a:gsLst>
                <a:gs pos="0">
                  <a:srgbClr val="FDFDFE"/>
                </a:gs>
                <a:gs pos="43000">
                  <a:srgbClr val="F7F6F8"/>
                </a:gs>
                <a:gs pos="100000">
                  <a:srgbClr val="D4D5DA"/>
                </a:gs>
              </a:gsLst>
              <a:lin ang="2700000" scaled="1"/>
              <a:tileRect/>
            </a:gradFill>
            <a:ln w="2540" cap="rnd" cmpd="sng" algn="ctr">
              <a:noFill/>
              <a:prstDash val="solid"/>
              <a:round/>
              <a:headEnd type="none" w="med" len="med"/>
              <a:tailEnd type="none" w="med" len="med"/>
            </a:ln>
            <a:effectLst/>
          </p:spPr>
        </p:sp>
        <p:sp>
          <p:nvSpPr>
            <p:cNvPr id="431" name="ellipse_2225">
              <a:extLst>
                <a:ext uri="{FF2B5EF4-FFF2-40B4-BE49-F238E27FC236}">
                  <a16:creationId xmlns:a16="http://schemas.microsoft.com/office/drawing/2014/main" id="{D6A558C1-EC26-C9C0-8878-3760A33C8CA6}"/>
                </a:ext>
              </a:extLst>
            </p:cNvPr>
            <p:cNvSpPr/>
            <p:nvPr/>
          </p:nvSpPr>
          <p:spPr>
            <a:xfrm>
              <a:off x="4195814" y="1538945"/>
              <a:ext cx="28500" cy="28500"/>
            </a:xfrm>
            <a:prstGeom prst="ellipse">
              <a:avLst/>
            </a:prstGeom>
            <a:gradFill flip="none" rotWithShape="1">
              <a:gsLst>
                <a:gs pos="0">
                  <a:srgbClr val="F1F6FA"/>
                </a:gs>
                <a:gs pos="43000">
                  <a:srgbClr val="BAD2E9"/>
                </a:gs>
                <a:gs pos="100000">
                  <a:srgbClr val="8DACC9"/>
                </a:gs>
              </a:gsLst>
              <a:lin ang="2700000" scaled="1"/>
              <a:tileRect/>
            </a:gradFill>
            <a:ln w="2540" cap="rnd" cmpd="sng" algn="ctr">
              <a:noFill/>
              <a:prstDash val="solid"/>
              <a:round/>
              <a:headEnd type="none" w="med" len="med"/>
              <a:tailEnd type="none" w="med" len="med"/>
            </a:ln>
            <a:effectLst/>
          </p:spPr>
        </p:sp>
        <p:sp>
          <p:nvSpPr>
            <p:cNvPr id="432" name="ellipse_2226">
              <a:extLst>
                <a:ext uri="{FF2B5EF4-FFF2-40B4-BE49-F238E27FC236}">
                  <a16:creationId xmlns:a16="http://schemas.microsoft.com/office/drawing/2014/main" id="{F9D47C9F-D3D1-4CF9-5EEC-EC97E4E4BCB5}"/>
                </a:ext>
              </a:extLst>
            </p:cNvPr>
            <p:cNvSpPr/>
            <p:nvPr/>
          </p:nvSpPr>
          <p:spPr>
            <a:xfrm>
              <a:off x="4140216" y="1445463"/>
              <a:ext cx="30909" cy="30909"/>
            </a:xfrm>
            <a:prstGeom prst="ellipse">
              <a:avLst/>
            </a:prstGeom>
            <a:gradFill flip="none" rotWithShape="1">
              <a:gsLst>
                <a:gs pos="0">
                  <a:srgbClr val="E1ECF6"/>
                </a:gs>
                <a:gs pos="43000">
                  <a:srgbClr val="71A4D3"/>
                </a:gs>
                <a:gs pos="100000">
                  <a:srgbClr val="3978B0"/>
                </a:gs>
              </a:gsLst>
              <a:lin ang="2700000" scaled="1"/>
              <a:tileRect/>
            </a:gradFill>
            <a:ln w="2540" cap="rnd" cmpd="sng" algn="ctr">
              <a:noFill/>
              <a:prstDash val="solid"/>
              <a:round/>
              <a:headEnd type="none" w="med" len="med"/>
              <a:tailEnd type="none" w="med" len="med"/>
            </a:ln>
            <a:effectLst/>
          </p:spPr>
        </p:sp>
        <p:sp>
          <p:nvSpPr>
            <p:cNvPr id="433" name="ellipse_2227">
              <a:extLst>
                <a:ext uri="{FF2B5EF4-FFF2-40B4-BE49-F238E27FC236}">
                  <a16:creationId xmlns:a16="http://schemas.microsoft.com/office/drawing/2014/main" id="{0FF7FC7B-8D85-3FA7-D5C5-CDDB73D2F696}"/>
                </a:ext>
              </a:extLst>
            </p:cNvPr>
            <p:cNvSpPr/>
            <p:nvPr/>
          </p:nvSpPr>
          <p:spPr>
            <a:xfrm>
              <a:off x="4218177" y="1435070"/>
              <a:ext cx="24835" cy="24835"/>
            </a:xfrm>
            <a:prstGeom prst="ellipse">
              <a:avLst/>
            </a:prstGeom>
            <a:gradFill flip="none" rotWithShape="1">
              <a:gsLst>
                <a:gs pos="0">
                  <a:srgbClr val="E2ECF6"/>
                </a:gs>
                <a:gs pos="43000">
                  <a:srgbClr val="75A6D5"/>
                </a:gs>
                <a:gs pos="100000">
                  <a:srgbClr val="3E79B2"/>
                </a:gs>
              </a:gsLst>
              <a:lin ang="2700000" scaled="1"/>
              <a:tileRect/>
            </a:gradFill>
            <a:ln w="2540" cap="rnd" cmpd="sng" algn="ctr">
              <a:noFill/>
              <a:prstDash val="solid"/>
              <a:round/>
              <a:headEnd type="none" w="med" len="med"/>
              <a:tailEnd type="none" w="med" len="med"/>
            </a:ln>
            <a:effectLst/>
          </p:spPr>
        </p:sp>
        <p:sp>
          <p:nvSpPr>
            <p:cNvPr id="434" name="ellipse_2228">
              <a:extLst>
                <a:ext uri="{FF2B5EF4-FFF2-40B4-BE49-F238E27FC236}">
                  <a16:creationId xmlns:a16="http://schemas.microsoft.com/office/drawing/2014/main" id="{6DA87DE9-985A-64BE-CD4F-4233955A17D6}"/>
                </a:ext>
              </a:extLst>
            </p:cNvPr>
            <p:cNvSpPr/>
            <p:nvPr/>
          </p:nvSpPr>
          <p:spPr>
            <a:xfrm>
              <a:off x="4396992" y="1424174"/>
              <a:ext cx="31572" cy="31572"/>
            </a:xfrm>
            <a:prstGeom prst="ellipse">
              <a:avLst/>
            </a:prstGeom>
            <a:gradFill flip="none" rotWithShape="1">
              <a:gsLst>
                <a:gs pos="0">
                  <a:srgbClr val="FBF1F2"/>
                </a:gs>
                <a:gs pos="43000">
                  <a:srgbClr val="EBBDC1"/>
                </a:gs>
                <a:gs pos="100000">
                  <a:srgbClr val="C6959B"/>
                </a:gs>
              </a:gsLst>
              <a:lin ang="2700000" scaled="1"/>
              <a:tileRect/>
            </a:gradFill>
            <a:ln w="2540" cap="rnd" cmpd="sng" algn="ctr">
              <a:noFill/>
              <a:prstDash val="solid"/>
              <a:round/>
              <a:headEnd type="none" w="med" len="med"/>
              <a:tailEnd type="none" w="med" len="med"/>
            </a:ln>
            <a:effectLst/>
          </p:spPr>
        </p:sp>
        <p:sp>
          <p:nvSpPr>
            <p:cNvPr id="435" name="ellipse_2229">
              <a:extLst>
                <a:ext uri="{FF2B5EF4-FFF2-40B4-BE49-F238E27FC236}">
                  <a16:creationId xmlns:a16="http://schemas.microsoft.com/office/drawing/2014/main" id="{CEAD7753-6A2D-E579-6836-56597777BC94}"/>
                </a:ext>
              </a:extLst>
            </p:cNvPr>
            <p:cNvSpPr/>
            <p:nvPr/>
          </p:nvSpPr>
          <p:spPr>
            <a:xfrm>
              <a:off x="4450606" y="1519243"/>
              <a:ext cx="22570" cy="22570"/>
            </a:xfrm>
            <a:prstGeom prst="ellipse">
              <a:avLst/>
            </a:prstGeom>
            <a:gradFill flip="none" rotWithShape="1">
              <a:gsLst>
                <a:gs pos="0">
                  <a:srgbClr val="F9E6E7"/>
                </a:gs>
                <a:gs pos="43000">
                  <a:srgbClr val="E0898E"/>
                </a:gs>
                <a:gs pos="100000">
                  <a:srgbClr val="B95860"/>
                </a:gs>
              </a:gsLst>
              <a:lin ang="2700000" scaled="1"/>
              <a:tileRect/>
            </a:gradFill>
            <a:ln w="2540" cap="rnd" cmpd="sng" algn="ctr">
              <a:noFill/>
              <a:prstDash val="solid"/>
              <a:round/>
              <a:headEnd type="none" w="med" len="med"/>
              <a:tailEnd type="none" w="med" len="med"/>
            </a:ln>
            <a:effectLst/>
          </p:spPr>
        </p:sp>
        <p:sp>
          <p:nvSpPr>
            <p:cNvPr id="436" name="ellipse_2230">
              <a:extLst>
                <a:ext uri="{FF2B5EF4-FFF2-40B4-BE49-F238E27FC236}">
                  <a16:creationId xmlns:a16="http://schemas.microsoft.com/office/drawing/2014/main" id="{37B8F382-9A27-841B-A663-D3A7FDA38F08}"/>
                </a:ext>
              </a:extLst>
            </p:cNvPr>
            <p:cNvSpPr/>
            <p:nvPr/>
          </p:nvSpPr>
          <p:spPr>
            <a:xfrm>
              <a:off x="4493511" y="1391803"/>
              <a:ext cx="30887" cy="30887"/>
            </a:xfrm>
            <a:prstGeom prst="ellipse">
              <a:avLst/>
            </a:prstGeom>
            <a:gradFill flip="none" rotWithShape="1">
              <a:gsLst>
                <a:gs pos="0">
                  <a:srgbClr val="F4F8FC"/>
                </a:gs>
                <a:gs pos="43000">
                  <a:srgbClr val="CDDEEE"/>
                </a:gs>
                <a:gs pos="100000">
                  <a:srgbClr val="A3BAD0"/>
                </a:gs>
              </a:gsLst>
              <a:lin ang="2700000" scaled="1"/>
              <a:tileRect/>
            </a:gradFill>
            <a:ln w="2540" cap="rnd" cmpd="sng" algn="ctr">
              <a:noFill/>
              <a:prstDash val="solid"/>
              <a:round/>
              <a:headEnd type="none" w="med" len="med"/>
              <a:tailEnd type="none" w="med" len="med"/>
            </a:ln>
            <a:effectLst/>
          </p:spPr>
        </p:sp>
        <p:sp>
          <p:nvSpPr>
            <p:cNvPr id="437" name="ellipse_2231">
              <a:extLst>
                <a:ext uri="{FF2B5EF4-FFF2-40B4-BE49-F238E27FC236}">
                  <a16:creationId xmlns:a16="http://schemas.microsoft.com/office/drawing/2014/main" id="{59629E06-0EB3-C2CA-1C94-C01B1E06334C}"/>
                </a:ext>
              </a:extLst>
            </p:cNvPr>
            <p:cNvSpPr/>
            <p:nvPr/>
          </p:nvSpPr>
          <p:spPr>
            <a:xfrm>
              <a:off x="4365893" y="1649463"/>
              <a:ext cx="23524" cy="23524"/>
            </a:xfrm>
            <a:prstGeom prst="ellipse">
              <a:avLst/>
            </a:prstGeom>
            <a:gradFill flip="none" rotWithShape="1">
              <a:gsLst>
                <a:gs pos="0">
                  <a:srgbClr val="E2ECF6"/>
                </a:gs>
                <a:gs pos="43000">
                  <a:srgbClr val="73A5D4"/>
                </a:gs>
                <a:gs pos="100000">
                  <a:srgbClr val="3B78B1"/>
                </a:gs>
              </a:gsLst>
              <a:lin ang="2700000" scaled="1"/>
              <a:tileRect/>
            </a:gradFill>
            <a:ln w="2540" cap="rnd" cmpd="sng" algn="ctr">
              <a:noFill/>
              <a:prstDash val="solid"/>
              <a:round/>
              <a:headEnd type="none" w="med" len="med"/>
              <a:tailEnd type="none" w="med" len="med"/>
            </a:ln>
            <a:effectLst/>
          </p:spPr>
        </p:sp>
        <p:sp>
          <p:nvSpPr>
            <p:cNvPr id="438" name="ellipse_2232">
              <a:extLst>
                <a:ext uri="{FF2B5EF4-FFF2-40B4-BE49-F238E27FC236}">
                  <a16:creationId xmlns:a16="http://schemas.microsoft.com/office/drawing/2014/main" id="{321CBE1F-867F-0A32-81C4-897231464750}"/>
                </a:ext>
              </a:extLst>
            </p:cNvPr>
            <p:cNvSpPr/>
            <p:nvPr/>
          </p:nvSpPr>
          <p:spPr>
            <a:xfrm>
              <a:off x="4343626" y="1628381"/>
              <a:ext cx="24226" cy="24226"/>
            </a:xfrm>
            <a:prstGeom prst="ellipse">
              <a:avLst/>
            </a:prstGeom>
            <a:gradFill flip="none" rotWithShape="1">
              <a:gsLst>
                <a:gs pos="0">
                  <a:srgbClr val="E3EDF6"/>
                </a:gs>
                <a:gs pos="43000">
                  <a:srgbClr val="77A8D5"/>
                </a:gs>
                <a:gs pos="100000">
                  <a:srgbClr val="407CB3"/>
                </a:gs>
              </a:gsLst>
              <a:lin ang="2700000" scaled="1"/>
              <a:tileRect/>
            </a:gradFill>
            <a:ln w="2540" cap="rnd" cmpd="sng" algn="ctr">
              <a:noFill/>
              <a:prstDash val="solid"/>
              <a:round/>
              <a:headEnd type="none" w="med" len="med"/>
              <a:tailEnd type="none" w="med" len="med"/>
            </a:ln>
            <a:effectLst/>
          </p:spPr>
        </p:sp>
        <p:sp>
          <p:nvSpPr>
            <p:cNvPr id="439" name="ellipse_2233">
              <a:extLst>
                <a:ext uri="{FF2B5EF4-FFF2-40B4-BE49-F238E27FC236}">
                  <a16:creationId xmlns:a16="http://schemas.microsoft.com/office/drawing/2014/main" id="{A4C4C46A-9B91-26A7-E85D-14822DEEEDAC}"/>
                </a:ext>
              </a:extLst>
            </p:cNvPr>
            <p:cNvSpPr/>
            <p:nvPr/>
          </p:nvSpPr>
          <p:spPr>
            <a:xfrm>
              <a:off x="4369163" y="1423006"/>
              <a:ext cx="20129" cy="20129"/>
            </a:xfrm>
            <a:prstGeom prst="ellipse">
              <a:avLst/>
            </a:prstGeom>
            <a:gradFill flip="none" rotWithShape="1">
              <a:gsLst>
                <a:gs pos="0">
                  <a:srgbClr val="FCFDFE"/>
                </a:gs>
                <a:gs pos="43000">
                  <a:srgbClr val="F2F6FA"/>
                </a:gs>
                <a:gs pos="100000">
                  <a:srgbClr val="CED5DD"/>
                </a:gs>
              </a:gsLst>
              <a:lin ang="2700000" scaled="1"/>
              <a:tileRect/>
            </a:gradFill>
            <a:ln w="2540" cap="rnd" cmpd="sng" algn="ctr">
              <a:noFill/>
              <a:prstDash val="solid"/>
              <a:round/>
              <a:headEnd type="none" w="med" len="med"/>
              <a:tailEnd type="none" w="med" len="med"/>
            </a:ln>
            <a:effectLst/>
          </p:spPr>
        </p:sp>
        <p:sp>
          <p:nvSpPr>
            <p:cNvPr id="440" name="ellipse_2234">
              <a:extLst>
                <a:ext uri="{FF2B5EF4-FFF2-40B4-BE49-F238E27FC236}">
                  <a16:creationId xmlns:a16="http://schemas.microsoft.com/office/drawing/2014/main" id="{67E448AD-9F28-1928-DFE8-5164035BF2ED}"/>
                </a:ext>
              </a:extLst>
            </p:cNvPr>
            <p:cNvSpPr/>
            <p:nvPr/>
          </p:nvSpPr>
          <p:spPr>
            <a:xfrm>
              <a:off x="4319544" y="1450468"/>
              <a:ext cx="22903" cy="22903"/>
            </a:xfrm>
            <a:prstGeom prst="ellipse">
              <a:avLst/>
            </a:prstGeom>
            <a:gradFill flip="none" rotWithShape="1">
              <a:gsLst>
                <a:gs pos="0">
                  <a:srgbClr val="F3F7FB"/>
                </a:gs>
                <a:gs pos="43000">
                  <a:srgbClr val="C7DAED"/>
                </a:gs>
                <a:gs pos="100000">
                  <a:srgbClr val="9CB6CE"/>
                </a:gs>
              </a:gsLst>
              <a:lin ang="2700000" scaled="1"/>
              <a:tileRect/>
            </a:gradFill>
            <a:ln w="2540" cap="rnd" cmpd="sng" algn="ctr">
              <a:noFill/>
              <a:prstDash val="solid"/>
              <a:round/>
              <a:headEnd type="none" w="med" len="med"/>
              <a:tailEnd type="none" w="med" len="med"/>
            </a:ln>
            <a:effectLst/>
          </p:spPr>
        </p:sp>
        <p:sp>
          <p:nvSpPr>
            <p:cNvPr id="441" name="ellipse_2235">
              <a:extLst>
                <a:ext uri="{FF2B5EF4-FFF2-40B4-BE49-F238E27FC236}">
                  <a16:creationId xmlns:a16="http://schemas.microsoft.com/office/drawing/2014/main" id="{54C78CB2-207D-1041-EAB2-9F1255416C0B}"/>
                </a:ext>
              </a:extLst>
            </p:cNvPr>
            <p:cNvSpPr/>
            <p:nvPr/>
          </p:nvSpPr>
          <p:spPr>
            <a:xfrm>
              <a:off x="4341136" y="1630187"/>
              <a:ext cx="33821" cy="33821"/>
            </a:xfrm>
            <a:prstGeom prst="ellipse">
              <a:avLst/>
            </a:prstGeom>
            <a:gradFill flip="none" rotWithShape="1">
              <a:gsLst>
                <a:gs pos="0">
                  <a:srgbClr val="E2EDF6"/>
                </a:gs>
                <a:gs pos="43000">
                  <a:srgbClr val="75A6D5"/>
                </a:gs>
                <a:gs pos="100000">
                  <a:srgbClr val="3E7AB2"/>
                </a:gs>
              </a:gsLst>
              <a:lin ang="2700000" scaled="1"/>
              <a:tileRect/>
            </a:gradFill>
            <a:ln w="2540" cap="rnd" cmpd="sng" algn="ctr">
              <a:noFill/>
              <a:prstDash val="solid"/>
              <a:round/>
              <a:headEnd type="none" w="med" len="med"/>
              <a:tailEnd type="none" w="med" len="med"/>
            </a:ln>
            <a:effectLst/>
          </p:spPr>
        </p:sp>
        <p:sp>
          <p:nvSpPr>
            <p:cNvPr id="442" name="ellipse_2236">
              <a:extLst>
                <a:ext uri="{FF2B5EF4-FFF2-40B4-BE49-F238E27FC236}">
                  <a16:creationId xmlns:a16="http://schemas.microsoft.com/office/drawing/2014/main" id="{693E14EA-7D78-9020-C5F3-7FAD74D529B8}"/>
                </a:ext>
              </a:extLst>
            </p:cNvPr>
            <p:cNvSpPr/>
            <p:nvPr/>
          </p:nvSpPr>
          <p:spPr>
            <a:xfrm>
              <a:off x="4161225" y="1530942"/>
              <a:ext cx="25121" cy="25121"/>
            </a:xfrm>
            <a:prstGeom prst="ellipse">
              <a:avLst/>
            </a:prstGeom>
            <a:gradFill flip="none" rotWithShape="1">
              <a:gsLst>
                <a:gs pos="0">
                  <a:srgbClr val="EEF4FA"/>
                </a:gs>
                <a:gs pos="43000">
                  <a:srgbClr val="ADCAE5"/>
                </a:gs>
                <a:gs pos="100000">
                  <a:srgbClr val="7EA3C5"/>
                </a:gs>
              </a:gsLst>
              <a:lin ang="2700000" scaled="1"/>
              <a:tileRect/>
            </a:gradFill>
            <a:ln w="2540" cap="rnd" cmpd="sng" algn="ctr">
              <a:noFill/>
              <a:prstDash val="solid"/>
              <a:round/>
              <a:headEnd type="none" w="med" len="med"/>
              <a:tailEnd type="none" w="med" len="med"/>
            </a:ln>
            <a:effectLst/>
          </p:spPr>
        </p:sp>
        <p:sp>
          <p:nvSpPr>
            <p:cNvPr id="443" name="ellipse_2237">
              <a:extLst>
                <a:ext uri="{FF2B5EF4-FFF2-40B4-BE49-F238E27FC236}">
                  <a16:creationId xmlns:a16="http://schemas.microsoft.com/office/drawing/2014/main" id="{B32AE4BD-D5F8-23FF-FCC2-903C3FBBD2AF}"/>
                </a:ext>
              </a:extLst>
            </p:cNvPr>
            <p:cNvSpPr/>
            <p:nvPr/>
          </p:nvSpPr>
          <p:spPr>
            <a:xfrm>
              <a:off x="4203426" y="1536802"/>
              <a:ext cx="26566" cy="26566"/>
            </a:xfrm>
            <a:prstGeom prst="ellipse">
              <a:avLst/>
            </a:prstGeom>
            <a:gradFill flip="none" rotWithShape="1">
              <a:gsLst>
                <a:gs pos="0">
                  <a:srgbClr val="EFF5FA"/>
                </a:gs>
                <a:gs pos="43000">
                  <a:srgbClr val="B3CDE7"/>
                </a:gs>
                <a:gs pos="100000">
                  <a:srgbClr val="85A7C7"/>
                </a:gs>
              </a:gsLst>
              <a:lin ang="2700000" scaled="1"/>
              <a:tileRect/>
            </a:gradFill>
            <a:ln w="2540" cap="rnd" cmpd="sng" algn="ctr">
              <a:noFill/>
              <a:prstDash val="solid"/>
              <a:round/>
              <a:headEnd type="none" w="med" len="med"/>
              <a:tailEnd type="none" w="med" len="med"/>
            </a:ln>
            <a:effectLst/>
          </p:spPr>
        </p:sp>
        <p:sp>
          <p:nvSpPr>
            <p:cNvPr id="444" name="ellipse_2238">
              <a:extLst>
                <a:ext uri="{FF2B5EF4-FFF2-40B4-BE49-F238E27FC236}">
                  <a16:creationId xmlns:a16="http://schemas.microsoft.com/office/drawing/2014/main" id="{EA5B8A29-FDB3-833B-7FCC-B002CE571BA8}"/>
                </a:ext>
              </a:extLst>
            </p:cNvPr>
            <p:cNvSpPr/>
            <p:nvPr/>
          </p:nvSpPr>
          <p:spPr>
            <a:xfrm>
              <a:off x="4482696" y="1603333"/>
              <a:ext cx="28320" cy="28320"/>
            </a:xfrm>
            <a:prstGeom prst="ellipse">
              <a:avLst/>
            </a:prstGeom>
            <a:gradFill flip="none" rotWithShape="1">
              <a:gsLst>
                <a:gs pos="0">
                  <a:srgbClr val="E6EEF7"/>
                </a:gs>
                <a:gs pos="43000">
                  <a:srgbClr val="85B0D9"/>
                </a:gs>
                <a:gs pos="100000">
                  <a:srgbClr val="5085B7"/>
                </a:gs>
              </a:gsLst>
              <a:lin ang="2700000" scaled="1"/>
              <a:tileRect/>
            </a:gradFill>
            <a:ln w="2540" cap="rnd" cmpd="sng" algn="ctr">
              <a:noFill/>
              <a:prstDash val="solid"/>
              <a:round/>
              <a:headEnd type="none" w="med" len="med"/>
              <a:tailEnd type="none" w="med" len="med"/>
            </a:ln>
            <a:effectLst/>
          </p:spPr>
        </p:sp>
        <p:sp>
          <p:nvSpPr>
            <p:cNvPr id="445" name="ellipse_2239">
              <a:extLst>
                <a:ext uri="{FF2B5EF4-FFF2-40B4-BE49-F238E27FC236}">
                  <a16:creationId xmlns:a16="http://schemas.microsoft.com/office/drawing/2014/main" id="{E9F4091A-2F32-A9BB-21E5-4D98FC008BBC}"/>
                </a:ext>
              </a:extLst>
            </p:cNvPr>
            <p:cNvSpPr/>
            <p:nvPr/>
          </p:nvSpPr>
          <p:spPr>
            <a:xfrm>
              <a:off x="4197066" y="1522229"/>
              <a:ext cx="22601" cy="22601"/>
            </a:xfrm>
            <a:prstGeom prst="ellipse">
              <a:avLst/>
            </a:prstGeom>
            <a:gradFill flip="none" rotWithShape="1">
              <a:gsLst>
                <a:gs pos="0">
                  <a:srgbClr val="EBF2F9"/>
                </a:gs>
                <a:gs pos="43000">
                  <a:srgbClr val="9DC0E0"/>
                </a:gs>
                <a:gs pos="100000">
                  <a:srgbClr val="6C97BF"/>
                </a:gs>
              </a:gsLst>
              <a:lin ang="2700000" scaled="1"/>
              <a:tileRect/>
            </a:gradFill>
            <a:ln w="2540" cap="rnd" cmpd="sng" algn="ctr">
              <a:noFill/>
              <a:prstDash val="solid"/>
              <a:round/>
              <a:headEnd type="none" w="med" len="med"/>
              <a:tailEnd type="none" w="med" len="med"/>
            </a:ln>
            <a:effectLst/>
          </p:spPr>
        </p:sp>
        <p:sp>
          <p:nvSpPr>
            <p:cNvPr id="446" name="ellipse_2240">
              <a:extLst>
                <a:ext uri="{FF2B5EF4-FFF2-40B4-BE49-F238E27FC236}">
                  <a16:creationId xmlns:a16="http://schemas.microsoft.com/office/drawing/2014/main" id="{D68C1874-B06B-E345-A7CA-213CD7969984}"/>
                </a:ext>
              </a:extLst>
            </p:cNvPr>
            <p:cNvSpPr/>
            <p:nvPr/>
          </p:nvSpPr>
          <p:spPr>
            <a:xfrm>
              <a:off x="4144638" y="1578773"/>
              <a:ext cx="26817" cy="26817"/>
            </a:xfrm>
            <a:prstGeom prst="ellipse">
              <a:avLst/>
            </a:prstGeom>
            <a:gradFill flip="none" rotWithShape="1">
              <a:gsLst>
                <a:gs pos="0">
                  <a:srgbClr val="F9FBFD"/>
                </a:gs>
                <a:gs pos="43000">
                  <a:srgbClr val="E4ECF6"/>
                </a:gs>
                <a:gs pos="100000">
                  <a:srgbClr val="BDCBD8"/>
                </a:gs>
              </a:gsLst>
              <a:lin ang="2700000" scaled="1"/>
              <a:tileRect/>
            </a:gradFill>
            <a:ln w="2540" cap="rnd" cmpd="sng" algn="ctr">
              <a:noFill/>
              <a:prstDash val="solid"/>
              <a:round/>
              <a:headEnd type="none" w="med" len="med"/>
              <a:tailEnd type="none" w="med" len="med"/>
            </a:ln>
            <a:effectLst/>
          </p:spPr>
        </p:sp>
        <p:sp>
          <p:nvSpPr>
            <p:cNvPr id="447" name="ellipse_2241">
              <a:extLst>
                <a:ext uri="{FF2B5EF4-FFF2-40B4-BE49-F238E27FC236}">
                  <a16:creationId xmlns:a16="http://schemas.microsoft.com/office/drawing/2014/main" id="{C652D81B-3216-7FB9-5DCC-368624F42F9D}"/>
                </a:ext>
              </a:extLst>
            </p:cNvPr>
            <p:cNvSpPr/>
            <p:nvPr/>
          </p:nvSpPr>
          <p:spPr>
            <a:xfrm>
              <a:off x="4441221" y="1606601"/>
              <a:ext cx="26804" cy="26804"/>
            </a:xfrm>
            <a:prstGeom prst="ellipse">
              <a:avLst/>
            </a:prstGeom>
            <a:gradFill flip="none" rotWithShape="1">
              <a:gsLst>
                <a:gs pos="0">
                  <a:srgbClr val="E6EFF7"/>
                </a:gs>
                <a:gs pos="43000">
                  <a:srgbClr val="85B1DA"/>
                </a:gs>
                <a:gs pos="100000">
                  <a:srgbClr val="5186B8"/>
                </a:gs>
              </a:gsLst>
              <a:lin ang="2700000" scaled="1"/>
              <a:tileRect/>
            </a:gradFill>
            <a:ln w="2540" cap="rnd" cmpd="sng" algn="ctr">
              <a:noFill/>
              <a:prstDash val="solid"/>
              <a:round/>
              <a:headEnd type="none" w="med" len="med"/>
              <a:tailEnd type="none" w="med" len="med"/>
            </a:ln>
            <a:effectLst/>
          </p:spPr>
        </p:sp>
        <p:sp>
          <p:nvSpPr>
            <p:cNvPr id="3162" name="ellipse_2242">
              <a:extLst>
                <a:ext uri="{FF2B5EF4-FFF2-40B4-BE49-F238E27FC236}">
                  <a16:creationId xmlns:a16="http://schemas.microsoft.com/office/drawing/2014/main" id="{7FCD8982-CBB2-A427-4610-A2042195AEC3}"/>
                </a:ext>
              </a:extLst>
            </p:cNvPr>
            <p:cNvSpPr/>
            <p:nvPr/>
          </p:nvSpPr>
          <p:spPr>
            <a:xfrm>
              <a:off x="4334837" y="1431903"/>
              <a:ext cx="27902" cy="27902"/>
            </a:xfrm>
            <a:prstGeom prst="ellipse">
              <a:avLst/>
            </a:prstGeom>
            <a:gradFill flip="none" rotWithShape="1">
              <a:gsLst>
                <a:gs pos="0">
                  <a:srgbClr val="F6F9FC"/>
                </a:gs>
                <a:gs pos="43000">
                  <a:srgbClr val="D5E4F1"/>
                </a:gs>
                <a:gs pos="100000">
                  <a:srgbClr val="ADC1D3"/>
                </a:gs>
              </a:gsLst>
              <a:lin ang="2700000" scaled="1"/>
              <a:tileRect/>
            </a:gradFill>
            <a:ln w="2540" cap="rnd" cmpd="sng" algn="ctr">
              <a:noFill/>
              <a:prstDash val="solid"/>
              <a:round/>
              <a:headEnd type="none" w="med" len="med"/>
              <a:tailEnd type="none" w="med" len="med"/>
            </a:ln>
            <a:effectLst/>
          </p:spPr>
        </p:sp>
        <p:sp>
          <p:nvSpPr>
            <p:cNvPr id="3163" name="ellipse_2243">
              <a:extLst>
                <a:ext uri="{FF2B5EF4-FFF2-40B4-BE49-F238E27FC236}">
                  <a16:creationId xmlns:a16="http://schemas.microsoft.com/office/drawing/2014/main" id="{865A80E4-A77B-FD77-B0C3-8EFE599CC477}"/>
                </a:ext>
              </a:extLst>
            </p:cNvPr>
            <p:cNvSpPr/>
            <p:nvPr/>
          </p:nvSpPr>
          <p:spPr>
            <a:xfrm>
              <a:off x="4400306" y="1450110"/>
              <a:ext cx="32534" cy="32534"/>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3164" name="ellipse_2244">
              <a:extLst>
                <a:ext uri="{FF2B5EF4-FFF2-40B4-BE49-F238E27FC236}">
                  <a16:creationId xmlns:a16="http://schemas.microsoft.com/office/drawing/2014/main" id="{090F7B49-2584-8CC5-DA31-145B83E5739F}"/>
                </a:ext>
              </a:extLst>
            </p:cNvPr>
            <p:cNvSpPr/>
            <p:nvPr/>
          </p:nvSpPr>
          <p:spPr>
            <a:xfrm>
              <a:off x="4216796" y="1447370"/>
              <a:ext cx="23756" cy="23756"/>
            </a:xfrm>
            <a:prstGeom prst="ellipse">
              <a:avLst/>
            </a:prstGeom>
            <a:gradFill flip="none" rotWithShape="1">
              <a:gsLst>
                <a:gs pos="0">
                  <a:srgbClr val="E2EDF6"/>
                </a:gs>
                <a:gs pos="43000">
                  <a:srgbClr val="75A6D5"/>
                </a:gs>
                <a:gs pos="100000">
                  <a:srgbClr val="3E7AB2"/>
                </a:gs>
              </a:gsLst>
              <a:lin ang="2700000" scaled="1"/>
              <a:tileRect/>
            </a:gradFill>
            <a:ln w="2540" cap="rnd" cmpd="sng" algn="ctr">
              <a:noFill/>
              <a:prstDash val="solid"/>
              <a:round/>
              <a:headEnd type="none" w="med" len="med"/>
              <a:tailEnd type="none" w="med" len="med"/>
            </a:ln>
            <a:effectLst/>
          </p:spPr>
        </p:sp>
        <p:sp>
          <p:nvSpPr>
            <p:cNvPr id="3165" name="ellipse_2245">
              <a:extLst>
                <a:ext uri="{FF2B5EF4-FFF2-40B4-BE49-F238E27FC236}">
                  <a16:creationId xmlns:a16="http://schemas.microsoft.com/office/drawing/2014/main" id="{02967BA3-D4AF-F5A7-8AC5-FDC2F1E6EE17}"/>
                </a:ext>
              </a:extLst>
            </p:cNvPr>
            <p:cNvSpPr/>
            <p:nvPr/>
          </p:nvSpPr>
          <p:spPr>
            <a:xfrm>
              <a:off x="4370480" y="1659527"/>
              <a:ext cx="19803" cy="19803"/>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166" name="ellipse_2246">
              <a:extLst>
                <a:ext uri="{FF2B5EF4-FFF2-40B4-BE49-F238E27FC236}">
                  <a16:creationId xmlns:a16="http://schemas.microsoft.com/office/drawing/2014/main" id="{C3EA96A9-C9F0-2A7C-9B08-A68682193DA1}"/>
                </a:ext>
              </a:extLst>
            </p:cNvPr>
            <p:cNvSpPr/>
            <p:nvPr/>
          </p:nvSpPr>
          <p:spPr>
            <a:xfrm>
              <a:off x="4529718" y="1436043"/>
              <a:ext cx="27552" cy="27552"/>
            </a:xfrm>
            <a:prstGeom prst="ellipse">
              <a:avLst/>
            </a:prstGeom>
            <a:gradFill flip="none" rotWithShape="1">
              <a:gsLst>
                <a:gs pos="0">
                  <a:srgbClr val="FDFCFD"/>
                </a:gs>
                <a:gs pos="43000">
                  <a:srgbClr val="F6F3F6"/>
                </a:gs>
                <a:gs pos="100000">
                  <a:srgbClr val="D3D2D8"/>
                </a:gs>
              </a:gsLst>
              <a:lin ang="2700000" scaled="1"/>
              <a:tileRect/>
            </a:gradFill>
            <a:ln w="2540" cap="rnd" cmpd="sng" algn="ctr">
              <a:noFill/>
              <a:prstDash val="solid"/>
              <a:round/>
              <a:headEnd type="none" w="med" len="med"/>
              <a:tailEnd type="none" w="med" len="med"/>
            </a:ln>
            <a:effectLst/>
          </p:spPr>
        </p:sp>
        <p:sp>
          <p:nvSpPr>
            <p:cNvPr id="3167" name="ellipse_2247">
              <a:extLst>
                <a:ext uri="{FF2B5EF4-FFF2-40B4-BE49-F238E27FC236}">
                  <a16:creationId xmlns:a16="http://schemas.microsoft.com/office/drawing/2014/main" id="{C28B801B-F560-DD79-06D2-5952F4D11323}"/>
                </a:ext>
              </a:extLst>
            </p:cNvPr>
            <p:cNvSpPr/>
            <p:nvPr/>
          </p:nvSpPr>
          <p:spPr>
            <a:xfrm>
              <a:off x="4155808" y="1608147"/>
              <a:ext cx="21024" cy="21024"/>
            </a:xfrm>
            <a:prstGeom prst="ellipse">
              <a:avLst/>
            </a:prstGeom>
            <a:gradFill flip="none" rotWithShape="1">
              <a:gsLst>
                <a:gs pos="0">
                  <a:srgbClr val="F7FAFC"/>
                </a:gs>
                <a:gs pos="43000">
                  <a:srgbClr val="D9E6F2"/>
                </a:gs>
                <a:gs pos="100000">
                  <a:srgbClr val="B1C3D4"/>
                </a:gs>
              </a:gsLst>
              <a:lin ang="2700000" scaled="1"/>
              <a:tileRect/>
            </a:gradFill>
            <a:ln w="2540" cap="rnd" cmpd="sng" algn="ctr">
              <a:noFill/>
              <a:prstDash val="solid"/>
              <a:round/>
              <a:headEnd type="none" w="med" len="med"/>
              <a:tailEnd type="none" w="med" len="med"/>
            </a:ln>
            <a:effectLst/>
          </p:spPr>
        </p:sp>
        <p:sp>
          <p:nvSpPr>
            <p:cNvPr id="3169" name="ellipse_2248">
              <a:extLst>
                <a:ext uri="{FF2B5EF4-FFF2-40B4-BE49-F238E27FC236}">
                  <a16:creationId xmlns:a16="http://schemas.microsoft.com/office/drawing/2014/main" id="{BD7B7EE7-9CF9-9B85-956D-0109E4EE7F11}"/>
                </a:ext>
              </a:extLst>
            </p:cNvPr>
            <p:cNvSpPr/>
            <p:nvPr/>
          </p:nvSpPr>
          <p:spPr>
            <a:xfrm>
              <a:off x="4430114" y="1433963"/>
              <a:ext cx="19388" cy="19388"/>
            </a:xfrm>
            <a:prstGeom prst="ellipse">
              <a:avLst/>
            </a:prstGeom>
            <a:gradFill flip="none" rotWithShape="1">
              <a:gsLst>
                <a:gs pos="0">
                  <a:srgbClr val="F9EAEB"/>
                </a:gs>
                <a:gs pos="43000">
                  <a:srgbClr val="E3999D"/>
                </a:gs>
                <a:gs pos="100000">
                  <a:srgbClr val="BD6A72"/>
                </a:gs>
              </a:gsLst>
              <a:lin ang="2700000" scaled="1"/>
              <a:tileRect/>
            </a:gradFill>
            <a:ln w="2540" cap="rnd" cmpd="sng" algn="ctr">
              <a:noFill/>
              <a:prstDash val="solid"/>
              <a:round/>
              <a:headEnd type="none" w="med" len="med"/>
              <a:tailEnd type="none" w="med" len="med"/>
            </a:ln>
            <a:effectLst/>
          </p:spPr>
        </p:sp>
        <p:sp>
          <p:nvSpPr>
            <p:cNvPr id="3170" name="ellipse_2249">
              <a:extLst>
                <a:ext uri="{FF2B5EF4-FFF2-40B4-BE49-F238E27FC236}">
                  <a16:creationId xmlns:a16="http://schemas.microsoft.com/office/drawing/2014/main" id="{F234E692-C485-5B2D-C0CD-B8D498E413CA}"/>
                </a:ext>
              </a:extLst>
            </p:cNvPr>
            <p:cNvSpPr/>
            <p:nvPr/>
          </p:nvSpPr>
          <p:spPr>
            <a:xfrm>
              <a:off x="4348582" y="1617385"/>
              <a:ext cx="30384" cy="30384"/>
            </a:xfrm>
            <a:prstGeom prst="ellipse">
              <a:avLst/>
            </a:prstGeom>
            <a:gradFill flip="none" rotWithShape="1">
              <a:gsLst>
                <a:gs pos="0">
                  <a:srgbClr val="E3EDF6"/>
                </a:gs>
                <a:gs pos="43000">
                  <a:srgbClr val="79A9D6"/>
                </a:gs>
                <a:gs pos="100000">
                  <a:srgbClr val="437DB3"/>
                </a:gs>
              </a:gsLst>
              <a:lin ang="2700000" scaled="1"/>
              <a:tileRect/>
            </a:gradFill>
            <a:ln w="2540" cap="rnd" cmpd="sng" algn="ctr">
              <a:noFill/>
              <a:prstDash val="solid"/>
              <a:round/>
              <a:headEnd type="none" w="med" len="med"/>
              <a:tailEnd type="none" w="med" len="med"/>
            </a:ln>
            <a:effectLst/>
          </p:spPr>
        </p:sp>
        <p:sp>
          <p:nvSpPr>
            <p:cNvPr id="3171" name="ellipse_2250">
              <a:extLst>
                <a:ext uri="{FF2B5EF4-FFF2-40B4-BE49-F238E27FC236}">
                  <a16:creationId xmlns:a16="http://schemas.microsoft.com/office/drawing/2014/main" id="{B5A18FE8-567C-6A8C-9D70-9025D16468A5}"/>
                </a:ext>
              </a:extLst>
            </p:cNvPr>
            <p:cNvSpPr/>
            <p:nvPr/>
          </p:nvSpPr>
          <p:spPr>
            <a:xfrm>
              <a:off x="4463319" y="1574688"/>
              <a:ext cx="25872" cy="25872"/>
            </a:xfrm>
            <a:prstGeom prst="ellipse">
              <a:avLst/>
            </a:prstGeom>
            <a:gradFill flip="none" rotWithShape="1">
              <a:gsLst>
                <a:gs pos="0">
                  <a:srgbClr val="F0F5FA"/>
                </a:gs>
                <a:gs pos="43000">
                  <a:srgbClr val="B5CFE7"/>
                </a:gs>
                <a:gs pos="100000">
                  <a:srgbClr val="88A9C7"/>
                </a:gs>
              </a:gsLst>
              <a:lin ang="2700000" scaled="1"/>
              <a:tileRect/>
            </a:gradFill>
            <a:ln w="2540" cap="rnd" cmpd="sng" algn="ctr">
              <a:noFill/>
              <a:prstDash val="solid"/>
              <a:round/>
              <a:headEnd type="none" w="med" len="med"/>
              <a:tailEnd type="none" w="med" len="med"/>
            </a:ln>
            <a:effectLst/>
          </p:spPr>
        </p:sp>
        <p:sp>
          <p:nvSpPr>
            <p:cNvPr id="3172" name="ellipse_2251">
              <a:extLst>
                <a:ext uri="{FF2B5EF4-FFF2-40B4-BE49-F238E27FC236}">
                  <a16:creationId xmlns:a16="http://schemas.microsoft.com/office/drawing/2014/main" id="{FF927F82-54CC-BEC9-8C6D-B33DE1E750DE}"/>
                </a:ext>
              </a:extLst>
            </p:cNvPr>
            <p:cNvSpPr/>
            <p:nvPr/>
          </p:nvSpPr>
          <p:spPr>
            <a:xfrm>
              <a:off x="4531596" y="1568921"/>
              <a:ext cx="28919" cy="28919"/>
            </a:xfrm>
            <a:prstGeom prst="ellipse">
              <a:avLst/>
            </a:prstGeom>
            <a:gradFill flip="none" rotWithShape="1">
              <a:gsLst>
                <a:gs pos="0">
                  <a:srgbClr val="EAF1F8"/>
                </a:gs>
                <a:gs pos="43000">
                  <a:srgbClr val="99BDDF"/>
                </a:gs>
                <a:gs pos="100000">
                  <a:srgbClr val="6895BE"/>
                </a:gs>
              </a:gsLst>
              <a:lin ang="2700000" scaled="1"/>
              <a:tileRect/>
            </a:gradFill>
            <a:ln w="2540" cap="rnd" cmpd="sng" algn="ctr">
              <a:noFill/>
              <a:prstDash val="solid"/>
              <a:round/>
              <a:headEnd type="none" w="med" len="med"/>
              <a:tailEnd type="none" w="med" len="med"/>
            </a:ln>
            <a:effectLst/>
          </p:spPr>
        </p:sp>
        <p:sp>
          <p:nvSpPr>
            <p:cNvPr id="3173" name="ellipse_2252">
              <a:extLst>
                <a:ext uri="{FF2B5EF4-FFF2-40B4-BE49-F238E27FC236}">
                  <a16:creationId xmlns:a16="http://schemas.microsoft.com/office/drawing/2014/main" id="{35FE42D6-F0F2-5AEB-7EBC-CEDD2B390E33}"/>
                </a:ext>
              </a:extLst>
            </p:cNvPr>
            <p:cNvSpPr/>
            <p:nvPr/>
          </p:nvSpPr>
          <p:spPr>
            <a:xfrm>
              <a:off x="4374229" y="1660093"/>
              <a:ext cx="34954" cy="34954"/>
            </a:xfrm>
            <a:prstGeom prst="ellipse">
              <a:avLst/>
            </a:prstGeom>
            <a:gradFill flip="none" rotWithShape="1">
              <a:gsLst>
                <a:gs pos="0">
                  <a:srgbClr val="E1ECF6"/>
                </a:gs>
                <a:gs pos="43000">
                  <a:srgbClr val="71A4D3"/>
                </a:gs>
                <a:gs pos="100000">
                  <a:srgbClr val="3977B0"/>
                </a:gs>
              </a:gsLst>
              <a:lin ang="2700000" scaled="1"/>
              <a:tileRect/>
            </a:gradFill>
            <a:ln w="2540" cap="rnd" cmpd="sng" algn="ctr">
              <a:noFill/>
              <a:prstDash val="solid"/>
              <a:round/>
              <a:headEnd type="none" w="med" len="med"/>
              <a:tailEnd type="none" w="med" len="med"/>
            </a:ln>
            <a:effectLst/>
          </p:spPr>
        </p:sp>
        <p:sp>
          <p:nvSpPr>
            <p:cNvPr id="3174" name="ellipse_2253">
              <a:extLst>
                <a:ext uri="{FF2B5EF4-FFF2-40B4-BE49-F238E27FC236}">
                  <a16:creationId xmlns:a16="http://schemas.microsoft.com/office/drawing/2014/main" id="{BF8ECDAC-6527-F837-407E-4B2EBE1668FD}"/>
                </a:ext>
              </a:extLst>
            </p:cNvPr>
            <p:cNvSpPr/>
            <p:nvPr/>
          </p:nvSpPr>
          <p:spPr>
            <a:xfrm>
              <a:off x="4263352" y="1508604"/>
              <a:ext cx="27274" cy="27274"/>
            </a:xfrm>
            <a:prstGeom prst="ellipse">
              <a:avLst/>
            </a:prstGeom>
            <a:gradFill flip="none" rotWithShape="1">
              <a:gsLst>
                <a:gs pos="0">
                  <a:srgbClr val="E8F0F8"/>
                </a:gs>
                <a:gs pos="43000">
                  <a:srgbClr val="92B8DD"/>
                </a:gs>
                <a:gs pos="100000">
                  <a:srgbClr val="608FBC"/>
                </a:gs>
              </a:gsLst>
              <a:lin ang="2700000" scaled="1"/>
              <a:tileRect/>
            </a:gradFill>
            <a:ln w="2540" cap="rnd" cmpd="sng" algn="ctr">
              <a:noFill/>
              <a:prstDash val="solid"/>
              <a:round/>
              <a:headEnd type="none" w="med" len="med"/>
              <a:tailEnd type="none" w="med" len="med"/>
            </a:ln>
            <a:effectLst/>
          </p:spPr>
        </p:sp>
        <p:sp>
          <p:nvSpPr>
            <p:cNvPr id="3175" name="ellipse_2254">
              <a:extLst>
                <a:ext uri="{FF2B5EF4-FFF2-40B4-BE49-F238E27FC236}">
                  <a16:creationId xmlns:a16="http://schemas.microsoft.com/office/drawing/2014/main" id="{B5637D7B-5408-C118-0CA8-D06CBB943B7E}"/>
                </a:ext>
              </a:extLst>
            </p:cNvPr>
            <p:cNvSpPr/>
            <p:nvPr/>
          </p:nvSpPr>
          <p:spPr>
            <a:xfrm>
              <a:off x="4379064" y="1465078"/>
              <a:ext cx="29615" cy="29615"/>
            </a:xfrm>
            <a:prstGeom prst="ellipse">
              <a:avLst/>
            </a:prstGeom>
            <a:gradFill flip="none" rotWithShape="1">
              <a:gsLst>
                <a:gs pos="0">
                  <a:srgbClr val="F9E8E9"/>
                </a:gs>
                <a:gs pos="43000">
                  <a:srgbClr val="E19296"/>
                </a:gs>
                <a:gs pos="100000">
                  <a:srgbClr val="BB626A"/>
                </a:gs>
              </a:gsLst>
              <a:lin ang="2700000" scaled="1"/>
              <a:tileRect/>
            </a:gradFill>
            <a:ln w="2540" cap="rnd" cmpd="sng" algn="ctr">
              <a:noFill/>
              <a:prstDash val="solid"/>
              <a:round/>
              <a:headEnd type="none" w="med" len="med"/>
              <a:tailEnd type="none" w="med" len="med"/>
            </a:ln>
            <a:effectLst/>
          </p:spPr>
        </p:sp>
        <p:sp>
          <p:nvSpPr>
            <p:cNvPr id="3176" name="ellipse_2255">
              <a:extLst>
                <a:ext uri="{FF2B5EF4-FFF2-40B4-BE49-F238E27FC236}">
                  <a16:creationId xmlns:a16="http://schemas.microsoft.com/office/drawing/2014/main" id="{93490466-299D-7C4A-38DB-E8D1CC1873FB}"/>
                </a:ext>
              </a:extLst>
            </p:cNvPr>
            <p:cNvSpPr/>
            <p:nvPr/>
          </p:nvSpPr>
          <p:spPr>
            <a:xfrm>
              <a:off x="4333679" y="1393440"/>
              <a:ext cx="26335" cy="26335"/>
            </a:xfrm>
            <a:prstGeom prst="ellipse">
              <a:avLst/>
            </a:prstGeom>
            <a:gradFill flip="none" rotWithShape="1">
              <a:gsLst>
                <a:gs pos="0">
                  <a:srgbClr val="EAF2F9"/>
                </a:gs>
                <a:gs pos="43000">
                  <a:srgbClr val="9CBFE0"/>
                </a:gs>
                <a:gs pos="100000">
                  <a:srgbClr val="6A96BF"/>
                </a:gs>
              </a:gsLst>
              <a:lin ang="2700000" scaled="1"/>
              <a:tileRect/>
            </a:gradFill>
            <a:ln w="2540" cap="rnd" cmpd="sng" algn="ctr">
              <a:noFill/>
              <a:prstDash val="solid"/>
              <a:round/>
              <a:headEnd type="none" w="med" len="med"/>
              <a:tailEnd type="none" w="med" len="med"/>
            </a:ln>
            <a:effectLst/>
          </p:spPr>
        </p:sp>
        <p:sp>
          <p:nvSpPr>
            <p:cNvPr id="3177" name="ellipse_2256">
              <a:extLst>
                <a:ext uri="{FF2B5EF4-FFF2-40B4-BE49-F238E27FC236}">
                  <a16:creationId xmlns:a16="http://schemas.microsoft.com/office/drawing/2014/main" id="{5D6F5FFC-C268-00D5-1C28-8F978A0526A0}"/>
                </a:ext>
              </a:extLst>
            </p:cNvPr>
            <p:cNvSpPr/>
            <p:nvPr/>
          </p:nvSpPr>
          <p:spPr>
            <a:xfrm>
              <a:off x="4603700" y="1511648"/>
              <a:ext cx="33300" cy="33300"/>
            </a:xfrm>
            <a:prstGeom prst="ellipse">
              <a:avLst/>
            </a:prstGeom>
            <a:gradFill flip="none" rotWithShape="1">
              <a:gsLst>
                <a:gs pos="0">
                  <a:srgbClr val="E7F0F8"/>
                </a:gs>
                <a:gs pos="43000">
                  <a:srgbClr val="8DB6DC"/>
                </a:gs>
                <a:gs pos="100000">
                  <a:srgbClr val="598CBA"/>
                </a:gs>
              </a:gsLst>
              <a:lin ang="2700000" scaled="1"/>
              <a:tileRect/>
            </a:gradFill>
            <a:ln w="2540" cap="rnd" cmpd="sng" algn="ctr">
              <a:noFill/>
              <a:prstDash val="solid"/>
              <a:round/>
              <a:headEnd type="none" w="med" len="med"/>
              <a:tailEnd type="none" w="med" len="med"/>
            </a:ln>
            <a:effectLst/>
          </p:spPr>
        </p:sp>
        <p:sp>
          <p:nvSpPr>
            <p:cNvPr id="3178" name="ellipse_2257">
              <a:extLst>
                <a:ext uri="{FF2B5EF4-FFF2-40B4-BE49-F238E27FC236}">
                  <a16:creationId xmlns:a16="http://schemas.microsoft.com/office/drawing/2014/main" id="{B189A66E-5931-168D-909B-33840E15D57B}"/>
                </a:ext>
              </a:extLst>
            </p:cNvPr>
            <p:cNvSpPr/>
            <p:nvPr/>
          </p:nvSpPr>
          <p:spPr>
            <a:xfrm>
              <a:off x="4612515" y="1554699"/>
              <a:ext cx="35513" cy="35513"/>
            </a:xfrm>
            <a:prstGeom prst="ellipse">
              <a:avLst/>
            </a:prstGeom>
            <a:gradFill flip="none" rotWithShape="1">
              <a:gsLst>
                <a:gs pos="0">
                  <a:srgbClr val="E3EDF6"/>
                </a:gs>
                <a:gs pos="43000">
                  <a:srgbClr val="79A9D6"/>
                </a:gs>
                <a:gs pos="100000">
                  <a:srgbClr val="437DB3"/>
                </a:gs>
              </a:gsLst>
              <a:lin ang="2700000" scaled="1"/>
              <a:tileRect/>
            </a:gradFill>
            <a:ln w="2540" cap="rnd" cmpd="sng" algn="ctr">
              <a:noFill/>
              <a:prstDash val="solid"/>
              <a:round/>
              <a:headEnd type="none" w="med" len="med"/>
              <a:tailEnd type="none" w="med" len="med"/>
            </a:ln>
            <a:effectLst/>
          </p:spPr>
        </p:sp>
        <p:sp>
          <p:nvSpPr>
            <p:cNvPr id="3179" name="ellipse_2258">
              <a:extLst>
                <a:ext uri="{FF2B5EF4-FFF2-40B4-BE49-F238E27FC236}">
                  <a16:creationId xmlns:a16="http://schemas.microsoft.com/office/drawing/2014/main" id="{B9D9E36E-8C68-B7ED-6E06-DABC69627926}"/>
                </a:ext>
              </a:extLst>
            </p:cNvPr>
            <p:cNvSpPr/>
            <p:nvPr/>
          </p:nvSpPr>
          <p:spPr>
            <a:xfrm>
              <a:off x="4293316" y="1609491"/>
              <a:ext cx="35894" cy="35894"/>
            </a:xfrm>
            <a:prstGeom prst="ellipse">
              <a:avLst/>
            </a:prstGeom>
            <a:gradFill flip="none" rotWithShape="1">
              <a:gsLst>
                <a:gs pos="0">
                  <a:srgbClr val="E6EFF7"/>
                </a:gs>
                <a:gs pos="43000">
                  <a:srgbClr val="85B1DA"/>
                </a:gs>
                <a:gs pos="100000">
                  <a:srgbClr val="5186B8"/>
                </a:gs>
              </a:gsLst>
              <a:lin ang="2700000" scaled="1"/>
              <a:tileRect/>
            </a:gradFill>
            <a:ln w="2540" cap="rnd" cmpd="sng" algn="ctr">
              <a:noFill/>
              <a:prstDash val="solid"/>
              <a:round/>
              <a:headEnd type="none" w="med" len="med"/>
              <a:tailEnd type="none" w="med" len="med"/>
            </a:ln>
            <a:effectLst/>
          </p:spPr>
        </p:sp>
        <p:sp>
          <p:nvSpPr>
            <p:cNvPr id="3180" name="ellipse_2259">
              <a:extLst>
                <a:ext uri="{FF2B5EF4-FFF2-40B4-BE49-F238E27FC236}">
                  <a16:creationId xmlns:a16="http://schemas.microsoft.com/office/drawing/2014/main" id="{0F548784-A3B4-9B4A-9914-05B283DCBB79}"/>
                </a:ext>
              </a:extLst>
            </p:cNvPr>
            <p:cNvSpPr/>
            <p:nvPr/>
          </p:nvSpPr>
          <p:spPr>
            <a:xfrm>
              <a:off x="4465841" y="1446603"/>
              <a:ext cx="29343" cy="29343"/>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3181" name="ellipse_2260">
              <a:extLst>
                <a:ext uri="{FF2B5EF4-FFF2-40B4-BE49-F238E27FC236}">
                  <a16:creationId xmlns:a16="http://schemas.microsoft.com/office/drawing/2014/main" id="{1381BD23-89B4-214D-7DB6-E5F46F8E22FC}"/>
                </a:ext>
              </a:extLst>
            </p:cNvPr>
            <p:cNvSpPr/>
            <p:nvPr/>
          </p:nvSpPr>
          <p:spPr>
            <a:xfrm>
              <a:off x="4395565" y="1451343"/>
              <a:ext cx="34062" cy="34062"/>
            </a:xfrm>
            <a:prstGeom prst="ellipse">
              <a:avLst/>
            </a:prstGeom>
            <a:gradFill flip="none" rotWithShape="1">
              <a:gsLst>
                <a:gs pos="0">
                  <a:srgbClr val="F8E3E4"/>
                </a:gs>
                <a:gs pos="43000">
                  <a:srgbClr val="DC797E"/>
                </a:gs>
                <a:gs pos="100000">
                  <a:srgbClr val="B5464E"/>
                </a:gs>
              </a:gsLst>
              <a:lin ang="2700000" scaled="1"/>
              <a:tileRect/>
            </a:gradFill>
            <a:ln w="2540" cap="rnd" cmpd="sng" algn="ctr">
              <a:noFill/>
              <a:prstDash val="solid"/>
              <a:round/>
              <a:headEnd type="none" w="med" len="med"/>
              <a:tailEnd type="none" w="med" len="med"/>
            </a:ln>
            <a:effectLst/>
          </p:spPr>
        </p:sp>
        <p:sp>
          <p:nvSpPr>
            <p:cNvPr id="3182" name="ellipse_2261">
              <a:extLst>
                <a:ext uri="{FF2B5EF4-FFF2-40B4-BE49-F238E27FC236}">
                  <a16:creationId xmlns:a16="http://schemas.microsoft.com/office/drawing/2014/main" id="{9D315476-4AE9-8981-F97B-C78E66EE686E}"/>
                </a:ext>
              </a:extLst>
            </p:cNvPr>
            <p:cNvSpPr/>
            <p:nvPr/>
          </p:nvSpPr>
          <p:spPr>
            <a:xfrm>
              <a:off x="4447971" y="1453977"/>
              <a:ext cx="20526" cy="20526"/>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3183" name="ellipse_2262">
              <a:extLst>
                <a:ext uri="{FF2B5EF4-FFF2-40B4-BE49-F238E27FC236}">
                  <a16:creationId xmlns:a16="http://schemas.microsoft.com/office/drawing/2014/main" id="{C879542E-CE64-880B-74E7-0C393D1E7F57}"/>
                </a:ext>
              </a:extLst>
            </p:cNvPr>
            <p:cNvSpPr/>
            <p:nvPr/>
          </p:nvSpPr>
          <p:spPr>
            <a:xfrm>
              <a:off x="4414105" y="1439212"/>
              <a:ext cx="23231" cy="23231"/>
            </a:xfrm>
            <a:prstGeom prst="ellipse">
              <a:avLst/>
            </a:prstGeom>
            <a:gradFill flip="none" rotWithShape="1">
              <a:gsLst>
                <a:gs pos="0">
                  <a:srgbClr val="F9E8E8"/>
                </a:gs>
                <a:gs pos="43000">
                  <a:srgbClr val="E18F93"/>
                </a:gs>
                <a:gs pos="100000">
                  <a:srgbClr val="BA5F66"/>
                </a:gs>
              </a:gsLst>
              <a:lin ang="2700000" scaled="1"/>
              <a:tileRect/>
            </a:gradFill>
            <a:ln w="2540" cap="rnd" cmpd="sng" algn="ctr">
              <a:noFill/>
              <a:prstDash val="solid"/>
              <a:round/>
              <a:headEnd type="none" w="med" len="med"/>
              <a:tailEnd type="none" w="med" len="med"/>
            </a:ln>
            <a:effectLst/>
          </p:spPr>
        </p:sp>
        <p:sp>
          <p:nvSpPr>
            <p:cNvPr id="3184" name="ellipse_2263">
              <a:extLst>
                <a:ext uri="{FF2B5EF4-FFF2-40B4-BE49-F238E27FC236}">
                  <a16:creationId xmlns:a16="http://schemas.microsoft.com/office/drawing/2014/main" id="{EF3161AB-798E-8F51-3133-391AEC168810}"/>
                </a:ext>
              </a:extLst>
            </p:cNvPr>
            <p:cNvSpPr/>
            <p:nvPr/>
          </p:nvSpPr>
          <p:spPr>
            <a:xfrm>
              <a:off x="4382949" y="1613377"/>
              <a:ext cx="25360" cy="25360"/>
            </a:xfrm>
            <a:prstGeom prst="ellipse">
              <a:avLst/>
            </a:prstGeom>
            <a:gradFill flip="none" rotWithShape="1">
              <a:gsLst>
                <a:gs pos="0">
                  <a:srgbClr val="E4EEF7"/>
                </a:gs>
                <a:gs pos="43000">
                  <a:srgbClr val="7DABD7"/>
                </a:gs>
                <a:gs pos="100000">
                  <a:srgbClr val="4880B4"/>
                </a:gs>
              </a:gsLst>
              <a:lin ang="2700000" scaled="1"/>
              <a:tileRect/>
            </a:gradFill>
            <a:ln w="2540" cap="rnd" cmpd="sng" algn="ctr">
              <a:noFill/>
              <a:prstDash val="solid"/>
              <a:round/>
              <a:headEnd type="none" w="med" len="med"/>
              <a:tailEnd type="none" w="med" len="med"/>
            </a:ln>
            <a:effectLst/>
          </p:spPr>
        </p:sp>
        <p:sp>
          <p:nvSpPr>
            <p:cNvPr id="3185" name="ellipse_2264">
              <a:extLst>
                <a:ext uri="{FF2B5EF4-FFF2-40B4-BE49-F238E27FC236}">
                  <a16:creationId xmlns:a16="http://schemas.microsoft.com/office/drawing/2014/main" id="{4CC7FDA3-7575-1AAA-F1C2-F25A95C982DE}"/>
                </a:ext>
              </a:extLst>
            </p:cNvPr>
            <p:cNvSpPr/>
            <p:nvPr/>
          </p:nvSpPr>
          <p:spPr>
            <a:xfrm>
              <a:off x="4431400" y="1599480"/>
              <a:ext cx="21660" cy="21660"/>
            </a:xfrm>
            <a:prstGeom prst="ellipse">
              <a:avLst/>
            </a:prstGeom>
            <a:gradFill flip="none" rotWithShape="1">
              <a:gsLst>
                <a:gs pos="0">
                  <a:srgbClr val="E8F0F8"/>
                </a:gs>
                <a:gs pos="43000">
                  <a:srgbClr val="8FB7DC"/>
                </a:gs>
                <a:gs pos="100000">
                  <a:srgbClr val="5C8DBB"/>
                </a:gs>
              </a:gsLst>
              <a:lin ang="2700000" scaled="1"/>
              <a:tileRect/>
            </a:gradFill>
            <a:ln w="2540" cap="rnd" cmpd="sng" algn="ctr">
              <a:noFill/>
              <a:prstDash val="solid"/>
              <a:round/>
              <a:headEnd type="none" w="med" len="med"/>
              <a:tailEnd type="none" w="med" len="med"/>
            </a:ln>
            <a:effectLst/>
          </p:spPr>
        </p:sp>
        <p:sp>
          <p:nvSpPr>
            <p:cNvPr id="3186" name="ellipse_2265">
              <a:extLst>
                <a:ext uri="{FF2B5EF4-FFF2-40B4-BE49-F238E27FC236}">
                  <a16:creationId xmlns:a16="http://schemas.microsoft.com/office/drawing/2014/main" id="{98629ABB-0A1C-BF02-D110-9B3A87A60124}"/>
                </a:ext>
              </a:extLst>
            </p:cNvPr>
            <p:cNvSpPr/>
            <p:nvPr/>
          </p:nvSpPr>
          <p:spPr>
            <a:xfrm>
              <a:off x="4137969" y="1490081"/>
              <a:ext cx="25196" cy="25196"/>
            </a:xfrm>
            <a:prstGeom prst="ellipse">
              <a:avLst/>
            </a:prstGeom>
            <a:gradFill flip="none" rotWithShape="1">
              <a:gsLst>
                <a:gs pos="0">
                  <a:srgbClr val="E4EDF7"/>
                </a:gs>
                <a:gs pos="43000">
                  <a:srgbClr val="7CABD7"/>
                </a:gs>
                <a:gs pos="100000">
                  <a:srgbClr val="467FB4"/>
                </a:gs>
              </a:gsLst>
              <a:lin ang="2700000" scaled="1"/>
              <a:tileRect/>
            </a:gradFill>
            <a:ln w="2540" cap="rnd" cmpd="sng" algn="ctr">
              <a:noFill/>
              <a:prstDash val="solid"/>
              <a:round/>
              <a:headEnd type="none" w="med" len="med"/>
              <a:tailEnd type="none" w="med" len="med"/>
            </a:ln>
            <a:effectLst/>
          </p:spPr>
        </p:sp>
        <p:sp>
          <p:nvSpPr>
            <p:cNvPr id="3187" name="ellipse_2266">
              <a:extLst>
                <a:ext uri="{FF2B5EF4-FFF2-40B4-BE49-F238E27FC236}">
                  <a16:creationId xmlns:a16="http://schemas.microsoft.com/office/drawing/2014/main" id="{89C81885-7458-3EAD-E8C0-257C8402E63C}"/>
                </a:ext>
              </a:extLst>
            </p:cNvPr>
            <p:cNvSpPr/>
            <p:nvPr/>
          </p:nvSpPr>
          <p:spPr>
            <a:xfrm>
              <a:off x="4390923" y="1523400"/>
              <a:ext cx="28756" cy="28756"/>
            </a:xfrm>
            <a:prstGeom prst="ellipse">
              <a:avLst/>
            </a:prstGeom>
            <a:gradFill flip="none" rotWithShape="1">
              <a:gsLst>
                <a:gs pos="0">
                  <a:srgbClr val="FBF3F4"/>
                </a:gs>
                <a:gs pos="43000">
                  <a:srgbClr val="EDC6CA"/>
                </a:gs>
                <a:gs pos="100000">
                  <a:srgbClr val="C89FA5"/>
                </a:gs>
              </a:gsLst>
              <a:lin ang="2700000" scaled="1"/>
              <a:tileRect/>
            </a:gradFill>
            <a:ln w="2540" cap="rnd" cmpd="sng" algn="ctr">
              <a:noFill/>
              <a:prstDash val="solid"/>
              <a:round/>
              <a:headEnd type="none" w="med" len="med"/>
              <a:tailEnd type="none" w="med" len="med"/>
            </a:ln>
            <a:effectLst/>
          </p:spPr>
        </p:sp>
        <p:sp>
          <p:nvSpPr>
            <p:cNvPr id="3188" name="ellipse_2267">
              <a:extLst>
                <a:ext uri="{FF2B5EF4-FFF2-40B4-BE49-F238E27FC236}">
                  <a16:creationId xmlns:a16="http://schemas.microsoft.com/office/drawing/2014/main" id="{D287E1BE-0D69-124D-D2B2-8A52AB8C070C}"/>
                </a:ext>
              </a:extLst>
            </p:cNvPr>
            <p:cNvSpPr/>
            <p:nvPr/>
          </p:nvSpPr>
          <p:spPr>
            <a:xfrm>
              <a:off x="4421907" y="1413437"/>
              <a:ext cx="21785" cy="21785"/>
            </a:xfrm>
            <a:prstGeom prst="ellipse">
              <a:avLst/>
            </a:prstGeom>
            <a:gradFill flip="none" rotWithShape="1">
              <a:gsLst>
                <a:gs pos="0">
                  <a:srgbClr val="FCF8F8"/>
                </a:gs>
                <a:gs pos="43000">
                  <a:srgbClr val="F1DCDF"/>
                </a:gs>
                <a:gs pos="100000">
                  <a:srgbClr val="CDB8BD"/>
                </a:gs>
              </a:gsLst>
              <a:lin ang="2700000" scaled="1"/>
              <a:tileRect/>
            </a:gradFill>
            <a:ln w="2540" cap="rnd" cmpd="sng" algn="ctr">
              <a:noFill/>
              <a:prstDash val="solid"/>
              <a:round/>
              <a:headEnd type="none" w="med" len="med"/>
              <a:tailEnd type="none" w="med" len="med"/>
            </a:ln>
            <a:effectLst/>
          </p:spPr>
        </p:sp>
        <p:sp>
          <p:nvSpPr>
            <p:cNvPr id="3189" name="ellipse_2268">
              <a:extLst>
                <a:ext uri="{FF2B5EF4-FFF2-40B4-BE49-F238E27FC236}">
                  <a16:creationId xmlns:a16="http://schemas.microsoft.com/office/drawing/2014/main" id="{7E518D7D-E859-7A80-8212-AD0AC225285B}"/>
                </a:ext>
              </a:extLst>
            </p:cNvPr>
            <p:cNvSpPr/>
            <p:nvPr/>
          </p:nvSpPr>
          <p:spPr>
            <a:xfrm>
              <a:off x="4389016" y="1638974"/>
              <a:ext cx="32977" cy="32977"/>
            </a:xfrm>
            <a:prstGeom prst="ellipse">
              <a:avLst/>
            </a:prstGeom>
            <a:gradFill flip="none" rotWithShape="1">
              <a:gsLst>
                <a:gs pos="0">
                  <a:srgbClr val="E2ECF6"/>
                </a:gs>
                <a:gs pos="43000">
                  <a:srgbClr val="73A5D4"/>
                </a:gs>
                <a:gs pos="100000">
                  <a:srgbClr val="3C78B1"/>
                </a:gs>
              </a:gsLst>
              <a:lin ang="2700000" scaled="1"/>
              <a:tileRect/>
            </a:gradFill>
            <a:ln w="2540" cap="rnd" cmpd="sng" algn="ctr">
              <a:noFill/>
              <a:prstDash val="solid"/>
              <a:round/>
              <a:headEnd type="none" w="med" len="med"/>
              <a:tailEnd type="none" w="med" len="med"/>
            </a:ln>
            <a:effectLst/>
          </p:spPr>
        </p:sp>
        <p:sp>
          <p:nvSpPr>
            <p:cNvPr id="3190" name="ellipse_2269">
              <a:extLst>
                <a:ext uri="{FF2B5EF4-FFF2-40B4-BE49-F238E27FC236}">
                  <a16:creationId xmlns:a16="http://schemas.microsoft.com/office/drawing/2014/main" id="{EF36DC69-B904-D54E-FF2C-B8B146BAF391}"/>
                </a:ext>
              </a:extLst>
            </p:cNvPr>
            <p:cNvSpPr/>
            <p:nvPr/>
          </p:nvSpPr>
          <p:spPr>
            <a:xfrm>
              <a:off x="4134968" y="1559389"/>
              <a:ext cx="34498" cy="34498"/>
            </a:xfrm>
            <a:prstGeom prst="ellipse">
              <a:avLst/>
            </a:prstGeom>
            <a:gradFill flip="none" rotWithShape="1">
              <a:gsLst>
                <a:gs pos="0">
                  <a:srgbClr val="F6F9FC"/>
                </a:gs>
                <a:gs pos="43000">
                  <a:srgbClr val="D6E4F1"/>
                </a:gs>
                <a:gs pos="100000">
                  <a:srgbClr val="AEC1D3"/>
                </a:gs>
              </a:gsLst>
              <a:lin ang="2700000" scaled="1"/>
              <a:tileRect/>
            </a:gradFill>
            <a:ln w="2540" cap="rnd" cmpd="sng" algn="ctr">
              <a:noFill/>
              <a:prstDash val="solid"/>
              <a:round/>
              <a:headEnd type="none" w="med" len="med"/>
              <a:tailEnd type="none" w="med" len="med"/>
            </a:ln>
            <a:effectLst/>
          </p:spPr>
        </p:sp>
        <p:sp>
          <p:nvSpPr>
            <p:cNvPr id="3191" name="ellipse_2270">
              <a:extLst>
                <a:ext uri="{FF2B5EF4-FFF2-40B4-BE49-F238E27FC236}">
                  <a16:creationId xmlns:a16="http://schemas.microsoft.com/office/drawing/2014/main" id="{E8E2B525-0546-8867-BE86-DF19F6E92EA9}"/>
                </a:ext>
              </a:extLst>
            </p:cNvPr>
            <p:cNvSpPr/>
            <p:nvPr/>
          </p:nvSpPr>
          <p:spPr>
            <a:xfrm>
              <a:off x="4362437" y="1655067"/>
              <a:ext cx="32745" cy="32745"/>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192" name="ellipse_2271">
              <a:extLst>
                <a:ext uri="{FF2B5EF4-FFF2-40B4-BE49-F238E27FC236}">
                  <a16:creationId xmlns:a16="http://schemas.microsoft.com/office/drawing/2014/main" id="{6F337645-F963-C98A-3976-D622563914BC}"/>
                </a:ext>
              </a:extLst>
            </p:cNvPr>
            <p:cNvSpPr/>
            <p:nvPr/>
          </p:nvSpPr>
          <p:spPr>
            <a:xfrm>
              <a:off x="4190384" y="1452612"/>
              <a:ext cx="23442" cy="23442"/>
            </a:xfrm>
            <a:prstGeom prst="ellipse">
              <a:avLst/>
            </a:prstGeom>
            <a:gradFill flip="none" rotWithShape="1">
              <a:gsLst>
                <a:gs pos="0">
                  <a:srgbClr val="E2ECF6"/>
                </a:gs>
                <a:gs pos="43000">
                  <a:srgbClr val="73A5D4"/>
                </a:gs>
                <a:gs pos="100000">
                  <a:srgbClr val="3C78B1"/>
                </a:gs>
              </a:gsLst>
              <a:lin ang="2700000" scaled="1"/>
              <a:tileRect/>
            </a:gradFill>
            <a:ln w="2540" cap="rnd" cmpd="sng" algn="ctr">
              <a:noFill/>
              <a:prstDash val="solid"/>
              <a:round/>
              <a:headEnd type="none" w="med" len="med"/>
              <a:tailEnd type="none" w="med" len="med"/>
            </a:ln>
            <a:effectLst/>
          </p:spPr>
        </p:sp>
        <p:sp>
          <p:nvSpPr>
            <p:cNvPr id="3193" name="ellipse_2272">
              <a:extLst>
                <a:ext uri="{FF2B5EF4-FFF2-40B4-BE49-F238E27FC236}">
                  <a16:creationId xmlns:a16="http://schemas.microsoft.com/office/drawing/2014/main" id="{6872C3C2-FE22-D6B4-864C-E75C5A2E40D1}"/>
                </a:ext>
              </a:extLst>
            </p:cNvPr>
            <p:cNvSpPr/>
            <p:nvPr/>
          </p:nvSpPr>
          <p:spPr>
            <a:xfrm>
              <a:off x="4191528" y="1431318"/>
              <a:ext cx="28918" cy="28918"/>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194" name="ellipse_2273">
              <a:extLst>
                <a:ext uri="{FF2B5EF4-FFF2-40B4-BE49-F238E27FC236}">
                  <a16:creationId xmlns:a16="http://schemas.microsoft.com/office/drawing/2014/main" id="{0BDE014B-EBBA-8F74-32F5-73F10D83737D}"/>
                </a:ext>
              </a:extLst>
            </p:cNvPr>
            <p:cNvSpPr/>
            <p:nvPr/>
          </p:nvSpPr>
          <p:spPr>
            <a:xfrm>
              <a:off x="4069030" y="1464721"/>
              <a:ext cx="29833" cy="29833"/>
            </a:xfrm>
            <a:prstGeom prst="ellipse">
              <a:avLst/>
            </a:prstGeom>
            <a:gradFill flip="none" rotWithShape="1">
              <a:gsLst>
                <a:gs pos="0">
                  <a:srgbClr val="E1ECF6"/>
                </a:gs>
                <a:gs pos="43000">
                  <a:srgbClr val="71A4D3"/>
                </a:gs>
                <a:gs pos="100000">
                  <a:srgbClr val="3978B0"/>
                </a:gs>
              </a:gsLst>
              <a:lin ang="2700000" scaled="1"/>
              <a:tileRect/>
            </a:gradFill>
            <a:ln w="2540" cap="rnd" cmpd="sng" algn="ctr">
              <a:noFill/>
              <a:prstDash val="solid"/>
              <a:round/>
              <a:headEnd type="none" w="med" len="med"/>
              <a:tailEnd type="none" w="med" len="med"/>
            </a:ln>
            <a:effectLst/>
          </p:spPr>
        </p:sp>
        <p:sp>
          <p:nvSpPr>
            <p:cNvPr id="3195" name="ellipse_2274">
              <a:extLst>
                <a:ext uri="{FF2B5EF4-FFF2-40B4-BE49-F238E27FC236}">
                  <a16:creationId xmlns:a16="http://schemas.microsoft.com/office/drawing/2014/main" id="{9594A850-BE0F-506A-F54F-254C4192C47F}"/>
                </a:ext>
              </a:extLst>
            </p:cNvPr>
            <p:cNvSpPr/>
            <p:nvPr/>
          </p:nvSpPr>
          <p:spPr>
            <a:xfrm>
              <a:off x="4366890" y="1406820"/>
              <a:ext cx="36480" cy="36480"/>
            </a:xfrm>
            <a:prstGeom prst="ellipse">
              <a:avLst/>
            </a:prstGeom>
            <a:gradFill flip="none" rotWithShape="1">
              <a:gsLst>
                <a:gs pos="0">
                  <a:srgbClr val="FAFCFD"/>
                </a:gs>
                <a:gs pos="43000">
                  <a:srgbClr val="E8EFF6"/>
                </a:gs>
                <a:gs pos="100000">
                  <a:srgbClr val="C2CED9"/>
                </a:gs>
              </a:gsLst>
              <a:lin ang="2700000" scaled="1"/>
              <a:tileRect/>
            </a:gradFill>
            <a:ln w="2540" cap="rnd" cmpd="sng" algn="ctr">
              <a:noFill/>
              <a:prstDash val="solid"/>
              <a:round/>
              <a:headEnd type="none" w="med" len="med"/>
              <a:tailEnd type="none" w="med" len="med"/>
            </a:ln>
            <a:effectLst/>
          </p:spPr>
        </p:sp>
        <p:sp>
          <p:nvSpPr>
            <p:cNvPr id="3196" name="ellipse_2275">
              <a:extLst>
                <a:ext uri="{FF2B5EF4-FFF2-40B4-BE49-F238E27FC236}">
                  <a16:creationId xmlns:a16="http://schemas.microsoft.com/office/drawing/2014/main" id="{893493FA-6CA8-6FAB-E0D1-1B808164EB61}"/>
                </a:ext>
              </a:extLst>
            </p:cNvPr>
            <p:cNvSpPr/>
            <p:nvPr/>
          </p:nvSpPr>
          <p:spPr>
            <a:xfrm>
              <a:off x="4539539" y="1639101"/>
              <a:ext cx="31994" cy="31994"/>
            </a:xfrm>
            <a:prstGeom prst="ellipse">
              <a:avLst/>
            </a:prstGeom>
            <a:gradFill flip="none" rotWithShape="1">
              <a:gsLst>
                <a:gs pos="0">
                  <a:srgbClr val="E2ECF6"/>
                </a:gs>
                <a:gs pos="43000">
                  <a:srgbClr val="72A4D4"/>
                </a:gs>
                <a:gs pos="100000">
                  <a:srgbClr val="3A78B1"/>
                </a:gs>
              </a:gsLst>
              <a:lin ang="2700000" scaled="1"/>
              <a:tileRect/>
            </a:gradFill>
            <a:ln w="2540" cap="rnd" cmpd="sng" algn="ctr">
              <a:noFill/>
              <a:prstDash val="solid"/>
              <a:round/>
              <a:headEnd type="none" w="med" len="med"/>
              <a:tailEnd type="none" w="med" len="med"/>
            </a:ln>
            <a:effectLst/>
          </p:spPr>
        </p:sp>
        <p:sp>
          <p:nvSpPr>
            <p:cNvPr id="3197" name="ellipse_2276">
              <a:extLst>
                <a:ext uri="{FF2B5EF4-FFF2-40B4-BE49-F238E27FC236}">
                  <a16:creationId xmlns:a16="http://schemas.microsoft.com/office/drawing/2014/main" id="{1EB7E0CD-FBAE-B37B-A83C-C40ECE09CE58}"/>
                </a:ext>
              </a:extLst>
            </p:cNvPr>
            <p:cNvSpPr/>
            <p:nvPr/>
          </p:nvSpPr>
          <p:spPr>
            <a:xfrm>
              <a:off x="4549589" y="1539226"/>
              <a:ext cx="29499" cy="29499"/>
            </a:xfrm>
            <a:prstGeom prst="ellipse">
              <a:avLst/>
            </a:prstGeom>
            <a:gradFill flip="none" rotWithShape="1">
              <a:gsLst>
                <a:gs pos="0">
                  <a:srgbClr val="EFF4FA"/>
                </a:gs>
                <a:gs pos="43000">
                  <a:srgbClr val="B2CDE7"/>
                </a:gs>
                <a:gs pos="100000">
                  <a:srgbClr val="84A6C7"/>
                </a:gs>
              </a:gsLst>
              <a:lin ang="2700000" scaled="1"/>
              <a:tileRect/>
            </a:gradFill>
            <a:ln w="2540" cap="rnd" cmpd="sng" algn="ctr">
              <a:noFill/>
              <a:prstDash val="solid"/>
              <a:round/>
              <a:headEnd type="none" w="med" len="med"/>
              <a:tailEnd type="none" w="med" len="med"/>
            </a:ln>
            <a:effectLst/>
          </p:spPr>
        </p:sp>
        <p:sp>
          <p:nvSpPr>
            <p:cNvPr id="3198" name="ellipse_2277">
              <a:extLst>
                <a:ext uri="{FF2B5EF4-FFF2-40B4-BE49-F238E27FC236}">
                  <a16:creationId xmlns:a16="http://schemas.microsoft.com/office/drawing/2014/main" id="{6400DA37-E777-B2FD-367F-D3725F6FEAB3}"/>
                </a:ext>
              </a:extLst>
            </p:cNvPr>
            <p:cNvSpPr/>
            <p:nvPr/>
          </p:nvSpPr>
          <p:spPr>
            <a:xfrm>
              <a:off x="4446293" y="1479918"/>
              <a:ext cx="27511" cy="27511"/>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3199" name="ellipse_2278">
              <a:extLst>
                <a:ext uri="{FF2B5EF4-FFF2-40B4-BE49-F238E27FC236}">
                  <a16:creationId xmlns:a16="http://schemas.microsoft.com/office/drawing/2014/main" id="{8F2C24C3-B594-697B-EAFE-8AB4A21A7437}"/>
                </a:ext>
              </a:extLst>
            </p:cNvPr>
            <p:cNvSpPr/>
            <p:nvPr/>
          </p:nvSpPr>
          <p:spPr>
            <a:xfrm>
              <a:off x="4355108" y="1592089"/>
              <a:ext cx="22851" cy="22851"/>
            </a:xfrm>
            <a:prstGeom prst="ellipse">
              <a:avLst/>
            </a:prstGeom>
            <a:gradFill flip="none" rotWithShape="1">
              <a:gsLst>
                <a:gs pos="0">
                  <a:srgbClr val="E7EFF7"/>
                </a:gs>
                <a:gs pos="43000">
                  <a:srgbClr val="8AB3DA"/>
                </a:gs>
                <a:gs pos="100000">
                  <a:srgbClr val="5689B8"/>
                </a:gs>
              </a:gsLst>
              <a:lin ang="2700000" scaled="1"/>
              <a:tileRect/>
            </a:gradFill>
            <a:ln w="2540" cap="rnd" cmpd="sng" algn="ctr">
              <a:noFill/>
              <a:prstDash val="solid"/>
              <a:round/>
              <a:headEnd type="none" w="med" len="med"/>
              <a:tailEnd type="none" w="med" len="med"/>
            </a:ln>
            <a:effectLst/>
          </p:spPr>
        </p:sp>
        <p:sp>
          <p:nvSpPr>
            <p:cNvPr id="512" name="ellipse_2279">
              <a:extLst>
                <a:ext uri="{FF2B5EF4-FFF2-40B4-BE49-F238E27FC236}">
                  <a16:creationId xmlns:a16="http://schemas.microsoft.com/office/drawing/2014/main" id="{99884275-23C2-B8C5-F260-89E52CBC96FC}"/>
                </a:ext>
              </a:extLst>
            </p:cNvPr>
            <p:cNvSpPr/>
            <p:nvPr/>
          </p:nvSpPr>
          <p:spPr>
            <a:xfrm>
              <a:off x="4334201" y="1374235"/>
              <a:ext cx="33937" cy="33937"/>
            </a:xfrm>
            <a:prstGeom prst="ellipse">
              <a:avLst/>
            </a:prstGeom>
            <a:gradFill flip="none" rotWithShape="1">
              <a:gsLst>
                <a:gs pos="0">
                  <a:srgbClr val="E7F0F8"/>
                </a:gs>
                <a:gs pos="43000">
                  <a:srgbClr val="8EB6DC"/>
                </a:gs>
                <a:gs pos="100000">
                  <a:srgbClr val="5B8CBA"/>
                </a:gs>
              </a:gsLst>
              <a:lin ang="2700000" scaled="1"/>
              <a:tileRect/>
            </a:gradFill>
            <a:ln w="2540" cap="rnd" cmpd="sng" algn="ctr">
              <a:noFill/>
              <a:prstDash val="solid"/>
              <a:round/>
              <a:headEnd type="none" w="med" len="med"/>
              <a:tailEnd type="none" w="med" len="med"/>
            </a:ln>
            <a:effectLst/>
          </p:spPr>
        </p:sp>
        <p:sp>
          <p:nvSpPr>
            <p:cNvPr id="513" name="ellipse_2280">
              <a:extLst>
                <a:ext uri="{FF2B5EF4-FFF2-40B4-BE49-F238E27FC236}">
                  <a16:creationId xmlns:a16="http://schemas.microsoft.com/office/drawing/2014/main" id="{D661E13A-DC66-3D42-6F2A-37CD4B89B2CF}"/>
                </a:ext>
              </a:extLst>
            </p:cNvPr>
            <p:cNvSpPr/>
            <p:nvPr/>
          </p:nvSpPr>
          <p:spPr>
            <a:xfrm>
              <a:off x="4208173" y="1505071"/>
              <a:ext cx="28611" cy="28611"/>
            </a:xfrm>
            <a:prstGeom prst="ellipse">
              <a:avLst/>
            </a:prstGeom>
            <a:gradFill flip="none" rotWithShape="1">
              <a:gsLst>
                <a:gs pos="0">
                  <a:srgbClr val="E7EFF8"/>
                </a:gs>
                <a:gs pos="43000">
                  <a:srgbClr val="8BB4DB"/>
                </a:gs>
                <a:gs pos="100000">
                  <a:srgbClr val="578AB9"/>
                </a:gs>
              </a:gsLst>
              <a:lin ang="2700000" scaled="1"/>
              <a:tileRect/>
            </a:gradFill>
            <a:ln w="2540" cap="rnd" cmpd="sng" algn="ctr">
              <a:noFill/>
              <a:prstDash val="solid"/>
              <a:round/>
              <a:headEnd type="none" w="med" len="med"/>
              <a:tailEnd type="none" w="med" len="med"/>
            </a:ln>
            <a:effectLst/>
          </p:spPr>
        </p:sp>
        <p:sp>
          <p:nvSpPr>
            <p:cNvPr id="514" name="ellipse_2281">
              <a:extLst>
                <a:ext uri="{FF2B5EF4-FFF2-40B4-BE49-F238E27FC236}">
                  <a16:creationId xmlns:a16="http://schemas.microsoft.com/office/drawing/2014/main" id="{BDDCEF9A-F4EC-1DD1-94B9-F458E915CC52}"/>
                </a:ext>
              </a:extLst>
            </p:cNvPr>
            <p:cNvSpPr/>
            <p:nvPr/>
          </p:nvSpPr>
          <p:spPr>
            <a:xfrm>
              <a:off x="4351038" y="1462430"/>
              <a:ext cx="22124" cy="22124"/>
            </a:xfrm>
            <a:prstGeom prst="ellipse">
              <a:avLst/>
            </a:prstGeom>
            <a:gradFill flip="none" rotWithShape="1">
              <a:gsLst>
                <a:gs pos="0">
                  <a:srgbClr val="FCF9F9"/>
                </a:gs>
                <a:gs pos="43000">
                  <a:srgbClr val="F2E0E2"/>
                </a:gs>
                <a:gs pos="100000">
                  <a:srgbClr val="CEBDC2"/>
                </a:gs>
              </a:gsLst>
              <a:lin ang="2700000" scaled="1"/>
              <a:tileRect/>
            </a:gradFill>
            <a:ln w="2540" cap="rnd" cmpd="sng" algn="ctr">
              <a:noFill/>
              <a:prstDash val="solid"/>
              <a:round/>
              <a:headEnd type="none" w="med" len="med"/>
              <a:tailEnd type="none" w="med" len="med"/>
            </a:ln>
            <a:effectLst/>
          </p:spPr>
        </p:sp>
        <p:sp>
          <p:nvSpPr>
            <p:cNvPr id="515" name="ellipse_2282">
              <a:extLst>
                <a:ext uri="{FF2B5EF4-FFF2-40B4-BE49-F238E27FC236}">
                  <a16:creationId xmlns:a16="http://schemas.microsoft.com/office/drawing/2014/main" id="{7615B754-464F-BA41-FBD2-A0537253B7F4}"/>
                </a:ext>
              </a:extLst>
            </p:cNvPr>
            <p:cNvSpPr/>
            <p:nvPr/>
          </p:nvSpPr>
          <p:spPr>
            <a:xfrm>
              <a:off x="4165466" y="1438010"/>
              <a:ext cx="20358" cy="20358"/>
            </a:xfrm>
            <a:prstGeom prst="ellipse">
              <a:avLst/>
            </a:prstGeom>
            <a:gradFill flip="none" rotWithShape="1">
              <a:gsLst>
                <a:gs pos="0">
                  <a:srgbClr val="E1ECF6"/>
                </a:gs>
                <a:gs pos="43000">
                  <a:srgbClr val="71A4D3"/>
                </a:gs>
                <a:gs pos="100000">
                  <a:srgbClr val="3977B0"/>
                </a:gs>
              </a:gsLst>
              <a:lin ang="2700000" scaled="1"/>
              <a:tileRect/>
            </a:gradFill>
            <a:ln w="2540" cap="rnd" cmpd="sng" algn="ctr">
              <a:noFill/>
              <a:prstDash val="solid"/>
              <a:round/>
              <a:headEnd type="none" w="med" len="med"/>
              <a:tailEnd type="none" w="med" len="med"/>
            </a:ln>
            <a:effectLst/>
          </p:spPr>
        </p:sp>
        <p:sp>
          <p:nvSpPr>
            <p:cNvPr id="516" name="ellipse_2283">
              <a:extLst>
                <a:ext uri="{FF2B5EF4-FFF2-40B4-BE49-F238E27FC236}">
                  <a16:creationId xmlns:a16="http://schemas.microsoft.com/office/drawing/2014/main" id="{87BD22C6-2EE1-2C20-C521-B20EA615DE8D}"/>
                </a:ext>
              </a:extLst>
            </p:cNvPr>
            <p:cNvSpPr/>
            <p:nvPr/>
          </p:nvSpPr>
          <p:spPr>
            <a:xfrm>
              <a:off x="4536548" y="1543850"/>
              <a:ext cx="20077" cy="20077"/>
            </a:xfrm>
            <a:prstGeom prst="ellipse">
              <a:avLst/>
            </a:prstGeom>
            <a:gradFill flip="none" rotWithShape="1">
              <a:gsLst>
                <a:gs pos="0">
                  <a:srgbClr val="F4F8FB"/>
                </a:gs>
                <a:gs pos="43000">
                  <a:srgbClr val="C8DBED"/>
                </a:gs>
                <a:gs pos="100000">
                  <a:srgbClr val="9EB7CE"/>
                </a:gs>
              </a:gsLst>
              <a:lin ang="2700000" scaled="1"/>
              <a:tileRect/>
            </a:gradFill>
            <a:ln w="2540" cap="rnd" cmpd="sng" algn="ctr">
              <a:noFill/>
              <a:prstDash val="solid"/>
              <a:round/>
              <a:headEnd type="none" w="med" len="med"/>
              <a:tailEnd type="none" w="med" len="med"/>
            </a:ln>
            <a:effectLst/>
          </p:spPr>
        </p:sp>
        <p:sp>
          <p:nvSpPr>
            <p:cNvPr id="517" name="ellipse_2284">
              <a:extLst>
                <a:ext uri="{FF2B5EF4-FFF2-40B4-BE49-F238E27FC236}">
                  <a16:creationId xmlns:a16="http://schemas.microsoft.com/office/drawing/2014/main" id="{4308A58F-5A49-ED74-8ED1-1CB0FBB7C926}"/>
                </a:ext>
              </a:extLst>
            </p:cNvPr>
            <p:cNvSpPr/>
            <p:nvPr/>
          </p:nvSpPr>
          <p:spPr>
            <a:xfrm>
              <a:off x="4385205" y="1582957"/>
              <a:ext cx="35418" cy="35418"/>
            </a:xfrm>
            <a:prstGeom prst="ellipse">
              <a:avLst/>
            </a:prstGeom>
            <a:gradFill flip="none" rotWithShape="1">
              <a:gsLst>
                <a:gs pos="0">
                  <a:srgbClr val="E9F1F8"/>
                </a:gs>
                <a:gs pos="43000">
                  <a:srgbClr val="95BBDE"/>
                </a:gs>
                <a:gs pos="100000">
                  <a:srgbClr val="6391BD"/>
                </a:gs>
              </a:gsLst>
              <a:lin ang="2700000" scaled="1"/>
              <a:tileRect/>
            </a:gradFill>
            <a:ln w="2540" cap="rnd" cmpd="sng" algn="ctr">
              <a:noFill/>
              <a:prstDash val="solid"/>
              <a:round/>
              <a:headEnd type="none" w="med" len="med"/>
              <a:tailEnd type="none" w="med" len="med"/>
            </a:ln>
            <a:effectLst/>
          </p:spPr>
        </p:sp>
        <p:sp>
          <p:nvSpPr>
            <p:cNvPr id="518" name="ellipse_2285">
              <a:extLst>
                <a:ext uri="{FF2B5EF4-FFF2-40B4-BE49-F238E27FC236}">
                  <a16:creationId xmlns:a16="http://schemas.microsoft.com/office/drawing/2014/main" id="{79C8A230-00C2-8D82-8120-7000D6687F7E}"/>
                </a:ext>
              </a:extLst>
            </p:cNvPr>
            <p:cNvSpPr/>
            <p:nvPr/>
          </p:nvSpPr>
          <p:spPr>
            <a:xfrm>
              <a:off x="4454362" y="1598960"/>
              <a:ext cx="22052" cy="22052"/>
            </a:xfrm>
            <a:prstGeom prst="ellipse">
              <a:avLst/>
            </a:prstGeom>
            <a:gradFill flip="none" rotWithShape="1">
              <a:gsLst>
                <a:gs pos="0">
                  <a:srgbClr val="E8F0F8"/>
                </a:gs>
                <a:gs pos="43000">
                  <a:srgbClr val="90B7DC"/>
                </a:gs>
                <a:gs pos="100000">
                  <a:srgbClr val="5D8DBB"/>
                </a:gs>
              </a:gsLst>
              <a:lin ang="2700000" scaled="1"/>
              <a:tileRect/>
            </a:gradFill>
            <a:ln w="2540" cap="rnd" cmpd="sng" algn="ctr">
              <a:noFill/>
              <a:prstDash val="solid"/>
              <a:round/>
              <a:headEnd type="none" w="med" len="med"/>
              <a:tailEnd type="none" w="med" len="med"/>
            </a:ln>
            <a:effectLst/>
          </p:spPr>
        </p:sp>
        <p:sp>
          <p:nvSpPr>
            <p:cNvPr id="519" name="ellipse_2286">
              <a:extLst>
                <a:ext uri="{FF2B5EF4-FFF2-40B4-BE49-F238E27FC236}">
                  <a16:creationId xmlns:a16="http://schemas.microsoft.com/office/drawing/2014/main" id="{06DDE734-1435-F655-A9C0-39875C7AAAB3}"/>
                </a:ext>
              </a:extLst>
            </p:cNvPr>
            <p:cNvSpPr/>
            <p:nvPr/>
          </p:nvSpPr>
          <p:spPr>
            <a:xfrm>
              <a:off x="4291069" y="1582444"/>
              <a:ext cx="24245" cy="24245"/>
            </a:xfrm>
            <a:prstGeom prst="ellipse">
              <a:avLst/>
            </a:prstGeom>
            <a:gradFill flip="none" rotWithShape="1">
              <a:gsLst>
                <a:gs pos="0">
                  <a:srgbClr val="E9F1F8"/>
                </a:gs>
                <a:gs pos="43000">
                  <a:srgbClr val="95BBDE"/>
                </a:gs>
                <a:gs pos="100000">
                  <a:srgbClr val="6391BD"/>
                </a:gs>
              </a:gsLst>
              <a:lin ang="2700000" scaled="1"/>
              <a:tileRect/>
            </a:gradFill>
            <a:ln w="2540" cap="rnd" cmpd="sng" algn="ctr">
              <a:noFill/>
              <a:prstDash val="solid"/>
              <a:round/>
              <a:headEnd type="none" w="med" len="med"/>
              <a:tailEnd type="none" w="med" len="med"/>
            </a:ln>
            <a:effectLst/>
          </p:spPr>
        </p:sp>
        <p:sp>
          <p:nvSpPr>
            <p:cNvPr id="520" name="ellipse_2287">
              <a:extLst>
                <a:ext uri="{FF2B5EF4-FFF2-40B4-BE49-F238E27FC236}">
                  <a16:creationId xmlns:a16="http://schemas.microsoft.com/office/drawing/2014/main" id="{951E5358-94B2-C23B-3124-69A310A51632}"/>
                </a:ext>
              </a:extLst>
            </p:cNvPr>
            <p:cNvSpPr/>
            <p:nvPr/>
          </p:nvSpPr>
          <p:spPr>
            <a:xfrm>
              <a:off x="4344184" y="1617285"/>
              <a:ext cx="22334" cy="22334"/>
            </a:xfrm>
            <a:prstGeom prst="ellipse">
              <a:avLst/>
            </a:prstGeom>
            <a:gradFill flip="none" rotWithShape="1">
              <a:gsLst>
                <a:gs pos="0">
                  <a:srgbClr val="E4EDF6"/>
                </a:gs>
                <a:gs pos="43000">
                  <a:srgbClr val="7BAAD6"/>
                </a:gs>
                <a:gs pos="100000">
                  <a:srgbClr val="457EB3"/>
                </a:gs>
              </a:gsLst>
              <a:lin ang="2700000" scaled="1"/>
              <a:tileRect/>
            </a:gradFill>
            <a:ln w="2540" cap="rnd" cmpd="sng" algn="ctr">
              <a:noFill/>
              <a:prstDash val="solid"/>
              <a:round/>
              <a:headEnd type="none" w="med" len="med"/>
              <a:tailEnd type="none" w="med" len="med"/>
            </a:ln>
            <a:effectLst/>
          </p:spPr>
        </p:sp>
        <p:sp>
          <p:nvSpPr>
            <p:cNvPr id="521" name="ellipse_2288">
              <a:extLst>
                <a:ext uri="{FF2B5EF4-FFF2-40B4-BE49-F238E27FC236}">
                  <a16:creationId xmlns:a16="http://schemas.microsoft.com/office/drawing/2014/main" id="{F3AA18D8-5FA6-90FF-7D06-6A5BF7FB6E9A}"/>
                </a:ext>
              </a:extLst>
            </p:cNvPr>
            <p:cNvSpPr/>
            <p:nvPr/>
          </p:nvSpPr>
          <p:spPr>
            <a:xfrm>
              <a:off x="4426069" y="1482377"/>
              <a:ext cx="19818" cy="19818"/>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33" name="ellipse_2289">
              <a:extLst>
                <a:ext uri="{FF2B5EF4-FFF2-40B4-BE49-F238E27FC236}">
                  <a16:creationId xmlns:a16="http://schemas.microsoft.com/office/drawing/2014/main" id="{F526CC9A-DB9F-64DB-2AD5-D267C3A88B66}"/>
                </a:ext>
              </a:extLst>
            </p:cNvPr>
            <p:cNvSpPr/>
            <p:nvPr/>
          </p:nvSpPr>
          <p:spPr>
            <a:xfrm>
              <a:off x="4442307" y="1575762"/>
              <a:ext cx="27470" cy="27470"/>
            </a:xfrm>
            <a:prstGeom prst="ellipse">
              <a:avLst/>
            </a:prstGeom>
            <a:gradFill flip="none" rotWithShape="1">
              <a:gsLst>
                <a:gs pos="0">
                  <a:srgbClr val="EFF5FA"/>
                </a:gs>
                <a:gs pos="43000">
                  <a:srgbClr val="B3CEE7"/>
                </a:gs>
                <a:gs pos="100000">
                  <a:srgbClr val="86A8C7"/>
                </a:gs>
              </a:gsLst>
              <a:lin ang="2700000" scaled="1"/>
              <a:tileRect/>
            </a:gradFill>
            <a:ln w="2540" cap="rnd" cmpd="sng" algn="ctr">
              <a:noFill/>
              <a:prstDash val="solid"/>
              <a:round/>
              <a:headEnd type="none" w="med" len="med"/>
              <a:tailEnd type="none" w="med" len="med"/>
            </a:ln>
            <a:effectLst/>
          </p:spPr>
        </p:sp>
        <p:sp>
          <p:nvSpPr>
            <p:cNvPr id="534" name="ellipse_2290">
              <a:extLst>
                <a:ext uri="{FF2B5EF4-FFF2-40B4-BE49-F238E27FC236}">
                  <a16:creationId xmlns:a16="http://schemas.microsoft.com/office/drawing/2014/main" id="{DAFA2D89-57AC-B977-5951-5C8E24C0029C}"/>
                </a:ext>
              </a:extLst>
            </p:cNvPr>
            <p:cNvSpPr/>
            <p:nvPr/>
          </p:nvSpPr>
          <p:spPr>
            <a:xfrm>
              <a:off x="4523153" y="1390255"/>
              <a:ext cx="35635" cy="35635"/>
            </a:xfrm>
            <a:prstGeom prst="ellipse">
              <a:avLst/>
            </a:prstGeom>
            <a:gradFill flip="none" rotWithShape="1">
              <a:gsLst>
                <a:gs pos="0">
                  <a:srgbClr val="EFF4FA"/>
                </a:gs>
                <a:gs pos="43000">
                  <a:srgbClr val="B1CDE7"/>
                </a:gs>
                <a:gs pos="100000">
                  <a:srgbClr val="83A6C7"/>
                </a:gs>
              </a:gsLst>
              <a:lin ang="2700000" scaled="1"/>
              <a:tileRect/>
            </a:gradFill>
            <a:ln w="2540" cap="rnd" cmpd="sng" algn="ctr">
              <a:noFill/>
              <a:prstDash val="solid"/>
              <a:round/>
              <a:headEnd type="none" w="med" len="med"/>
              <a:tailEnd type="none" w="med" len="med"/>
            </a:ln>
            <a:effectLst/>
          </p:spPr>
        </p:sp>
        <p:sp>
          <p:nvSpPr>
            <p:cNvPr id="535" name="ellipse_2291">
              <a:extLst>
                <a:ext uri="{FF2B5EF4-FFF2-40B4-BE49-F238E27FC236}">
                  <a16:creationId xmlns:a16="http://schemas.microsoft.com/office/drawing/2014/main" id="{68BE0ACD-A6EA-B3EC-0AF5-1A6FCD66E808}"/>
                </a:ext>
              </a:extLst>
            </p:cNvPr>
            <p:cNvSpPr/>
            <p:nvPr/>
          </p:nvSpPr>
          <p:spPr>
            <a:xfrm>
              <a:off x="4236158" y="1526463"/>
              <a:ext cx="28446" cy="28446"/>
            </a:xfrm>
            <a:prstGeom prst="ellipse">
              <a:avLst/>
            </a:prstGeom>
            <a:gradFill flip="none" rotWithShape="1">
              <a:gsLst>
                <a:gs pos="0">
                  <a:srgbClr val="EAF2F9"/>
                </a:gs>
                <a:gs pos="43000">
                  <a:srgbClr val="9CBFE0"/>
                </a:gs>
                <a:gs pos="100000">
                  <a:srgbClr val="6A96BF"/>
                </a:gs>
              </a:gsLst>
              <a:lin ang="2700000" scaled="1"/>
              <a:tileRect/>
            </a:gradFill>
            <a:ln w="2540" cap="rnd" cmpd="sng" algn="ctr">
              <a:noFill/>
              <a:prstDash val="solid"/>
              <a:round/>
              <a:headEnd type="none" w="med" len="med"/>
              <a:tailEnd type="none" w="med" len="med"/>
            </a:ln>
            <a:effectLst/>
          </p:spPr>
        </p:sp>
        <p:sp>
          <p:nvSpPr>
            <p:cNvPr id="536" name="ellipse_2292">
              <a:extLst>
                <a:ext uri="{FF2B5EF4-FFF2-40B4-BE49-F238E27FC236}">
                  <a16:creationId xmlns:a16="http://schemas.microsoft.com/office/drawing/2014/main" id="{C81D89D4-C660-EAC6-F44B-DF422F90CAB8}"/>
                </a:ext>
              </a:extLst>
            </p:cNvPr>
            <p:cNvSpPr/>
            <p:nvPr/>
          </p:nvSpPr>
          <p:spPr>
            <a:xfrm>
              <a:off x="4170501" y="1585016"/>
              <a:ext cx="25613" cy="25613"/>
            </a:xfrm>
            <a:prstGeom prst="ellipse">
              <a:avLst/>
            </a:prstGeom>
            <a:gradFill flip="none" rotWithShape="1">
              <a:gsLst>
                <a:gs pos="0">
                  <a:srgbClr val="FBFCFE"/>
                </a:gs>
                <a:gs pos="43000">
                  <a:srgbClr val="ECF2F8"/>
                </a:gs>
                <a:gs pos="100000">
                  <a:srgbClr val="C7D1DA"/>
                </a:gs>
              </a:gsLst>
              <a:lin ang="2700000" scaled="1"/>
              <a:tileRect/>
            </a:gradFill>
            <a:ln w="2540" cap="rnd" cmpd="sng" algn="ctr">
              <a:noFill/>
              <a:prstDash val="solid"/>
              <a:round/>
              <a:headEnd type="none" w="med" len="med"/>
              <a:tailEnd type="none" w="med" len="med"/>
            </a:ln>
            <a:effectLst/>
          </p:spPr>
        </p:sp>
        <p:sp>
          <p:nvSpPr>
            <p:cNvPr id="537" name="ellipse_2293">
              <a:extLst>
                <a:ext uri="{FF2B5EF4-FFF2-40B4-BE49-F238E27FC236}">
                  <a16:creationId xmlns:a16="http://schemas.microsoft.com/office/drawing/2014/main" id="{339708E1-0139-8BA8-38E5-F44C61871971}"/>
                </a:ext>
              </a:extLst>
            </p:cNvPr>
            <p:cNvSpPr/>
            <p:nvPr/>
          </p:nvSpPr>
          <p:spPr>
            <a:xfrm>
              <a:off x="4426597" y="1550333"/>
              <a:ext cx="33399" cy="33399"/>
            </a:xfrm>
            <a:prstGeom prst="ellipse">
              <a:avLst/>
            </a:prstGeom>
            <a:gradFill flip="none" rotWithShape="1">
              <a:gsLst>
                <a:gs pos="0">
                  <a:srgbClr val="FCFDFE"/>
                </a:gs>
                <a:gs pos="43000">
                  <a:srgbClr val="F0F4F9"/>
                </a:gs>
                <a:gs pos="100000">
                  <a:srgbClr val="CCD4DC"/>
                </a:gs>
              </a:gsLst>
              <a:lin ang="2700000" scaled="1"/>
              <a:tileRect/>
            </a:gradFill>
            <a:ln w="2540" cap="rnd" cmpd="sng" algn="ctr">
              <a:noFill/>
              <a:prstDash val="solid"/>
              <a:round/>
              <a:headEnd type="none" w="med" len="med"/>
              <a:tailEnd type="none" w="med" len="med"/>
            </a:ln>
            <a:effectLst/>
          </p:spPr>
        </p:sp>
        <p:sp>
          <p:nvSpPr>
            <p:cNvPr id="538" name="ellipse_2294">
              <a:extLst>
                <a:ext uri="{FF2B5EF4-FFF2-40B4-BE49-F238E27FC236}">
                  <a16:creationId xmlns:a16="http://schemas.microsoft.com/office/drawing/2014/main" id="{A93C12C1-E4BF-B71F-7621-810C56A8A7A9}"/>
                </a:ext>
              </a:extLst>
            </p:cNvPr>
            <p:cNvSpPr/>
            <p:nvPr/>
          </p:nvSpPr>
          <p:spPr>
            <a:xfrm>
              <a:off x="4455596" y="1563737"/>
              <a:ext cx="21726" cy="21726"/>
            </a:xfrm>
            <a:prstGeom prst="ellipse">
              <a:avLst/>
            </a:prstGeom>
            <a:gradFill flip="none" rotWithShape="1">
              <a:gsLst>
                <a:gs pos="0">
                  <a:srgbClr val="F7FAFC"/>
                </a:gs>
                <a:gs pos="43000">
                  <a:srgbClr val="D8E5F2"/>
                </a:gs>
                <a:gs pos="100000">
                  <a:srgbClr val="B0C2D4"/>
                </a:gs>
              </a:gsLst>
              <a:lin ang="2700000" scaled="1"/>
              <a:tileRect/>
            </a:gradFill>
            <a:ln w="2540" cap="rnd" cmpd="sng" algn="ctr">
              <a:noFill/>
              <a:prstDash val="solid"/>
              <a:round/>
              <a:headEnd type="none" w="med" len="med"/>
              <a:tailEnd type="none" w="med" len="med"/>
            </a:ln>
            <a:effectLst/>
          </p:spPr>
        </p:sp>
        <p:sp>
          <p:nvSpPr>
            <p:cNvPr id="539" name="ellipse_2295">
              <a:extLst>
                <a:ext uri="{FF2B5EF4-FFF2-40B4-BE49-F238E27FC236}">
                  <a16:creationId xmlns:a16="http://schemas.microsoft.com/office/drawing/2014/main" id="{97FF0116-DDE5-83EB-873E-2042823F0E96}"/>
                </a:ext>
              </a:extLst>
            </p:cNvPr>
            <p:cNvSpPr/>
            <p:nvPr/>
          </p:nvSpPr>
          <p:spPr>
            <a:xfrm>
              <a:off x="4206873" y="1503948"/>
              <a:ext cx="19608" cy="19608"/>
            </a:xfrm>
            <a:prstGeom prst="ellipse">
              <a:avLst/>
            </a:prstGeom>
            <a:gradFill flip="none" rotWithShape="1">
              <a:gsLst>
                <a:gs pos="0">
                  <a:srgbClr val="E6EFF7"/>
                </a:gs>
                <a:gs pos="43000">
                  <a:srgbClr val="87B1DA"/>
                </a:gs>
                <a:gs pos="100000">
                  <a:srgbClr val="5287B8"/>
                </a:gs>
              </a:gsLst>
              <a:lin ang="2700000" scaled="1"/>
              <a:tileRect/>
            </a:gradFill>
            <a:ln w="2540" cap="rnd" cmpd="sng" algn="ctr">
              <a:noFill/>
              <a:prstDash val="solid"/>
              <a:round/>
              <a:headEnd type="none" w="med" len="med"/>
              <a:tailEnd type="none" w="med" len="med"/>
            </a:ln>
            <a:effectLst/>
          </p:spPr>
        </p:sp>
        <p:sp>
          <p:nvSpPr>
            <p:cNvPr id="540" name="ellipse_2296">
              <a:extLst>
                <a:ext uri="{FF2B5EF4-FFF2-40B4-BE49-F238E27FC236}">
                  <a16:creationId xmlns:a16="http://schemas.microsoft.com/office/drawing/2014/main" id="{FD60B231-8834-82BE-9692-D494A52CE300}"/>
                </a:ext>
              </a:extLst>
            </p:cNvPr>
            <p:cNvSpPr/>
            <p:nvPr/>
          </p:nvSpPr>
          <p:spPr>
            <a:xfrm>
              <a:off x="4164462" y="1485793"/>
              <a:ext cx="22000" cy="22000"/>
            </a:xfrm>
            <a:prstGeom prst="ellipse">
              <a:avLst/>
            </a:prstGeom>
            <a:gradFill flip="none" rotWithShape="1">
              <a:gsLst>
                <a:gs pos="0">
                  <a:srgbClr val="E3EDF6"/>
                </a:gs>
                <a:gs pos="43000">
                  <a:srgbClr val="7BAAD6"/>
                </a:gs>
                <a:gs pos="100000">
                  <a:srgbClr val="447EB3"/>
                </a:gs>
              </a:gsLst>
              <a:lin ang="2700000" scaled="1"/>
              <a:tileRect/>
            </a:gradFill>
            <a:ln w="2540" cap="rnd" cmpd="sng" algn="ctr">
              <a:noFill/>
              <a:prstDash val="solid"/>
              <a:round/>
              <a:headEnd type="none" w="med" len="med"/>
              <a:tailEnd type="none" w="med" len="med"/>
            </a:ln>
            <a:effectLst/>
          </p:spPr>
        </p:sp>
        <p:sp>
          <p:nvSpPr>
            <p:cNvPr id="541" name="ellipse_2297">
              <a:extLst>
                <a:ext uri="{FF2B5EF4-FFF2-40B4-BE49-F238E27FC236}">
                  <a16:creationId xmlns:a16="http://schemas.microsoft.com/office/drawing/2014/main" id="{A85000D9-CC61-6837-8C26-FCF3FFBF7E57}"/>
                </a:ext>
              </a:extLst>
            </p:cNvPr>
            <p:cNvSpPr/>
            <p:nvPr/>
          </p:nvSpPr>
          <p:spPr>
            <a:xfrm>
              <a:off x="4121930" y="1427187"/>
              <a:ext cx="36580" cy="36580"/>
            </a:xfrm>
            <a:prstGeom prst="ellipse">
              <a:avLst/>
            </a:prstGeom>
            <a:gradFill flip="none" rotWithShape="1">
              <a:gsLst>
                <a:gs pos="0">
                  <a:srgbClr val="E1ECF6"/>
                </a:gs>
                <a:gs pos="43000">
                  <a:srgbClr val="70A4D3"/>
                </a:gs>
                <a:gs pos="100000">
                  <a:srgbClr val="3977B0"/>
                </a:gs>
              </a:gsLst>
              <a:lin ang="2700000" scaled="1"/>
              <a:tileRect/>
            </a:gradFill>
            <a:ln w="2540" cap="rnd" cmpd="sng" algn="ctr">
              <a:noFill/>
              <a:prstDash val="solid"/>
              <a:round/>
              <a:headEnd type="none" w="med" len="med"/>
              <a:tailEnd type="none" w="med" len="med"/>
            </a:ln>
            <a:effectLst/>
          </p:spPr>
        </p:sp>
        <p:sp>
          <p:nvSpPr>
            <p:cNvPr id="542" name="ellipse_2298">
              <a:extLst>
                <a:ext uri="{FF2B5EF4-FFF2-40B4-BE49-F238E27FC236}">
                  <a16:creationId xmlns:a16="http://schemas.microsoft.com/office/drawing/2014/main" id="{73856FED-5950-793F-C74E-BDE62E57DCA4}"/>
                </a:ext>
              </a:extLst>
            </p:cNvPr>
            <p:cNvSpPr/>
            <p:nvPr/>
          </p:nvSpPr>
          <p:spPr>
            <a:xfrm>
              <a:off x="4439517" y="1446263"/>
              <a:ext cx="30433" cy="30433"/>
            </a:xfrm>
            <a:prstGeom prst="ellipse">
              <a:avLst/>
            </a:prstGeom>
            <a:gradFill flip="none" rotWithShape="1">
              <a:gsLst>
                <a:gs pos="0">
                  <a:srgbClr val="F8E2E4"/>
                </a:gs>
                <a:gs pos="43000">
                  <a:srgbClr val="DC767B"/>
                </a:gs>
                <a:gs pos="100000">
                  <a:srgbClr val="B4434B"/>
                </a:gs>
              </a:gsLst>
              <a:lin ang="2700000" scaled="1"/>
              <a:tileRect/>
            </a:gradFill>
            <a:ln w="2540" cap="rnd" cmpd="sng" algn="ctr">
              <a:noFill/>
              <a:prstDash val="solid"/>
              <a:round/>
              <a:headEnd type="none" w="med" len="med"/>
              <a:tailEnd type="none" w="med" len="med"/>
            </a:ln>
            <a:effectLst/>
          </p:spPr>
        </p:sp>
        <p:sp>
          <p:nvSpPr>
            <p:cNvPr id="543" name="ellipse_2299">
              <a:extLst>
                <a:ext uri="{FF2B5EF4-FFF2-40B4-BE49-F238E27FC236}">
                  <a16:creationId xmlns:a16="http://schemas.microsoft.com/office/drawing/2014/main" id="{E7660BDB-E258-1D82-038D-BC2B733338C1}"/>
                </a:ext>
              </a:extLst>
            </p:cNvPr>
            <p:cNvSpPr/>
            <p:nvPr/>
          </p:nvSpPr>
          <p:spPr>
            <a:xfrm>
              <a:off x="4187240" y="1542165"/>
              <a:ext cx="30589" cy="30589"/>
            </a:xfrm>
            <a:prstGeom prst="ellipse">
              <a:avLst/>
            </a:prstGeom>
            <a:gradFill flip="none" rotWithShape="1">
              <a:gsLst>
                <a:gs pos="0">
                  <a:srgbClr val="F3F7FB"/>
                </a:gs>
                <a:gs pos="43000">
                  <a:srgbClr val="C3D7EC"/>
                </a:gs>
                <a:gs pos="100000">
                  <a:srgbClr val="98B3CC"/>
                </a:gs>
              </a:gsLst>
              <a:lin ang="2700000" scaled="1"/>
              <a:tileRect/>
            </a:gradFill>
            <a:ln w="2540" cap="rnd" cmpd="sng" algn="ctr">
              <a:noFill/>
              <a:prstDash val="solid"/>
              <a:round/>
              <a:headEnd type="none" w="med" len="med"/>
              <a:tailEnd type="none" w="med" len="med"/>
            </a:ln>
            <a:effectLst/>
          </p:spPr>
        </p:sp>
        <p:sp>
          <p:nvSpPr>
            <p:cNvPr id="544" name="ellipse_2300">
              <a:extLst>
                <a:ext uri="{FF2B5EF4-FFF2-40B4-BE49-F238E27FC236}">
                  <a16:creationId xmlns:a16="http://schemas.microsoft.com/office/drawing/2014/main" id="{0F3AA128-E44A-8D47-2C7D-4D8A1A6D121B}"/>
                </a:ext>
              </a:extLst>
            </p:cNvPr>
            <p:cNvSpPr/>
            <p:nvPr/>
          </p:nvSpPr>
          <p:spPr>
            <a:xfrm>
              <a:off x="4382159" y="1608073"/>
              <a:ext cx="23377" cy="23377"/>
            </a:xfrm>
            <a:prstGeom prst="ellipse">
              <a:avLst/>
            </a:prstGeom>
            <a:gradFill flip="none" rotWithShape="1">
              <a:gsLst>
                <a:gs pos="0">
                  <a:srgbClr val="E5EEF7"/>
                </a:gs>
                <a:gs pos="43000">
                  <a:srgbClr val="81AED8"/>
                </a:gs>
                <a:gs pos="100000">
                  <a:srgbClr val="4C82B6"/>
                </a:gs>
              </a:gsLst>
              <a:lin ang="2700000" scaled="1"/>
              <a:tileRect/>
            </a:gradFill>
            <a:ln w="2540" cap="rnd" cmpd="sng" algn="ctr">
              <a:noFill/>
              <a:prstDash val="solid"/>
              <a:round/>
              <a:headEnd type="none" w="med" len="med"/>
              <a:tailEnd type="none" w="med" len="med"/>
            </a:ln>
            <a:effectLst/>
          </p:spPr>
        </p:sp>
        <p:sp>
          <p:nvSpPr>
            <p:cNvPr id="545" name="ellipse_2301">
              <a:extLst>
                <a:ext uri="{FF2B5EF4-FFF2-40B4-BE49-F238E27FC236}">
                  <a16:creationId xmlns:a16="http://schemas.microsoft.com/office/drawing/2014/main" id="{5C24C066-7588-E758-ACEF-C8729D1B0D57}"/>
                </a:ext>
              </a:extLst>
            </p:cNvPr>
            <p:cNvSpPr/>
            <p:nvPr/>
          </p:nvSpPr>
          <p:spPr>
            <a:xfrm>
              <a:off x="4245686" y="1551510"/>
              <a:ext cx="28620" cy="28620"/>
            </a:xfrm>
            <a:prstGeom prst="ellipse">
              <a:avLst/>
            </a:prstGeom>
            <a:gradFill flip="none" rotWithShape="1">
              <a:gsLst>
                <a:gs pos="0">
                  <a:srgbClr val="EEF4FA"/>
                </a:gs>
                <a:gs pos="43000">
                  <a:srgbClr val="ACC9E5"/>
                </a:gs>
                <a:gs pos="100000">
                  <a:srgbClr val="7EA2C5"/>
                </a:gs>
              </a:gsLst>
              <a:lin ang="2700000" scaled="1"/>
              <a:tileRect/>
            </a:gradFill>
            <a:ln w="2540" cap="rnd" cmpd="sng" algn="ctr">
              <a:noFill/>
              <a:prstDash val="solid"/>
              <a:round/>
              <a:headEnd type="none" w="med" len="med"/>
              <a:tailEnd type="none" w="med" len="med"/>
            </a:ln>
            <a:effectLst/>
          </p:spPr>
        </p:sp>
        <p:sp>
          <p:nvSpPr>
            <p:cNvPr id="546" name="ellipse_2302">
              <a:extLst>
                <a:ext uri="{FF2B5EF4-FFF2-40B4-BE49-F238E27FC236}">
                  <a16:creationId xmlns:a16="http://schemas.microsoft.com/office/drawing/2014/main" id="{7D80B4C2-FC9D-25F1-485D-1C7D0D47B30A}"/>
                </a:ext>
              </a:extLst>
            </p:cNvPr>
            <p:cNvSpPr/>
            <p:nvPr/>
          </p:nvSpPr>
          <p:spPr>
            <a:xfrm>
              <a:off x="4125026" y="1435844"/>
              <a:ext cx="31657" cy="31657"/>
            </a:xfrm>
            <a:prstGeom prst="ellipse">
              <a:avLst/>
            </a:prstGeom>
            <a:gradFill flip="none" rotWithShape="1">
              <a:gsLst>
                <a:gs pos="0">
                  <a:srgbClr val="E1ECF6"/>
                </a:gs>
                <a:gs pos="43000">
                  <a:srgbClr val="70A4D3"/>
                </a:gs>
                <a:gs pos="100000">
                  <a:srgbClr val="3977B0"/>
                </a:gs>
              </a:gsLst>
              <a:lin ang="2700000" scaled="1"/>
              <a:tileRect/>
            </a:gradFill>
            <a:ln w="2540" cap="rnd" cmpd="sng" algn="ctr">
              <a:noFill/>
              <a:prstDash val="solid"/>
              <a:round/>
              <a:headEnd type="none" w="med" len="med"/>
              <a:tailEnd type="none" w="med" len="med"/>
            </a:ln>
            <a:effectLst/>
          </p:spPr>
        </p:sp>
        <p:sp>
          <p:nvSpPr>
            <p:cNvPr id="547" name="ellipse_2303">
              <a:extLst>
                <a:ext uri="{FF2B5EF4-FFF2-40B4-BE49-F238E27FC236}">
                  <a16:creationId xmlns:a16="http://schemas.microsoft.com/office/drawing/2014/main" id="{D76A2BE8-428E-3F3A-FD42-EC8205A88F0F}"/>
                </a:ext>
              </a:extLst>
            </p:cNvPr>
            <p:cNvSpPr/>
            <p:nvPr/>
          </p:nvSpPr>
          <p:spPr>
            <a:xfrm>
              <a:off x="4319199" y="1400240"/>
              <a:ext cx="22469" cy="22469"/>
            </a:xfrm>
            <a:prstGeom prst="ellipse">
              <a:avLst/>
            </a:prstGeom>
            <a:gradFill flip="none" rotWithShape="1">
              <a:gsLst>
                <a:gs pos="0">
                  <a:srgbClr val="E9F1F8"/>
                </a:gs>
                <a:gs pos="43000">
                  <a:srgbClr val="94BBDE"/>
                </a:gs>
                <a:gs pos="100000">
                  <a:srgbClr val="6291BD"/>
                </a:gs>
              </a:gsLst>
              <a:lin ang="2700000" scaled="1"/>
              <a:tileRect/>
            </a:gradFill>
            <a:ln w="2540" cap="rnd" cmpd="sng" algn="ctr">
              <a:noFill/>
              <a:prstDash val="solid"/>
              <a:round/>
              <a:headEnd type="none" w="med" len="med"/>
              <a:tailEnd type="none" w="med" len="med"/>
            </a:ln>
            <a:effectLst/>
          </p:spPr>
        </p:sp>
        <p:sp>
          <p:nvSpPr>
            <p:cNvPr id="548" name="ellipse_2304">
              <a:extLst>
                <a:ext uri="{FF2B5EF4-FFF2-40B4-BE49-F238E27FC236}">
                  <a16:creationId xmlns:a16="http://schemas.microsoft.com/office/drawing/2014/main" id="{1CF30F7F-161F-DC4B-2865-6216E05A239C}"/>
                </a:ext>
              </a:extLst>
            </p:cNvPr>
            <p:cNvSpPr/>
            <p:nvPr/>
          </p:nvSpPr>
          <p:spPr>
            <a:xfrm>
              <a:off x="4310408" y="1650641"/>
              <a:ext cx="33967" cy="33967"/>
            </a:xfrm>
            <a:prstGeom prst="ellipse">
              <a:avLst/>
            </a:prstGeom>
            <a:gradFill flip="none" rotWithShape="1">
              <a:gsLst>
                <a:gs pos="0">
                  <a:srgbClr val="E2ECF6"/>
                </a:gs>
                <a:gs pos="43000">
                  <a:srgbClr val="75A6D5"/>
                </a:gs>
                <a:gs pos="100000">
                  <a:srgbClr val="3E79B2"/>
                </a:gs>
              </a:gsLst>
              <a:lin ang="2700000" scaled="1"/>
              <a:tileRect/>
            </a:gradFill>
            <a:ln w="2540" cap="rnd" cmpd="sng" algn="ctr">
              <a:noFill/>
              <a:prstDash val="solid"/>
              <a:round/>
              <a:headEnd type="none" w="med" len="med"/>
              <a:tailEnd type="none" w="med" len="med"/>
            </a:ln>
            <a:effectLst/>
          </p:spPr>
        </p:sp>
        <p:sp>
          <p:nvSpPr>
            <p:cNvPr id="549" name="ellipse_2305">
              <a:extLst>
                <a:ext uri="{FF2B5EF4-FFF2-40B4-BE49-F238E27FC236}">
                  <a16:creationId xmlns:a16="http://schemas.microsoft.com/office/drawing/2014/main" id="{730FD334-4CD9-697F-8EC5-8A792135C677}"/>
                </a:ext>
              </a:extLst>
            </p:cNvPr>
            <p:cNvSpPr/>
            <p:nvPr/>
          </p:nvSpPr>
          <p:spPr>
            <a:xfrm>
              <a:off x="4296212" y="1597039"/>
              <a:ext cx="25772" cy="25772"/>
            </a:xfrm>
            <a:prstGeom prst="ellipse">
              <a:avLst/>
            </a:prstGeom>
            <a:gradFill flip="none" rotWithShape="1">
              <a:gsLst>
                <a:gs pos="0">
                  <a:srgbClr val="E7F0F8"/>
                </a:gs>
                <a:gs pos="43000">
                  <a:srgbClr val="8DB6DC"/>
                </a:gs>
                <a:gs pos="100000">
                  <a:srgbClr val="5A8CBA"/>
                </a:gs>
              </a:gsLst>
              <a:lin ang="2700000" scaled="1"/>
              <a:tileRect/>
            </a:gradFill>
            <a:ln w="2540" cap="rnd" cmpd="sng" algn="ctr">
              <a:noFill/>
              <a:prstDash val="solid"/>
              <a:round/>
              <a:headEnd type="none" w="med" len="med"/>
              <a:tailEnd type="none" w="med" len="med"/>
            </a:ln>
            <a:effectLst/>
          </p:spPr>
        </p:sp>
        <p:sp>
          <p:nvSpPr>
            <p:cNvPr id="550" name="ellipse_2306">
              <a:extLst>
                <a:ext uri="{FF2B5EF4-FFF2-40B4-BE49-F238E27FC236}">
                  <a16:creationId xmlns:a16="http://schemas.microsoft.com/office/drawing/2014/main" id="{18417C5E-5600-C9E2-1F6C-C1BF10E8BB89}"/>
                </a:ext>
              </a:extLst>
            </p:cNvPr>
            <p:cNvSpPr/>
            <p:nvPr/>
          </p:nvSpPr>
          <p:spPr>
            <a:xfrm>
              <a:off x="4408152" y="1634290"/>
              <a:ext cx="19526" cy="19526"/>
            </a:xfrm>
            <a:prstGeom prst="ellipse">
              <a:avLst/>
            </a:prstGeom>
            <a:gradFill flip="none" rotWithShape="1">
              <a:gsLst>
                <a:gs pos="0">
                  <a:srgbClr val="E2EDF6"/>
                </a:gs>
                <a:gs pos="43000">
                  <a:srgbClr val="76A7D5"/>
                </a:gs>
                <a:gs pos="100000">
                  <a:srgbClr val="3F7BB3"/>
                </a:gs>
              </a:gsLst>
              <a:lin ang="2700000" scaled="1"/>
              <a:tileRect/>
            </a:gradFill>
            <a:ln w="2540" cap="rnd" cmpd="sng" algn="ctr">
              <a:noFill/>
              <a:prstDash val="solid"/>
              <a:round/>
              <a:headEnd type="none" w="med" len="med"/>
              <a:tailEnd type="none" w="med" len="med"/>
            </a:ln>
            <a:effectLst/>
          </p:spPr>
        </p:sp>
        <p:sp>
          <p:nvSpPr>
            <p:cNvPr id="551" name="ellipse_2307">
              <a:extLst>
                <a:ext uri="{FF2B5EF4-FFF2-40B4-BE49-F238E27FC236}">
                  <a16:creationId xmlns:a16="http://schemas.microsoft.com/office/drawing/2014/main" id="{C0C7E2DD-8DF0-161B-2704-D74CD535F1F6}"/>
                </a:ext>
              </a:extLst>
            </p:cNvPr>
            <p:cNvSpPr/>
            <p:nvPr/>
          </p:nvSpPr>
          <p:spPr>
            <a:xfrm>
              <a:off x="4292052" y="1602925"/>
              <a:ext cx="27039" cy="27039"/>
            </a:xfrm>
            <a:prstGeom prst="ellipse">
              <a:avLst/>
            </a:prstGeom>
            <a:gradFill flip="none" rotWithShape="1">
              <a:gsLst>
                <a:gs pos="0">
                  <a:srgbClr val="E7F0F8"/>
                </a:gs>
                <a:gs pos="43000">
                  <a:srgbClr val="8DB5DC"/>
                </a:gs>
                <a:gs pos="100000">
                  <a:srgbClr val="598BBA"/>
                </a:gs>
              </a:gsLst>
              <a:lin ang="2700000" scaled="1"/>
              <a:tileRect/>
            </a:gradFill>
            <a:ln w="2540" cap="rnd" cmpd="sng" algn="ctr">
              <a:noFill/>
              <a:prstDash val="solid"/>
              <a:round/>
              <a:headEnd type="none" w="med" len="med"/>
              <a:tailEnd type="none" w="med" len="med"/>
            </a:ln>
            <a:effectLst/>
          </p:spPr>
        </p:sp>
        <p:sp>
          <p:nvSpPr>
            <p:cNvPr id="552" name="ellipse_2308">
              <a:extLst>
                <a:ext uri="{FF2B5EF4-FFF2-40B4-BE49-F238E27FC236}">
                  <a16:creationId xmlns:a16="http://schemas.microsoft.com/office/drawing/2014/main" id="{A05E73F2-10A2-C2B1-7EF9-E93DEDEC483A}"/>
                </a:ext>
              </a:extLst>
            </p:cNvPr>
            <p:cNvSpPr/>
            <p:nvPr/>
          </p:nvSpPr>
          <p:spPr>
            <a:xfrm>
              <a:off x="4487851" y="1368093"/>
              <a:ext cx="29410" cy="29410"/>
            </a:xfrm>
            <a:prstGeom prst="ellipse">
              <a:avLst/>
            </a:prstGeom>
            <a:gradFill flip="none" rotWithShape="1">
              <a:gsLst>
                <a:gs pos="0">
                  <a:srgbClr val="EBF2F9"/>
                </a:gs>
                <a:gs pos="43000">
                  <a:srgbClr val="9FC0E1"/>
                </a:gs>
                <a:gs pos="100000">
                  <a:srgbClr val="6E98C0"/>
                </a:gs>
              </a:gsLst>
              <a:lin ang="2700000" scaled="1"/>
              <a:tileRect/>
            </a:gradFill>
            <a:ln w="2540" cap="rnd" cmpd="sng" algn="ctr">
              <a:noFill/>
              <a:prstDash val="solid"/>
              <a:round/>
              <a:headEnd type="none" w="med" len="med"/>
              <a:tailEnd type="none" w="med" len="med"/>
            </a:ln>
            <a:effectLst/>
          </p:spPr>
        </p:sp>
        <p:sp>
          <p:nvSpPr>
            <p:cNvPr id="553" name="ellipse_2309">
              <a:extLst>
                <a:ext uri="{FF2B5EF4-FFF2-40B4-BE49-F238E27FC236}">
                  <a16:creationId xmlns:a16="http://schemas.microsoft.com/office/drawing/2014/main" id="{624D1910-08E3-8E25-BD0C-7D60D2DABD6B}"/>
                </a:ext>
              </a:extLst>
            </p:cNvPr>
            <p:cNvSpPr/>
            <p:nvPr/>
          </p:nvSpPr>
          <p:spPr>
            <a:xfrm>
              <a:off x="4373452" y="1624571"/>
              <a:ext cx="28823" cy="28823"/>
            </a:xfrm>
            <a:prstGeom prst="ellipse">
              <a:avLst/>
            </a:prstGeom>
            <a:gradFill flip="none" rotWithShape="1">
              <a:gsLst>
                <a:gs pos="0">
                  <a:srgbClr val="E3EDF6"/>
                </a:gs>
                <a:gs pos="43000">
                  <a:srgbClr val="77A8D5"/>
                </a:gs>
                <a:gs pos="100000">
                  <a:srgbClr val="407CB3"/>
                </a:gs>
              </a:gsLst>
              <a:lin ang="2700000" scaled="1"/>
              <a:tileRect/>
            </a:gradFill>
            <a:ln w="2540" cap="rnd" cmpd="sng" algn="ctr">
              <a:noFill/>
              <a:prstDash val="solid"/>
              <a:round/>
              <a:headEnd type="none" w="med" len="med"/>
              <a:tailEnd type="none" w="med" len="med"/>
            </a:ln>
            <a:effectLst/>
          </p:spPr>
        </p:sp>
        <p:sp>
          <p:nvSpPr>
            <p:cNvPr id="554" name="ellipse_2310">
              <a:extLst>
                <a:ext uri="{FF2B5EF4-FFF2-40B4-BE49-F238E27FC236}">
                  <a16:creationId xmlns:a16="http://schemas.microsoft.com/office/drawing/2014/main" id="{1AF405DC-669D-FC29-73BE-4F5F4C794707}"/>
                </a:ext>
              </a:extLst>
            </p:cNvPr>
            <p:cNvSpPr/>
            <p:nvPr/>
          </p:nvSpPr>
          <p:spPr>
            <a:xfrm>
              <a:off x="4442845" y="1573986"/>
              <a:ext cx="33095" cy="33095"/>
            </a:xfrm>
            <a:prstGeom prst="ellipse">
              <a:avLst/>
            </a:prstGeom>
            <a:gradFill flip="none" rotWithShape="1">
              <a:gsLst>
                <a:gs pos="0">
                  <a:srgbClr val="EFF4FA"/>
                </a:gs>
                <a:gs pos="43000">
                  <a:srgbClr val="B1CDE7"/>
                </a:gs>
                <a:gs pos="100000">
                  <a:srgbClr val="83A6C7"/>
                </a:gs>
              </a:gsLst>
              <a:lin ang="2700000" scaled="1"/>
              <a:tileRect/>
            </a:gradFill>
            <a:ln w="2540" cap="rnd" cmpd="sng" algn="ctr">
              <a:noFill/>
              <a:prstDash val="solid"/>
              <a:round/>
              <a:headEnd type="none" w="med" len="med"/>
              <a:tailEnd type="none" w="med" len="med"/>
            </a:ln>
            <a:effectLst/>
          </p:spPr>
        </p:sp>
        <p:sp>
          <p:nvSpPr>
            <p:cNvPr id="555" name="ellipse_2311">
              <a:extLst>
                <a:ext uri="{FF2B5EF4-FFF2-40B4-BE49-F238E27FC236}">
                  <a16:creationId xmlns:a16="http://schemas.microsoft.com/office/drawing/2014/main" id="{C18258A0-CAD5-E8E2-5CA2-2AE714C92C62}"/>
                </a:ext>
              </a:extLst>
            </p:cNvPr>
            <p:cNvSpPr/>
            <p:nvPr/>
          </p:nvSpPr>
          <p:spPr>
            <a:xfrm>
              <a:off x="4142514" y="1474122"/>
              <a:ext cx="33416" cy="33416"/>
            </a:xfrm>
            <a:prstGeom prst="ellipse">
              <a:avLst/>
            </a:prstGeom>
            <a:gradFill flip="none" rotWithShape="1">
              <a:gsLst>
                <a:gs pos="0">
                  <a:srgbClr val="E3EDF6"/>
                </a:gs>
                <a:gs pos="43000">
                  <a:srgbClr val="77A8D5"/>
                </a:gs>
                <a:gs pos="100000">
                  <a:srgbClr val="407CB3"/>
                </a:gs>
              </a:gsLst>
              <a:lin ang="2700000" scaled="1"/>
              <a:tileRect/>
            </a:gradFill>
            <a:ln w="2540" cap="rnd" cmpd="sng" algn="ctr">
              <a:noFill/>
              <a:prstDash val="solid"/>
              <a:round/>
              <a:headEnd type="none" w="med" len="med"/>
              <a:tailEnd type="none" w="med" len="med"/>
            </a:ln>
            <a:effectLst/>
          </p:spPr>
        </p:sp>
        <p:sp>
          <p:nvSpPr>
            <p:cNvPr id="556" name="ellipse_2312">
              <a:extLst>
                <a:ext uri="{FF2B5EF4-FFF2-40B4-BE49-F238E27FC236}">
                  <a16:creationId xmlns:a16="http://schemas.microsoft.com/office/drawing/2014/main" id="{21EC5F60-7C28-6AF7-66A2-273FC8AE9540}"/>
                </a:ext>
              </a:extLst>
            </p:cNvPr>
            <p:cNvSpPr/>
            <p:nvPr/>
          </p:nvSpPr>
          <p:spPr>
            <a:xfrm>
              <a:off x="4441787" y="1628137"/>
              <a:ext cx="24264" cy="24264"/>
            </a:xfrm>
            <a:prstGeom prst="ellipse">
              <a:avLst/>
            </a:prstGeom>
            <a:gradFill flip="none" rotWithShape="1">
              <a:gsLst>
                <a:gs pos="0">
                  <a:srgbClr val="E3EDF6"/>
                </a:gs>
                <a:gs pos="43000">
                  <a:srgbClr val="78A9D5"/>
                </a:gs>
                <a:gs pos="100000">
                  <a:srgbClr val="427DB3"/>
                </a:gs>
              </a:gsLst>
              <a:lin ang="2700000" scaled="1"/>
              <a:tileRect/>
            </a:gradFill>
            <a:ln w="2540" cap="rnd" cmpd="sng" algn="ctr">
              <a:noFill/>
              <a:prstDash val="solid"/>
              <a:round/>
              <a:headEnd type="none" w="med" len="med"/>
              <a:tailEnd type="none" w="med" len="med"/>
            </a:ln>
            <a:effectLst/>
          </p:spPr>
        </p:sp>
        <p:sp>
          <p:nvSpPr>
            <p:cNvPr id="557" name="ellipse_2313">
              <a:extLst>
                <a:ext uri="{FF2B5EF4-FFF2-40B4-BE49-F238E27FC236}">
                  <a16:creationId xmlns:a16="http://schemas.microsoft.com/office/drawing/2014/main" id="{29521E64-D963-2B07-AF60-9656636D33EC}"/>
                </a:ext>
              </a:extLst>
            </p:cNvPr>
            <p:cNvSpPr/>
            <p:nvPr/>
          </p:nvSpPr>
          <p:spPr>
            <a:xfrm>
              <a:off x="4210200" y="1605956"/>
              <a:ext cx="25913" cy="25913"/>
            </a:xfrm>
            <a:prstGeom prst="ellipse">
              <a:avLst/>
            </a:prstGeom>
            <a:gradFill flip="none" rotWithShape="1">
              <a:gsLst>
                <a:gs pos="0">
                  <a:srgbClr val="F4F8FC"/>
                </a:gs>
                <a:gs pos="43000">
                  <a:srgbClr val="CDDEEE"/>
                </a:gs>
                <a:gs pos="100000">
                  <a:srgbClr val="A3BAD0"/>
                </a:gs>
              </a:gsLst>
              <a:lin ang="2700000" scaled="1"/>
              <a:tileRect/>
            </a:gradFill>
            <a:ln w="2540" cap="rnd" cmpd="sng" algn="ctr">
              <a:noFill/>
              <a:prstDash val="solid"/>
              <a:round/>
              <a:headEnd type="none" w="med" len="med"/>
              <a:tailEnd type="none" w="med" len="med"/>
            </a:ln>
            <a:effectLst/>
          </p:spPr>
        </p:sp>
        <p:sp>
          <p:nvSpPr>
            <p:cNvPr id="558" name="ellipse_2314">
              <a:extLst>
                <a:ext uri="{FF2B5EF4-FFF2-40B4-BE49-F238E27FC236}">
                  <a16:creationId xmlns:a16="http://schemas.microsoft.com/office/drawing/2014/main" id="{77711B22-C279-31A5-3BCC-8CB77DC808E1}"/>
                </a:ext>
              </a:extLst>
            </p:cNvPr>
            <p:cNvSpPr/>
            <p:nvPr/>
          </p:nvSpPr>
          <p:spPr>
            <a:xfrm>
              <a:off x="4389420" y="1621757"/>
              <a:ext cx="29758" cy="29758"/>
            </a:xfrm>
            <a:prstGeom prst="ellipse">
              <a:avLst/>
            </a:prstGeom>
            <a:gradFill flip="none" rotWithShape="1">
              <a:gsLst>
                <a:gs pos="0">
                  <a:srgbClr val="E3EDF6"/>
                </a:gs>
                <a:gs pos="43000">
                  <a:srgbClr val="78A9D5"/>
                </a:gs>
                <a:gs pos="100000">
                  <a:srgbClr val="427DB3"/>
                </a:gs>
              </a:gsLst>
              <a:lin ang="2700000" scaled="1"/>
              <a:tileRect/>
            </a:gradFill>
            <a:ln w="2540" cap="rnd" cmpd="sng" algn="ctr">
              <a:noFill/>
              <a:prstDash val="solid"/>
              <a:round/>
              <a:headEnd type="none" w="med" len="med"/>
              <a:tailEnd type="none" w="med" len="med"/>
            </a:ln>
            <a:effectLst/>
          </p:spPr>
        </p:sp>
        <p:sp>
          <p:nvSpPr>
            <p:cNvPr id="559" name="ellipse_2315">
              <a:extLst>
                <a:ext uri="{FF2B5EF4-FFF2-40B4-BE49-F238E27FC236}">
                  <a16:creationId xmlns:a16="http://schemas.microsoft.com/office/drawing/2014/main" id="{E0783C04-7967-CEF9-76AD-E6B45CFB6762}"/>
                </a:ext>
              </a:extLst>
            </p:cNvPr>
            <p:cNvSpPr/>
            <p:nvPr/>
          </p:nvSpPr>
          <p:spPr>
            <a:xfrm>
              <a:off x="4357703" y="1564816"/>
              <a:ext cx="31476" cy="31476"/>
            </a:xfrm>
            <a:prstGeom prst="ellipse">
              <a:avLst/>
            </a:prstGeom>
            <a:gradFill flip="none" rotWithShape="1">
              <a:gsLst>
                <a:gs pos="0">
                  <a:srgbClr val="EDF3F9"/>
                </a:gs>
                <a:gs pos="43000">
                  <a:srgbClr val="A6C5E3"/>
                </a:gs>
                <a:gs pos="100000">
                  <a:srgbClr val="779EC2"/>
                </a:gs>
              </a:gsLst>
              <a:lin ang="2700000" scaled="1"/>
              <a:tileRect/>
            </a:gradFill>
            <a:ln w="2540" cap="rnd" cmpd="sng" algn="ctr">
              <a:noFill/>
              <a:prstDash val="solid"/>
              <a:round/>
              <a:headEnd type="none" w="med" len="med"/>
              <a:tailEnd type="none" w="med" len="med"/>
            </a:ln>
            <a:effectLst/>
          </p:spPr>
        </p:sp>
        <p:sp>
          <p:nvSpPr>
            <p:cNvPr id="560" name="ellipse_2316">
              <a:extLst>
                <a:ext uri="{FF2B5EF4-FFF2-40B4-BE49-F238E27FC236}">
                  <a16:creationId xmlns:a16="http://schemas.microsoft.com/office/drawing/2014/main" id="{85F66731-1E1F-26E0-90BB-939E3E233D04}"/>
                </a:ext>
              </a:extLst>
            </p:cNvPr>
            <p:cNvSpPr/>
            <p:nvPr/>
          </p:nvSpPr>
          <p:spPr>
            <a:xfrm>
              <a:off x="4551183" y="1555710"/>
              <a:ext cx="19732" cy="19732"/>
            </a:xfrm>
            <a:prstGeom prst="ellipse">
              <a:avLst/>
            </a:prstGeom>
            <a:gradFill flip="none" rotWithShape="1">
              <a:gsLst>
                <a:gs pos="0">
                  <a:srgbClr val="ECF3F9"/>
                </a:gs>
                <a:gs pos="43000">
                  <a:srgbClr val="A5C5E3"/>
                </a:gs>
                <a:gs pos="100000">
                  <a:srgbClr val="759DC2"/>
                </a:gs>
              </a:gsLst>
              <a:lin ang="2700000" scaled="1"/>
              <a:tileRect/>
            </a:gradFill>
            <a:ln w="2540" cap="rnd" cmpd="sng" algn="ctr">
              <a:noFill/>
              <a:prstDash val="solid"/>
              <a:round/>
              <a:headEnd type="none" w="med" len="med"/>
              <a:tailEnd type="none" w="med" len="med"/>
            </a:ln>
            <a:effectLst/>
          </p:spPr>
        </p:sp>
        <p:sp>
          <p:nvSpPr>
            <p:cNvPr id="561" name="ellipse_2317">
              <a:extLst>
                <a:ext uri="{FF2B5EF4-FFF2-40B4-BE49-F238E27FC236}">
                  <a16:creationId xmlns:a16="http://schemas.microsoft.com/office/drawing/2014/main" id="{28FAD05C-E1BF-3FB3-0598-026FF6EB1A15}"/>
                </a:ext>
              </a:extLst>
            </p:cNvPr>
            <p:cNvSpPr/>
            <p:nvPr/>
          </p:nvSpPr>
          <p:spPr>
            <a:xfrm>
              <a:off x="4268846" y="1396019"/>
              <a:ext cx="29486" cy="29486"/>
            </a:xfrm>
            <a:prstGeom prst="ellipse">
              <a:avLst/>
            </a:prstGeom>
            <a:gradFill flip="none" rotWithShape="1">
              <a:gsLst>
                <a:gs pos="0">
                  <a:srgbClr val="E4EDF7"/>
                </a:gs>
                <a:gs pos="43000">
                  <a:srgbClr val="7BAAD7"/>
                </a:gs>
                <a:gs pos="100000">
                  <a:srgbClr val="457EB4"/>
                </a:gs>
              </a:gsLst>
              <a:lin ang="2700000" scaled="1"/>
              <a:tileRect/>
            </a:gradFill>
            <a:ln w="2540" cap="rnd" cmpd="sng" algn="ctr">
              <a:noFill/>
              <a:prstDash val="solid"/>
              <a:round/>
              <a:headEnd type="none" w="med" len="med"/>
              <a:tailEnd type="none" w="med" len="med"/>
            </a:ln>
            <a:effectLst/>
          </p:spPr>
        </p:sp>
        <p:sp>
          <p:nvSpPr>
            <p:cNvPr id="562" name="ellipse_2318">
              <a:extLst>
                <a:ext uri="{FF2B5EF4-FFF2-40B4-BE49-F238E27FC236}">
                  <a16:creationId xmlns:a16="http://schemas.microsoft.com/office/drawing/2014/main" id="{51155893-5F4B-9DBA-4061-0FBA4FBF9D7A}"/>
                </a:ext>
              </a:extLst>
            </p:cNvPr>
            <p:cNvSpPr/>
            <p:nvPr/>
          </p:nvSpPr>
          <p:spPr>
            <a:xfrm>
              <a:off x="4147675" y="1517892"/>
              <a:ext cx="26511" cy="26511"/>
            </a:xfrm>
            <a:prstGeom prst="ellipse">
              <a:avLst/>
            </a:prstGeom>
            <a:gradFill flip="none" rotWithShape="1">
              <a:gsLst>
                <a:gs pos="0">
                  <a:srgbClr val="EAF1F8"/>
                </a:gs>
                <a:gs pos="43000">
                  <a:srgbClr val="98BDDF"/>
                </a:gs>
                <a:gs pos="100000">
                  <a:srgbClr val="6694BE"/>
                </a:gs>
              </a:gsLst>
              <a:lin ang="2700000" scaled="1"/>
              <a:tileRect/>
            </a:gradFill>
            <a:ln w="2540" cap="rnd" cmpd="sng" algn="ctr">
              <a:noFill/>
              <a:prstDash val="solid"/>
              <a:round/>
              <a:headEnd type="none" w="med" len="med"/>
              <a:tailEnd type="none" w="med" len="med"/>
            </a:ln>
            <a:effectLst/>
          </p:spPr>
        </p:sp>
        <p:sp>
          <p:nvSpPr>
            <p:cNvPr id="563" name="ellipse_2319">
              <a:extLst>
                <a:ext uri="{FF2B5EF4-FFF2-40B4-BE49-F238E27FC236}">
                  <a16:creationId xmlns:a16="http://schemas.microsoft.com/office/drawing/2014/main" id="{FD38E337-45A3-7505-4E12-8139116618DD}"/>
                </a:ext>
              </a:extLst>
            </p:cNvPr>
            <p:cNvSpPr/>
            <p:nvPr/>
          </p:nvSpPr>
          <p:spPr>
            <a:xfrm>
              <a:off x="4181039" y="1509495"/>
              <a:ext cx="31700" cy="31700"/>
            </a:xfrm>
            <a:prstGeom prst="ellipse">
              <a:avLst/>
            </a:prstGeom>
            <a:gradFill flip="none" rotWithShape="1">
              <a:gsLst>
                <a:gs pos="0">
                  <a:srgbClr val="E8F0F8"/>
                </a:gs>
                <a:gs pos="43000">
                  <a:srgbClr val="93B9DD"/>
                </a:gs>
                <a:gs pos="100000">
                  <a:srgbClr val="6090BC"/>
                </a:gs>
              </a:gsLst>
              <a:lin ang="2700000" scaled="1"/>
              <a:tileRect/>
            </a:gradFill>
            <a:ln w="2540" cap="rnd" cmpd="sng" algn="ctr">
              <a:noFill/>
              <a:prstDash val="solid"/>
              <a:round/>
              <a:headEnd type="none" w="med" len="med"/>
              <a:tailEnd type="none" w="med" len="med"/>
            </a:ln>
            <a:effectLst/>
          </p:spPr>
        </p:sp>
      </p:grpSp>
      <p:sp>
        <p:nvSpPr>
          <p:cNvPr id="564" name="Voxel-to-point fusion">
            <a:extLst>
              <a:ext uri="{FF2B5EF4-FFF2-40B4-BE49-F238E27FC236}">
                <a16:creationId xmlns:a16="http://schemas.microsoft.com/office/drawing/2014/main" id="{77FAACE6-CDBC-CF33-8E34-A790A83AFB59}"/>
              </a:ext>
            </a:extLst>
          </p:cNvPr>
          <p:cNvSpPr>
            <a:spLocks noGrp="1"/>
          </p:cNvSpPr>
          <p:nvPr/>
        </p:nvSpPr>
        <p:spPr>
          <a:xfrm>
            <a:off x="3012660" y="880241"/>
            <a:ext cx="92" cy="294465"/>
          </a:xfrm>
          <a:custGeom>
            <a:avLst/>
            <a:gdLst/>
            <a:ahLst/>
            <a:cxnLst/>
            <a:rect l="0" t="0" r="0" b="0"/>
            <a:pathLst>
              <a:path w="476" h="1514475">
                <a:moveTo>
                  <a:pt x="0" y="0"/>
                </a:moveTo>
                <a:lnTo>
                  <a:pt x="0" y="1514475"/>
                </a:lnTo>
              </a:path>
            </a:pathLst>
          </a:custGeom>
          <a:noFill/>
          <a:ln w="8537">
            <a:solidFill>
              <a:srgbClr val="388BBE"/>
            </a:solidFill>
            <a:prstDash val="solid"/>
          </a:ln>
        </p:spPr>
      </p:sp>
      <p:sp>
        <p:nvSpPr>
          <p:cNvPr id="565" name="Voxel-to-point fusion | arrowhead">
            <a:extLst>
              <a:ext uri="{FF2B5EF4-FFF2-40B4-BE49-F238E27FC236}">
                <a16:creationId xmlns:a16="http://schemas.microsoft.com/office/drawing/2014/main" id="{B5ECFC6D-27DD-B89B-61F7-AA408358EF9E}"/>
              </a:ext>
            </a:extLst>
          </p:cNvPr>
          <p:cNvSpPr>
            <a:spLocks noGrp="1"/>
          </p:cNvSpPr>
          <p:nvPr/>
        </p:nvSpPr>
        <p:spPr>
          <a:xfrm>
            <a:off x="3003616" y="1171609"/>
            <a:ext cx="17113" cy="19446"/>
          </a:xfrm>
          <a:custGeom>
            <a:avLst/>
            <a:gdLst/>
            <a:ahLst/>
            <a:cxnLst/>
            <a:rect l="0" t="0" r="0" b="0"/>
            <a:pathLst>
              <a:path w="88011" h="100013">
                <a:moveTo>
                  <a:pt x="44006" y="100013"/>
                </a:moveTo>
                <a:lnTo>
                  <a:pt x="88011" y="0"/>
                </a:lnTo>
                <a:lnTo>
                  <a:pt x="0" y="0"/>
                </a:lnTo>
                <a:close/>
              </a:path>
            </a:pathLst>
          </a:custGeom>
          <a:solidFill>
            <a:srgbClr val="388BBE"/>
          </a:solidFill>
          <a:ln w="0">
            <a:noFill/>
          </a:ln>
        </p:spPr>
      </p:sp>
      <p:sp>
        <p:nvSpPr>
          <p:cNvPr id="566" name="Voxel-to-point fusion">
            <a:extLst>
              <a:ext uri="{FF2B5EF4-FFF2-40B4-BE49-F238E27FC236}">
                <a16:creationId xmlns:a16="http://schemas.microsoft.com/office/drawing/2014/main" id="{54C80932-2A86-1273-9C00-439876353BF0}"/>
              </a:ext>
            </a:extLst>
          </p:cNvPr>
          <p:cNvSpPr>
            <a:spLocks noGrp="1"/>
          </p:cNvSpPr>
          <p:nvPr/>
        </p:nvSpPr>
        <p:spPr>
          <a:xfrm>
            <a:off x="3922673" y="878388"/>
            <a:ext cx="92" cy="294465"/>
          </a:xfrm>
          <a:custGeom>
            <a:avLst/>
            <a:gdLst/>
            <a:ahLst/>
            <a:cxnLst/>
            <a:rect l="0" t="0" r="0" b="0"/>
            <a:pathLst>
              <a:path w="476" h="1514475">
                <a:moveTo>
                  <a:pt x="0" y="0"/>
                </a:moveTo>
                <a:lnTo>
                  <a:pt x="0" y="1514475"/>
                </a:lnTo>
              </a:path>
            </a:pathLst>
          </a:custGeom>
          <a:noFill/>
          <a:ln w="8537">
            <a:solidFill>
              <a:srgbClr val="388BBE"/>
            </a:solidFill>
            <a:prstDash val="solid"/>
          </a:ln>
        </p:spPr>
      </p:sp>
      <p:sp>
        <p:nvSpPr>
          <p:cNvPr id="567" name="Voxel-to-point fusion | arrowhead">
            <a:extLst>
              <a:ext uri="{FF2B5EF4-FFF2-40B4-BE49-F238E27FC236}">
                <a16:creationId xmlns:a16="http://schemas.microsoft.com/office/drawing/2014/main" id="{5A828592-CBF6-F236-B143-CAD0CED6E608}"/>
              </a:ext>
            </a:extLst>
          </p:cNvPr>
          <p:cNvSpPr>
            <a:spLocks noGrp="1"/>
          </p:cNvSpPr>
          <p:nvPr/>
        </p:nvSpPr>
        <p:spPr>
          <a:xfrm>
            <a:off x="3913629" y="1169756"/>
            <a:ext cx="17113" cy="19446"/>
          </a:xfrm>
          <a:custGeom>
            <a:avLst/>
            <a:gdLst/>
            <a:ahLst/>
            <a:cxnLst/>
            <a:rect l="0" t="0" r="0" b="0"/>
            <a:pathLst>
              <a:path w="88011" h="100013">
                <a:moveTo>
                  <a:pt x="44006" y="100013"/>
                </a:moveTo>
                <a:lnTo>
                  <a:pt x="88011" y="0"/>
                </a:lnTo>
                <a:lnTo>
                  <a:pt x="0" y="0"/>
                </a:lnTo>
                <a:close/>
              </a:path>
            </a:pathLst>
          </a:custGeom>
          <a:solidFill>
            <a:srgbClr val="388BBE"/>
          </a:solidFill>
          <a:ln w="0">
            <a:noFill/>
          </a:ln>
        </p:spPr>
      </p:sp>
      <p:sp>
        <p:nvSpPr>
          <p:cNvPr id="568" name="Voxel-to-point fusion">
            <a:extLst>
              <a:ext uri="{FF2B5EF4-FFF2-40B4-BE49-F238E27FC236}">
                <a16:creationId xmlns:a16="http://schemas.microsoft.com/office/drawing/2014/main" id="{E8BB8DF4-30E2-DAEA-BD65-32E6A77244F0}"/>
              </a:ext>
            </a:extLst>
          </p:cNvPr>
          <p:cNvSpPr>
            <a:spLocks noGrp="1"/>
          </p:cNvSpPr>
          <p:nvPr/>
        </p:nvSpPr>
        <p:spPr>
          <a:xfrm>
            <a:off x="4226018" y="875292"/>
            <a:ext cx="92" cy="294465"/>
          </a:xfrm>
          <a:custGeom>
            <a:avLst/>
            <a:gdLst/>
            <a:ahLst/>
            <a:cxnLst/>
            <a:rect l="0" t="0" r="0" b="0"/>
            <a:pathLst>
              <a:path w="476" h="1514475">
                <a:moveTo>
                  <a:pt x="0" y="0"/>
                </a:moveTo>
                <a:lnTo>
                  <a:pt x="0" y="1514475"/>
                </a:lnTo>
              </a:path>
            </a:pathLst>
          </a:custGeom>
          <a:noFill/>
          <a:ln w="8537">
            <a:solidFill>
              <a:srgbClr val="388BBE"/>
            </a:solidFill>
            <a:prstDash val="solid"/>
          </a:ln>
        </p:spPr>
      </p:sp>
      <p:sp>
        <p:nvSpPr>
          <p:cNvPr id="569" name="Voxel-to-point fusion | arrowhead">
            <a:extLst>
              <a:ext uri="{FF2B5EF4-FFF2-40B4-BE49-F238E27FC236}">
                <a16:creationId xmlns:a16="http://schemas.microsoft.com/office/drawing/2014/main" id="{215A7EB7-7B42-0D1C-8243-30131284B548}"/>
              </a:ext>
            </a:extLst>
          </p:cNvPr>
          <p:cNvSpPr>
            <a:spLocks noGrp="1"/>
          </p:cNvSpPr>
          <p:nvPr/>
        </p:nvSpPr>
        <p:spPr>
          <a:xfrm>
            <a:off x="4216975" y="1166660"/>
            <a:ext cx="17113" cy="19446"/>
          </a:xfrm>
          <a:custGeom>
            <a:avLst/>
            <a:gdLst/>
            <a:ahLst/>
            <a:cxnLst/>
            <a:rect l="0" t="0" r="0" b="0"/>
            <a:pathLst>
              <a:path w="88011" h="100013">
                <a:moveTo>
                  <a:pt x="44006" y="100013"/>
                </a:moveTo>
                <a:lnTo>
                  <a:pt x="88011" y="0"/>
                </a:lnTo>
                <a:lnTo>
                  <a:pt x="0" y="0"/>
                </a:lnTo>
                <a:close/>
              </a:path>
            </a:pathLst>
          </a:custGeom>
          <a:solidFill>
            <a:srgbClr val="388BBE"/>
          </a:solidFill>
          <a:ln w="0">
            <a:noFill/>
          </a:ln>
        </p:spPr>
      </p:sp>
      <p:cxnSp>
        <p:nvCxnSpPr>
          <p:cNvPr id="570" name="连接符: 肘形 569">
            <a:extLst>
              <a:ext uri="{FF2B5EF4-FFF2-40B4-BE49-F238E27FC236}">
                <a16:creationId xmlns:a16="http://schemas.microsoft.com/office/drawing/2014/main" id="{4C33FF60-76EF-819F-389E-2471AC61ADCC}"/>
              </a:ext>
            </a:extLst>
          </p:cNvPr>
          <p:cNvCxnSpPr>
            <a:cxnSpLocks/>
          </p:cNvCxnSpPr>
          <p:nvPr/>
        </p:nvCxnSpPr>
        <p:spPr>
          <a:xfrm flipV="1">
            <a:off x="2571949" y="1289054"/>
            <a:ext cx="325996" cy="106954"/>
          </a:xfrm>
          <a:prstGeom prst="bentConnector3">
            <a:avLst>
              <a:gd name="adj1" fmla="val 83601"/>
            </a:avLst>
          </a:prstGeom>
          <a:noFill/>
          <a:ln w="6467">
            <a:solidFill>
              <a:srgbClr val="C78A2B"/>
            </a:solidFill>
            <a:prstDash val="solid"/>
          </a:ln>
        </p:spPr>
      </p:cxnSp>
      <p:grpSp>
        <p:nvGrpSpPr>
          <p:cNvPr id="1708" name="Arrow | shared_input → find_density">
            <a:extLst>
              <a:ext uri="{FF2B5EF4-FFF2-40B4-BE49-F238E27FC236}">
                <a16:creationId xmlns:a16="http://schemas.microsoft.com/office/drawing/2014/main" id="{BA26B0E2-4C33-3537-FA91-0EA8BB26B206}"/>
              </a:ext>
            </a:extLst>
          </p:cNvPr>
          <p:cNvGrpSpPr/>
          <p:nvPr/>
        </p:nvGrpSpPr>
        <p:grpSpPr>
          <a:xfrm>
            <a:off x="2045298" y="542254"/>
            <a:ext cx="124645" cy="20837"/>
            <a:chOff x="959220" y="757422"/>
            <a:chExt cx="174105" cy="29105"/>
          </a:xfrm>
        </p:grpSpPr>
        <p:cxnSp>
          <p:nvCxnSpPr>
            <p:cNvPr id="1709" name="Arrow | shared_input → find_density | path">
              <a:extLst>
                <a:ext uri="{FF2B5EF4-FFF2-40B4-BE49-F238E27FC236}">
                  <a16:creationId xmlns:a16="http://schemas.microsoft.com/office/drawing/2014/main" id="{183AC7CE-D017-323B-4C9F-9FEC957F3ECF}"/>
                </a:ext>
              </a:extLst>
            </p:cNvPr>
            <p:cNvCxnSpPr/>
            <p:nvPr/>
          </p:nvCxnSpPr>
          <p:spPr>
            <a:xfrm>
              <a:off x="959220" y="771975"/>
              <a:ext cx="174105" cy="0"/>
            </a:xfrm>
            <a:prstGeom prst="line">
              <a:avLst/>
            </a:prstGeom>
            <a:noFill/>
            <a:ln w="12700" cap="rnd" cmpd="sng" algn="ctr">
              <a:solidFill>
                <a:srgbClr val="367FB7"/>
              </a:solidFill>
              <a:prstDash val="solid"/>
              <a:round/>
              <a:headEnd type="none" w="med" len="med"/>
              <a:tailEnd type="none" w="med" len="med"/>
            </a:ln>
            <a:effectLst/>
          </p:spPr>
        </p:cxnSp>
        <p:sp>
          <p:nvSpPr>
            <p:cNvPr id="1710" name="Arrow | shared_input → find_density | editable arrowhead">
              <a:extLst>
                <a:ext uri="{FF2B5EF4-FFF2-40B4-BE49-F238E27FC236}">
                  <a16:creationId xmlns:a16="http://schemas.microsoft.com/office/drawing/2014/main" id="{64BFF4F0-DA93-F9B8-74FB-E90EB4B8F4C7}"/>
                </a:ext>
              </a:extLst>
            </p:cNvPr>
            <p:cNvSpPr/>
            <p:nvPr/>
          </p:nvSpPr>
          <p:spPr>
            <a:xfrm>
              <a:off x="1099490" y="757422"/>
              <a:ext cx="33836" cy="29105"/>
            </a:xfrm>
            <a:custGeom>
              <a:avLst/>
              <a:gdLst/>
              <a:ahLst/>
              <a:cxnLst/>
              <a:rect l="0" t="0" r="w" b="h"/>
              <a:pathLst>
                <a:path w="33836" h="29105" stroke="0" extrusionOk="0">
                  <a:moveTo>
                    <a:pt x="33836" y="14553"/>
                  </a:moveTo>
                  <a:lnTo>
                    <a:pt x="0" y="29105"/>
                  </a:lnTo>
                  <a:lnTo>
                    <a:pt x="0" y="0"/>
                  </a:lnTo>
                  <a:close/>
                </a:path>
              </a:pathLst>
            </a:custGeom>
            <a:solidFill>
              <a:srgbClr val="367FB7"/>
            </a:solidFill>
            <a:ln w="13970" cap="rnd" cmpd="sng" algn="ctr">
              <a:noFill/>
              <a:prstDash val="solid"/>
              <a:round/>
              <a:headEnd type="none" w="med" len="med"/>
              <a:tailEnd type="none" w="med" len="med"/>
            </a:ln>
            <a:effectLst/>
          </p:spPr>
        </p:sp>
      </p:grpSp>
      <p:sp>
        <p:nvSpPr>
          <p:cNvPr id="2796" name="Arrow 56">
            <a:extLst>
              <a:ext uri="{FF2B5EF4-FFF2-40B4-BE49-F238E27FC236}">
                <a16:creationId xmlns:a16="http://schemas.microsoft.com/office/drawing/2014/main" id="{19A6BBC1-80D7-492A-79F1-1F023FECB59B}"/>
              </a:ext>
            </a:extLst>
          </p:cNvPr>
          <p:cNvSpPr>
            <a:spLocks noGrp="1"/>
          </p:cNvSpPr>
          <p:nvPr/>
        </p:nvSpPr>
        <p:spPr>
          <a:xfrm>
            <a:off x="3815547" y="2682497"/>
            <a:ext cx="20" cy="30651"/>
          </a:xfrm>
          <a:custGeom>
            <a:avLst/>
            <a:gdLst/>
            <a:ahLst/>
            <a:cxnLst/>
            <a:rect l="0" t="0" r="0" b="0"/>
            <a:pathLst>
              <a:path w="95" h="142875">
                <a:moveTo>
                  <a:pt x="0" y="0"/>
                </a:moveTo>
                <a:lnTo>
                  <a:pt x="0" y="142875"/>
                </a:lnTo>
              </a:path>
            </a:pathLst>
          </a:custGeom>
          <a:noFill/>
          <a:ln w="3474">
            <a:solidFill>
              <a:srgbClr val="2B887C"/>
            </a:solidFill>
            <a:prstDash val="solid"/>
          </a:ln>
        </p:spPr>
      </p:sp>
      <p:sp>
        <p:nvSpPr>
          <p:cNvPr id="2798" name="Arrow 56 | proportional arrowhead">
            <a:extLst>
              <a:ext uri="{FF2B5EF4-FFF2-40B4-BE49-F238E27FC236}">
                <a16:creationId xmlns:a16="http://schemas.microsoft.com/office/drawing/2014/main" id="{ACD4A5E0-A74C-E0FD-9912-FCEA430C051C}"/>
              </a:ext>
            </a:extLst>
          </p:cNvPr>
          <p:cNvSpPr/>
          <p:nvPr/>
        </p:nvSpPr>
        <p:spPr>
          <a:xfrm>
            <a:off x="3808394" y="2694757"/>
            <a:ext cx="14305" cy="18390"/>
          </a:xfrm>
          <a:custGeom>
            <a:avLst/>
            <a:gdLst/>
            <a:ahLst/>
            <a:cxnLst/>
            <a:rect l="0" t="0" r="0" b="0"/>
            <a:pathLst>
              <a:path w="66675" h="85725">
                <a:moveTo>
                  <a:pt x="33338" y="85725"/>
                </a:moveTo>
                <a:lnTo>
                  <a:pt x="66675" y="0"/>
                </a:lnTo>
                <a:lnTo>
                  <a:pt x="0" y="0"/>
                </a:lnTo>
                <a:close/>
              </a:path>
            </a:pathLst>
          </a:custGeom>
          <a:solidFill>
            <a:srgbClr val="2B887C"/>
          </a:solidFill>
          <a:ln w="1">
            <a:noFill/>
          </a:ln>
        </p:spPr>
      </p:sp>
      <p:sp>
        <p:nvSpPr>
          <p:cNvPr id="36" name="Atom encoding to point input | arrowhead">
            <a:extLst>
              <a:ext uri="{FF2B5EF4-FFF2-40B4-BE49-F238E27FC236}">
                <a16:creationId xmlns:a16="http://schemas.microsoft.com/office/drawing/2014/main" id="{5C7433F1-9882-3A1D-FC70-53A02234BBE1}"/>
              </a:ext>
            </a:extLst>
          </p:cNvPr>
          <p:cNvSpPr>
            <a:spLocks noGrp="1"/>
          </p:cNvSpPr>
          <p:nvPr/>
        </p:nvSpPr>
        <p:spPr>
          <a:xfrm>
            <a:off x="2893015" y="1238638"/>
            <a:ext cx="19447" cy="17113"/>
          </a:xfrm>
          <a:custGeom>
            <a:avLst/>
            <a:gdLst/>
            <a:ahLst/>
            <a:cxnLst/>
            <a:rect l="0" t="0" r="0" b="0"/>
            <a:pathLst>
              <a:path w="100013" h="88011">
                <a:moveTo>
                  <a:pt x="100013" y="44006"/>
                </a:moveTo>
                <a:lnTo>
                  <a:pt x="0" y="0"/>
                </a:lnTo>
                <a:lnTo>
                  <a:pt x="0" y="88011"/>
                </a:lnTo>
                <a:close/>
              </a:path>
            </a:pathLst>
          </a:custGeom>
          <a:solidFill>
            <a:srgbClr val="8C77B3"/>
          </a:solidFill>
          <a:ln w="0">
            <a:noFill/>
          </a:ln>
        </p:spPr>
      </p:sp>
    </p:spTree>
    <p:extLst>
      <p:ext uri="{BB962C8B-B14F-4D97-AF65-F5344CB8AC3E}">
        <p14:creationId xmlns:p14="http://schemas.microsoft.com/office/powerpoint/2010/main" val="3405815104"/>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691</Words>
  <Application>Microsoft Office PowerPoint</Application>
  <DocSecurity>0</DocSecurity>
  <PresentationFormat>自定义</PresentationFormat>
  <Paragraphs>313</Paragraphs>
  <Slides>3</Slides>
  <Notes>3</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vt:i4>
      </vt:variant>
    </vt:vector>
  </HeadingPairs>
  <TitlesOfParts>
    <vt:vector size="8" baseType="lpstr">
      <vt:lpstr>Arial</vt:lpstr>
      <vt:lpstr>Calibri</vt:lpstr>
      <vt:lpstr>Cambria Math</vt:lpstr>
      <vt:lpstr>Segoe UI</vt:lpstr>
      <vt:lpstr>ChatGPT</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Hongen Peng</cp:lastModifiedBy>
  <cp:revision>29</cp:revision>
  <dcterms:created xsi:type="dcterms:W3CDTF">2026-10-01T15:00:20Z</dcterms:created>
  <dcterms:modified xsi:type="dcterms:W3CDTF">2026-10-02T04:33:38Z</dcterms:modified>
</cp:coreProperties>
</file>